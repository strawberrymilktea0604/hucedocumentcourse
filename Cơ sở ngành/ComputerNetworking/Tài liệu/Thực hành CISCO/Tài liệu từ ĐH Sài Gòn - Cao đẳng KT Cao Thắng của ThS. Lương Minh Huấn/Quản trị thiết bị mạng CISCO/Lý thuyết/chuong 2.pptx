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347" r:id="rId4"/>
    <p:sldId id="348" r:id="rId5"/>
    <p:sldId id="368" r:id="rId6"/>
    <p:sldId id="369" r:id="rId7"/>
    <p:sldId id="370" r:id="rId8"/>
    <p:sldId id="371" r:id="rId9"/>
    <p:sldId id="327" r:id="rId10"/>
    <p:sldId id="328" r:id="rId11"/>
    <p:sldId id="329" r:id="rId12"/>
    <p:sldId id="330" r:id="rId13"/>
    <p:sldId id="331" r:id="rId14"/>
    <p:sldId id="332" r:id="rId15"/>
    <p:sldId id="372" r:id="rId16"/>
    <p:sldId id="373" r:id="rId17"/>
    <p:sldId id="374" r:id="rId18"/>
    <p:sldId id="375" r:id="rId19"/>
    <p:sldId id="338" r:id="rId20"/>
    <p:sldId id="339" r:id="rId21"/>
    <p:sldId id="340" r:id="rId22"/>
    <p:sldId id="341" r:id="rId23"/>
    <p:sldId id="342" r:id="rId24"/>
    <p:sldId id="343" r:id="rId25"/>
    <p:sldId id="344" r:id="rId26"/>
    <p:sldId id="345" r:id="rId27"/>
    <p:sldId id="346" r:id="rId28"/>
    <p:sldId id="379" r:id="rId29"/>
    <p:sldId id="376" r:id="rId30"/>
    <p:sldId id="377" r:id="rId31"/>
    <p:sldId id="353" r:id="rId32"/>
    <p:sldId id="378" r:id="rId33"/>
    <p:sldId id="354" r:id="rId34"/>
    <p:sldId id="349" r:id="rId35"/>
    <p:sldId id="350" r:id="rId36"/>
    <p:sldId id="351" r:id="rId37"/>
    <p:sldId id="352" r:id="rId38"/>
    <p:sldId id="357" r:id="rId39"/>
    <p:sldId id="358" r:id="rId40"/>
    <p:sldId id="359" r:id="rId41"/>
    <p:sldId id="360" r:id="rId42"/>
    <p:sldId id="361" r:id="rId43"/>
    <p:sldId id="362" r:id="rId44"/>
    <p:sldId id="363" r:id="rId45"/>
    <p:sldId id="383" r:id="rId46"/>
    <p:sldId id="364" r:id="rId47"/>
    <p:sldId id="365" r:id="rId48"/>
    <p:sldId id="366" r:id="rId49"/>
    <p:sldId id="367" r:id="rId50"/>
    <p:sldId id="380" r:id="rId51"/>
    <p:sldId id="381" r:id="rId52"/>
    <p:sldId id="382" r:id="rId53"/>
    <p:sldId id="384" r:id="rId54"/>
    <p:sldId id="385" r:id="rId55"/>
    <p:sldId id="386" r:id="rId56"/>
    <p:sldId id="387" r:id="rId57"/>
    <p:sldId id="388" r:id="rId58"/>
    <p:sldId id="389" r:id="rId59"/>
    <p:sldId id="390" r:id="rId60"/>
    <p:sldId id="391" r:id="rId61"/>
    <p:sldId id="392" r:id="rId62"/>
    <p:sldId id="393" r:id="rId63"/>
    <p:sldId id="394" r:id="rId64"/>
    <p:sldId id="395" r:id="rId65"/>
    <p:sldId id="396" r:id="rId66"/>
    <p:sldId id="398" r:id="rId67"/>
    <p:sldId id="399" r:id="rId68"/>
    <p:sldId id="400" r:id="rId69"/>
    <p:sldId id="401" r:id="rId70"/>
    <p:sldId id="402" r:id="rId71"/>
    <p:sldId id="403" r:id="rId72"/>
    <p:sldId id="404" r:id="rId73"/>
    <p:sldId id="405" r:id="rId74"/>
    <p:sldId id="406" r:id="rId75"/>
    <p:sldId id="407" r:id="rId76"/>
    <p:sldId id="408" r:id="rId77"/>
    <p:sldId id="409" r:id="rId78"/>
    <p:sldId id="410" r:id="rId79"/>
    <p:sldId id="411" r:id="rId80"/>
    <p:sldId id="412" r:id="rId81"/>
    <p:sldId id="413" r:id="rId82"/>
    <p:sldId id="414" r:id="rId83"/>
    <p:sldId id="415" r:id="rId84"/>
    <p:sldId id="434" r:id="rId85"/>
    <p:sldId id="416" r:id="rId86"/>
    <p:sldId id="417" r:id="rId87"/>
    <p:sldId id="418" r:id="rId88"/>
    <p:sldId id="419" r:id="rId89"/>
    <p:sldId id="420" r:id="rId90"/>
    <p:sldId id="421" r:id="rId91"/>
    <p:sldId id="422" r:id="rId92"/>
    <p:sldId id="423" r:id="rId93"/>
    <p:sldId id="424" r:id="rId94"/>
    <p:sldId id="435" r:id="rId95"/>
    <p:sldId id="425" r:id="rId96"/>
    <p:sldId id="426" r:id="rId97"/>
    <p:sldId id="427" r:id="rId98"/>
    <p:sldId id="436" r:id="rId99"/>
    <p:sldId id="428" r:id="rId100"/>
    <p:sldId id="429" r:id="rId101"/>
    <p:sldId id="430" r:id="rId102"/>
    <p:sldId id="431" r:id="rId103"/>
    <p:sldId id="432" r:id="rId104"/>
    <p:sldId id="433" r:id="rId10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wmf"/></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3.jpeg"/><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7" descr="Main"/>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984250"/>
            <a:ext cx="12187767" cy="564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8" descr="Lin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4" y="942975"/>
            <a:ext cx="12187767" cy="4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9" descr="Botto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4" y="6629400"/>
            <a:ext cx="1218776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0" descr="Title"/>
          <p:cNvPicPr>
            <a:picLocks noChangeAspect="1" noChangeArrowheads="1"/>
          </p:cNvPicPr>
          <p:nvPr/>
        </p:nvPicPr>
        <p:blipFill>
          <a:blip r:embed="rId5">
            <a:lum bright="36000"/>
            <a:extLst>
              <a:ext uri="{28A0092B-C50C-407E-A947-70E740481C1C}">
                <a14:useLocalDpi xmlns:a14="http://schemas.microsoft.com/office/drawing/2010/main" val="0"/>
              </a:ext>
            </a:extLst>
          </a:blip>
          <a:srcRect/>
          <a:stretch>
            <a:fillRect/>
          </a:stretch>
        </p:blipFill>
        <p:spPr bwMode="auto">
          <a:xfrm>
            <a:off x="0" y="1"/>
            <a:ext cx="1219200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reeform 21"/>
          <p:cNvSpPr>
            <a:spLocks noEditPoints="1"/>
          </p:cNvSpPr>
          <p:nvPr/>
        </p:nvSpPr>
        <p:spPr bwMode="auto">
          <a:xfrm>
            <a:off x="21167" y="2508250"/>
            <a:ext cx="6326717" cy="4108450"/>
          </a:xfrm>
          <a:custGeom>
            <a:avLst/>
            <a:gdLst>
              <a:gd name="T0" fmla="*/ 22 w 470"/>
              <a:gd name="T1" fmla="*/ 385 h 407"/>
              <a:gd name="T2" fmla="*/ 78 w 470"/>
              <a:gd name="T3" fmla="*/ 397 h 407"/>
              <a:gd name="T4" fmla="*/ 124 w 470"/>
              <a:gd name="T5" fmla="*/ 407 h 407"/>
              <a:gd name="T6" fmla="*/ 288 w 470"/>
              <a:gd name="T7" fmla="*/ 374 h 407"/>
              <a:gd name="T8" fmla="*/ 417 w 470"/>
              <a:gd name="T9" fmla="*/ 365 h 407"/>
              <a:gd name="T10" fmla="*/ 391 w 470"/>
              <a:gd name="T11" fmla="*/ 81 h 407"/>
              <a:gd name="T12" fmla="*/ 10 w 470"/>
              <a:gd name="T13" fmla="*/ 166 h 407"/>
              <a:gd name="T14" fmla="*/ 0 w 470"/>
              <a:gd name="T15" fmla="*/ 231 h 407"/>
              <a:gd name="T16" fmla="*/ 67 w 470"/>
              <a:gd name="T17" fmla="*/ 251 h 407"/>
              <a:gd name="T18" fmla="*/ 106 w 470"/>
              <a:gd name="T19" fmla="*/ 313 h 407"/>
              <a:gd name="T20" fmla="*/ 123 w 470"/>
              <a:gd name="T21" fmla="*/ 88 h 407"/>
              <a:gd name="T22" fmla="*/ 310 w 470"/>
              <a:gd name="T23" fmla="*/ 181 h 407"/>
              <a:gd name="T24" fmla="*/ 292 w 470"/>
              <a:gd name="T25" fmla="*/ 197 h 407"/>
              <a:gd name="T26" fmla="*/ 188 w 470"/>
              <a:gd name="T27" fmla="*/ 130 h 407"/>
              <a:gd name="T28" fmla="*/ 229 w 470"/>
              <a:gd name="T29" fmla="*/ 92 h 407"/>
              <a:gd name="T30" fmla="*/ 216 w 470"/>
              <a:gd name="T31" fmla="*/ 78 h 407"/>
              <a:gd name="T32" fmla="*/ 219 w 470"/>
              <a:gd name="T33" fmla="*/ 106 h 407"/>
              <a:gd name="T34" fmla="*/ 227 w 470"/>
              <a:gd name="T35" fmla="*/ 115 h 407"/>
              <a:gd name="T36" fmla="*/ 229 w 470"/>
              <a:gd name="T37" fmla="*/ 128 h 407"/>
              <a:gd name="T38" fmla="*/ 243 w 470"/>
              <a:gd name="T39" fmla="*/ 187 h 407"/>
              <a:gd name="T40" fmla="*/ 242 w 470"/>
              <a:gd name="T41" fmla="*/ 85 h 407"/>
              <a:gd name="T42" fmla="*/ 247 w 470"/>
              <a:gd name="T43" fmla="*/ 113 h 407"/>
              <a:gd name="T44" fmla="*/ 267 w 470"/>
              <a:gd name="T45" fmla="*/ 124 h 407"/>
              <a:gd name="T46" fmla="*/ 273 w 470"/>
              <a:gd name="T47" fmla="*/ 117 h 407"/>
              <a:gd name="T48" fmla="*/ 274 w 470"/>
              <a:gd name="T49" fmla="*/ 103 h 407"/>
              <a:gd name="T50" fmla="*/ 261 w 470"/>
              <a:gd name="T51" fmla="*/ 94 h 407"/>
              <a:gd name="T52" fmla="*/ 246 w 470"/>
              <a:gd name="T53" fmla="*/ 67 h 407"/>
              <a:gd name="T54" fmla="*/ 228 w 470"/>
              <a:gd name="T55" fmla="*/ 66 h 407"/>
              <a:gd name="T56" fmla="*/ 206 w 470"/>
              <a:gd name="T57" fmla="*/ 79 h 407"/>
              <a:gd name="T58" fmla="*/ 154 w 470"/>
              <a:gd name="T59" fmla="*/ 68 h 407"/>
              <a:gd name="T60" fmla="*/ 151 w 470"/>
              <a:gd name="T61" fmla="*/ 119 h 407"/>
              <a:gd name="T62" fmla="*/ 111 w 470"/>
              <a:gd name="T63" fmla="*/ 190 h 407"/>
              <a:gd name="T64" fmla="*/ 123 w 470"/>
              <a:gd name="T65" fmla="*/ 324 h 407"/>
              <a:gd name="T66" fmla="*/ 161 w 470"/>
              <a:gd name="T67" fmla="*/ 182 h 407"/>
              <a:gd name="T68" fmla="*/ 167 w 470"/>
              <a:gd name="T69" fmla="*/ 154 h 407"/>
              <a:gd name="T70" fmla="*/ 217 w 470"/>
              <a:gd name="T71" fmla="*/ 129 h 407"/>
              <a:gd name="T72" fmla="*/ 229 w 470"/>
              <a:gd name="T73" fmla="*/ 135 h 407"/>
              <a:gd name="T74" fmla="*/ 232 w 470"/>
              <a:gd name="T75" fmla="*/ 224 h 407"/>
              <a:gd name="T76" fmla="*/ 260 w 470"/>
              <a:gd name="T77" fmla="*/ 161 h 407"/>
              <a:gd name="T78" fmla="*/ 266 w 470"/>
              <a:gd name="T79" fmla="*/ 189 h 407"/>
              <a:gd name="T80" fmla="*/ 327 w 470"/>
              <a:gd name="T81" fmla="*/ 352 h 407"/>
              <a:gd name="T82" fmla="*/ 313 w 470"/>
              <a:gd name="T83" fmla="*/ 186 h 407"/>
              <a:gd name="T84" fmla="*/ 347 w 470"/>
              <a:gd name="T85" fmla="*/ 219 h 407"/>
              <a:gd name="T86" fmla="*/ 356 w 470"/>
              <a:gd name="T87" fmla="*/ 308 h 407"/>
              <a:gd name="T88" fmla="*/ 458 w 470"/>
              <a:gd name="T89" fmla="*/ 289 h 407"/>
              <a:gd name="T90" fmla="*/ 438 w 470"/>
              <a:gd name="T91" fmla="*/ 305 h 407"/>
              <a:gd name="T92" fmla="*/ 435 w 470"/>
              <a:gd name="T93" fmla="*/ 299 h 407"/>
              <a:gd name="T94" fmla="*/ 367 w 470"/>
              <a:gd name="T95" fmla="*/ 180 h 407"/>
              <a:gd name="T96" fmla="*/ 356 w 470"/>
              <a:gd name="T97" fmla="*/ 206 h 407"/>
              <a:gd name="T98" fmla="*/ 332 w 470"/>
              <a:gd name="T99" fmla="*/ 163 h 407"/>
              <a:gd name="T100" fmla="*/ 322 w 470"/>
              <a:gd name="T101" fmla="*/ 131 h 407"/>
              <a:gd name="T102" fmla="*/ 280 w 470"/>
              <a:gd name="T103" fmla="*/ 100 h 407"/>
              <a:gd name="T104" fmla="*/ 278 w 470"/>
              <a:gd name="T105" fmla="*/ 93 h 407"/>
              <a:gd name="T106" fmla="*/ 280 w 470"/>
              <a:gd name="T107" fmla="*/ 24 h 407"/>
              <a:gd name="T108" fmla="*/ 265 w 470"/>
              <a:gd name="T109" fmla="*/ 41 h 407"/>
              <a:gd name="T110" fmla="*/ 255 w 470"/>
              <a:gd name="T111" fmla="*/ 70 h 407"/>
              <a:gd name="T112" fmla="*/ 210 w 470"/>
              <a:gd name="T113" fmla="*/ 30 h 407"/>
              <a:gd name="T114" fmla="*/ 158 w 470"/>
              <a:gd name="T115" fmla="*/ 53 h 407"/>
              <a:gd name="T116" fmla="*/ 63 w 470"/>
              <a:gd name="T117" fmla="*/ 45 h 407"/>
              <a:gd name="T118" fmla="*/ 75 w 470"/>
              <a:gd name="T119" fmla="*/ 119 h 407"/>
              <a:gd name="T120" fmla="*/ 110 w 470"/>
              <a:gd name="T121" fmla="*/ 137 h 407"/>
              <a:gd name="T122" fmla="*/ 92 w 470"/>
              <a:gd name="T123" fmla="*/ 208 h 407"/>
              <a:gd name="T124" fmla="*/ 73 w 470"/>
              <a:gd name="T125" fmla="*/ 394 h 40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70" h="407">
                <a:moveTo>
                  <a:pt x="34" y="285"/>
                </a:moveTo>
                <a:cubicBezTo>
                  <a:pt x="34" y="284"/>
                  <a:pt x="33" y="284"/>
                  <a:pt x="33" y="283"/>
                </a:cubicBezTo>
                <a:cubicBezTo>
                  <a:pt x="33" y="282"/>
                  <a:pt x="33" y="282"/>
                  <a:pt x="32" y="281"/>
                </a:cubicBezTo>
                <a:cubicBezTo>
                  <a:pt x="28" y="275"/>
                  <a:pt x="24" y="273"/>
                  <a:pt x="19" y="274"/>
                </a:cubicBezTo>
                <a:cubicBezTo>
                  <a:pt x="14" y="275"/>
                  <a:pt x="10" y="278"/>
                  <a:pt x="5" y="281"/>
                </a:cubicBezTo>
                <a:cubicBezTo>
                  <a:pt x="3" y="282"/>
                  <a:pt x="2" y="283"/>
                  <a:pt x="0" y="284"/>
                </a:cubicBezTo>
                <a:lnTo>
                  <a:pt x="0" y="407"/>
                </a:lnTo>
                <a:lnTo>
                  <a:pt x="20" y="407"/>
                </a:lnTo>
                <a:cubicBezTo>
                  <a:pt x="21" y="401"/>
                  <a:pt x="22" y="393"/>
                  <a:pt x="22" y="385"/>
                </a:cubicBezTo>
                <a:cubicBezTo>
                  <a:pt x="22" y="373"/>
                  <a:pt x="22" y="363"/>
                  <a:pt x="21" y="355"/>
                </a:cubicBezTo>
                <a:cubicBezTo>
                  <a:pt x="22" y="355"/>
                  <a:pt x="27" y="360"/>
                  <a:pt x="35" y="371"/>
                </a:cubicBezTo>
                <a:cubicBezTo>
                  <a:pt x="44" y="381"/>
                  <a:pt x="56" y="391"/>
                  <a:pt x="71" y="400"/>
                </a:cubicBezTo>
                <a:cubicBezTo>
                  <a:pt x="70" y="403"/>
                  <a:pt x="69" y="405"/>
                  <a:pt x="69" y="407"/>
                </a:cubicBezTo>
                <a:lnTo>
                  <a:pt x="75" y="407"/>
                </a:lnTo>
                <a:cubicBezTo>
                  <a:pt x="75" y="406"/>
                  <a:pt x="76" y="405"/>
                  <a:pt x="76" y="403"/>
                </a:cubicBezTo>
                <a:cubicBezTo>
                  <a:pt x="79" y="405"/>
                  <a:pt x="81" y="406"/>
                  <a:pt x="84" y="407"/>
                </a:cubicBezTo>
                <a:lnTo>
                  <a:pt x="97" y="407"/>
                </a:lnTo>
                <a:cubicBezTo>
                  <a:pt x="90" y="404"/>
                  <a:pt x="84" y="401"/>
                  <a:pt x="78" y="397"/>
                </a:cubicBezTo>
                <a:cubicBezTo>
                  <a:pt x="83" y="384"/>
                  <a:pt x="87" y="372"/>
                  <a:pt x="92" y="359"/>
                </a:cubicBezTo>
                <a:cubicBezTo>
                  <a:pt x="97" y="347"/>
                  <a:pt x="103" y="334"/>
                  <a:pt x="108" y="322"/>
                </a:cubicBezTo>
                <a:cubicBezTo>
                  <a:pt x="112" y="324"/>
                  <a:pt x="116" y="327"/>
                  <a:pt x="121" y="329"/>
                </a:cubicBezTo>
                <a:cubicBezTo>
                  <a:pt x="125" y="332"/>
                  <a:pt x="129" y="334"/>
                  <a:pt x="133" y="337"/>
                </a:cubicBezTo>
                <a:cubicBezTo>
                  <a:pt x="131" y="341"/>
                  <a:pt x="128" y="345"/>
                  <a:pt x="124" y="350"/>
                </a:cubicBezTo>
                <a:cubicBezTo>
                  <a:pt x="120" y="354"/>
                  <a:pt x="117" y="358"/>
                  <a:pt x="113" y="363"/>
                </a:cubicBezTo>
                <a:cubicBezTo>
                  <a:pt x="110" y="369"/>
                  <a:pt x="108" y="373"/>
                  <a:pt x="110" y="377"/>
                </a:cubicBezTo>
                <a:cubicBezTo>
                  <a:pt x="111" y="381"/>
                  <a:pt x="112" y="386"/>
                  <a:pt x="112" y="391"/>
                </a:cubicBezTo>
                <a:lnTo>
                  <a:pt x="124" y="407"/>
                </a:lnTo>
                <a:lnTo>
                  <a:pt x="206" y="407"/>
                </a:lnTo>
                <a:cubicBezTo>
                  <a:pt x="212" y="404"/>
                  <a:pt x="219" y="402"/>
                  <a:pt x="225" y="402"/>
                </a:cubicBezTo>
                <a:cubicBezTo>
                  <a:pt x="233" y="403"/>
                  <a:pt x="241" y="400"/>
                  <a:pt x="249" y="394"/>
                </a:cubicBezTo>
                <a:cubicBezTo>
                  <a:pt x="253" y="392"/>
                  <a:pt x="255" y="389"/>
                  <a:pt x="257" y="387"/>
                </a:cubicBezTo>
                <a:cubicBezTo>
                  <a:pt x="259" y="384"/>
                  <a:pt x="261" y="381"/>
                  <a:pt x="263" y="378"/>
                </a:cubicBezTo>
                <a:cubicBezTo>
                  <a:pt x="262" y="388"/>
                  <a:pt x="261" y="397"/>
                  <a:pt x="259" y="407"/>
                </a:cubicBezTo>
                <a:lnTo>
                  <a:pt x="265" y="407"/>
                </a:lnTo>
                <a:cubicBezTo>
                  <a:pt x="267" y="396"/>
                  <a:pt x="269" y="385"/>
                  <a:pt x="270" y="375"/>
                </a:cubicBezTo>
                <a:cubicBezTo>
                  <a:pt x="271" y="375"/>
                  <a:pt x="277" y="374"/>
                  <a:pt x="288" y="374"/>
                </a:cubicBezTo>
                <a:cubicBezTo>
                  <a:pt x="299" y="373"/>
                  <a:pt x="312" y="370"/>
                  <a:pt x="329" y="366"/>
                </a:cubicBezTo>
                <a:cubicBezTo>
                  <a:pt x="330" y="378"/>
                  <a:pt x="330" y="391"/>
                  <a:pt x="331" y="404"/>
                </a:cubicBezTo>
                <a:cubicBezTo>
                  <a:pt x="331" y="405"/>
                  <a:pt x="331" y="406"/>
                  <a:pt x="331" y="407"/>
                </a:cubicBezTo>
                <a:lnTo>
                  <a:pt x="337" y="407"/>
                </a:lnTo>
                <a:cubicBezTo>
                  <a:pt x="337" y="406"/>
                  <a:pt x="337" y="404"/>
                  <a:pt x="337" y="402"/>
                </a:cubicBezTo>
                <a:cubicBezTo>
                  <a:pt x="336" y="389"/>
                  <a:pt x="336" y="376"/>
                  <a:pt x="335" y="364"/>
                </a:cubicBezTo>
                <a:cubicBezTo>
                  <a:pt x="345" y="360"/>
                  <a:pt x="357" y="356"/>
                  <a:pt x="369" y="350"/>
                </a:cubicBezTo>
                <a:cubicBezTo>
                  <a:pt x="381" y="345"/>
                  <a:pt x="395" y="338"/>
                  <a:pt x="407" y="329"/>
                </a:cubicBezTo>
                <a:cubicBezTo>
                  <a:pt x="411" y="340"/>
                  <a:pt x="414" y="352"/>
                  <a:pt x="417" y="365"/>
                </a:cubicBezTo>
                <a:cubicBezTo>
                  <a:pt x="419" y="378"/>
                  <a:pt x="422" y="391"/>
                  <a:pt x="423" y="405"/>
                </a:cubicBezTo>
                <a:cubicBezTo>
                  <a:pt x="422" y="406"/>
                  <a:pt x="421" y="407"/>
                  <a:pt x="420" y="407"/>
                </a:cubicBezTo>
                <a:lnTo>
                  <a:pt x="431" y="407"/>
                </a:lnTo>
                <a:cubicBezTo>
                  <a:pt x="448" y="379"/>
                  <a:pt x="459" y="349"/>
                  <a:pt x="464" y="317"/>
                </a:cubicBezTo>
                <a:cubicBezTo>
                  <a:pt x="470" y="285"/>
                  <a:pt x="470" y="254"/>
                  <a:pt x="464" y="221"/>
                </a:cubicBezTo>
                <a:cubicBezTo>
                  <a:pt x="458" y="190"/>
                  <a:pt x="447" y="161"/>
                  <a:pt x="431" y="133"/>
                </a:cubicBezTo>
                <a:cubicBezTo>
                  <a:pt x="430" y="130"/>
                  <a:pt x="428" y="127"/>
                  <a:pt x="426" y="124"/>
                </a:cubicBezTo>
                <a:cubicBezTo>
                  <a:pt x="424" y="121"/>
                  <a:pt x="422" y="118"/>
                  <a:pt x="420" y="115"/>
                </a:cubicBezTo>
                <a:cubicBezTo>
                  <a:pt x="411" y="103"/>
                  <a:pt x="401" y="91"/>
                  <a:pt x="391" y="81"/>
                </a:cubicBezTo>
                <a:cubicBezTo>
                  <a:pt x="379" y="70"/>
                  <a:pt x="368" y="60"/>
                  <a:pt x="356" y="52"/>
                </a:cubicBezTo>
                <a:lnTo>
                  <a:pt x="356" y="51"/>
                </a:lnTo>
                <a:lnTo>
                  <a:pt x="355" y="51"/>
                </a:lnTo>
                <a:cubicBezTo>
                  <a:pt x="310" y="19"/>
                  <a:pt x="259" y="3"/>
                  <a:pt x="202" y="1"/>
                </a:cubicBezTo>
                <a:cubicBezTo>
                  <a:pt x="145" y="0"/>
                  <a:pt x="93" y="16"/>
                  <a:pt x="45" y="50"/>
                </a:cubicBezTo>
                <a:cubicBezTo>
                  <a:pt x="28" y="61"/>
                  <a:pt x="13" y="75"/>
                  <a:pt x="0" y="89"/>
                </a:cubicBezTo>
                <a:lnTo>
                  <a:pt x="0" y="188"/>
                </a:lnTo>
                <a:cubicBezTo>
                  <a:pt x="2" y="186"/>
                  <a:pt x="3" y="185"/>
                  <a:pt x="5" y="183"/>
                </a:cubicBezTo>
                <a:cubicBezTo>
                  <a:pt x="9" y="178"/>
                  <a:pt x="11" y="173"/>
                  <a:pt x="10" y="166"/>
                </a:cubicBezTo>
                <a:cubicBezTo>
                  <a:pt x="10" y="159"/>
                  <a:pt x="13" y="154"/>
                  <a:pt x="19" y="149"/>
                </a:cubicBezTo>
                <a:cubicBezTo>
                  <a:pt x="27" y="144"/>
                  <a:pt x="34" y="141"/>
                  <a:pt x="40" y="143"/>
                </a:cubicBezTo>
                <a:cubicBezTo>
                  <a:pt x="45" y="144"/>
                  <a:pt x="51" y="144"/>
                  <a:pt x="56" y="141"/>
                </a:cubicBezTo>
                <a:cubicBezTo>
                  <a:pt x="58" y="143"/>
                  <a:pt x="59" y="146"/>
                  <a:pt x="61" y="149"/>
                </a:cubicBezTo>
                <a:cubicBezTo>
                  <a:pt x="63" y="153"/>
                  <a:pt x="66" y="157"/>
                  <a:pt x="69" y="161"/>
                </a:cubicBezTo>
                <a:cubicBezTo>
                  <a:pt x="58" y="168"/>
                  <a:pt x="47" y="177"/>
                  <a:pt x="36" y="186"/>
                </a:cubicBezTo>
                <a:cubicBezTo>
                  <a:pt x="25" y="195"/>
                  <a:pt x="15" y="205"/>
                  <a:pt x="5" y="216"/>
                </a:cubicBezTo>
                <a:cubicBezTo>
                  <a:pt x="3" y="213"/>
                  <a:pt x="1" y="211"/>
                  <a:pt x="0" y="208"/>
                </a:cubicBezTo>
                <a:lnTo>
                  <a:pt x="0" y="231"/>
                </a:lnTo>
                <a:cubicBezTo>
                  <a:pt x="1" y="230"/>
                  <a:pt x="3" y="228"/>
                  <a:pt x="4" y="227"/>
                </a:cubicBezTo>
                <a:cubicBezTo>
                  <a:pt x="8" y="233"/>
                  <a:pt x="13" y="240"/>
                  <a:pt x="20" y="248"/>
                </a:cubicBezTo>
                <a:cubicBezTo>
                  <a:pt x="26" y="255"/>
                  <a:pt x="34" y="264"/>
                  <a:pt x="43" y="272"/>
                </a:cubicBezTo>
                <a:cubicBezTo>
                  <a:pt x="42" y="274"/>
                  <a:pt x="40" y="276"/>
                  <a:pt x="39" y="279"/>
                </a:cubicBezTo>
                <a:cubicBezTo>
                  <a:pt x="37" y="281"/>
                  <a:pt x="36" y="283"/>
                  <a:pt x="34" y="285"/>
                </a:cubicBezTo>
                <a:close/>
                <a:moveTo>
                  <a:pt x="106" y="313"/>
                </a:moveTo>
                <a:cubicBezTo>
                  <a:pt x="95" y="306"/>
                  <a:pt x="85" y="298"/>
                  <a:pt x="76" y="292"/>
                </a:cubicBezTo>
                <a:cubicBezTo>
                  <a:pt x="67" y="285"/>
                  <a:pt x="59" y="278"/>
                  <a:pt x="52" y="271"/>
                </a:cubicBezTo>
                <a:cubicBezTo>
                  <a:pt x="56" y="264"/>
                  <a:pt x="61" y="257"/>
                  <a:pt x="67" y="251"/>
                </a:cubicBezTo>
                <a:cubicBezTo>
                  <a:pt x="72" y="245"/>
                  <a:pt x="77" y="239"/>
                  <a:pt x="83" y="231"/>
                </a:cubicBezTo>
                <a:lnTo>
                  <a:pt x="83" y="235"/>
                </a:lnTo>
                <a:lnTo>
                  <a:pt x="106" y="269"/>
                </a:lnTo>
                <a:cubicBezTo>
                  <a:pt x="107" y="275"/>
                  <a:pt x="107" y="279"/>
                  <a:pt x="106" y="284"/>
                </a:cubicBezTo>
                <a:cubicBezTo>
                  <a:pt x="105" y="288"/>
                  <a:pt x="106" y="292"/>
                  <a:pt x="109" y="297"/>
                </a:cubicBezTo>
                <a:cubicBezTo>
                  <a:pt x="110" y="298"/>
                  <a:pt x="111" y="298"/>
                  <a:pt x="111" y="299"/>
                </a:cubicBezTo>
                <a:cubicBezTo>
                  <a:pt x="112" y="299"/>
                  <a:pt x="112" y="299"/>
                  <a:pt x="112" y="300"/>
                </a:cubicBezTo>
                <a:cubicBezTo>
                  <a:pt x="112" y="302"/>
                  <a:pt x="110" y="304"/>
                  <a:pt x="109" y="307"/>
                </a:cubicBezTo>
                <a:cubicBezTo>
                  <a:pt x="108" y="309"/>
                  <a:pt x="107" y="311"/>
                  <a:pt x="106" y="313"/>
                </a:cubicBezTo>
                <a:close/>
                <a:moveTo>
                  <a:pt x="124" y="51"/>
                </a:moveTo>
                <a:cubicBezTo>
                  <a:pt x="129" y="51"/>
                  <a:pt x="134" y="53"/>
                  <a:pt x="139" y="54"/>
                </a:cubicBezTo>
                <a:cubicBezTo>
                  <a:pt x="144" y="55"/>
                  <a:pt x="149" y="57"/>
                  <a:pt x="154" y="59"/>
                </a:cubicBezTo>
                <a:cubicBezTo>
                  <a:pt x="152" y="61"/>
                  <a:pt x="150" y="63"/>
                  <a:pt x="149" y="66"/>
                </a:cubicBezTo>
                <a:cubicBezTo>
                  <a:pt x="147" y="69"/>
                  <a:pt x="145" y="72"/>
                  <a:pt x="144" y="75"/>
                </a:cubicBezTo>
                <a:cubicBezTo>
                  <a:pt x="143" y="77"/>
                  <a:pt x="143" y="79"/>
                  <a:pt x="143" y="81"/>
                </a:cubicBezTo>
                <a:cubicBezTo>
                  <a:pt x="142" y="82"/>
                  <a:pt x="142" y="84"/>
                  <a:pt x="141" y="86"/>
                </a:cubicBezTo>
                <a:cubicBezTo>
                  <a:pt x="138" y="86"/>
                  <a:pt x="135" y="87"/>
                  <a:pt x="132" y="87"/>
                </a:cubicBezTo>
                <a:cubicBezTo>
                  <a:pt x="129" y="87"/>
                  <a:pt x="126" y="87"/>
                  <a:pt x="123" y="88"/>
                </a:cubicBezTo>
                <a:cubicBezTo>
                  <a:pt x="125" y="81"/>
                  <a:pt x="127" y="74"/>
                  <a:pt x="127" y="67"/>
                </a:cubicBezTo>
                <a:cubicBezTo>
                  <a:pt x="127" y="59"/>
                  <a:pt x="126" y="54"/>
                  <a:pt x="124" y="51"/>
                </a:cubicBezTo>
                <a:close/>
                <a:moveTo>
                  <a:pt x="281" y="155"/>
                </a:moveTo>
                <a:cubicBezTo>
                  <a:pt x="276" y="146"/>
                  <a:pt x="272" y="138"/>
                  <a:pt x="268" y="132"/>
                </a:cubicBezTo>
                <a:cubicBezTo>
                  <a:pt x="269" y="131"/>
                  <a:pt x="270" y="130"/>
                  <a:pt x="271" y="129"/>
                </a:cubicBezTo>
                <a:cubicBezTo>
                  <a:pt x="272" y="128"/>
                  <a:pt x="273" y="128"/>
                  <a:pt x="273" y="127"/>
                </a:cubicBezTo>
                <a:cubicBezTo>
                  <a:pt x="280" y="132"/>
                  <a:pt x="288" y="138"/>
                  <a:pt x="297" y="146"/>
                </a:cubicBezTo>
                <a:cubicBezTo>
                  <a:pt x="305" y="154"/>
                  <a:pt x="314" y="162"/>
                  <a:pt x="322" y="173"/>
                </a:cubicBezTo>
                <a:cubicBezTo>
                  <a:pt x="318" y="176"/>
                  <a:pt x="314" y="178"/>
                  <a:pt x="310" y="181"/>
                </a:cubicBezTo>
                <a:cubicBezTo>
                  <a:pt x="305" y="183"/>
                  <a:pt x="300" y="185"/>
                  <a:pt x="295" y="186"/>
                </a:cubicBezTo>
                <a:cubicBezTo>
                  <a:pt x="290" y="174"/>
                  <a:pt x="286" y="164"/>
                  <a:pt x="281" y="155"/>
                </a:cubicBezTo>
                <a:close/>
                <a:moveTo>
                  <a:pt x="292" y="197"/>
                </a:moveTo>
                <a:lnTo>
                  <a:pt x="291" y="197"/>
                </a:lnTo>
                <a:cubicBezTo>
                  <a:pt x="288" y="197"/>
                  <a:pt x="285" y="197"/>
                  <a:pt x="282" y="197"/>
                </a:cubicBezTo>
                <a:cubicBezTo>
                  <a:pt x="279" y="196"/>
                  <a:pt x="276" y="196"/>
                  <a:pt x="274" y="195"/>
                </a:cubicBezTo>
                <a:cubicBezTo>
                  <a:pt x="277" y="195"/>
                  <a:pt x="280" y="195"/>
                  <a:pt x="282" y="195"/>
                </a:cubicBezTo>
                <a:cubicBezTo>
                  <a:pt x="285" y="194"/>
                  <a:pt x="288" y="194"/>
                  <a:pt x="291" y="193"/>
                </a:cubicBezTo>
                <a:lnTo>
                  <a:pt x="292" y="197"/>
                </a:lnTo>
                <a:close/>
                <a:moveTo>
                  <a:pt x="206" y="98"/>
                </a:moveTo>
                <a:cubicBezTo>
                  <a:pt x="206" y="97"/>
                  <a:pt x="206" y="95"/>
                  <a:pt x="206" y="95"/>
                </a:cubicBezTo>
                <a:cubicBezTo>
                  <a:pt x="211" y="95"/>
                  <a:pt x="215" y="96"/>
                  <a:pt x="218" y="96"/>
                </a:cubicBezTo>
                <a:cubicBezTo>
                  <a:pt x="222" y="97"/>
                  <a:pt x="225" y="97"/>
                  <a:pt x="227" y="98"/>
                </a:cubicBezTo>
                <a:cubicBezTo>
                  <a:pt x="225" y="98"/>
                  <a:pt x="222" y="99"/>
                  <a:pt x="218" y="100"/>
                </a:cubicBezTo>
                <a:cubicBezTo>
                  <a:pt x="215" y="100"/>
                  <a:pt x="211" y="101"/>
                  <a:pt x="206" y="102"/>
                </a:cubicBezTo>
                <a:cubicBezTo>
                  <a:pt x="206" y="101"/>
                  <a:pt x="206" y="99"/>
                  <a:pt x="206" y="98"/>
                </a:cubicBezTo>
                <a:close/>
                <a:moveTo>
                  <a:pt x="206" y="117"/>
                </a:moveTo>
                <a:cubicBezTo>
                  <a:pt x="201" y="121"/>
                  <a:pt x="195" y="125"/>
                  <a:pt x="188" y="130"/>
                </a:cubicBezTo>
                <a:cubicBezTo>
                  <a:pt x="182" y="134"/>
                  <a:pt x="175" y="140"/>
                  <a:pt x="167" y="145"/>
                </a:cubicBezTo>
                <a:cubicBezTo>
                  <a:pt x="164" y="142"/>
                  <a:pt x="162" y="138"/>
                  <a:pt x="159" y="135"/>
                </a:cubicBezTo>
                <a:cubicBezTo>
                  <a:pt x="157" y="132"/>
                  <a:pt x="155" y="128"/>
                  <a:pt x="153" y="125"/>
                </a:cubicBezTo>
                <a:cubicBezTo>
                  <a:pt x="163" y="121"/>
                  <a:pt x="171" y="118"/>
                  <a:pt x="180" y="116"/>
                </a:cubicBezTo>
                <a:cubicBezTo>
                  <a:pt x="188" y="113"/>
                  <a:pt x="195" y="111"/>
                  <a:pt x="202" y="109"/>
                </a:cubicBezTo>
                <a:cubicBezTo>
                  <a:pt x="203" y="111"/>
                  <a:pt x="203" y="113"/>
                  <a:pt x="204" y="114"/>
                </a:cubicBezTo>
                <a:cubicBezTo>
                  <a:pt x="205" y="115"/>
                  <a:pt x="206" y="116"/>
                  <a:pt x="206" y="117"/>
                </a:cubicBezTo>
                <a:close/>
                <a:moveTo>
                  <a:pt x="222" y="88"/>
                </a:moveTo>
                <a:cubicBezTo>
                  <a:pt x="225" y="90"/>
                  <a:pt x="227" y="91"/>
                  <a:pt x="229" y="92"/>
                </a:cubicBezTo>
                <a:lnTo>
                  <a:pt x="229" y="93"/>
                </a:lnTo>
                <a:cubicBezTo>
                  <a:pt x="227" y="92"/>
                  <a:pt x="224" y="91"/>
                  <a:pt x="220" y="90"/>
                </a:cubicBezTo>
                <a:cubicBezTo>
                  <a:pt x="217" y="90"/>
                  <a:pt x="212" y="89"/>
                  <a:pt x="207" y="89"/>
                </a:cubicBezTo>
                <a:lnTo>
                  <a:pt x="207" y="88"/>
                </a:lnTo>
                <a:lnTo>
                  <a:pt x="208" y="87"/>
                </a:lnTo>
                <a:cubicBezTo>
                  <a:pt x="209" y="86"/>
                  <a:pt x="209" y="85"/>
                  <a:pt x="210" y="85"/>
                </a:cubicBezTo>
                <a:cubicBezTo>
                  <a:pt x="210" y="84"/>
                  <a:pt x="210" y="83"/>
                  <a:pt x="211" y="82"/>
                </a:cubicBezTo>
                <a:cubicBezTo>
                  <a:pt x="215" y="84"/>
                  <a:pt x="218" y="86"/>
                  <a:pt x="222" y="88"/>
                </a:cubicBezTo>
                <a:close/>
                <a:moveTo>
                  <a:pt x="216" y="78"/>
                </a:moveTo>
                <a:cubicBezTo>
                  <a:pt x="218" y="76"/>
                  <a:pt x="220" y="75"/>
                  <a:pt x="223" y="74"/>
                </a:cubicBezTo>
                <a:cubicBezTo>
                  <a:pt x="225" y="73"/>
                  <a:pt x="228" y="72"/>
                  <a:pt x="230" y="72"/>
                </a:cubicBezTo>
                <a:cubicBezTo>
                  <a:pt x="231" y="75"/>
                  <a:pt x="232" y="77"/>
                  <a:pt x="233" y="79"/>
                </a:cubicBezTo>
                <a:cubicBezTo>
                  <a:pt x="234" y="81"/>
                  <a:pt x="235" y="84"/>
                  <a:pt x="235" y="86"/>
                </a:cubicBezTo>
                <a:lnTo>
                  <a:pt x="234" y="86"/>
                </a:lnTo>
                <a:lnTo>
                  <a:pt x="233" y="87"/>
                </a:lnTo>
                <a:cubicBezTo>
                  <a:pt x="231" y="86"/>
                  <a:pt x="229" y="84"/>
                  <a:pt x="226" y="83"/>
                </a:cubicBezTo>
                <a:cubicBezTo>
                  <a:pt x="222" y="81"/>
                  <a:pt x="219" y="80"/>
                  <a:pt x="216" y="78"/>
                </a:cubicBezTo>
                <a:close/>
                <a:moveTo>
                  <a:pt x="219" y="106"/>
                </a:moveTo>
                <a:cubicBezTo>
                  <a:pt x="222" y="106"/>
                  <a:pt x="225" y="105"/>
                  <a:pt x="227" y="105"/>
                </a:cubicBezTo>
                <a:cubicBezTo>
                  <a:pt x="225" y="105"/>
                  <a:pt x="223" y="107"/>
                  <a:pt x="220" y="108"/>
                </a:cubicBezTo>
                <a:cubicBezTo>
                  <a:pt x="218" y="110"/>
                  <a:pt x="215" y="112"/>
                  <a:pt x="212" y="114"/>
                </a:cubicBezTo>
                <a:cubicBezTo>
                  <a:pt x="211" y="113"/>
                  <a:pt x="211" y="112"/>
                  <a:pt x="210" y="111"/>
                </a:cubicBezTo>
                <a:cubicBezTo>
                  <a:pt x="209" y="110"/>
                  <a:pt x="209" y="109"/>
                  <a:pt x="208" y="108"/>
                </a:cubicBezTo>
                <a:cubicBezTo>
                  <a:pt x="212" y="107"/>
                  <a:pt x="216" y="106"/>
                  <a:pt x="219" y="106"/>
                </a:cubicBezTo>
                <a:close/>
                <a:moveTo>
                  <a:pt x="225" y="113"/>
                </a:moveTo>
                <a:cubicBezTo>
                  <a:pt x="228" y="111"/>
                  <a:pt x="230" y="110"/>
                  <a:pt x="232" y="109"/>
                </a:cubicBezTo>
                <a:cubicBezTo>
                  <a:pt x="231" y="110"/>
                  <a:pt x="229" y="113"/>
                  <a:pt x="227" y="115"/>
                </a:cubicBezTo>
                <a:cubicBezTo>
                  <a:pt x="225" y="117"/>
                  <a:pt x="223" y="120"/>
                  <a:pt x="221" y="123"/>
                </a:cubicBezTo>
                <a:cubicBezTo>
                  <a:pt x="220" y="122"/>
                  <a:pt x="219" y="122"/>
                  <a:pt x="218" y="121"/>
                </a:cubicBezTo>
                <a:cubicBezTo>
                  <a:pt x="217" y="120"/>
                  <a:pt x="216" y="120"/>
                  <a:pt x="216" y="119"/>
                </a:cubicBezTo>
                <a:cubicBezTo>
                  <a:pt x="219" y="117"/>
                  <a:pt x="222" y="115"/>
                  <a:pt x="225" y="113"/>
                </a:cubicBezTo>
                <a:close/>
                <a:moveTo>
                  <a:pt x="231" y="121"/>
                </a:moveTo>
                <a:cubicBezTo>
                  <a:pt x="232" y="119"/>
                  <a:pt x="233" y="117"/>
                  <a:pt x="234" y="116"/>
                </a:cubicBezTo>
                <a:lnTo>
                  <a:pt x="232" y="129"/>
                </a:lnTo>
                <a:cubicBezTo>
                  <a:pt x="231" y="129"/>
                  <a:pt x="231" y="129"/>
                  <a:pt x="230" y="129"/>
                </a:cubicBezTo>
                <a:lnTo>
                  <a:pt x="229" y="128"/>
                </a:lnTo>
                <a:cubicBezTo>
                  <a:pt x="228" y="128"/>
                  <a:pt x="228" y="128"/>
                  <a:pt x="228" y="128"/>
                </a:cubicBezTo>
                <a:cubicBezTo>
                  <a:pt x="227" y="127"/>
                  <a:pt x="227" y="127"/>
                  <a:pt x="226" y="127"/>
                </a:cubicBezTo>
                <a:cubicBezTo>
                  <a:pt x="228" y="124"/>
                  <a:pt x="230" y="122"/>
                  <a:pt x="231" y="121"/>
                </a:cubicBezTo>
                <a:close/>
                <a:moveTo>
                  <a:pt x="236" y="137"/>
                </a:moveTo>
                <a:cubicBezTo>
                  <a:pt x="239" y="138"/>
                  <a:pt x="241" y="138"/>
                  <a:pt x="243" y="138"/>
                </a:cubicBezTo>
                <a:cubicBezTo>
                  <a:pt x="245" y="138"/>
                  <a:pt x="247" y="138"/>
                  <a:pt x="248" y="138"/>
                </a:cubicBezTo>
                <a:cubicBezTo>
                  <a:pt x="250" y="145"/>
                  <a:pt x="252" y="152"/>
                  <a:pt x="254" y="161"/>
                </a:cubicBezTo>
                <a:cubicBezTo>
                  <a:pt x="256" y="170"/>
                  <a:pt x="258" y="179"/>
                  <a:pt x="260" y="189"/>
                </a:cubicBezTo>
                <a:cubicBezTo>
                  <a:pt x="254" y="189"/>
                  <a:pt x="249" y="188"/>
                  <a:pt x="243" y="187"/>
                </a:cubicBezTo>
                <a:cubicBezTo>
                  <a:pt x="238" y="186"/>
                  <a:pt x="232" y="185"/>
                  <a:pt x="226" y="183"/>
                </a:cubicBezTo>
                <a:lnTo>
                  <a:pt x="236" y="137"/>
                </a:lnTo>
                <a:close/>
                <a:moveTo>
                  <a:pt x="242" y="85"/>
                </a:moveTo>
                <a:lnTo>
                  <a:pt x="241" y="85"/>
                </a:lnTo>
                <a:cubicBezTo>
                  <a:pt x="241" y="83"/>
                  <a:pt x="240" y="81"/>
                  <a:pt x="239" y="79"/>
                </a:cubicBezTo>
                <a:cubicBezTo>
                  <a:pt x="239" y="77"/>
                  <a:pt x="238" y="75"/>
                  <a:pt x="237" y="72"/>
                </a:cubicBezTo>
                <a:cubicBezTo>
                  <a:pt x="238" y="72"/>
                  <a:pt x="240" y="72"/>
                  <a:pt x="241" y="72"/>
                </a:cubicBezTo>
                <a:cubicBezTo>
                  <a:pt x="242" y="72"/>
                  <a:pt x="243" y="73"/>
                  <a:pt x="244" y="73"/>
                </a:cubicBezTo>
                <a:lnTo>
                  <a:pt x="242" y="85"/>
                </a:lnTo>
                <a:close/>
                <a:moveTo>
                  <a:pt x="246" y="132"/>
                </a:moveTo>
                <a:cubicBezTo>
                  <a:pt x="245" y="132"/>
                  <a:pt x="244" y="132"/>
                  <a:pt x="242" y="132"/>
                </a:cubicBezTo>
                <a:cubicBezTo>
                  <a:pt x="240" y="131"/>
                  <a:pt x="239" y="131"/>
                  <a:pt x="238" y="131"/>
                </a:cubicBezTo>
                <a:lnTo>
                  <a:pt x="241" y="115"/>
                </a:lnTo>
                <a:cubicBezTo>
                  <a:pt x="242" y="117"/>
                  <a:pt x="243" y="119"/>
                  <a:pt x="244" y="122"/>
                </a:cubicBezTo>
                <a:cubicBezTo>
                  <a:pt x="245" y="125"/>
                  <a:pt x="245" y="128"/>
                  <a:pt x="246" y="132"/>
                </a:cubicBezTo>
                <a:close/>
                <a:moveTo>
                  <a:pt x="253" y="131"/>
                </a:moveTo>
                <a:cubicBezTo>
                  <a:pt x="252" y="127"/>
                  <a:pt x="251" y="124"/>
                  <a:pt x="250" y="121"/>
                </a:cubicBezTo>
                <a:cubicBezTo>
                  <a:pt x="249" y="118"/>
                  <a:pt x="248" y="115"/>
                  <a:pt x="247" y="113"/>
                </a:cubicBezTo>
                <a:cubicBezTo>
                  <a:pt x="248" y="114"/>
                  <a:pt x="250" y="117"/>
                  <a:pt x="252" y="120"/>
                </a:cubicBezTo>
                <a:cubicBezTo>
                  <a:pt x="254" y="123"/>
                  <a:pt x="256" y="126"/>
                  <a:pt x="259" y="129"/>
                </a:cubicBezTo>
                <a:lnTo>
                  <a:pt x="258" y="129"/>
                </a:lnTo>
                <a:cubicBezTo>
                  <a:pt x="258" y="130"/>
                  <a:pt x="257" y="130"/>
                  <a:pt x="256" y="130"/>
                </a:cubicBezTo>
                <a:cubicBezTo>
                  <a:pt x="255" y="131"/>
                  <a:pt x="254" y="131"/>
                  <a:pt x="253" y="131"/>
                </a:cubicBezTo>
                <a:close/>
                <a:moveTo>
                  <a:pt x="255" y="113"/>
                </a:moveTo>
                <a:cubicBezTo>
                  <a:pt x="257" y="115"/>
                  <a:pt x="259" y="116"/>
                  <a:pt x="262" y="118"/>
                </a:cubicBezTo>
                <a:cubicBezTo>
                  <a:pt x="264" y="119"/>
                  <a:pt x="266" y="121"/>
                  <a:pt x="268" y="123"/>
                </a:cubicBezTo>
                <a:lnTo>
                  <a:pt x="267" y="124"/>
                </a:lnTo>
                <a:cubicBezTo>
                  <a:pt x="266" y="125"/>
                  <a:pt x="265" y="126"/>
                  <a:pt x="264" y="127"/>
                </a:cubicBezTo>
                <a:cubicBezTo>
                  <a:pt x="263" y="124"/>
                  <a:pt x="261" y="122"/>
                  <a:pt x="259" y="119"/>
                </a:cubicBezTo>
                <a:cubicBezTo>
                  <a:pt x="258" y="117"/>
                  <a:pt x="256" y="115"/>
                  <a:pt x="255" y="113"/>
                </a:cubicBezTo>
                <a:close/>
                <a:moveTo>
                  <a:pt x="254" y="105"/>
                </a:moveTo>
                <a:cubicBezTo>
                  <a:pt x="257" y="106"/>
                  <a:pt x="259" y="106"/>
                  <a:pt x="263" y="107"/>
                </a:cubicBezTo>
                <a:cubicBezTo>
                  <a:pt x="267" y="108"/>
                  <a:pt x="270" y="109"/>
                  <a:pt x="274" y="110"/>
                </a:cubicBezTo>
                <a:cubicBezTo>
                  <a:pt x="274" y="111"/>
                  <a:pt x="274" y="112"/>
                  <a:pt x="274" y="113"/>
                </a:cubicBezTo>
                <a:cubicBezTo>
                  <a:pt x="274" y="114"/>
                  <a:pt x="274" y="115"/>
                  <a:pt x="273" y="116"/>
                </a:cubicBezTo>
                <a:lnTo>
                  <a:pt x="273" y="117"/>
                </a:lnTo>
                <a:lnTo>
                  <a:pt x="272" y="118"/>
                </a:lnTo>
                <a:cubicBezTo>
                  <a:pt x="269" y="115"/>
                  <a:pt x="266" y="113"/>
                  <a:pt x="262" y="111"/>
                </a:cubicBezTo>
                <a:cubicBezTo>
                  <a:pt x="259" y="109"/>
                  <a:pt x="257" y="107"/>
                  <a:pt x="254" y="105"/>
                </a:cubicBezTo>
                <a:close/>
                <a:moveTo>
                  <a:pt x="274" y="103"/>
                </a:moveTo>
                <a:cubicBezTo>
                  <a:pt x="272" y="102"/>
                  <a:pt x="269" y="102"/>
                  <a:pt x="267" y="101"/>
                </a:cubicBezTo>
                <a:cubicBezTo>
                  <a:pt x="265" y="101"/>
                  <a:pt x="263" y="100"/>
                  <a:pt x="261" y="100"/>
                </a:cubicBezTo>
                <a:lnTo>
                  <a:pt x="274" y="100"/>
                </a:lnTo>
                <a:lnTo>
                  <a:pt x="274" y="101"/>
                </a:lnTo>
                <a:cubicBezTo>
                  <a:pt x="274" y="102"/>
                  <a:pt x="274" y="102"/>
                  <a:pt x="274" y="103"/>
                </a:cubicBezTo>
                <a:close/>
                <a:moveTo>
                  <a:pt x="261" y="94"/>
                </a:moveTo>
                <a:cubicBezTo>
                  <a:pt x="258" y="94"/>
                  <a:pt x="255" y="94"/>
                  <a:pt x="252" y="95"/>
                </a:cubicBezTo>
                <a:cubicBezTo>
                  <a:pt x="252" y="94"/>
                  <a:pt x="252" y="94"/>
                  <a:pt x="252" y="94"/>
                </a:cubicBezTo>
                <a:cubicBezTo>
                  <a:pt x="252" y="93"/>
                  <a:pt x="252" y="93"/>
                  <a:pt x="252" y="93"/>
                </a:cubicBezTo>
                <a:cubicBezTo>
                  <a:pt x="253" y="91"/>
                  <a:pt x="255" y="90"/>
                  <a:pt x="257" y="88"/>
                </a:cubicBezTo>
                <a:cubicBezTo>
                  <a:pt x="259" y="86"/>
                  <a:pt x="261" y="84"/>
                  <a:pt x="264" y="83"/>
                </a:cubicBezTo>
                <a:cubicBezTo>
                  <a:pt x="266" y="84"/>
                  <a:pt x="267" y="86"/>
                  <a:pt x="268" y="88"/>
                </a:cubicBezTo>
                <a:cubicBezTo>
                  <a:pt x="270" y="89"/>
                  <a:pt x="271" y="91"/>
                  <a:pt x="272" y="93"/>
                </a:cubicBezTo>
                <a:cubicBezTo>
                  <a:pt x="268" y="93"/>
                  <a:pt x="264" y="93"/>
                  <a:pt x="261" y="94"/>
                </a:cubicBezTo>
                <a:close/>
                <a:moveTo>
                  <a:pt x="252" y="84"/>
                </a:moveTo>
                <a:cubicBezTo>
                  <a:pt x="251" y="85"/>
                  <a:pt x="249" y="87"/>
                  <a:pt x="248" y="88"/>
                </a:cubicBezTo>
                <a:lnTo>
                  <a:pt x="250" y="75"/>
                </a:lnTo>
                <a:cubicBezTo>
                  <a:pt x="251" y="75"/>
                  <a:pt x="251" y="75"/>
                  <a:pt x="251" y="75"/>
                </a:cubicBezTo>
                <a:cubicBezTo>
                  <a:pt x="252" y="75"/>
                  <a:pt x="252" y="75"/>
                  <a:pt x="252" y="75"/>
                </a:cubicBezTo>
                <a:cubicBezTo>
                  <a:pt x="253" y="76"/>
                  <a:pt x="254" y="76"/>
                  <a:pt x="255" y="77"/>
                </a:cubicBezTo>
                <a:cubicBezTo>
                  <a:pt x="256" y="77"/>
                  <a:pt x="258" y="78"/>
                  <a:pt x="258" y="79"/>
                </a:cubicBezTo>
                <a:cubicBezTo>
                  <a:pt x="256" y="80"/>
                  <a:pt x="254" y="82"/>
                  <a:pt x="252" y="84"/>
                </a:cubicBezTo>
                <a:close/>
                <a:moveTo>
                  <a:pt x="246" y="67"/>
                </a:moveTo>
                <a:cubicBezTo>
                  <a:pt x="244" y="66"/>
                  <a:pt x="242" y="66"/>
                  <a:pt x="240" y="66"/>
                </a:cubicBezTo>
                <a:cubicBezTo>
                  <a:pt x="239" y="65"/>
                  <a:pt x="236" y="65"/>
                  <a:pt x="234" y="65"/>
                </a:cubicBezTo>
                <a:cubicBezTo>
                  <a:pt x="232" y="61"/>
                  <a:pt x="230" y="56"/>
                  <a:pt x="227" y="51"/>
                </a:cubicBezTo>
                <a:cubicBezTo>
                  <a:pt x="224" y="46"/>
                  <a:pt x="220" y="41"/>
                  <a:pt x="215" y="35"/>
                </a:cubicBezTo>
                <a:cubicBezTo>
                  <a:pt x="221" y="34"/>
                  <a:pt x="227" y="34"/>
                  <a:pt x="233" y="35"/>
                </a:cubicBezTo>
                <a:cubicBezTo>
                  <a:pt x="239" y="35"/>
                  <a:pt x="245" y="36"/>
                  <a:pt x="252" y="37"/>
                </a:cubicBezTo>
                <a:lnTo>
                  <a:pt x="246" y="67"/>
                </a:lnTo>
                <a:close/>
                <a:moveTo>
                  <a:pt x="220" y="52"/>
                </a:moveTo>
                <a:cubicBezTo>
                  <a:pt x="223" y="57"/>
                  <a:pt x="225" y="62"/>
                  <a:pt x="228" y="66"/>
                </a:cubicBezTo>
                <a:cubicBezTo>
                  <a:pt x="224" y="66"/>
                  <a:pt x="221" y="67"/>
                  <a:pt x="218" y="69"/>
                </a:cubicBezTo>
                <a:cubicBezTo>
                  <a:pt x="215" y="70"/>
                  <a:pt x="212" y="72"/>
                  <a:pt x="210" y="75"/>
                </a:cubicBezTo>
                <a:cubicBezTo>
                  <a:pt x="204" y="71"/>
                  <a:pt x="197" y="68"/>
                  <a:pt x="189" y="65"/>
                </a:cubicBezTo>
                <a:cubicBezTo>
                  <a:pt x="182" y="62"/>
                  <a:pt x="174" y="59"/>
                  <a:pt x="165" y="56"/>
                </a:cubicBezTo>
                <a:cubicBezTo>
                  <a:pt x="170" y="51"/>
                  <a:pt x="176" y="47"/>
                  <a:pt x="184" y="44"/>
                </a:cubicBezTo>
                <a:cubicBezTo>
                  <a:pt x="191" y="40"/>
                  <a:pt x="199" y="38"/>
                  <a:pt x="207" y="36"/>
                </a:cubicBezTo>
                <a:cubicBezTo>
                  <a:pt x="212" y="42"/>
                  <a:pt x="216" y="47"/>
                  <a:pt x="220" y="52"/>
                </a:cubicBezTo>
                <a:close/>
                <a:moveTo>
                  <a:pt x="185" y="70"/>
                </a:moveTo>
                <a:cubicBezTo>
                  <a:pt x="192" y="73"/>
                  <a:pt x="199" y="76"/>
                  <a:pt x="206" y="79"/>
                </a:cubicBezTo>
                <a:cubicBezTo>
                  <a:pt x="205" y="80"/>
                  <a:pt x="204" y="81"/>
                  <a:pt x="204" y="82"/>
                </a:cubicBezTo>
                <a:cubicBezTo>
                  <a:pt x="203" y="83"/>
                  <a:pt x="203" y="84"/>
                  <a:pt x="202" y="85"/>
                </a:cubicBezTo>
                <a:cubicBezTo>
                  <a:pt x="202" y="85"/>
                  <a:pt x="201" y="85"/>
                  <a:pt x="201" y="86"/>
                </a:cubicBezTo>
                <a:lnTo>
                  <a:pt x="201" y="87"/>
                </a:lnTo>
                <a:cubicBezTo>
                  <a:pt x="194" y="86"/>
                  <a:pt x="186" y="86"/>
                  <a:pt x="177" y="85"/>
                </a:cubicBezTo>
                <a:cubicBezTo>
                  <a:pt x="168" y="85"/>
                  <a:pt x="158" y="85"/>
                  <a:pt x="148" y="86"/>
                </a:cubicBezTo>
                <a:cubicBezTo>
                  <a:pt x="148" y="85"/>
                  <a:pt x="148" y="83"/>
                  <a:pt x="149" y="82"/>
                </a:cubicBezTo>
                <a:cubicBezTo>
                  <a:pt x="149" y="80"/>
                  <a:pt x="150" y="79"/>
                  <a:pt x="150" y="77"/>
                </a:cubicBezTo>
                <a:cubicBezTo>
                  <a:pt x="151" y="74"/>
                  <a:pt x="152" y="71"/>
                  <a:pt x="154" y="68"/>
                </a:cubicBezTo>
                <a:cubicBezTo>
                  <a:pt x="156" y="65"/>
                  <a:pt x="158" y="63"/>
                  <a:pt x="160" y="61"/>
                </a:cubicBezTo>
                <a:cubicBezTo>
                  <a:pt x="169" y="64"/>
                  <a:pt x="177" y="67"/>
                  <a:pt x="185" y="70"/>
                </a:cubicBezTo>
                <a:close/>
                <a:moveTo>
                  <a:pt x="147" y="92"/>
                </a:moveTo>
                <a:cubicBezTo>
                  <a:pt x="157" y="91"/>
                  <a:pt x="167" y="91"/>
                  <a:pt x="176" y="91"/>
                </a:cubicBezTo>
                <a:cubicBezTo>
                  <a:pt x="185" y="92"/>
                  <a:pt x="193" y="92"/>
                  <a:pt x="200" y="93"/>
                </a:cubicBezTo>
                <a:cubicBezTo>
                  <a:pt x="200" y="95"/>
                  <a:pt x="199" y="97"/>
                  <a:pt x="199" y="98"/>
                </a:cubicBezTo>
                <a:cubicBezTo>
                  <a:pt x="199" y="100"/>
                  <a:pt x="200" y="102"/>
                  <a:pt x="200" y="103"/>
                </a:cubicBezTo>
                <a:cubicBezTo>
                  <a:pt x="193" y="105"/>
                  <a:pt x="186" y="107"/>
                  <a:pt x="178" y="110"/>
                </a:cubicBezTo>
                <a:cubicBezTo>
                  <a:pt x="169" y="112"/>
                  <a:pt x="161" y="115"/>
                  <a:pt x="151" y="119"/>
                </a:cubicBezTo>
                <a:cubicBezTo>
                  <a:pt x="150" y="114"/>
                  <a:pt x="148" y="110"/>
                  <a:pt x="147" y="105"/>
                </a:cubicBezTo>
                <a:cubicBezTo>
                  <a:pt x="146" y="101"/>
                  <a:pt x="146" y="96"/>
                  <a:pt x="147" y="92"/>
                </a:cubicBezTo>
                <a:close/>
                <a:moveTo>
                  <a:pt x="147" y="127"/>
                </a:moveTo>
                <a:lnTo>
                  <a:pt x="148" y="127"/>
                </a:lnTo>
                <a:cubicBezTo>
                  <a:pt x="150" y="131"/>
                  <a:pt x="152" y="135"/>
                  <a:pt x="154" y="139"/>
                </a:cubicBezTo>
                <a:cubicBezTo>
                  <a:pt x="157" y="142"/>
                  <a:pt x="160" y="146"/>
                  <a:pt x="163" y="149"/>
                </a:cubicBezTo>
                <a:cubicBezTo>
                  <a:pt x="155" y="155"/>
                  <a:pt x="147" y="161"/>
                  <a:pt x="140" y="168"/>
                </a:cubicBezTo>
                <a:cubicBezTo>
                  <a:pt x="132" y="175"/>
                  <a:pt x="124" y="182"/>
                  <a:pt x="115" y="189"/>
                </a:cubicBezTo>
                <a:cubicBezTo>
                  <a:pt x="114" y="190"/>
                  <a:pt x="112" y="190"/>
                  <a:pt x="111" y="190"/>
                </a:cubicBezTo>
                <a:cubicBezTo>
                  <a:pt x="110" y="191"/>
                  <a:pt x="108" y="191"/>
                  <a:pt x="107" y="192"/>
                </a:cubicBezTo>
                <a:cubicBezTo>
                  <a:pt x="106" y="193"/>
                  <a:pt x="105" y="193"/>
                  <a:pt x="105" y="194"/>
                </a:cubicBezTo>
                <a:cubicBezTo>
                  <a:pt x="104" y="194"/>
                  <a:pt x="103" y="195"/>
                  <a:pt x="102" y="196"/>
                </a:cubicBezTo>
                <a:cubicBezTo>
                  <a:pt x="98" y="190"/>
                  <a:pt x="93" y="184"/>
                  <a:pt x="89" y="179"/>
                </a:cubicBezTo>
                <a:cubicBezTo>
                  <a:pt x="84" y="173"/>
                  <a:pt x="81" y="168"/>
                  <a:pt x="77" y="163"/>
                </a:cubicBezTo>
                <a:cubicBezTo>
                  <a:pt x="89" y="155"/>
                  <a:pt x="102" y="148"/>
                  <a:pt x="113" y="142"/>
                </a:cubicBezTo>
                <a:cubicBezTo>
                  <a:pt x="125" y="136"/>
                  <a:pt x="137" y="131"/>
                  <a:pt x="147" y="127"/>
                </a:cubicBezTo>
                <a:close/>
                <a:moveTo>
                  <a:pt x="136" y="331"/>
                </a:moveTo>
                <a:cubicBezTo>
                  <a:pt x="131" y="328"/>
                  <a:pt x="127" y="326"/>
                  <a:pt x="123" y="324"/>
                </a:cubicBezTo>
                <a:cubicBezTo>
                  <a:pt x="119" y="321"/>
                  <a:pt x="115" y="319"/>
                  <a:pt x="111" y="317"/>
                </a:cubicBezTo>
                <a:cubicBezTo>
                  <a:pt x="112" y="314"/>
                  <a:pt x="114" y="311"/>
                  <a:pt x="115" y="309"/>
                </a:cubicBezTo>
                <a:cubicBezTo>
                  <a:pt x="116" y="306"/>
                  <a:pt x="118" y="303"/>
                  <a:pt x="119" y="301"/>
                </a:cubicBezTo>
                <a:cubicBezTo>
                  <a:pt x="121" y="300"/>
                  <a:pt x="123" y="300"/>
                  <a:pt x="126" y="299"/>
                </a:cubicBezTo>
                <a:cubicBezTo>
                  <a:pt x="128" y="299"/>
                  <a:pt x="129" y="300"/>
                  <a:pt x="131" y="302"/>
                </a:cubicBezTo>
                <a:cubicBezTo>
                  <a:pt x="135" y="308"/>
                  <a:pt x="137" y="313"/>
                  <a:pt x="138" y="318"/>
                </a:cubicBezTo>
                <a:cubicBezTo>
                  <a:pt x="138" y="322"/>
                  <a:pt x="138" y="327"/>
                  <a:pt x="136" y="331"/>
                </a:cubicBezTo>
                <a:close/>
                <a:moveTo>
                  <a:pt x="180" y="167"/>
                </a:moveTo>
                <a:cubicBezTo>
                  <a:pt x="172" y="174"/>
                  <a:pt x="165" y="178"/>
                  <a:pt x="161" y="182"/>
                </a:cubicBezTo>
                <a:cubicBezTo>
                  <a:pt x="157" y="186"/>
                  <a:pt x="153" y="188"/>
                  <a:pt x="148" y="189"/>
                </a:cubicBezTo>
                <a:cubicBezTo>
                  <a:pt x="147" y="188"/>
                  <a:pt x="147" y="187"/>
                  <a:pt x="145" y="186"/>
                </a:cubicBezTo>
                <a:cubicBezTo>
                  <a:pt x="144" y="186"/>
                  <a:pt x="143" y="185"/>
                  <a:pt x="141" y="185"/>
                </a:cubicBezTo>
                <a:cubicBezTo>
                  <a:pt x="140" y="186"/>
                  <a:pt x="139" y="188"/>
                  <a:pt x="138" y="188"/>
                </a:cubicBezTo>
                <a:cubicBezTo>
                  <a:pt x="137" y="188"/>
                  <a:pt x="136" y="188"/>
                  <a:pt x="135" y="189"/>
                </a:cubicBezTo>
                <a:cubicBezTo>
                  <a:pt x="134" y="190"/>
                  <a:pt x="132" y="190"/>
                  <a:pt x="130" y="190"/>
                </a:cubicBezTo>
                <a:cubicBezTo>
                  <a:pt x="128" y="191"/>
                  <a:pt x="126" y="191"/>
                  <a:pt x="124" y="190"/>
                </a:cubicBezTo>
                <a:cubicBezTo>
                  <a:pt x="131" y="183"/>
                  <a:pt x="139" y="177"/>
                  <a:pt x="146" y="171"/>
                </a:cubicBezTo>
                <a:cubicBezTo>
                  <a:pt x="153" y="165"/>
                  <a:pt x="160" y="159"/>
                  <a:pt x="167" y="154"/>
                </a:cubicBezTo>
                <a:cubicBezTo>
                  <a:pt x="169" y="156"/>
                  <a:pt x="171" y="158"/>
                  <a:pt x="174" y="161"/>
                </a:cubicBezTo>
                <a:cubicBezTo>
                  <a:pt x="177" y="163"/>
                  <a:pt x="179" y="165"/>
                  <a:pt x="182" y="167"/>
                </a:cubicBezTo>
                <a:lnTo>
                  <a:pt x="180" y="167"/>
                </a:lnTo>
                <a:close/>
                <a:moveTo>
                  <a:pt x="181" y="159"/>
                </a:moveTo>
                <a:cubicBezTo>
                  <a:pt x="178" y="156"/>
                  <a:pt x="174" y="153"/>
                  <a:pt x="171" y="150"/>
                </a:cubicBezTo>
                <a:cubicBezTo>
                  <a:pt x="179" y="144"/>
                  <a:pt x="186" y="139"/>
                  <a:pt x="192" y="135"/>
                </a:cubicBezTo>
                <a:cubicBezTo>
                  <a:pt x="199" y="130"/>
                  <a:pt x="205" y="126"/>
                  <a:pt x="210" y="123"/>
                </a:cubicBezTo>
                <a:cubicBezTo>
                  <a:pt x="211" y="124"/>
                  <a:pt x="212" y="125"/>
                  <a:pt x="214" y="126"/>
                </a:cubicBezTo>
                <a:cubicBezTo>
                  <a:pt x="215" y="127"/>
                  <a:pt x="216" y="128"/>
                  <a:pt x="217" y="129"/>
                </a:cubicBezTo>
                <a:cubicBezTo>
                  <a:pt x="213" y="134"/>
                  <a:pt x="209" y="139"/>
                  <a:pt x="205" y="145"/>
                </a:cubicBezTo>
                <a:cubicBezTo>
                  <a:pt x="200" y="152"/>
                  <a:pt x="196" y="158"/>
                  <a:pt x="191" y="166"/>
                </a:cubicBezTo>
                <a:cubicBezTo>
                  <a:pt x="187" y="164"/>
                  <a:pt x="184" y="161"/>
                  <a:pt x="181" y="159"/>
                </a:cubicBezTo>
                <a:close/>
                <a:moveTo>
                  <a:pt x="196" y="169"/>
                </a:moveTo>
                <a:cubicBezTo>
                  <a:pt x="201" y="162"/>
                  <a:pt x="206" y="155"/>
                  <a:pt x="210" y="149"/>
                </a:cubicBezTo>
                <a:cubicBezTo>
                  <a:pt x="215" y="142"/>
                  <a:pt x="219" y="137"/>
                  <a:pt x="222" y="132"/>
                </a:cubicBezTo>
                <a:cubicBezTo>
                  <a:pt x="223" y="132"/>
                  <a:pt x="224" y="133"/>
                  <a:pt x="225" y="133"/>
                </a:cubicBezTo>
                <a:lnTo>
                  <a:pt x="226" y="134"/>
                </a:lnTo>
                <a:cubicBezTo>
                  <a:pt x="227" y="134"/>
                  <a:pt x="228" y="135"/>
                  <a:pt x="229" y="135"/>
                </a:cubicBezTo>
                <a:lnTo>
                  <a:pt x="230" y="135"/>
                </a:lnTo>
                <a:lnTo>
                  <a:pt x="220" y="181"/>
                </a:lnTo>
                <a:cubicBezTo>
                  <a:pt x="216" y="180"/>
                  <a:pt x="212" y="178"/>
                  <a:pt x="207" y="176"/>
                </a:cubicBezTo>
                <a:cubicBezTo>
                  <a:pt x="203" y="174"/>
                  <a:pt x="200" y="172"/>
                  <a:pt x="196" y="169"/>
                </a:cubicBezTo>
                <a:close/>
                <a:moveTo>
                  <a:pt x="260" y="198"/>
                </a:moveTo>
                <a:cubicBezTo>
                  <a:pt x="259" y="198"/>
                  <a:pt x="259" y="198"/>
                  <a:pt x="258" y="199"/>
                </a:cubicBezTo>
                <a:cubicBezTo>
                  <a:pt x="253" y="202"/>
                  <a:pt x="249" y="206"/>
                  <a:pt x="247" y="211"/>
                </a:cubicBezTo>
                <a:cubicBezTo>
                  <a:pt x="245" y="216"/>
                  <a:pt x="242" y="220"/>
                  <a:pt x="237" y="223"/>
                </a:cubicBezTo>
                <a:cubicBezTo>
                  <a:pt x="236" y="224"/>
                  <a:pt x="234" y="225"/>
                  <a:pt x="232" y="224"/>
                </a:cubicBezTo>
                <a:cubicBezTo>
                  <a:pt x="230" y="224"/>
                  <a:pt x="228" y="224"/>
                  <a:pt x="226" y="224"/>
                </a:cubicBezTo>
                <a:cubicBezTo>
                  <a:pt x="224" y="224"/>
                  <a:pt x="222" y="222"/>
                  <a:pt x="218" y="219"/>
                </a:cubicBezTo>
                <a:lnTo>
                  <a:pt x="225" y="189"/>
                </a:lnTo>
                <a:cubicBezTo>
                  <a:pt x="231" y="191"/>
                  <a:pt x="237" y="193"/>
                  <a:pt x="243" y="194"/>
                </a:cubicBezTo>
                <a:cubicBezTo>
                  <a:pt x="249" y="195"/>
                  <a:pt x="255" y="196"/>
                  <a:pt x="260" y="196"/>
                </a:cubicBezTo>
                <a:lnTo>
                  <a:pt x="261" y="197"/>
                </a:lnTo>
                <a:cubicBezTo>
                  <a:pt x="261" y="198"/>
                  <a:pt x="260" y="198"/>
                  <a:pt x="260" y="198"/>
                </a:cubicBezTo>
                <a:close/>
                <a:moveTo>
                  <a:pt x="266" y="189"/>
                </a:moveTo>
                <a:cubicBezTo>
                  <a:pt x="264" y="179"/>
                  <a:pt x="262" y="170"/>
                  <a:pt x="260" y="161"/>
                </a:cubicBezTo>
                <a:cubicBezTo>
                  <a:pt x="259" y="152"/>
                  <a:pt x="257" y="144"/>
                  <a:pt x="254" y="137"/>
                </a:cubicBezTo>
                <a:cubicBezTo>
                  <a:pt x="255" y="137"/>
                  <a:pt x="256" y="137"/>
                  <a:pt x="257" y="136"/>
                </a:cubicBezTo>
                <a:cubicBezTo>
                  <a:pt x="258" y="136"/>
                  <a:pt x="259" y="136"/>
                  <a:pt x="260" y="135"/>
                </a:cubicBezTo>
                <a:cubicBezTo>
                  <a:pt x="261" y="135"/>
                  <a:pt x="261" y="135"/>
                  <a:pt x="261" y="135"/>
                </a:cubicBezTo>
                <a:cubicBezTo>
                  <a:pt x="262" y="135"/>
                  <a:pt x="262" y="135"/>
                  <a:pt x="262" y="135"/>
                </a:cubicBezTo>
                <a:cubicBezTo>
                  <a:pt x="266" y="141"/>
                  <a:pt x="270" y="148"/>
                  <a:pt x="275" y="157"/>
                </a:cubicBezTo>
                <a:cubicBezTo>
                  <a:pt x="279" y="166"/>
                  <a:pt x="284" y="176"/>
                  <a:pt x="288" y="187"/>
                </a:cubicBezTo>
                <a:cubicBezTo>
                  <a:pt x="285" y="188"/>
                  <a:pt x="281" y="188"/>
                  <a:pt x="277" y="189"/>
                </a:cubicBezTo>
                <a:cubicBezTo>
                  <a:pt x="274" y="189"/>
                  <a:pt x="270" y="189"/>
                  <a:pt x="266" y="189"/>
                </a:cubicBezTo>
                <a:close/>
                <a:moveTo>
                  <a:pt x="291" y="367"/>
                </a:moveTo>
                <a:cubicBezTo>
                  <a:pt x="281" y="368"/>
                  <a:pt x="274" y="368"/>
                  <a:pt x="272" y="368"/>
                </a:cubicBezTo>
                <a:cubicBezTo>
                  <a:pt x="273" y="367"/>
                  <a:pt x="274" y="366"/>
                  <a:pt x="274" y="366"/>
                </a:cubicBezTo>
                <a:cubicBezTo>
                  <a:pt x="275" y="365"/>
                  <a:pt x="276" y="364"/>
                  <a:pt x="277" y="364"/>
                </a:cubicBezTo>
                <a:cubicBezTo>
                  <a:pt x="286" y="357"/>
                  <a:pt x="294" y="354"/>
                  <a:pt x="301" y="355"/>
                </a:cubicBezTo>
                <a:cubicBezTo>
                  <a:pt x="307" y="356"/>
                  <a:pt x="314" y="354"/>
                  <a:pt x="321" y="349"/>
                </a:cubicBezTo>
                <a:cubicBezTo>
                  <a:pt x="322" y="349"/>
                  <a:pt x="322" y="348"/>
                  <a:pt x="323" y="347"/>
                </a:cubicBezTo>
                <a:cubicBezTo>
                  <a:pt x="324" y="346"/>
                  <a:pt x="325" y="345"/>
                  <a:pt x="327" y="344"/>
                </a:cubicBezTo>
                <a:cubicBezTo>
                  <a:pt x="327" y="347"/>
                  <a:pt x="327" y="349"/>
                  <a:pt x="327" y="352"/>
                </a:cubicBezTo>
                <a:cubicBezTo>
                  <a:pt x="327" y="355"/>
                  <a:pt x="328" y="357"/>
                  <a:pt x="328" y="360"/>
                </a:cubicBezTo>
                <a:cubicBezTo>
                  <a:pt x="313" y="364"/>
                  <a:pt x="301" y="366"/>
                  <a:pt x="291" y="367"/>
                </a:cubicBezTo>
                <a:close/>
                <a:moveTo>
                  <a:pt x="325" y="197"/>
                </a:moveTo>
                <a:cubicBezTo>
                  <a:pt x="324" y="194"/>
                  <a:pt x="323" y="192"/>
                  <a:pt x="322" y="190"/>
                </a:cubicBezTo>
                <a:cubicBezTo>
                  <a:pt x="322" y="188"/>
                  <a:pt x="322" y="185"/>
                  <a:pt x="321" y="182"/>
                </a:cubicBezTo>
                <a:cubicBezTo>
                  <a:pt x="317" y="184"/>
                  <a:pt x="313" y="186"/>
                  <a:pt x="309" y="189"/>
                </a:cubicBezTo>
                <a:cubicBezTo>
                  <a:pt x="305" y="191"/>
                  <a:pt x="301" y="193"/>
                  <a:pt x="298" y="195"/>
                </a:cubicBezTo>
                <a:lnTo>
                  <a:pt x="297" y="191"/>
                </a:lnTo>
                <a:cubicBezTo>
                  <a:pt x="303" y="190"/>
                  <a:pt x="308" y="188"/>
                  <a:pt x="313" y="186"/>
                </a:cubicBezTo>
                <a:cubicBezTo>
                  <a:pt x="318" y="183"/>
                  <a:pt x="322" y="180"/>
                  <a:pt x="326" y="177"/>
                </a:cubicBezTo>
                <a:cubicBezTo>
                  <a:pt x="334" y="187"/>
                  <a:pt x="343" y="198"/>
                  <a:pt x="351" y="210"/>
                </a:cubicBezTo>
                <a:cubicBezTo>
                  <a:pt x="360" y="223"/>
                  <a:pt x="368" y="236"/>
                  <a:pt x="375" y="251"/>
                </a:cubicBezTo>
                <a:cubicBezTo>
                  <a:pt x="367" y="256"/>
                  <a:pt x="360" y="261"/>
                  <a:pt x="354" y="264"/>
                </a:cubicBezTo>
                <a:cubicBezTo>
                  <a:pt x="348" y="267"/>
                  <a:pt x="344" y="270"/>
                  <a:pt x="343" y="271"/>
                </a:cubicBezTo>
                <a:cubicBezTo>
                  <a:pt x="340" y="265"/>
                  <a:pt x="337" y="260"/>
                  <a:pt x="336" y="254"/>
                </a:cubicBezTo>
                <a:cubicBezTo>
                  <a:pt x="335" y="249"/>
                  <a:pt x="335" y="244"/>
                  <a:pt x="337" y="241"/>
                </a:cubicBezTo>
                <a:cubicBezTo>
                  <a:pt x="338" y="236"/>
                  <a:pt x="342" y="233"/>
                  <a:pt x="346" y="229"/>
                </a:cubicBezTo>
                <a:cubicBezTo>
                  <a:pt x="350" y="226"/>
                  <a:pt x="351" y="223"/>
                  <a:pt x="347" y="219"/>
                </a:cubicBezTo>
                <a:cubicBezTo>
                  <a:pt x="344" y="214"/>
                  <a:pt x="341" y="210"/>
                  <a:pt x="336" y="207"/>
                </a:cubicBezTo>
                <a:cubicBezTo>
                  <a:pt x="332" y="205"/>
                  <a:pt x="328" y="201"/>
                  <a:pt x="325" y="197"/>
                </a:cubicBezTo>
                <a:close/>
                <a:moveTo>
                  <a:pt x="367" y="344"/>
                </a:moveTo>
                <a:cubicBezTo>
                  <a:pt x="355" y="350"/>
                  <a:pt x="344" y="354"/>
                  <a:pt x="334" y="358"/>
                </a:cubicBezTo>
                <a:cubicBezTo>
                  <a:pt x="334" y="354"/>
                  <a:pt x="333" y="351"/>
                  <a:pt x="333" y="348"/>
                </a:cubicBezTo>
                <a:cubicBezTo>
                  <a:pt x="333" y="344"/>
                  <a:pt x="332" y="341"/>
                  <a:pt x="332" y="338"/>
                </a:cubicBezTo>
                <a:cubicBezTo>
                  <a:pt x="333" y="337"/>
                  <a:pt x="334" y="336"/>
                  <a:pt x="335" y="336"/>
                </a:cubicBezTo>
                <a:cubicBezTo>
                  <a:pt x="336" y="335"/>
                  <a:pt x="336" y="334"/>
                  <a:pt x="337" y="334"/>
                </a:cubicBezTo>
                <a:cubicBezTo>
                  <a:pt x="348" y="326"/>
                  <a:pt x="355" y="317"/>
                  <a:pt x="356" y="308"/>
                </a:cubicBezTo>
                <a:cubicBezTo>
                  <a:pt x="357" y="299"/>
                  <a:pt x="354" y="288"/>
                  <a:pt x="347" y="276"/>
                </a:cubicBezTo>
                <a:lnTo>
                  <a:pt x="346" y="276"/>
                </a:lnTo>
                <a:cubicBezTo>
                  <a:pt x="348" y="275"/>
                  <a:pt x="352" y="273"/>
                  <a:pt x="358" y="269"/>
                </a:cubicBezTo>
                <a:cubicBezTo>
                  <a:pt x="364" y="266"/>
                  <a:pt x="371" y="262"/>
                  <a:pt x="378" y="257"/>
                </a:cubicBezTo>
                <a:cubicBezTo>
                  <a:pt x="383" y="267"/>
                  <a:pt x="388" y="277"/>
                  <a:pt x="393" y="288"/>
                </a:cubicBezTo>
                <a:cubicBezTo>
                  <a:pt x="398" y="299"/>
                  <a:pt x="402" y="311"/>
                  <a:pt x="405" y="323"/>
                </a:cubicBezTo>
                <a:cubicBezTo>
                  <a:pt x="393" y="331"/>
                  <a:pt x="380" y="339"/>
                  <a:pt x="367" y="344"/>
                </a:cubicBezTo>
                <a:close/>
                <a:moveTo>
                  <a:pt x="462" y="286"/>
                </a:moveTo>
                <a:lnTo>
                  <a:pt x="458" y="289"/>
                </a:lnTo>
                <a:cubicBezTo>
                  <a:pt x="459" y="299"/>
                  <a:pt x="453" y="310"/>
                  <a:pt x="440" y="323"/>
                </a:cubicBezTo>
                <a:cubicBezTo>
                  <a:pt x="428" y="336"/>
                  <a:pt x="425" y="348"/>
                  <a:pt x="433" y="359"/>
                </a:cubicBezTo>
                <a:cubicBezTo>
                  <a:pt x="434" y="361"/>
                  <a:pt x="436" y="363"/>
                  <a:pt x="438" y="364"/>
                </a:cubicBezTo>
                <a:cubicBezTo>
                  <a:pt x="440" y="365"/>
                  <a:pt x="442" y="366"/>
                  <a:pt x="443" y="367"/>
                </a:cubicBezTo>
                <a:cubicBezTo>
                  <a:pt x="442" y="373"/>
                  <a:pt x="440" y="378"/>
                  <a:pt x="437" y="383"/>
                </a:cubicBezTo>
                <a:cubicBezTo>
                  <a:pt x="435" y="388"/>
                  <a:pt x="432" y="393"/>
                  <a:pt x="429" y="398"/>
                </a:cubicBezTo>
                <a:cubicBezTo>
                  <a:pt x="427" y="385"/>
                  <a:pt x="425" y="373"/>
                  <a:pt x="422" y="360"/>
                </a:cubicBezTo>
                <a:cubicBezTo>
                  <a:pt x="419" y="348"/>
                  <a:pt x="416" y="336"/>
                  <a:pt x="413" y="325"/>
                </a:cubicBezTo>
                <a:cubicBezTo>
                  <a:pt x="421" y="319"/>
                  <a:pt x="429" y="312"/>
                  <a:pt x="438" y="305"/>
                </a:cubicBezTo>
                <a:cubicBezTo>
                  <a:pt x="446" y="298"/>
                  <a:pt x="454" y="289"/>
                  <a:pt x="462" y="280"/>
                </a:cubicBezTo>
                <a:lnTo>
                  <a:pt x="462" y="286"/>
                </a:lnTo>
                <a:close/>
                <a:moveTo>
                  <a:pt x="413" y="246"/>
                </a:moveTo>
                <a:cubicBezTo>
                  <a:pt x="416" y="249"/>
                  <a:pt x="417" y="252"/>
                  <a:pt x="417" y="254"/>
                </a:cubicBezTo>
                <a:cubicBezTo>
                  <a:pt x="417" y="257"/>
                  <a:pt x="417" y="259"/>
                  <a:pt x="419" y="261"/>
                </a:cubicBezTo>
                <a:cubicBezTo>
                  <a:pt x="421" y="265"/>
                  <a:pt x="427" y="268"/>
                  <a:pt x="435" y="270"/>
                </a:cubicBezTo>
                <a:cubicBezTo>
                  <a:pt x="443" y="272"/>
                  <a:pt x="450" y="273"/>
                  <a:pt x="456" y="272"/>
                </a:cubicBezTo>
                <a:lnTo>
                  <a:pt x="458" y="275"/>
                </a:lnTo>
                <a:cubicBezTo>
                  <a:pt x="451" y="284"/>
                  <a:pt x="443" y="292"/>
                  <a:pt x="435" y="299"/>
                </a:cubicBezTo>
                <a:cubicBezTo>
                  <a:pt x="427" y="306"/>
                  <a:pt x="419" y="313"/>
                  <a:pt x="411" y="319"/>
                </a:cubicBezTo>
                <a:cubicBezTo>
                  <a:pt x="407" y="307"/>
                  <a:pt x="403" y="295"/>
                  <a:pt x="398" y="284"/>
                </a:cubicBezTo>
                <a:cubicBezTo>
                  <a:pt x="394" y="273"/>
                  <a:pt x="388" y="263"/>
                  <a:pt x="383" y="253"/>
                </a:cubicBezTo>
                <a:cubicBezTo>
                  <a:pt x="386" y="251"/>
                  <a:pt x="391" y="248"/>
                  <a:pt x="395" y="245"/>
                </a:cubicBezTo>
                <a:cubicBezTo>
                  <a:pt x="399" y="242"/>
                  <a:pt x="403" y="239"/>
                  <a:pt x="407" y="235"/>
                </a:cubicBezTo>
                <a:lnTo>
                  <a:pt x="413" y="246"/>
                </a:lnTo>
                <a:close/>
                <a:moveTo>
                  <a:pt x="348" y="172"/>
                </a:moveTo>
                <a:cubicBezTo>
                  <a:pt x="351" y="175"/>
                  <a:pt x="354" y="177"/>
                  <a:pt x="356" y="179"/>
                </a:cubicBezTo>
                <a:cubicBezTo>
                  <a:pt x="358" y="180"/>
                  <a:pt x="362" y="181"/>
                  <a:pt x="367" y="180"/>
                </a:cubicBezTo>
                <a:cubicBezTo>
                  <a:pt x="373" y="179"/>
                  <a:pt x="378" y="178"/>
                  <a:pt x="382" y="178"/>
                </a:cubicBezTo>
                <a:cubicBezTo>
                  <a:pt x="384" y="180"/>
                  <a:pt x="386" y="182"/>
                  <a:pt x="388" y="184"/>
                </a:cubicBezTo>
                <a:cubicBezTo>
                  <a:pt x="391" y="186"/>
                  <a:pt x="393" y="188"/>
                  <a:pt x="395" y="189"/>
                </a:cubicBezTo>
                <a:cubicBezTo>
                  <a:pt x="396" y="196"/>
                  <a:pt x="397" y="203"/>
                  <a:pt x="397" y="210"/>
                </a:cubicBezTo>
                <a:cubicBezTo>
                  <a:pt x="397" y="218"/>
                  <a:pt x="399" y="224"/>
                  <a:pt x="402" y="228"/>
                </a:cubicBezTo>
                <a:lnTo>
                  <a:pt x="403" y="229"/>
                </a:lnTo>
                <a:cubicBezTo>
                  <a:pt x="400" y="233"/>
                  <a:pt x="396" y="236"/>
                  <a:pt x="392" y="239"/>
                </a:cubicBezTo>
                <a:cubicBezTo>
                  <a:pt x="387" y="242"/>
                  <a:pt x="384" y="245"/>
                  <a:pt x="380" y="248"/>
                </a:cubicBezTo>
                <a:cubicBezTo>
                  <a:pt x="373" y="232"/>
                  <a:pt x="365" y="219"/>
                  <a:pt x="356" y="206"/>
                </a:cubicBezTo>
                <a:cubicBezTo>
                  <a:pt x="348" y="194"/>
                  <a:pt x="339" y="183"/>
                  <a:pt x="331" y="173"/>
                </a:cubicBezTo>
                <a:cubicBezTo>
                  <a:pt x="332" y="172"/>
                  <a:pt x="334" y="170"/>
                  <a:pt x="336" y="169"/>
                </a:cubicBezTo>
                <a:cubicBezTo>
                  <a:pt x="337" y="167"/>
                  <a:pt x="339" y="165"/>
                  <a:pt x="340" y="163"/>
                </a:cubicBezTo>
                <a:cubicBezTo>
                  <a:pt x="343" y="166"/>
                  <a:pt x="345" y="169"/>
                  <a:pt x="348" y="172"/>
                </a:cubicBezTo>
                <a:close/>
                <a:moveTo>
                  <a:pt x="325" y="140"/>
                </a:moveTo>
                <a:cubicBezTo>
                  <a:pt x="326" y="143"/>
                  <a:pt x="327" y="146"/>
                  <a:pt x="329" y="149"/>
                </a:cubicBezTo>
                <a:cubicBezTo>
                  <a:pt x="330" y="151"/>
                  <a:pt x="331" y="152"/>
                  <a:pt x="332" y="154"/>
                </a:cubicBezTo>
                <a:cubicBezTo>
                  <a:pt x="333" y="155"/>
                  <a:pt x="335" y="157"/>
                  <a:pt x="336" y="158"/>
                </a:cubicBezTo>
                <a:cubicBezTo>
                  <a:pt x="335" y="160"/>
                  <a:pt x="333" y="162"/>
                  <a:pt x="332" y="163"/>
                </a:cubicBezTo>
                <a:cubicBezTo>
                  <a:pt x="330" y="165"/>
                  <a:pt x="328" y="167"/>
                  <a:pt x="327" y="169"/>
                </a:cubicBezTo>
                <a:cubicBezTo>
                  <a:pt x="318" y="158"/>
                  <a:pt x="309" y="149"/>
                  <a:pt x="301" y="142"/>
                </a:cubicBezTo>
                <a:cubicBezTo>
                  <a:pt x="292" y="134"/>
                  <a:pt x="284" y="127"/>
                  <a:pt x="277" y="121"/>
                </a:cubicBezTo>
                <a:cubicBezTo>
                  <a:pt x="278" y="121"/>
                  <a:pt x="278" y="120"/>
                  <a:pt x="278" y="120"/>
                </a:cubicBezTo>
                <a:lnTo>
                  <a:pt x="278" y="119"/>
                </a:lnTo>
                <a:cubicBezTo>
                  <a:pt x="279" y="118"/>
                  <a:pt x="280" y="117"/>
                  <a:pt x="280" y="115"/>
                </a:cubicBezTo>
                <a:cubicBezTo>
                  <a:pt x="280" y="114"/>
                  <a:pt x="280" y="113"/>
                  <a:pt x="280" y="112"/>
                </a:cubicBezTo>
                <a:cubicBezTo>
                  <a:pt x="287" y="114"/>
                  <a:pt x="293" y="116"/>
                  <a:pt x="300" y="119"/>
                </a:cubicBezTo>
                <a:cubicBezTo>
                  <a:pt x="307" y="122"/>
                  <a:pt x="314" y="126"/>
                  <a:pt x="322" y="131"/>
                </a:cubicBezTo>
                <a:cubicBezTo>
                  <a:pt x="323" y="134"/>
                  <a:pt x="324" y="137"/>
                  <a:pt x="325" y="140"/>
                </a:cubicBezTo>
                <a:close/>
                <a:moveTo>
                  <a:pt x="311" y="104"/>
                </a:moveTo>
                <a:cubicBezTo>
                  <a:pt x="313" y="105"/>
                  <a:pt x="314" y="106"/>
                  <a:pt x="315" y="109"/>
                </a:cubicBezTo>
                <a:cubicBezTo>
                  <a:pt x="317" y="111"/>
                  <a:pt x="318" y="113"/>
                  <a:pt x="319" y="116"/>
                </a:cubicBezTo>
                <a:cubicBezTo>
                  <a:pt x="320" y="118"/>
                  <a:pt x="320" y="120"/>
                  <a:pt x="321" y="123"/>
                </a:cubicBezTo>
                <a:cubicBezTo>
                  <a:pt x="314" y="118"/>
                  <a:pt x="307" y="115"/>
                  <a:pt x="300" y="112"/>
                </a:cubicBezTo>
                <a:cubicBezTo>
                  <a:pt x="293" y="109"/>
                  <a:pt x="287" y="106"/>
                  <a:pt x="281" y="105"/>
                </a:cubicBezTo>
                <a:cubicBezTo>
                  <a:pt x="281" y="104"/>
                  <a:pt x="281" y="103"/>
                  <a:pt x="281" y="102"/>
                </a:cubicBezTo>
                <a:cubicBezTo>
                  <a:pt x="281" y="101"/>
                  <a:pt x="281" y="100"/>
                  <a:pt x="280" y="100"/>
                </a:cubicBezTo>
                <a:cubicBezTo>
                  <a:pt x="284" y="100"/>
                  <a:pt x="289" y="100"/>
                  <a:pt x="293" y="100"/>
                </a:cubicBezTo>
                <a:cubicBezTo>
                  <a:pt x="298" y="100"/>
                  <a:pt x="302" y="100"/>
                  <a:pt x="307" y="101"/>
                </a:cubicBezTo>
                <a:cubicBezTo>
                  <a:pt x="308" y="102"/>
                  <a:pt x="310" y="102"/>
                  <a:pt x="311" y="104"/>
                </a:cubicBezTo>
                <a:close/>
                <a:moveTo>
                  <a:pt x="299" y="66"/>
                </a:moveTo>
                <a:cubicBezTo>
                  <a:pt x="299" y="66"/>
                  <a:pt x="300" y="67"/>
                  <a:pt x="301" y="68"/>
                </a:cubicBezTo>
                <a:cubicBezTo>
                  <a:pt x="304" y="72"/>
                  <a:pt x="305" y="77"/>
                  <a:pt x="305" y="81"/>
                </a:cubicBezTo>
                <a:cubicBezTo>
                  <a:pt x="305" y="86"/>
                  <a:pt x="304" y="90"/>
                  <a:pt x="301" y="94"/>
                </a:cubicBezTo>
                <a:cubicBezTo>
                  <a:pt x="297" y="94"/>
                  <a:pt x="293" y="94"/>
                  <a:pt x="290" y="94"/>
                </a:cubicBezTo>
                <a:cubicBezTo>
                  <a:pt x="286" y="93"/>
                  <a:pt x="282" y="93"/>
                  <a:pt x="278" y="93"/>
                </a:cubicBezTo>
                <a:cubicBezTo>
                  <a:pt x="278" y="91"/>
                  <a:pt x="276" y="88"/>
                  <a:pt x="275" y="86"/>
                </a:cubicBezTo>
                <a:cubicBezTo>
                  <a:pt x="273" y="83"/>
                  <a:pt x="271" y="81"/>
                  <a:pt x="269" y="79"/>
                </a:cubicBezTo>
                <a:cubicBezTo>
                  <a:pt x="273" y="77"/>
                  <a:pt x="277" y="74"/>
                  <a:pt x="281" y="72"/>
                </a:cubicBezTo>
                <a:cubicBezTo>
                  <a:pt x="286" y="69"/>
                  <a:pt x="291" y="67"/>
                  <a:pt x="296" y="65"/>
                </a:cubicBezTo>
                <a:cubicBezTo>
                  <a:pt x="297" y="65"/>
                  <a:pt x="298" y="65"/>
                  <a:pt x="299" y="66"/>
                </a:cubicBezTo>
                <a:close/>
                <a:moveTo>
                  <a:pt x="263" y="16"/>
                </a:moveTo>
                <a:cubicBezTo>
                  <a:pt x="266" y="16"/>
                  <a:pt x="268" y="17"/>
                  <a:pt x="271" y="18"/>
                </a:cubicBezTo>
                <a:cubicBezTo>
                  <a:pt x="274" y="19"/>
                  <a:pt x="276" y="20"/>
                  <a:pt x="279" y="20"/>
                </a:cubicBezTo>
                <a:cubicBezTo>
                  <a:pt x="280" y="21"/>
                  <a:pt x="280" y="22"/>
                  <a:pt x="280" y="24"/>
                </a:cubicBezTo>
                <a:cubicBezTo>
                  <a:pt x="280" y="25"/>
                  <a:pt x="279" y="27"/>
                  <a:pt x="278" y="28"/>
                </a:cubicBezTo>
                <a:cubicBezTo>
                  <a:pt x="280" y="30"/>
                  <a:pt x="281" y="32"/>
                  <a:pt x="282" y="35"/>
                </a:cubicBezTo>
                <a:cubicBezTo>
                  <a:pt x="283" y="37"/>
                  <a:pt x="284" y="40"/>
                  <a:pt x="284" y="42"/>
                </a:cubicBezTo>
                <a:cubicBezTo>
                  <a:pt x="283" y="41"/>
                  <a:pt x="281" y="40"/>
                  <a:pt x="279" y="39"/>
                </a:cubicBezTo>
                <a:cubicBezTo>
                  <a:pt x="277" y="38"/>
                  <a:pt x="275" y="38"/>
                  <a:pt x="273" y="37"/>
                </a:cubicBezTo>
                <a:cubicBezTo>
                  <a:pt x="271" y="36"/>
                  <a:pt x="269" y="35"/>
                  <a:pt x="266" y="35"/>
                </a:cubicBezTo>
                <a:cubicBezTo>
                  <a:pt x="264" y="34"/>
                  <a:pt x="261" y="33"/>
                  <a:pt x="259" y="33"/>
                </a:cubicBezTo>
                <a:lnTo>
                  <a:pt x="263" y="16"/>
                </a:lnTo>
                <a:close/>
                <a:moveTo>
                  <a:pt x="265" y="41"/>
                </a:moveTo>
                <a:cubicBezTo>
                  <a:pt x="267" y="42"/>
                  <a:pt x="269" y="42"/>
                  <a:pt x="271" y="43"/>
                </a:cubicBezTo>
                <a:cubicBezTo>
                  <a:pt x="274" y="44"/>
                  <a:pt x="276" y="45"/>
                  <a:pt x="279" y="46"/>
                </a:cubicBezTo>
                <a:cubicBezTo>
                  <a:pt x="282" y="47"/>
                  <a:pt x="284" y="49"/>
                  <a:pt x="286" y="50"/>
                </a:cubicBezTo>
                <a:cubicBezTo>
                  <a:pt x="287" y="52"/>
                  <a:pt x="287" y="54"/>
                  <a:pt x="287" y="56"/>
                </a:cubicBezTo>
                <a:cubicBezTo>
                  <a:pt x="287" y="58"/>
                  <a:pt x="287" y="60"/>
                  <a:pt x="287" y="62"/>
                </a:cubicBezTo>
                <a:cubicBezTo>
                  <a:pt x="283" y="64"/>
                  <a:pt x="279" y="66"/>
                  <a:pt x="275" y="68"/>
                </a:cubicBezTo>
                <a:cubicBezTo>
                  <a:pt x="271" y="71"/>
                  <a:pt x="267" y="73"/>
                  <a:pt x="264" y="75"/>
                </a:cubicBezTo>
                <a:cubicBezTo>
                  <a:pt x="262" y="74"/>
                  <a:pt x="261" y="73"/>
                  <a:pt x="259" y="72"/>
                </a:cubicBezTo>
                <a:cubicBezTo>
                  <a:pt x="258" y="71"/>
                  <a:pt x="256" y="70"/>
                  <a:pt x="255" y="70"/>
                </a:cubicBezTo>
                <a:cubicBezTo>
                  <a:pt x="255" y="69"/>
                  <a:pt x="254" y="69"/>
                  <a:pt x="254" y="69"/>
                </a:cubicBezTo>
                <a:cubicBezTo>
                  <a:pt x="253" y="69"/>
                  <a:pt x="253" y="69"/>
                  <a:pt x="252" y="69"/>
                </a:cubicBezTo>
                <a:lnTo>
                  <a:pt x="258" y="39"/>
                </a:lnTo>
                <a:cubicBezTo>
                  <a:pt x="260" y="40"/>
                  <a:pt x="262" y="40"/>
                  <a:pt x="265" y="41"/>
                </a:cubicBezTo>
                <a:close/>
                <a:moveTo>
                  <a:pt x="223" y="9"/>
                </a:moveTo>
                <a:cubicBezTo>
                  <a:pt x="235" y="10"/>
                  <a:pt x="246" y="12"/>
                  <a:pt x="257" y="14"/>
                </a:cubicBezTo>
                <a:lnTo>
                  <a:pt x="253" y="31"/>
                </a:lnTo>
                <a:cubicBezTo>
                  <a:pt x="246" y="30"/>
                  <a:pt x="239" y="29"/>
                  <a:pt x="231" y="29"/>
                </a:cubicBezTo>
                <a:cubicBezTo>
                  <a:pt x="224" y="29"/>
                  <a:pt x="217" y="29"/>
                  <a:pt x="210" y="30"/>
                </a:cubicBezTo>
                <a:cubicBezTo>
                  <a:pt x="207" y="26"/>
                  <a:pt x="204" y="23"/>
                  <a:pt x="200" y="19"/>
                </a:cubicBezTo>
                <a:cubicBezTo>
                  <a:pt x="197" y="15"/>
                  <a:pt x="193" y="11"/>
                  <a:pt x="189" y="8"/>
                </a:cubicBezTo>
                <a:cubicBezTo>
                  <a:pt x="200" y="7"/>
                  <a:pt x="212" y="8"/>
                  <a:pt x="223" y="9"/>
                </a:cubicBezTo>
                <a:close/>
                <a:moveTo>
                  <a:pt x="127" y="18"/>
                </a:moveTo>
                <a:cubicBezTo>
                  <a:pt x="144" y="13"/>
                  <a:pt x="162" y="10"/>
                  <a:pt x="180" y="8"/>
                </a:cubicBezTo>
                <a:cubicBezTo>
                  <a:pt x="184" y="12"/>
                  <a:pt x="189" y="16"/>
                  <a:pt x="192" y="20"/>
                </a:cubicBezTo>
                <a:cubicBezTo>
                  <a:pt x="196" y="23"/>
                  <a:pt x="200" y="27"/>
                  <a:pt x="203" y="31"/>
                </a:cubicBezTo>
                <a:cubicBezTo>
                  <a:pt x="194" y="32"/>
                  <a:pt x="186" y="35"/>
                  <a:pt x="178" y="39"/>
                </a:cubicBezTo>
                <a:cubicBezTo>
                  <a:pt x="170" y="43"/>
                  <a:pt x="164" y="47"/>
                  <a:pt x="158" y="53"/>
                </a:cubicBezTo>
                <a:cubicBezTo>
                  <a:pt x="145" y="49"/>
                  <a:pt x="132" y="46"/>
                  <a:pt x="118" y="43"/>
                </a:cubicBezTo>
                <a:cubicBezTo>
                  <a:pt x="104" y="40"/>
                  <a:pt x="89" y="39"/>
                  <a:pt x="75" y="39"/>
                </a:cubicBezTo>
                <a:cubicBezTo>
                  <a:pt x="91" y="30"/>
                  <a:pt x="109" y="23"/>
                  <a:pt x="127" y="18"/>
                </a:cubicBezTo>
                <a:close/>
                <a:moveTo>
                  <a:pt x="45" y="59"/>
                </a:moveTo>
                <a:lnTo>
                  <a:pt x="27" y="72"/>
                </a:lnTo>
                <a:cubicBezTo>
                  <a:pt x="30" y="69"/>
                  <a:pt x="34" y="66"/>
                  <a:pt x="37" y="63"/>
                </a:cubicBezTo>
                <a:cubicBezTo>
                  <a:pt x="41" y="60"/>
                  <a:pt x="45" y="57"/>
                  <a:pt x="48" y="55"/>
                </a:cubicBezTo>
                <a:cubicBezTo>
                  <a:pt x="51" y="53"/>
                  <a:pt x="53" y="51"/>
                  <a:pt x="56" y="50"/>
                </a:cubicBezTo>
                <a:cubicBezTo>
                  <a:pt x="58" y="49"/>
                  <a:pt x="61" y="47"/>
                  <a:pt x="63" y="45"/>
                </a:cubicBezTo>
                <a:cubicBezTo>
                  <a:pt x="70" y="45"/>
                  <a:pt x="76" y="45"/>
                  <a:pt x="83" y="45"/>
                </a:cubicBezTo>
                <a:cubicBezTo>
                  <a:pt x="90" y="46"/>
                  <a:pt x="96" y="46"/>
                  <a:pt x="103" y="47"/>
                </a:cubicBezTo>
                <a:lnTo>
                  <a:pt x="101" y="47"/>
                </a:lnTo>
                <a:cubicBezTo>
                  <a:pt x="93" y="49"/>
                  <a:pt x="84" y="50"/>
                  <a:pt x="74" y="50"/>
                </a:cubicBezTo>
                <a:cubicBezTo>
                  <a:pt x="65" y="49"/>
                  <a:pt x="55" y="52"/>
                  <a:pt x="45" y="59"/>
                </a:cubicBezTo>
                <a:close/>
                <a:moveTo>
                  <a:pt x="66" y="145"/>
                </a:moveTo>
                <a:cubicBezTo>
                  <a:pt x="64" y="142"/>
                  <a:pt x="62" y="139"/>
                  <a:pt x="62" y="137"/>
                </a:cubicBezTo>
                <a:cubicBezTo>
                  <a:pt x="65" y="135"/>
                  <a:pt x="68" y="131"/>
                  <a:pt x="69" y="127"/>
                </a:cubicBezTo>
                <a:cubicBezTo>
                  <a:pt x="70" y="123"/>
                  <a:pt x="72" y="120"/>
                  <a:pt x="75" y="119"/>
                </a:cubicBezTo>
                <a:cubicBezTo>
                  <a:pt x="80" y="115"/>
                  <a:pt x="85" y="114"/>
                  <a:pt x="92" y="115"/>
                </a:cubicBezTo>
                <a:cubicBezTo>
                  <a:pt x="98" y="116"/>
                  <a:pt x="104" y="114"/>
                  <a:pt x="110" y="109"/>
                </a:cubicBezTo>
                <a:cubicBezTo>
                  <a:pt x="112" y="108"/>
                  <a:pt x="114" y="106"/>
                  <a:pt x="116" y="103"/>
                </a:cubicBezTo>
                <a:cubicBezTo>
                  <a:pt x="118" y="101"/>
                  <a:pt x="119" y="98"/>
                  <a:pt x="121" y="95"/>
                </a:cubicBezTo>
                <a:cubicBezTo>
                  <a:pt x="124" y="94"/>
                  <a:pt x="128" y="94"/>
                  <a:pt x="131" y="94"/>
                </a:cubicBezTo>
                <a:cubicBezTo>
                  <a:pt x="134" y="93"/>
                  <a:pt x="137" y="93"/>
                  <a:pt x="141" y="93"/>
                </a:cubicBezTo>
                <a:cubicBezTo>
                  <a:pt x="140" y="97"/>
                  <a:pt x="140" y="102"/>
                  <a:pt x="141" y="107"/>
                </a:cubicBezTo>
                <a:cubicBezTo>
                  <a:pt x="142" y="112"/>
                  <a:pt x="143" y="116"/>
                  <a:pt x="145" y="121"/>
                </a:cubicBezTo>
                <a:cubicBezTo>
                  <a:pt x="134" y="126"/>
                  <a:pt x="122" y="131"/>
                  <a:pt x="110" y="137"/>
                </a:cubicBezTo>
                <a:cubicBezTo>
                  <a:pt x="98" y="143"/>
                  <a:pt x="86" y="150"/>
                  <a:pt x="74" y="158"/>
                </a:cubicBezTo>
                <a:cubicBezTo>
                  <a:pt x="71" y="153"/>
                  <a:pt x="68" y="149"/>
                  <a:pt x="66" y="145"/>
                </a:cubicBezTo>
                <a:close/>
                <a:moveTo>
                  <a:pt x="24" y="242"/>
                </a:moveTo>
                <a:cubicBezTo>
                  <a:pt x="17" y="234"/>
                  <a:pt x="12" y="227"/>
                  <a:pt x="8" y="221"/>
                </a:cubicBezTo>
                <a:cubicBezTo>
                  <a:pt x="18" y="210"/>
                  <a:pt x="29" y="200"/>
                  <a:pt x="39" y="191"/>
                </a:cubicBezTo>
                <a:cubicBezTo>
                  <a:pt x="50" y="182"/>
                  <a:pt x="61" y="174"/>
                  <a:pt x="72" y="167"/>
                </a:cubicBezTo>
                <a:cubicBezTo>
                  <a:pt x="76" y="172"/>
                  <a:pt x="80" y="177"/>
                  <a:pt x="84" y="183"/>
                </a:cubicBezTo>
                <a:cubicBezTo>
                  <a:pt x="88" y="188"/>
                  <a:pt x="93" y="195"/>
                  <a:pt x="98" y="201"/>
                </a:cubicBezTo>
                <a:cubicBezTo>
                  <a:pt x="96" y="203"/>
                  <a:pt x="94" y="206"/>
                  <a:pt x="92" y="208"/>
                </a:cubicBezTo>
                <a:cubicBezTo>
                  <a:pt x="91" y="211"/>
                  <a:pt x="89" y="214"/>
                  <a:pt x="88" y="217"/>
                </a:cubicBezTo>
                <a:cubicBezTo>
                  <a:pt x="81" y="224"/>
                  <a:pt x="74" y="232"/>
                  <a:pt x="67" y="241"/>
                </a:cubicBezTo>
                <a:cubicBezTo>
                  <a:pt x="60" y="250"/>
                  <a:pt x="53" y="258"/>
                  <a:pt x="47" y="267"/>
                </a:cubicBezTo>
                <a:cubicBezTo>
                  <a:pt x="38" y="258"/>
                  <a:pt x="30" y="250"/>
                  <a:pt x="24" y="242"/>
                </a:cubicBezTo>
                <a:close/>
                <a:moveTo>
                  <a:pt x="48" y="276"/>
                </a:moveTo>
                <a:cubicBezTo>
                  <a:pt x="55" y="283"/>
                  <a:pt x="63" y="290"/>
                  <a:pt x="73" y="297"/>
                </a:cubicBezTo>
                <a:cubicBezTo>
                  <a:pt x="82" y="304"/>
                  <a:pt x="92" y="311"/>
                  <a:pt x="103" y="319"/>
                </a:cubicBezTo>
                <a:cubicBezTo>
                  <a:pt x="97" y="331"/>
                  <a:pt x="92" y="344"/>
                  <a:pt x="87" y="356"/>
                </a:cubicBezTo>
                <a:cubicBezTo>
                  <a:pt x="82" y="368"/>
                  <a:pt x="77" y="381"/>
                  <a:pt x="73" y="394"/>
                </a:cubicBezTo>
                <a:cubicBezTo>
                  <a:pt x="55" y="382"/>
                  <a:pt x="42" y="371"/>
                  <a:pt x="34" y="362"/>
                </a:cubicBezTo>
                <a:cubicBezTo>
                  <a:pt x="27" y="352"/>
                  <a:pt x="23" y="347"/>
                  <a:pt x="23" y="347"/>
                </a:cubicBezTo>
                <a:lnTo>
                  <a:pt x="21" y="348"/>
                </a:lnTo>
                <a:cubicBezTo>
                  <a:pt x="22" y="339"/>
                  <a:pt x="26" y="329"/>
                  <a:pt x="31" y="320"/>
                </a:cubicBezTo>
                <a:cubicBezTo>
                  <a:pt x="37" y="311"/>
                  <a:pt x="39" y="302"/>
                  <a:pt x="37" y="292"/>
                </a:cubicBezTo>
                <a:cubicBezTo>
                  <a:pt x="39" y="289"/>
                  <a:pt x="40" y="287"/>
                  <a:pt x="42" y="284"/>
                </a:cubicBezTo>
                <a:cubicBezTo>
                  <a:pt x="44" y="282"/>
                  <a:pt x="46" y="279"/>
                  <a:pt x="48" y="276"/>
                </a:cubicBezTo>
                <a:close/>
              </a:path>
            </a:pathLst>
          </a:custGeom>
          <a:noFill/>
          <a:ln w="0">
            <a:solidFill>
              <a:srgbClr val="CCEC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800" dirty="0"/>
          </a:p>
        </p:txBody>
      </p:sp>
      <p:sp>
        <p:nvSpPr>
          <p:cNvPr id="9" name="Rectangle 24"/>
          <p:cNvSpPr>
            <a:spLocks noChangeArrowheads="1"/>
          </p:cNvSpPr>
          <p:nvPr/>
        </p:nvSpPr>
        <p:spPr bwMode="auto">
          <a:xfrm>
            <a:off x="42334" y="6642100"/>
            <a:ext cx="1210733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400" b="1" dirty="0">
              <a:solidFill>
                <a:srgbClr val="0066CC"/>
              </a:solidFill>
            </a:endParaRPr>
          </a:p>
        </p:txBody>
      </p:sp>
      <p:sp>
        <p:nvSpPr>
          <p:cNvPr id="10" name="Rectangle 25"/>
          <p:cNvSpPr>
            <a:spLocks noChangeArrowheads="1"/>
          </p:cNvSpPr>
          <p:nvPr/>
        </p:nvSpPr>
        <p:spPr bwMode="auto">
          <a:xfrm>
            <a:off x="0" y="0"/>
            <a:ext cx="12192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3200" b="1" dirty="0">
                <a:solidFill>
                  <a:srgbClr val="FFFF00"/>
                </a:solidFill>
                <a:latin typeface="Times New Roman" pitchFamily="18" charset="0"/>
              </a:rPr>
              <a:t>TR</a:t>
            </a:r>
            <a:r>
              <a:rPr lang="vi-VN" sz="3200" b="1" dirty="0">
                <a:solidFill>
                  <a:srgbClr val="FFFF00"/>
                </a:solidFill>
                <a:latin typeface="Times New Roman" pitchFamily="18" charset="0"/>
              </a:rPr>
              <a:t>Ư</a:t>
            </a:r>
            <a:r>
              <a:rPr lang="en-US" sz="3200" b="1" dirty="0">
                <a:solidFill>
                  <a:srgbClr val="FFFF00"/>
                </a:solidFill>
                <a:latin typeface="Times New Roman" pitchFamily="18" charset="0"/>
              </a:rPr>
              <a:t>ỜNG CAO ĐẲNG KỸ THUẬT CAO THẮNG</a:t>
            </a:r>
          </a:p>
        </p:txBody>
      </p:sp>
      <p:sp>
        <p:nvSpPr>
          <p:cNvPr id="4118" name="Rectangle 22"/>
          <p:cNvSpPr>
            <a:spLocks noGrp="1" noChangeArrowheads="1"/>
          </p:cNvSpPr>
          <p:nvPr>
            <p:ph type="ctrTitle"/>
          </p:nvPr>
        </p:nvSpPr>
        <p:spPr>
          <a:xfrm>
            <a:off x="914400" y="2130426"/>
            <a:ext cx="10363200" cy="1470025"/>
          </a:xfrm>
        </p:spPr>
        <p:txBody>
          <a:bodyPr/>
          <a:lstStyle>
            <a:lvl1pPr>
              <a:defRPr sz="4000">
                <a:solidFill>
                  <a:srgbClr val="CC3300"/>
                </a:solidFill>
              </a:defRPr>
            </a:lvl1pPr>
          </a:lstStyle>
          <a:p>
            <a:r>
              <a:rPr lang="en-US"/>
              <a:t>Click to edit Master title style</a:t>
            </a:r>
          </a:p>
        </p:txBody>
      </p:sp>
      <p:sp>
        <p:nvSpPr>
          <p:cNvPr id="4119" name="Rectangle 23"/>
          <p:cNvSpPr>
            <a:spLocks noGrp="1" noChangeArrowheads="1"/>
          </p:cNvSpPr>
          <p:nvPr>
            <p:ph type="subTitle" idx="1"/>
          </p:nvPr>
        </p:nvSpPr>
        <p:spPr>
          <a:xfrm>
            <a:off x="1828800" y="3886200"/>
            <a:ext cx="8534400" cy="1752600"/>
          </a:xfrm>
        </p:spPr>
        <p:txBody>
          <a:bodyPr/>
          <a:lstStyle>
            <a:lvl1pPr marL="0" indent="0" algn="ctr">
              <a:buFont typeface="Wingdings" pitchFamily="2" charset="2"/>
              <a:buNone/>
              <a:defRPr>
                <a:solidFill>
                  <a:srgbClr val="000066"/>
                </a:solidFill>
              </a:defRPr>
            </a:lvl1pPr>
          </a:lstStyle>
          <a:p>
            <a:r>
              <a:rPr lang="en-US"/>
              <a:t>Click to edit Master subtitle style</a:t>
            </a:r>
          </a:p>
        </p:txBody>
      </p:sp>
    </p:spTree>
    <p:extLst>
      <p:ext uri="{BB962C8B-B14F-4D97-AF65-F5344CB8AC3E}">
        <p14:creationId xmlns:p14="http://schemas.microsoft.com/office/powerpoint/2010/main" val="24152454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508000" y="1066800"/>
            <a:ext cx="11480800" cy="5486400"/>
          </a:xfrm>
        </p:spPr>
        <p:txBody>
          <a:bodyPr/>
          <a:lstStyle>
            <a:lvl1pPr>
              <a:spcBef>
                <a:spcPts val="600"/>
              </a:spcBef>
              <a:spcAft>
                <a:spcPts val="600"/>
              </a:spcAft>
              <a:defRPr>
                <a:solidFill>
                  <a:srgbClr val="0000CC"/>
                </a:solidFill>
              </a:defRPr>
            </a:lvl1pPr>
            <a:lvl2pPr>
              <a:spcBef>
                <a:spcPts val="600"/>
              </a:spcBef>
              <a:spcAft>
                <a:spcPts val="600"/>
              </a:spcAft>
              <a:defRPr sz="3000">
                <a:solidFill>
                  <a:srgbClr val="C00000"/>
                </a:solidFill>
              </a:defRPr>
            </a:lvl2pPr>
            <a:lvl3pPr>
              <a:spcBef>
                <a:spcPts val="600"/>
              </a:spcBef>
              <a:spcAft>
                <a:spcPts val="600"/>
              </a:spcAft>
              <a:defRPr sz="2800"/>
            </a:lvl3pPr>
            <a:lvl4pPr>
              <a:spcBef>
                <a:spcPts val="600"/>
              </a:spcBef>
              <a:spcAft>
                <a:spcPts val="600"/>
              </a:spcAft>
              <a:defRPr sz="2600"/>
            </a:lvl4pPr>
            <a:lvl5pPr>
              <a:spcBef>
                <a:spcPts val="60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93430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1767893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03200" y="1066800"/>
            <a:ext cx="57912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066800"/>
            <a:ext cx="57912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141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31437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71970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57106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0449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468976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61436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60326"/>
            <a:ext cx="3048000" cy="64928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60326"/>
            <a:ext cx="8940800" cy="6492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995973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60325"/>
            <a:ext cx="12192000" cy="838200"/>
          </a:xfrm>
        </p:spPr>
        <p:txBody>
          <a:bodyPr/>
          <a:lstStyle/>
          <a:p>
            <a:r>
              <a:rPr lang="en-US"/>
              <a:t>Click to edit Master title style</a:t>
            </a:r>
          </a:p>
        </p:txBody>
      </p:sp>
      <p:sp>
        <p:nvSpPr>
          <p:cNvPr id="3" name="Table Placeholder 2"/>
          <p:cNvSpPr>
            <a:spLocks noGrp="1"/>
          </p:cNvSpPr>
          <p:nvPr>
            <p:ph type="tbl" idx="1"/>
          </p:nvPr>
        </p:nvSpPr>
        <p:spPr>
          <a:xfrm>
            <a:off x="203200" y="1066800"/>
            <a:ext cx="11785600" cy="5486400"/>
          </a:xfrm>
        </p:spPr>
        <p:txBody>
          <a:bodyPr/>
          <a:lstStyle/>
          <a:p>
            <a:pPr lvl="0"/>
            <a:r>
              <a:rPr lang="en-US" noProof="0"/>
              <a:t>Click icon to add table</a:t>
            </a:r>
            <a:endParaRPr lang="en-US" noProof="0" dirty="0"/>
          </a:p>
        </p:txBody>
      </p:sp>
    </p:spTree>
    <p:extLst>
      <p:ext uri="{BB962C8B-B14F-4D97-AF65-F5344CB8AC3E}">
        <p14:creationId xmlns:p14="http://schemas.microsoft.com/office/powerpoint/2010/main" val="1868288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p>
        </p:txBody>
      </p:sp>
      <p:sp>
        <p:nvSpPr>
          <p:cNvPr id="3" name="Content Placeholder 2"/>
          <p:cNvSpPr>
            <a:spLocks noGrp="1"/>
          </p:cNvSpPr>
          <p:nvPr>
            <p:ph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860117" y="20177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860117" y="41513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1549400" y="6243638"/>
            <a:ext cx="2540000" cy="457200"/>
          </a:xfrm>
          <a:prstGeom prst="rect">
            <a:avLst/>
          </a:prstGeom>
        </p:spPr>
        <p:txBody>
          <a:bodyPr/>
          <a:lstStyle>
            <a:lvl1pPr>
              <a:defRPr/>
            </a:lvl1pPr>
          </a:lstStyle>
          <a:p>
            <a:fld id="{5A0D663C-8F50-4692-A7A7-376C9AA853F2}" type="datetimeFigureOut">
              <a:rPr lang="en-US" smtClean="0"/>
              <a:t>9/9/2019</a:t>
            </a:fld>
            <a:endParaRPr lang="en-US"/>
          </a:p>
        </p:txBody>
      </p:sp>
      <p:sp>
        <p:nvSpPr>
          <p:cNvPr id="7" name="Footer Placeholder 6"/>
          <p:cNvSpPr>
            <a:spLocks noGrp="1"/>
          </p:cNvSpPr>
          <p:nvPr>
            <p:ph type="ftr" sz="quarter" idx="11"/>
          </p:nvPr>
        </p:nvSpPr>
        <p:spPr>
          <a:xfrm>
            <a:off x="4876800" y="6243638"/>
            <a:ext cx="3860800" cy="457200"/>
          </a:xfrm>
          <a:prstGeom prst="rect">
            <a:avLst/>
          </a:prstGeom>
        </p:spPr>
        <p:txBody>
          <a:bodyPr/>
          <a:lstStyle>
            <a:lvl1pPr>
              <a:defRPr/>
            </a:lvl1pPr>
          </a:lstStyle>
          <a:p>
            <a:endParaRPr lang="en-US"/>
          </a:p>
        </p:txBody>
      </p:sp>
      <p:sp>
        <p:nvSpPr>
          <p:cNvPr id="8" name="Slide Number Placeholder 7"/>
          <p:cNvSpPr>
            <a:spLocks noGrp="1"/>
          </p:cNvSpPr>
          <p:nvPr>
            <p:ph type="sldNum" sz="quarter" idx="12"/>
          </p:nvPr>
        </p:nvSpPr>
        <p:spPr>
          <a:xfrm>
            <a:off x="9389533" y="6243638"/>
            <a:ext cx="2540000" cy="457200"/>
          </a:xfrm>
          <a:prstGeom prst="rect">
            <a:avLst/>
          </a:prstGeom>
        </p:spPr>
        <p:txBody>
          <a:bodyPr/>
          <a:lstStyle>
            <a:lvl1pPr>
              <a:defRPr/>
            </a:lvl1pPr>
          </a:lstStyle>
          <a:p>
            <a:fld id="{3F30B55F-212A-4A11-A178-299E9E2A7835}" type="slidenum">
              <a:rPr lang="en-US" smtClean="0"/>
              <a:t>‹#›</a:t>
            </a:fld>
            <a:endParaRPr lang="en-US"/>
          </a:p>
        </p:txBody>
      </p:sp>
    </p:spTree>
    <p:extLst>
      <p:ext uri="{BB962C8B-B14F-4D97-AF65-F5344CB8AC3E}">
        <p14:creationId xmlns:p14="http://schemas.microsoft.com/office/powerpoint/2010/main" val="22160638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p>
        </p:txBody>
      </p:sp>
      <p:sp>
        <p:nvSpPr>
          <p:cNvPr id="3" name="Text Placeholder 2"/>
          <p:cNvSpPr>
            <a:spLocks noGrp="1"/>
          </p:cNvSpPr>
          <p:nvPr>
            <p:ph type="body"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601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549400" y="6243638"/>
            <a:ext cx="2540000" cy="457200"/>
          </a:xfrm>
          <a:prstGeom prst="rect">
            <a:avLst/>
          </a:prstGeom>
        </p:spPr>
        <p:txBody>
          <a:bodyPr/>
          <a:lstStyle>
            <a:lvl1pPr>
              <a:defRPr/>
            </a:lvl1pPr>
          </a:lstStyle>
          <a:p>
            <a:fld id="{5A0D663C-8F50-4692-A7A7-376C9AA853F2}" type="datetimeFigureOut">
              <a:rPr lang="en-US" smtClean="0"/>
              <a:t>9/9/2019</a:t>
            </a:fld>
            <a:endParaRPr lang="en-US"/>
          </a:p>
        </p:txBody>
      </p:sp>
      <p:sp>
        <p:nvSpPr>
          <p:cNvPr id="6" name="Footer Placeholder 5"/>
          <p:cNvSpPr>
            <a:spLocks noGrp="1"/>
          </p:cNvSpPr>
          <p:nvPr>
            <p:ph type="ftr" sz="quarter" idx="11"/>
          </p:nvPr>
        </p:nvSpPr>
        <p:spPr>
          <a:xfrm>
            <a:off x="4876800" y="6243638"/>
            <a:ext cx="3860800" cy="457200"/>
          </a:xfrm>
          <a:prstGeom prst="rect">
            <a:avLst/>
          </a:prstGeom>
        </p:spPr>
        <p:txBody>
          <a:bodyPr/>
          <a:lstStyle>
            <a:lvl1pPr>
              <a:defRPr/>
            </a:lvl1pPr>
          </a:lstStyle>
          <a:p>
            <a:endParaRPr lang="en-US"/>
          </a:p>
        </p:txBody>
      </p:sp>
      <p:sp>
        <p:nvSpPr>
          <p:cNvPr id="7" name="Slide Number Placeholder 6"/>
          <p:cNvSpPr>
            <a:spLocks noGrp="1"/>
          </p:cNvSpPr>
          <p:nvPr>
            <p:ph type="sldNum" sz="quarter" idx="12"/>
          </p:nvPr>
        </p:nvSpPr>
        <p:spPr>
          <a:xfrm>
            <a:off x="9389533" y="6243638"/>
            <a:ext cx="2540000" cy="457200"/>
          </a:xfrm>
          <a:prstGeom prst="rect">
            <a:avLst/>
          </a:prstGeom>
        </p:spPr>
        <p:txBody>
          <a:bodyPr/>
          <a:lstStyle>
            <a:lvl1pPr>
              <a:defRPr/>
            </a:lvl1pPr>
          </a:lstStyle>
          <a:p>
            <a:fld id="{3F30B55F-212A-4A11-A178-299E9E2A7835}" type="slidenum">
              <a:rPr lang="en-US" smtClean="0"/>
              <a:t>‹#›</a:t>
            </a:fld>
            <a:endParaRPr lang="en-US"/>
          </a:p>
        </p:txBody>
      </p:sp>
    </p:spTree>
    <p:extLst>
      <p:ext uri="{BB962C8B-B14F-4D97-AF65-F5344CB8AC3E}">
        <p14:creationId xmlns:p14="http://schemas.microsoft.com/office/powerpoint/2010/main" val="745453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jpeg"/><Relationship Id="rId20" Type="http://schemas.openxmlformats.org/officeDocument/2006/relationships/image" Target="../media/image5.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4.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srcRect/>
          <a:tile tx="0" ty="0" sx="100000" sy="100000" flip="none" algn="tl"/>
        </a:blipFill>
        <a:effectLst/>
      </p:bgPr>
    </p:bg>
    <p:spTree>
      <p:nvGrpSpPr>
        <p:cNvPr id="1" name=""/>
        <p:cNvGrpSpPr/>
        <p:nvPr/>
      </p:nvGrpSpPr>
      <p:grpSpPr>
        <a:xfrm>
          <a:off x="0" y="0"/>
          <a:ext cx="0" cy="0"/>
          <a:chOff x="0" y="0"/>
          <a:chExt cx="0" cy="0"/>
        </a:xfrm>
      </p:grpSpPr>
      <p:pic>
        <p:nvPicPr>
          <p:cNvPr id="1026" name="Picture 28" descr="Main"/>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 y="984250"/>
            <a:ext cx="12187767" cy="56451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027" name="Picture 29" descr="Title"/>
          <p:cNvPicPr>
            <a:picLocks noChangeAspect="1" noChangeArrowheads="1"/>
          </p:cNvPicPr>
          <p:nvPr/>
        </p:nvPicPr>
        <p:blipFill>
          <a:blip r:embed="rId18">
            <a:lum bright="30000"/>
            <a:extLst>
              <a:ext uri="{28A0092B-C50C-407E-A947-70E740481C1C}">
                <a14:useLocalDpi xmlns:a14="http://schemas.microsoft.com/office/drawing/2010/main" val="0"/>
              </a:ext>
            </a:extLst>
          </a:blip>
          <a:srcRect/>
          <a:stretch>
            <a:fillRect/>
          </a:stretch>
        </p:blipFill>
        <p:spPr bwMode="auto">
          <a:xfrm>
            <a:off x="0" y="1"/>
            <a:ext cx="1219200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30"/>
          <p:cNvSpPr>
            <a:spLocks noGrp="1" noChangeArrowheads="1"/>
          </p:cNvSpPr>
          <p:nvPr>
            <p:ph type="title"/>
          </p:nvPr>
        </p:nvSpPr>
        <p:spPr bwMode="auto">
          <a:xfrm>
            <a:off x="0" y="60325"/>
            <a:ext cx="12192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
        <p:nvSpPr>
          <p:cNvPr id="1029" name="Freeform 31"/>
          <p:cNvSpPr>
            <a:spLocks noEditPoints="1"/>
          </p:cNvSpPr>
          <p:nvPr/>
        </p:nvSpPr>
        <p:spPr bwMode="auto">
          <a:xfrm>
            <a:off x="21167" y="2508250"/>
            <a:ext cx="6326717" cy="4108450"/>
          </a:xfrm>
          <a:custGeom>
            <a:avLst/>
            <a:gdLst>
              <a:gd name="T0" fmla="*/ 22 w 470"/>
              <a:gd name="T1" fmla="*/ 385 h 407"/>
              <a:gd name="T2" fmla="*/ 78 w 470"/>
              <a:gd name="T3" fmla="*/ 397 h 407"/>
              <a:gd name="T4" fmla="*/ 124 w 470"/>
              <a:gd name="T5" fmla="*/ 407 h 407"/>
              <a:gd name="T6" fmla="*/ 288 w 470"/>
              <a:gd name="T7" fmla="*/ 374 h 407"/>
              <a:gd name="T8" fmla="*/ 417 w 470"/>
              <a:gd name="T9" fmla="*/ 365 h 407"/>
              <a:gd name="T10" fmla="*/ 391 w 470"/>
              <a:gd name="T11" fmla="*/ 81 h 407"/>
              <a:gd name="T12" fmla="*/ 10 w 470"/>
              <a:gd name="T13" fmla="*/ 166 h 407"/>
              <a:gd name="T14" fmla="*/ 0 w 470"/>
              <a:gd name="T15" fmla="*/ 231 h 407"/>
              <a:gd name="T16" fmla="*/ 67 w 470"/>
              <a:gd name="T17" fmla="*/ 251 h 407"/>
              <a:gd name="T18" fmla="*/ 106 w 470"/>
              <a:gd name="T19" fmla="*/ 313 h 407"/>
              <a:gd name="T20" fmla="*/ 123 w 470"/>
              <a:gd name="T21" fmla="*/ 88 h 407"/>
              <a:gd name="T22" fmla="*/ 310 w 470"/>
              <a:gd name="T23" fmla="*/ 181 h 407"/>
              <a:gd name="T24" fmla="*/ 292 w 470"/>
              <a:gd name="T25" fmla="*/ 197 h 407"/>
              <a:gd name="T26" fmla="*/ 188 w 470"/>
              <a:gd name="T27" fmla="*/ 130 h 407"/>
              <a:gd name="T28" fmla="*/ 229 w 470"/>
              <a:gd name="T29" fmla="*/ 92 h 407"/>
              <a:gd name="T30" fmla="*/ 216 w 470"/>
              <a:gd name="T31" fmla="*/ 78 h 407"/>
              <a:gd name="T32" fmla="*/ 219 w 470"/>
              <a:gd name="T33" fmla="*/ 106 h 407"/>
              <a:gd name="T34" fmla="*/ 227 w 470"/>
              <a:gd name="T35" fmla="*/ 115 h 407"/>
              <a:gd name="T36" fmla="*/ 229 w 470"/>
              <a:gd name="T37" fmla="*/ 128 h 407"/>
              <a:gd name="T38" fmla="*/ 243 w 470"/>
              <a:gd name="T39" fmla="*/ 187 h 407"/>
              <a:gd name="T40" fmla="*/ 242 w 470"/>
              <a:gd name="T41" fmla="*/ 85 h 407"/>
              <a:gd name="T42" fmla="*/ 247 w 470"/>
              <a:gd name="T43" fmla="*/ 113 h 407"/>
              <a:gd name="T44" fmla="*/ 267 w 470"/>
              <a:gd name="T45" fmla="*/ 124 h 407"/>
              <a:gd name="T46" fmla="*/ 273 w 470"/>
              <a:gd name="T47" fmla="*/ 117 h 407"/>
              <a:gd name="T48" fmla="*/ 274 w 470"/>
              <a:gd name="T49" fmla="*/ 103 h 407"/>
              <a:gd name="T50" fmla="*/ 261 w 470"/>
              <a:gd name="T51" fmla="*/ 94 h 407"/>
              <a:gd name="T52" fmla="*/ 246 w 470"/>
              <a:gd name="T53" fmla="*/ 67 h 407"/>
              <a:gd name="T54" fmla="*/ 228 w 470"/>
              <a:gd name="T55" fmla="*/ 66 h 407"/>
              <a:gd name="T56" fmla="*/ 206 w 470"/>
              <a:gd name="T57" fmla="*/ 79 h 407"/>
              <a:gd name="T58" fmla="*/ 154 w 470"/>
              <a:gd name="T59" fmla="*/ 68 h 407"/>
              <a:gd name="T60" fmla="*/ 151 w 470"/>
              <a:gd name="T61" fmla="*/ 119 h 407"/>
              <a:gd name="T62" fmla="*/ 111 w 470"/>
              <a:gd name="T63" fmla="*/ 190 h 407"/>
              <a:gd name="T64" fmla="*/ 123 w 470"/>
              <a:gd name="T65" fmla="*/ 324 h 407"/>
              <a:gd name="T66" fmla="*/ 161 w 470"/>
              <a:gd name="T67" fmla="*/ 182 h 407"/>
              <a:gd name="T68" fmla="*/ 167 w 470"/>
              <a:gd name="T69" fmla="*/ 154 h 407"/>
              <a:gd name="T70" fmla="*/ 217 w 470"/>
              <a:gd name="T71" fmla="*/ 129 h 407"/>
              <a:gd name="T72" fmla="*/ 229 w 470"/>
              <a:gd name="T73" fmla="*/ 135 h 407"/>
              <a:gd name="T74" fmla="*/ 232 w 470"/>
              <a:gd name="T75" fmla="*/ 224 h 407"/>
              <a:gd name="T76" fmla="*/ 260 w 470"/>
              <a:gd name="T77" fmla="*/ 161 h 407"/>
              <a:gd name="T78" fmla="*/ 266 w 470"/>
              <a:gd name="T79" fmla="*/ 189 h 407"/>
              <a:gd name="T80" fmla="*/ 327 w 470"/>
              <a:gd name="T81" fmla="*/ 352 h 407"/>
              <a:gd name="T82" fmla="*/ 313 w 470"/>
              <a:gd name="T83" fmla="*/ 186 h 407"/>
              <a:gd name="T84" fmla="*/ 347 w 470"/>
              <a:gd name="T85" fmla="*/ 219 h 407"/>
              <a:gd name="T86" fmla="*/ 356 w 470"/>
              <a:gd name="T87" fmla="*/ 308 h 407"/>
              <a:gd name="T88" fmla="*/ 458 w 470"/>
              <a:gd name="T89" fmla="*/ 289 h 407"/>
              <a:gd name="T90" fmla="*/ 438 w 470"/>
              <a:gd name="T91" fmla="*/ 305 h 407"/>
              <a:gd name="T92" fmla="*/ 435 w 470"/>
              <a:gd name="T93" fmla="*/ 299 h 407"/>
              <a:gd name="T94" fmla="*/ 367 w 470"/>
              <a:gd name="T95" fmla="*/ 180 h 407"/>
              <a:gd name="T96" fmla="*/ 356 w 470"/>
              <a:gd name="T97" fmla="*/ 206 h 407"/>
              <a:gd name="T98" fmla="*/ 332 w 470"/>
              <a:gd name="T99" fmla="*/ 163 h 407"/>
              <a:gd name="T100" fmla="*/ 322 w 470"/>
              <a:gd name="T101" fmla="*/ 131 h 407"/>
              <a:gd name="T102" fmla="*/ 280 w 470"/>
              <a:gd name="T103" fmla="*/ 100 h 407"/>
              <a:gd name="T104" fmla="*/ 278 w 470"/>
              <a:gd name="T105" fmla="*/ 93 h 407"/>
              <a:gd name="T106" fmla="*/ 280 w 470"/>
              <a:gd name="T107" fmla="*/ 24 h 407"/>
              <a:gd name="T108" fmla="*/ 265 w 470"/>
              <a:gd name="T109" fmla="*/ 41 h 407"/>
              <a:gd name="T110" fmla="*/ 255 w 470"/>
              <a:gd name="T111" fmla="*/ 70 h 407"/>
              <a:gd name="T112" fmla="*/ 210 w 470"/>
              <a:gd name="T113" fmla="*/ 30 h 407"/>
              <a:gd name="T114" fmla="*/ 158 w 470"/>
              <a:gd name="T115" fmla="*/ 53 h 407"/>
              <a:gd name="T116" fmla="*/ 63 w 470"/>
              <a:gd name="T117" fmla="*/ 45 h 407"/>
              <a:gd name="T118" fmla="*/ 75 w 470"/>
              <a:gd name="T119" fmla="*/ 119 h 407"/>
              <a:gd name="T120" fmla="*/ 110 w 470"/>
              <a:gd name="T121" fmla="*/ 137 h 407"/>
              <a:gd name="T122" fmla="*/ 92 w 470"/>
              <a:gd name="T123" fmla="*/ 208 h 407"/>
              <a:gd name="T124" fmla="*/ 73 w 470"/>
              <a:gd name="T125" fmla="*/ 394 h 40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70" h="407">
                <a:moveTo>
                  <a:pt x="34" y="285"/>
                </a:moveTo>
                <a:cubicBezTo>
                  <a:pt x="34" y="284"/>
                  <a:pt x="33" y="284"/>
                  <a:pt x="33" y="283"/>
                </a:cubicBezTo>
                <a:cubicBezTo>
                  <a:pt x="33" y="282"/>
                  <a:pt x="33" y="282"/>
                  <a:pt x="32" y="281"/>
                </a:cubicBezTo>
                <a:cubicBezTo>
                  <a:pt x="28" y="275"/>
                  <a:pt x="24" y="273"/>
                  <a:pt x="19" y="274"/>
                </a:cubicBezTo>
                <a:cubicBezTo>
                  <a:pt x="14" y="275"/>
                  <a:pt x="10" y="278"/>
                  <a:pt x="5" y="281"/>
                </a:cubicBezTo>
                <a:cubicBezTo>
                  <a:pt x="3" y="282"/>
                  <a:pt x="2" y="283"/>
                  <a:pt x="0" y="284"/>
                </a:cubicBezTo>
                <a:lnTo>
                  <a:pt x="0" y="407"/>
                </a:lnTo>
                <a:lnTo>
                  <a:pt x="20" y="407"/>
                </a:lnTo>
                <a:cubicBezTo>
                  <a:pt x="21" y="401"/>
                  <a:pt x="22" y="393"/>
                  <a:pt x="22" y="385"/>
                </a:cubicBezTo>
                <a:cubicBezTo>
                  <a:pt x="22" y="373"/>
                  <a:pt x="22" y="363"/>
                  <a:pt x="21" y="355"/>
                </a:cubicBezTo>
                <a:cubicBezTo>
                  <a:pt x="22" y="355"/>
                  <a:pt x="27" y="360"/>
                  <a:pt x="35" y="371"/>
                </a:cubicBezTo>
                <a:cubicBezTo>
                  <a:pt x="44" y="381"/>
                  <a:pt x="56" y="391"/>
                  <a:pt x="71" y="400"/>
                </a:cubicBezTo>
                <a:cubicBezTo>
                  <a:pt x="70" y="403"/>
                  <a:pt x="69" y="405"/>
                  <a:pt x="69" y="407"/>
                </a:cubicBezTo>
                <a:lnTo>
                  <a:pt x="75" y="407"/>
                </a:lnTo>
                <a:cubicBezTo>
                  <a:pt x="75" y="406"/>
                  <a:pt x="76" y="405"/>
                  <a:pt x="76" y="403"/>
                </a:cubicBezTo>
                <a:cubicBezTo>
                  <a:pt x="79" y="405"/>
                  <a:pt x="81" y="406"/>
                  <a:pt x="84" y="407"/>
                </a:cubicBezTo>
                <a:lnTo>
                  <a:pt x="97" y="407"/>
                </a:lnTo>
                <a:cubicBezTo>
                  <a:pt x="90" y="404"/>
                  <a:pt x="84" y="401"/>
                  <a:pt x="78" y="397"/>
                </a:cubicBezTo>
                <a:cubicBezTo>
                  <a:pt x="83" y="384"/>
                  <a:pt x="87" y="372"/>
                  <a:pt x="92" y="359"/>
                </a:cubicBezTo>
                <a:cubicBezTo>
                  <a:pt x="97" y="347"/>
                  <a:pt x="103" y="334"/>
                  <a:pt x="108" y="322"/>
                </a:cubicBezTo>
                <a:cubicBezTo>
                  <a:pt x="112" y="324"/>
                  <a:pt x="116" y="327"/>
                  <a:pt x="121" y="329"/>
                </a:cubicBezTo>
                <a:cubicBezTo>
                  <a:pt x="125" y="332"/>
                  <a:pt x="129" y="334"/>
                  <a:pt x="133" y="337"/>
                </a:cubicBezTo>
                <a:cubicBezTo>
                  <a:pt x="131" y="341"/>
                  <a:pt x="128" y="345"/>
                  <a:pt x="124" y="350"/>
                </a:cubicBezTo>
                <a:cubicBezTo>
                  <a:pt x="120" y="354"/>
                  <a:pt x="117" y="358"/>
                  <a:pt x="113" y="363"/>
                </a:cubicBezTo>
                <a:cubicBezTo>
                  <a:pt x="110" y="369"/>
                  <a:pt x="108" y="373"/>
                  <a:pt x="110" y="377"/>
                </a:cubicBezTo>
                <a:cubicBezTo>
                  <a:pt x="111" y="381"/>
                  <a:pt x="112" y="386"/>
                  <a:pt x="112" y="391"/>
                </a:cubicBezTo>
                <a:lnTo>
                  <a:pt x="124" y="407"/>
                </a:lnTo>
                <a:lnTo>
                  <a:pt x="206" y="407"/>
                </a:lnTo>
                <a:cubicBezTo>
                  <a:pt x="212" y="404"/>
                  <a:pt x="219" y="402"/>
                  <a:pt x="225" y="402"/>
                </a:cubicBezTo>
                <a:cubicBezTo>
                  <a:pt x="233" y="403"/>
                  <a:pt x="241" y="400"/>
                  <a:pt x="249" y="394"/>
                </a:cubicBezTo>
                <a:cubicBezTo>
                  <a:pt x="253" y="392"/>
                  <a:pt x="255" y="389"/>
                  <a:pt x="257" y="387"/>
                </a:cubicBezTo>
                <a:cubicBezTo>
                  <a:pt x="259" y="384"/>
                  <a:pt x="261" y="381"/>
                  <a:pt x="263" y="378"/>
                </a:cubicBezTo>
                <a:cubicBezTo>
                  <a:pt x="262" y="388"/>
                  <a:pt x="261" y="397"/>
                  <a:pt x="259" y="407"/>
                </a:cubicBezTo>
                <a:lnTo>
                  <a:pt x="265" y="407"/>
                </a:lnTo>
                <a:cubicBezTo>
                  <a:pt x="267" y="396"/>
                  <a:pt x="269" y="385"/>
                  <a:pt x="270" y="375"/>
                </a:cubicBezTo>
                <a:cubicBezTo>
                  <a:pt x="271" y="375"/>
                  <a:pt x="277" y="374"/>
                  <a:pt x="288" y="374"/>
                </a:cubicBezTo>
                <a:cubicBezTo>
                  <a:pt x="299" y="373"/>
                  <a:pt x="312" y="370"/>
                  <a:pt x="329" y="366"/>
                </a:cubicBezTo>
                <a:cubicBezTo>
                  <a:pt x="330" y="378"/>
                  <a:pt x="330" y="391"/>
                  <a:pt x="331" y="404"/>
                </a:cubicBezTo>
                <a:cubicBezTo>
                  <a:pt x="331" y="405"/>
                  <a:pt x="331" y="406"/>
                  <a:pt x="331" y="407"/>
                </a:cubicBezTo>
                <a:lnTo>
                  <a:pt x="337" y="407"/>
                </a:lnTo>
                <a:cubicBezTo>
                  <a:pt x="337" y="406"/>
                  <a:pt x="337" y="404"/>
                  <a:pt x="337" y="402"/>
                </a:cubicBezTo>
                <a:cubicBezTo>
                  <a:pt x="336" y="389"/>
                  <a:pt x="336" y="376"/>
                  <a:pt x="335" y="364"/>
                </a:cubicBezTo>
                <a:cubicBezTo>
                  <a:pt x="345" y="360"/>
                  <a:pt x="357" y="356"/>
                  <a:pt x="369" y="350"/>
                </a:cubicBezTo>
                <a:cubicBezTo>
                  <a:pt x="381" y="345"/>
                  <a:pt x="395" y="338"/>
                  <a:pt x="407" y="329"/>
                </a:cubicBezTo>
                <a:cubicBezTo>
                  <a:pt x="411" y="340"/>
                  <a:pt x="414" y="352"/>
                  <a:pt x="417" y="365"/>
                </a:cubicBezTo>
                <a:cubicBezTo>
                  <a:pt x="419" y="378"/>
                  <a:pt x="422" y="391"/>
                  <a:pt x="423" y="405"/>
                </a:cubicBezTo>
                <a:cubicBezTo>
                  <a:pt x="422" y="406"/>
                  <a:pt x="421" y="407"/>
                  <a:pt x="420" y="407"/>
                </a:cubicBezTo>
                <a:lnTo>
                  <a:pt x="431" y="407"/>
                </a:lnTo>
                <a:cubicBezTo>
                  <a:pt x="448" y="379"/>
                  <a:pt x="459" y="349"/>
                  <a:pt x="464" y="317"/>
                </a:cubicBezTo>
                <a:cubicBezTo>
                  <a:pt x="470" y="285"/>
                  <a:pt x="470" y="254"/>
                  <a:pt x="464" y="221"/>
                </a:cubicBezTo>
                <a:cubicBezTo>
                  <a:pt x="458" y="190"/>
                  <a:pt x="447" y="161"/>
                  <a:pt x="431" y="133"/>
                </a:cubicBezTo>
                <a:cubicBezTo>
                  <a:pt x="430" y="130"/>
                  <a:pt x="428" y="127"/>
                  <a:pt x="426" y="124"/>
                </a:cubicBezTo>
                <a:cubicBezTo>
                  <a:pt x="424" y="121"/>
                  <a:pt x="422" y="118"/>
                  <a:pt x="420" y="115"/>
                </a:cubicBezTo>
                <a:cubicBezTo>
                  <a:pt x="411" y="103"/>
                  <a:pt x="401" y="91"/>
                  <a:pt x="391" y="81"/>
                </a:cubicBezTo>
                <a:cubicBezTo>
                  <a:pt x="379" y="70"/>
                  <a:pt x="368" y="60"/>
                  <a:pt x="356" y="52"/>
                </a:cubicBezTo>
                <a:lnTo>
                  <a:pt x="356" y="51"/>
                </a:lnTo>
                <a:lnTo>
                  <a:pt x="355" y="51"/>
                </a:lnTo>
                <a:cubicBezTo>
                  <a:pt x="310" y="19"/>
                  <a:pt x="259" y="3"/>
                  <a:pt x="202" y="1"/>
                </a:cubicBezTo>
                <a:cubicBezTo>
                  <a:pt x="145" y="0"/>
                  <a:pt x="93" y="16"/>
                  <a:pt x="45" y="50"/>
                </a:cubicBezTo>
                <a:cubicBezTo>
                  <a:pt x="28" y="61"/>
                  <a:pt x="13" y="75"/>
                  <a:pt x="0" y="89"/>
                </a:cubicBezTo>
                <a:lnTo>
                  <a:pt x="0" y="188"/>
                </a:lnTo>
                <a:cubicBezTo>
                  <a:pt x="2" y="186"/>
                  <a:pt x="3" y="185"/>
                  <a:pt x="5" y="183"/>
                </a:cubicBezTo>
                <a:cubicBezTo>
                  <a:pt x="9" y="178"/>
                  <a:pt x="11" y="173"/>
                  <a:pt x="10" y="166"/>
                </a:cubicBezTo>
                <a:cubicBezTo>
                  <a:pt x="10" y="159"/>
                  <a:pt x="13" y="154"/>
                  <a:pt x="19" y="149"/>
                </a:cubicBezTo>
                <a:cubicBezTo>
                  <a:pt x="27" y="144"/>
                  <a:pt x="34" y="141"/>
                  <a:pt x="40" y="143"/>
                </a:cubicBezTo>
                <a:cubicBezTo>
                  <a:pt x="45" y="144"/>
                  <a:pt x="51" y="144"/>
                  <a:pt x="56" y="141"/>
                </a:cubicBezTo>
                <a:cubicBezTo>
                  <a:pt x="58" y="143"/>
                  <a:pt x="59" y="146"/>
                  <a:pt x="61" y="149"/>
                </a:cubicBezTo>
                <a:cubicBezTo>
                  <a:pt x="63" y="153"/>
                  <a:pt x="66" y="157"/>
                  <a:pt x="69" y="161"/>
                </a:cubicBezTo>
                <a:cubicBezTo>
                  <a:pt x="58" y="168"/>
                  <a:pt x="47" y="177"/>
                  <a:pt x="36" y="186"/>
                </a:cubicBezTo>
                <a:cubicBezTo>
                  <a:pt x="25" y="195"/>
                  <a:pt x="15" y="205"/>
                  <a:pt x="5" y="216"/>
                </a:cubicBezTo>
                <a:cubicBezTo>
                  <a:pt x="3" y="213"/>
                  <a:pt x="1" y="211"/>
                  <a:pt x="0" y="208"/>
                </a:cubicBezTo>
                <a:lnTo>
                  <a:pt x="0" y="231"/>
                </a:lnTo>
                <a:cubicBezTo>
                  <a:pt x="1" y="230"/>
                  <a:pt x="3" y="228"/>
                  <a:pt x="4" y="227"/>
                </a:cubicBezTo>
                <a:cubicBezTo>
                  <a:pt x="8" y="233"/>
                  <a:pt x="13" y="240"/>
                  <a:pt x="20" y="248"/>
                </a:cubicBezTo>
                <a:cubicBezTo>
                  <a:pt x="26" y="255"/>
                  <a:pt x="34" y="264"/>
                  <a:pt x="43" y="272"/>
                </a:cubicBezTo>
                <a:cubicBezTo>
                  <a:pt x="42" y="274"/>
                  <a:pt x="40" y="276"/>
                  <a:pt x="39" y="279"/>
                </a:cubicBezTo>
                <a:cubicBezTo>
                  <a:pt x="37" y="281"/>
                  <a:pt x="36" y="283"/>
                  <a:pt x="34" y="285"/>
                </a:cubicBezTo>
                <a:close/>
                <a:moveTo>
                  <a:pt x="106" y="313"/>
                </a:moveTo>
                <a:cubicBezTo>
                  <a:pt x="95" y="306"/>
                  <a:pt x="85" y="298"/>
                  <a:pt x="76" y="292"/>
                </a:cubicBezTo>
                <a:cubicBezTo>
                  <a:pt x="67" y="285"/>
                  <a:pt x="59" y="278"/>
                  <a:pt x="52" y="271"/>
                </a:cubicBezTo>
                <a:cubicBezTo>
                  <a:pt x="56" y="264"/>
                  <a:pt x="61" y="257"/>
                  <a:pt x="67" y="251"/>
                </a:cubicBezTo>
                <a:cubicBezTo>
                  <a:pt x="72" y="245"/>
                  <a:pt x="77" y="239"/>
                  <a:pt x="83" y="231"/>
                </a:cubicBezTo>
                <a:lnTo>
                  <a:pt x="83" y="235"/>
                </a:lnTo>
                <a:lnTo>
                  <a:pt x="106" y="269"/>
                </a:lnTo>
                <a:cubicBezTo>
                  <a:pt x="107" y="275"/>
                  <a:pt x="107" y="279"/>
                  <a:pt x="106" y="284"/>
                </a:cubicBezTo>
                <a:cubicBezTo>
                  <a:pt x="105" y="288"/>
                  <a:pt x="106" y="292"/>
                  <a:pt x="109" y="297"/>
                </a:cubicBezTo>
                <a:cubicBezTo>
                  <a:pt x="110" y="298"/>
                  <a:pt x="111" y="298"/>
                  <a:pt x="111" y="299"/>
                </a:cubicBezTo>
                <a:cubicBezTo>
                  <a:pt x="112" y="299"/>
                  <a:pt x="112" y="299"/>
                  <a:pt x="112" y="300"/>
                </a:cubicBezTo>
                <a:cubicBezTo>
                  <a:pt x="112" y="302"/>
                  <a:pt x="110" y="304"/>
                  <a:pt x="109" y="307"/>
                </a:cubicBezTo>
                <a:cubicBezTo>
                  <a:pt x="108" y="309"/>
                  <a:pt x="107" y="311"/>
                  <a:pt x="106" y="313"/>
                </a:cubicBezTo>
                <a:close/>
                <a:moveTo>
                  <a:pt x="124" y="51"/>
                </a:moveTo>
                <a:cubicBezTo>
                  <a:pt x="129" y="51"/>
                  <a:pt x="134" y="53"/>
                  <a:pt x="139" y="54"/>
                </a:cubicBezTo>
                <a:cubicBezTo>
                  <a:pt x="144" y="55"/>
                  <a:pt x="149" y="57"/>
                  <a:pt x="154" y="59"/>
                </a:cubicBezTo>
                <a:cubicBezTo>
                  <a:pt x="152" y="61"/>
                  <a:pt x="150" y="63"/>
                  <a:pt x="149" y="66"/>
                </a:cubicBezTo>
                <a:cubicBezTo>
                  <a:pt x="147" y="69"/>
                  <a:pt x="145" y="72"/>
                  <a:pt x="144" y="75"/>
                </a:cubicBezTo>
                <a:cubicBezTo>
                  <a:pt x="143" y="77"/>
                  <a:pt x="143" y="79"/>
                  <a:pt x="143" y="81"/>
                </a:cubicBezTo>
                <a:cubicBezTo>
                  <a:pt x="142" y="82"/>
                  <a:pt x="142" y="84"/>
                  <a:pt x="141" y="86"/>
                </a:cubicBezTo>
                <a:cubicBezTo>
                  <a:pt x="138" y="86"/>
                  <a:pt x="135" y="87"/>
                  <a:pt x="132" y="87"/>
                </a:cubicBezTo>
                <a:cubicBezTo>
                  <a:pt x="129" y="87"/>
                  <a:pt x="126" y="87"/>
                  <a:pt x="123" y="88"/>
                </a:cubicBezTo>
                <a:cubicBezTo>
                  <a:pt x="125" y="81"/>
                  <a:pt x="127" y="74"/>
                  <a:pt x="127" y="67"/>
                </a:cubicBezTo>
                <a:cubicBezTo>
                  <a:pt x="127" y="59"/>
                  <a:pt x="126" y="54"/>
                  <a:pt x="124" y="51"/>
                </a:cubicBezTo>
                <a:close/>
                <a:moveTo>
                  <a:pt x="281" y="155"/>
                </a:moveTo>
                <a:cubicBezTo>
                  <a:pt x="276" y="146"/>
                  <a:pt x="272" y="138"/>
                  <a:pt x="268" y="132"/>
                </a:cubicBezTo>
                <a:cubicBezTo>
                  <a:pt x="269" y="131"/>
                  <a:pt x="270" y="130"/>
                  <a:pt x="271" y="129"/>
                </a:cubicBezTo>
                <a:cubicBezTo>
                  <a:pt x="272" y="128"/>
                  <a:pt x="273" y="128"/>
                  <a:pt x="273" y="127"/>
                </a:cubicBezTo>
                <a:cubicBezTo>
                  <a:pt x="280" y="132"/>
                  <a:pt x="288" y="138"/>
                  <a:pt x="297" y="146"/>
                </a:cubicBezTo>
                <a:cubicBezTo>
                  <a:pt x="305" y="154"/>
                  <a:pt x="314" y="162"/>
                  <a:pt x="322" y="173"/>
                </a:cubicBezTo>
                <a:cubicBezTo>
                  <a:pt x="318" y="176"/>
                  <a:pt x="314" y="178"/>
                  <a:pt x="310" y="181"/>
                </a:cubicBezTo>
                <a:cubicBezTo>
                  <a:pt x="305" y="183"/>
                  <a:pt x="300" y="185"/>
                  <a:pt x="295" y="186"/>
                </a:cubicBezTo>
                <a:cubicBezTo>
                  <a:pt x="290" y="174"/>
                  <a:pt x="286" y="164"/>
                  <a:pt x="281" y="155"/>
                </a:cubicBezTo>
                <a:close/>
                <a:moveTo>
                  <a:pt x="292" y="197"/>
                </a:moveTo>
                <a:lnTo>
                  <a:pt x="291" y="197"/>
                </a:lnTo>
                <a:cubicBezTo>
                  <a:pt x="288" y="197"/>
                  <a:pt x="285" y="197"/>
                  <a:pt x="282" y="197"/>
                </a:cubicBezTo>
                <a:cubicBezTo>
                  <a:pt x="279" y="196"/>
                  <a:pt x="276" y="196"/>
                  <a:pt x="274" y="195"/>
                </a:cubicBezTo>
                <a:cubicBezTo>
                  <a:pt x="277" y="195"/>
                  <a:pt x="280" y="195"/>
                  <a:pt x="282" y="195"/>
                </a:cubicBezTo>
                <a:cubicBezTo>
                  <a:pt x="285" y="194"/>
                  <a:pt x="288" y="194"/>
                  <a:pt x="291" y="193"/>
                </a:cubicBezTo>
                <a:lnTo>
                  <a:pt x="292" y="197"/>
                </a:lnTo>
                <a:close/>
                <a:moveTo>
                  <a:pt x="206" y="98"/>
                </a:moveTo>
                <a:cubicBezTo>
                  <a:pt x="206" y="97"/>
                  <a:pt x="206" y="95"/>
                  <a:pt x="206" y="95"/>
                </a:cubicBezTo>
                <a:cubicBezTo>
                  <a:pt x="211" y="95"/>
                  <a:pt x="215" y="96"/>
                  <a:pt x="218" y="96"/>
                </a:cubicBezTo>
                <a:cubicBezTo>
                  <a:pt x="222" y="97"/>
                  <a:pt x="225" y="97"/>
                  <a:pt x="227" y="98"/>
                </a:cubicBezTo>
                <a:cubicBezTo>
                  <a:pt x="225" y="98"/>
                  <a:pt x="222" y="99"/>
                  <a:pt x="218" y="100"/>
                </a:cubicBezTo>
                <a:cubicBezTo>
                  <a:pt x="215" y="100"/>
                  <a:pt x="211" y="101"/>
                  <a:pt x="206" y="102"/>
                </a:cubicBezTo>
                <a:cubicBezTo>
                  <a:pt x="206" y="101"/>
                  <a:pt x="206" y="99"/>
                  <a:pt x="206" y="98"/>
                </a:cubicBezTo>
                <a:close/>
                <a:moveTo>
                  <a:pt x="206" y="117"/>
                </a:moveTo>
                <a:cubicBezTo>
                  <a:pt x="201" y="121"/>
                  <a:pt x="195" y="125"/>
                  <a:pt x="188" y="130"/>
                </a:cubicBezTo>
                <a:cubicBezTo>
                  <a:pt x="182" y="134"/>
                  <a:pt x="175" y="140"/>
                  <a:pt x="167" y="145"/>
                </a:cubicBezTo>
                <a:cubicBezTo>
                  <a:pt x="164" y="142"/>
                  <a:pt x="162" y="138"/>
                  <a:pt x="159" y="135"/>
                </a:cubicBezTo>
                <a:cubicBezTo>
                  <a:pt x="157" y="132"/>
                  <a:pt x="155" y="128"/>
                  <a:pt x="153" y="125"/>
                </a:cubicBezTo>
                <a:cubicBezTo>
                  <a:pt x="163" y="121"/>
                  <a:pt x="171" y="118"/>
                  <a:pt x="180" y="116"/>
                </a:cubicBezTo>
                <a:cubicBezTo>
                  <a:pt x="188" y="113"/>
                  <a:pt x="195" y="111"/>
                  <a:pt x="202" y="109"/>
                </a:cubicBezTo>
                <a:cubicBezTo>
                  <a:pt x="203" y="111"/>
                  <a:pt x="203" y="113"/>
                  <a:pt x="204" y="114"/>
                </a:cubicBezTo>
                <a:cubicBezTo>
                  <a:pt x="205" y="115"/>
                  <a:pt x="206" y="116"/>
                  <a:pt x="206" y="117"/>
                </a:cubicBezTo>
                <a:close/>
                <a:moveTo>
                  <a:pt x="222" y="88"/>
                </a:moveTo>
                <a:cubicBezTo>
                  <a:pt x="225" y="90"/>
                  <a:pt x="227" y="91"/>
                  <a:pt x="229" y="92"/>
                </a:cubicBezTo>
                <a:lnTo>
                  <a:pt x="229" y="93"/>
                </a:lnTo>
                <a:cubicBezTo>
                  <a:pt x="227" y="92"/>
                  <a:pt x="224" y="91"/>
                  <a:pt x="220" y="90"/>
                </a:cubicBezTo>
                <a:cubicBezTo>
                  <a:pt x="217" y="90"/>
                  <a:pt x="212" y="89"/>
                  <a:pt x="207" y="89"/>
                </a:cubicBezTo>
                <a:lnTo>
                  <a:pt x="207" y="88"/>
                </a:lnTo>
                <a:lnTo>
                  <a:pt x="208" y="87"/>
                </a:lnTo>
                <a:cubicBezTo>
                  <a:pt x="209" y="86"/>
                  <a:pt x="209" y="85"/>
                  <a:pt x="210" y="85"/>
                </a:cubicBezTo>
                <a:cubicBezTo>
                  <a:pt x="210" y="84"/>
                  <a:pt x="210" y="83"/>
                  <a:pt x="211" y="82"/>
                </a:cubicBezTo>
                <a:cubicBezTo>
                  <a:pt x="215" y="84"/>
                  <a:pt x="218" y="86"/>
                  <a:pt x="222" y="88"/>
                </a:cubicBezTo>
                <a:close/>
                <a:moveTo>
                  <a:pt x="216" y="78"/>
                </a:moveTo>
                <a:cubicBezTo>
                  <a:pt x="218" y="76"/>
                  <a:pt x="220" y="75"/>
                  <a:pt x="223" y="74"/>
                </a:cubicBezTo>
                <a:cubicBezTo>
                  <a:pt x="225" y="73"/>
                  <a:pt x="228" y="72"/>
                  <a:pt x="230" y="72"/>
                </a:cubicBezTo>
                <a:cubicBezTo>
                  <a:pt x="231" y="75"/>
                  <a:pt x="232" y="77"/>
                  <a:pt x="233" y="79"/>
                </a:cubicBezTo>
                <a:cubicBezTo>
                  <a:pt x="234" y="81"/>
                  <a:pt x="235" y="84"/>
                  <a:pt x="235" y="86"/>
                </a:cubicBezTo>
                <a:lnTo>
                  <a:pt x="234" y="86"/>
                </a:lnTo>
                <a:lnTo>
                  <a:pt x="233" y="87"/>
                </a:lnTo>
                <a:cubicBezTo>
                  <a:pt x="231" y="86"/>
                  <a:pt x="229" y="84"/>
                  <a:pt x="226" y="83"/>
                </a:cubicBezTo>
                <a:cubicBezTo>
                  <a:pt x="222" y="81"/>
                  <a:pt x="219" y="80"/>
                  <a:pt x="216" y="78"/>
                </a:cubicBezTo>
                <a:close/>
                <a:moveTo>
                  <a:pt x="219" y="106"/>
                </a:moveTo>
                <a:cubicBezTo>
                  <a:pt x="222" y="106"/>
                  <a:pt x="225" y="105"/>
                  <a:pt x="227" y="105"/>
                </a:cubicBezTo>
                <a:cubicBezTo>
                  <a:pt x="225" y="105"/>
                  <a:pt x="223" y="107"/>
                  <a:pt x="220" y="108"/>
                </a:cubicBezTo>
                <a:cubicBezTo>
                  <a:pt x="218" y="110"/>
                  <a:pt x="215" y="112"/>
                  <a:pt x="212" y="114"/>
                </a:cubicBezTo>
                <a:cubicBezTo>
                  <a:pt x="211" y="113"/>
                  <a:pt x="211" y="112"/>
                  <a:pt x="210" y="111"/>
                </a:cubicBezTo>
                <a:cubicBezTo>
                  <a:pt x="209" y="110"/>
                  <a:pt x="209" y="109"/>
                  <a:pt x="208" y="108"/>
                </a:cubicBezTo>
                <a:cubicBezTo>
                  <a:pt x="212" y="107"/>
                  <a:pt x="216" y="106"/>
                  <a:pt x="219" y="106"/>
                </a:cubicBezTo>
                <a:close/>
                <a:moveTo>
                  <a:pt x="225" y="113"/>
                </a:moveTo>
                <a:cubicBezTo>
                  <a:pt x="228" y="111"/>
                  <a:pt x="230" y="110"/>
                  <a:pt x="232" y="109"/>
                </a:cubicBezTo>
                <a:cubicBezTo>
                  <a:pt x="231" y="110"/>
                  <a:pt x="229" y="113"/>
                  <a:pt x="227" y="115"/>
                </a:cubicBezTo>
                <a:cubicBezTo>
                  <a:pt x="225" y="117"/>
                  <a:pt x="223" y="120"/>
                  <a:pt x="221" y="123"/>
                </a:cubicBezTo>
                <a:cubicBezTo>
                  <a:pt x="220" y="122"/>
                  <a:pt x="219" y="122"/>
                  <a:pt x="218" y="121"/>
                </a:cubicBezTo>
                <a:cubicBezTo>
                  <a:pt x="217" y="120"/>
                  <a:pt x="216" y="120"/>
                  <a:pt x="216" y="119"/>
                </a:cubicBezTo>
                <a:cubicBezTo>
                  <a:pt x="219" y="117"/>
                  <a:pt x="222" y="115"/>
                  <a:pt x="225" y="113"/>
                </a:cubicBezTo>
                <a:close/>
                <a:moveTo>
                  <a:pt x="231" y="121"/>
                </a:moveTo>
                <a:cubicBezTo>
                  <a:pt x="232" y="119"/>
                  <a:pt x="233" y="117"/>
                  <a:pt x="234" y="116"/>
                </a:cubicBezTo>
                <a:lnTo>
                  <a:pt x="232" y="129"/>
                </a:lnTo>
                <a:cubicBezTo>
                  <a:pt x="231" y="129"/>
                  <a:pt x="231" y="129"/>
                  <a:pt x="230" y="129"/>
                </a:cubicBezTo>
                <a:lnTo>
                  <a:pt x="229" y="128"/>
                </a:lnTo>
                <a:cubicBezTo>
                  <a:pt x="228" y="128"/>
                  <a:pt x="228" y="128"/>
                  <a:pt x="228" y="128"/>
                </a:cubicBezTo>
                <a:cubicBezTo>
                  <a:pt x="227" y="127"/>
                  <a:pt x="227" y="127"/>
                  <a:pt x="226" y="127"/>
                </a:cubicBezTo>
                <a:cubicBezTo>
                  <a:pt x="228" y="124"/>
                  <a:pt x="230" y="122"/>
                  <a:pt x="231" y="121"/>
                </a:cubicBezTo>
                <a:close/>
                <a:moveTo>
                  <a:pt x="236" y="137"/>
                </a:moveTo>
                <a:cubicBezTo>
                  <a:pt x="239" y="138"/>
                  <a:pt x="241" y="138"/>
                  <a:pt x="243" y="138"/>
                </a:cubicBezTo>
                <a:cubicBezTo>
                  <a:pt x="245" y="138"/>
                  <a:pt x="247" y="138"/>
                  <a:pt x="248" y="138"/>
                </a:cubicBezTo>
                <a:cubicBezTo>
                  <a:pt x="250" y="145"/>
                  <a:pt x="252" y="152"/>
                  <a:pt x="254" y="161"/>
                </a:cubicBezTo>
                <a:cubicBezTo>
                  <a:pt x="256" y="170"/>
                  <a:pt x="258" y="179"/>
                  <a:pt x="260" y="189"/>
                </a:cubicBezTo>
                <a:cubicBezTo>
                  <a:pt x="254" y="189"/>
                  <a:pt x="249" y="188"/>
                  <a:pt x="243" y="187"/>
                </a:cubicBezTo>
                <a:cubicBezTo>
                  <a:pt x="238" y="186"/>
                  <a:pt x="232" y="185"/>
                  <a:pt x="226" y="183"/>
                </a:cubicBezTo>
                <a:lnTo>
                  <a:pt x="236" y="137"/>
                </a:lnTo>
                <a:close/>
                <a:moveTo>
                  <a:pt x="242" y="85"/>
                </a:moveTo>
                <a:lnTo>
                  <a:pt x="241" y="85"/>
                </a:lnTo>
                <a:cubicBezTo>
                  <a:pt x="241" y="83"/>
                  <a:pt x="240" y="81"/>
                  <a:pt x="239" y="79"/>
                </a:cubicBezTo>
                <a:cubicBezTo>
                  <a:pt x="239" y="77"/>
                  <a:pt x="238" y="75"/>
                  <a:pt x="237" y="72"/>
                </a:cubicBezTo>
                <a:cubicBezTo>
                  <a:pt x="238" y="72"/>
                  <a:pt x="240" y="72"/>
                  <a:pt x="241" y="72"/>
                </a:cubicBezTo>
                <a:cubicBezTo>
                  <a:pt x="242" y="72"/>
                  <a:pt x="243" y="73"/>
                  <a:pt x="244" y="73"/>
                </a:cubicBezTo>
                <a:lnTo>
                  <a:pt x="242" y="85"/>
                </a:lnTo>
                <a:close/>
                <a:moveTo>
                  <a:pt x="246" y="132"/>
                </a:moveTo>
                <a:cubicBezTo>
                  <a:pt x="245" y="132"/>
                  <a:pt x="244" y="132"/>
                  <a:pt x="242" y="132"/>
                </a:cubicBezTo>
                <a:cubicBezTo>
                  <a:pt x="240" y="131"/>
                  <a:pt x="239" y="131"/>
                  <a:pt x="238" y="131"/>
                </a:cubicBezTo>
                <a:lnTo>
                  <a:pt x="241" y="115"/>
                </a:lnTo>
                <a:cubicBezTo>
                  <a:pt x="242" y="117"/>
                  <a:pt x="243" y="119"/>
                  <a:pt x="244" y="122"/>
                </a:cubicBezTo>
                <a:cubicBezTo>
                  <a:pt x="245" y="125"/>
                  <a:pt x="245" y="128"/>
                  <a:pt x="246" y="132"/>
                </a:cubicBezTo>
                <a:close/>
                <a:moveTo>
                  <a:pt x="253" y="131"/>
                </a:moveTo>
                <a:cubicBezTo>
                  <a:pt x="252" y="127"/>
                  <a:pt x="251" y="124"/>
                  <a:pt x="250" y="121"/>
                </a:cubicBezTo>
                <a:cubicBezTo>
                  <a:pt x="249" y="118"/>
                  <a:pt x="248" y="115"/>
                  <a:pt x="247" y="113"/>
                </a:cubicBezTo>
                <a:cubicBezTo>
                  <a:pt x="248" y="114"/>
                  <a:pt x="250" y="117"/>
                  <a:pt x="252" y="120"/>
                </a:cubicBezTo>
                <a:cubicBezTo>
                  <a:pt x="254" y="123"/>
                  <a:pt x="256" y="126"/>
                  <a:pt x="259" y="129"/>
                </a:cubicBezTo>
                <a:lnTo>
                  <a:pt x="258" y="129"/>
                </a:lnTo>
                <a:cubicBezTo>
                  <a:pt x="258" y="130"/>
                  <a:pt x="257" y="130"/>
                  <a:pt x="256" y="130"/>
                </a:cubicBezTo>
                <a:cubicBezTo>
                  <a:pt x="255" y="131"/>
                  <a:pt x="254" y="131"/>
                  <a:pt x="253" y="131"/>
                </a:cubicBezTo>
                <a:close/>
                <a:moveTo>
                  <a:pt x="255" y="113"/>
                </a:moveTo>
                <a:cubicBezTo>
                  <a:pt x="257" y="115"/>
                  <a:pt x="259" y="116"/>
                  <a:pt x="262" y="118"/>
                </a:cubicBezTo>
                <a:cubicBezTo>
                  <a:pt x="264" y="119"/>
                  <a:pt x="266" y="121"/>
                  <a:pt x="268" y="123"/>
                </a:cubicBezTo>
                <a:lnTo>
                  <a:pt x="267" y="124"/>
                </a:lnTo>
                <a:cubicBezTo>
                  <a:pt x="266" y="125"/>
                  <a:pt x="265" y="126"/>
                  <a:pt x="264" y="127"/>
                </a:cubicBezTo>
                <a:cubicBezTo>
                  <a:pt x="263" y="124"/>
                  <a:pt x="261" y="122"/>
                  <a:pt x="259" y="119"/>
                </a:cubicBezTo>
                <a:cubicBezTo>
                  <a:pt x="258" y="117"/>
                  <a:pt x="256" y="115"/>
                  <a:pt x="255" y="113"/>
                </a:cubicBezTo>
                <a:close/>
                <a:moveTo>
                  <a:pt x="254" y="105"/>
                </a:moveTo>
                <a:cubicBezTo>
                  <a:pt x="257" y="106"/>
                  <a:pt x="259" y="106"/>
                  <a:pt x="263" y="107"/>
                </a:cubicBezTo>
                <a:cubicBezTo>
                  <a:pt x="267" y="108"/>
                  <a:pt x="270" y="109"/>
                  <a:pt x="274" y="110"/>
                </a:cubicBezTo>
                <a:cubicBezTo>
                  <a:pt x="274" y="111"/>
                  <a:pt x="274" y="112"/>
                  <a:pt x="274" y="113"/>
                </a:cubicBezTo>
                <a:cubicBezTo>
                  <a:pt x="274" y="114"/>
                  <a:pt x="274" y="115"/>
                  <a:pt x="273" y="116"/>
                </a:cubicBezTo>
                <a:lnTo>
                  <a:pt x="273" y="117"/>
                </a:lnTo>
                <a:lnTo>
                  <a:pt x="272" y="118"/>
                </a:lnTo>
                <a:cubicBezTo>
                  <a:pt x="269" y="115"/>
                  <a:pt x="266" y="113"/>
                  <a:pt x="262" y="111"/>
                </a:cubicBezTo>
                <a:cubicBezTo>
                  <a:pt x="259" y="109"/>
                  <a:pt x="257" y="107"/>
                  <a:pt x="254" y="105"/>
                </a:cubicBezTo>
                <a:close/>
                <a:moveTo>
                  <a:pt x="274" y="103"/>
                </a:moveTo>
                <a:cubicBezTo>
                  <a:pt x="272" y="102"/>
                  <a:pt x="269" y="102"/>
                  <a:pt x="267" y="101"/>
                </a:cubicBezTo>
                <a:cubicBezTo>
                  <a:pt x="265" y="101"/>
                  <a:pt x="263" y="100"/>
                  <a:pt x="261" y="100"/>
                </a:cubicBezTo>
                <a:lnTo>
                  <a:pt x="274" y="100"/>
                </a:lnTo>
                <a:lnTo>
                  <a:pt x="274" y="101"/>
                </a:lnTo>
                <a:cubicBezTo>
                  <a:pt x="274" y="102"/>
                  <a:pt x="274" y="102"/>
                  <a:pt x="274" y="103"/>
                </a:cubicBezTo>
                <a:close/>
                <a:moveTo>
                  <a:pt x="261" y="94"/>
                </a:moveTo>
                <a:cubicBezTo>
                  <a:pt x="258" y="94"/>
                  <a:pt x="255" y="94"/>
                  <a:pt x="252" y="95"/>
                </a:cubicBezTo>
                <a:cubicBezTo>
                  <a:pt x="252" y="94"/>
                  <a:pt x="252" y="94"/>
                  <a:pt x="252" y="94"/>
                </a:cubicBezTo>
                <a:cubicBezTo>
                  <a:pt x="252" y="93"/>
                  <a:pt x="252" y="93"/>
                  <a:pt x="252" y="93"/>
                </a:cubicBezTo>
                <a:cubicBezTo>
                  <a:pt x="253" y="91"/>
                  <a:pt x="255" y="90"/>
                  <a:pt x="257" y="88"/>
                </a:cubicBezTo>
                <a:cubicBezTo>
                  <a:pt x="259" y="86"/>
                  <a:pt x="261" y="84"/>
                  <a:pt x="264" y="83"/>
                </a:cubicBezTo>
                <a:cubicBezTo>
                  <a:pt x="266" y="84"/>
                  <a:pt x="267" y="86"/>
                  <a:pt x="268" y="88"/>
                </a:cubicBezTo>
                <a:cubicBezTo>
                  <a:pt x="270" y="89"/>
                  <a:pt x="271" y="91"/>
                  <a:pt x="272" y="93"/>
                </a:cubicBezTo>
                <a:cubicBezTo>
                  <a:pt x="268" y="93"/>
                  <a:pt x="264" y="93"/>
                  <a:pt x="261" y="94"/>
                </a:cubicBezTo>
                <a:close/>
                <a:moveTo>
                  <a:pt x="252" y="84"/>
                </a:moveTo>
                <a:cubicBezTo>
                  <a:pt x="251" y="85"/>
                  <a:pt x="249" y="87"/>
                  <a:pt x="248" y="88"/>
                </a:cubicBezTo>
                <a:lnTo>
                  <a:pt x="250" y="75"/>
                </a:lnTo>
                <a:cubicBezTo>
                  <a:pt x="251" y="75"/>
                  <a:pt x="251" y="75"/>
                  <a:pt x="251" y="75"/>
                </a:cubicBezTo>
                <a:cubicBezTo>
                  <a:pt x="252" y="75"/>
                  <a:pt x="252" y="75"/>
                  <a:pt x="252" y="75"/>
                </a:cubicBezTo>
                <a:cubicBezTo>
                  <a:pt x="253" y="76"/>
                  <a:pt x="254" y="76"/>
                  <a:pt x="255" y="77"/>
                </a:cubicBezTo>
                <a:cubicBezTo>
                  <a:pt x="256" y="77"/>
                  <a:pt x="258" y="78"/>
                  <a:pt x="258" y="79"/>
                </a:cubicBezTo>
                <a:cubicBezTo>
                  <a:pt x="256" y="80"/>
                  <a:pt x="254" y="82"/>
                  <a:pt x="252" y="84"/>
                </a:cubicBezTo>
                <a:close/>
                <a:moveTo>
                  <a:pt x="246" y="67"/>
                </a:moveTo>
                <a:cubicBezTo>
                  <a:pt x="244" y="66"/>
                  <a:pt x="242" y="66"/>
                  <a:pt x="240" y="66"/>
                </a:cubicBezTo>
                <a:cubicBezTo>
                  <a:pt x="239" y="65"/>
                  <a:pt x="236" y="65"/>
                  <a:pt x="234" y="65"/>
                </a:cubicBezTo>
                <a:cubicBezTo>
                  <a:pt x="232" y="61"/>
                  <a:pt x="230" y="56"/>
                  <a:pt x="227" y="51"/>
                </a:cubicBezTo>
                <a:cubicBezTo>
                  <a:pt x="224" y="46"/>
                  <a:pt x="220" y="41"/>
                  <a:pt x="215" y="35"/>
                </a:cubicBezTo>
                <a:cubicBezTo>
                  <a:pt x="221" y="34"/>
                  <a:pt x="227" y="34"/>
                  <a:pt x="233" y="35"/>
                </a:cubicBezTo>
                <a:cubicBezTo>
                  <a:pt x="239" y="35"/>
                  <a:pt x="245" y="36"/>
                  <a:pt x="252" y="37"/>
                </a:cubicBezTo>
                <a:lnTo>
                  <a:pt x="246" y="67"/>
                </a:lnTo>
                <a:close/>
                <a:moveTo>
                  <a:pt x="220" y="52"/>
                </a:moveTo>
                <a:cubicBezTo>
                  <a:pt x="223" y="57"/>
                  <a:pt x="225" y="62"/>
                  <a:pt x="228" y="66"/>
                </a:cubicBezTo>
                <a:cubicBezTo>
                  <a:pt x="224" y="66"/>
                  <a:pt x="221" y="67"/>
                  <a:pt x="218" y="69"/>
                </a:cubicBezTo>
                <a:cubicBezTo>
                  <a:pt x="215" y="70"/>
                  <a:pt x="212" y="72"/>
                  <a:pt x="210" y="75"/>
                </a:cubicBezTo>
                <a:cubicBezTo>
                  <a:pt x="204" y="71"/>
                  <a:pt x="197" y="68"/>
                  <a:pt x="189" y="65"/>
                </a:cubicBezTo>
                <a:cubicBezTo>
                  <a:pt x="182" y="62"/>
                  <a:pt x="174" y="59"/>
                  <a:pt x="165" y="56"/>
                </a:cubicBezTo>
                <a:cubicBezTo>
                  <a:pt x="170" y="51"/>
                  <a:pt x="176" y="47"/>
                  <a:pt x="184" y="44"/>
                </a:cubicBezTo>
                <a:cubicBezTo>
                  <a:pt x="191" y="40"/>
                  <a:pt x="199" y="38"/>
                  <a:pt x="207" y="36"/>
                </a:cubicBezTo>
                <a:cubicBezTo>
                  <a:pt x="212" y="42"/>
                  <a:pt x="216" y="47"/>
                  <a:pt x="220" y="52"/>
                </a:cubicBezTo>
                <a:close/>
                <a:moveTo>
                  <a:pt x="185" y="70"/>
                </a:moveTo>
                <a:cubicBezTo>
                  <a:pt x="192" y="73"/>
                  <a:pt x="199" y="76"/>
                  <a:pt x="206" y="79"/>
                </a:cubicBezTo>
                <a:cubicBezTo>
                  <a:pt x="205" y="80"/>
                  <a:pt x="204" y="81"/>
                  <a:pt x="204" y="82"/>
                </a:cubicBezTo>
                <a:cubicBezTo>
                  <a:pt x="203" y="83"/>
                  <a:pt x="203" y="84"/>
                  <a:pt x="202" y="85"/>
                </a:cubicBezTo>
                <a:cubicBezTo>
                  <a:pt x="202" y="85"/>
                  <a:pt x="201" y="85"/>
                  <a:pt x="201" y="86"/>
                </a:cubicBezTo>
                <a:lnTo>
                  <a:pt x="201" y="87"/>
                </a:lnTo>
                <a:cubicBezTo>
                  <a:pt x="194" y="86"/>
                  <a:pt x="186" y="86"/>
                  <a:pt x="177" y="85"/>
                </a:cubicBezTo>
                <a:cubicBezTo>
                  <a:pt x="168" y="85"/>
                  <a:pt x="158" y="85"/>
                  <a:pt x="148" y="86"/>
                </a:cubicBezTo>
                <a:cubicBezTo>
                  <a:pt x="148" y="85"/>
                  <a:pt x="148" y="83"/>
                  <a:pt x="149" y="82"/>
                </a:cubicBezTo>
                <a:cubicBezTo>
                  <a:pt x="149" y="80"/>
                  <a:pt x="150" y="79"/>
                  <a:pt x="150" y="77"/>
                </a:cubicBezTo>
                <a:cubicBezTo>
                  <a:pt x="151" y="74"/>
                  <a:pt x="152" y="71"/>
                  <a:pt x="154" y="68"/>
                </a:cubicBezTo>
                <a:cubicBezTo>
                  <a:pt x="156" y="65"/>
                  <a:pt x="158" y="63"/>
                  <a:pt x="160" y="61"/>
                </a:cubicBezTo>
                <a:cubicBezTo>
                  <a:pt x="169" y="64"/>
                  <a:pt x="177" y="67"/>
                  <a:pt x="185" y="70"/>
                </a:cubicBezTo>
                <a:close/>
                <a:moveTo>
                  <a:pt x="147" y="92"/>
                </a:moveTo>
                <a:cubicBezTo>
                  <a:pt x="157" y="91"/>
                  <a:pt x="167" y="91"/>
                  <a:pt x="176" y="91"/>
                </a:cubicBezTo>
                <a:cubicBezTo>
                  <a:pt x="185" y="92"/>
                  <a:pt x="193" y="92"/>
                  <a:pt x="200" y="93"/>
                </a:cubicBezTo>
                <a:cubicBezTo>
                  <a:pt x="200" y="95"/>
                  <a:pt x="199" y="97"/>
                  <a:pt x="199" y="98"/>
                </a:cubicBezTo>
                <a:cubicBezTo>
                  <a:pt x="199" y="100"/>
                  <a:pt x="200" y="102"/>
                  <a:pt x="200" y="103"/>
                </a:cubicBezTo>
                <a:cubicBezTo>
                  <a:pt x="193" y="105"/>
                  <a:pt x="186" y="107"/>
                  <a:pt x="178" y="110"/>
                </a:cubicBezTo>
                <a:cubicBezTo>
                  <a:pt x="169" y="112"/>
                  <a:pt x="161" y="115"/>
                  <a:pt x="151" y="119"/>
                </a:cubicBezTo>
                <a:cubicBezTo>
                  <a:pt x="150" y="114"/>
                  <a:pt x="148" y="110"/>
                  <a:pt x="147" y="105"/>
                </a:cubicBezTo>
                <a:cubicBezTo>
                  <a:pt x="146" y="101"/>
                  <a:pt x="146" y="96"/>
                  <a:pt x="147" y="92"/>
                </a:cubicBezTo>
                <a:close/>
                <a:moveTo>
                  <a:pt x="147" y="127"/>
                </a:moveTo>
                <a:lnTo>
                  <a:pt x="148" y="127"/>
                </a:lnTo>
                <a:cubicBezTo>
                  <a:pt x="150" y="131"/>
                  <a:pt x="152" y="135"/>
                  <a:pt x="154" y="139"/>
                </a:cubicBezTo>
                <a:cubicBezTo>
                  <a:pt x="157" y="142"/>
                  <a:pt x="160" y="146"/>
                  <a:pt x="163" y="149"/>
                </a:cubicBezTo>
                <a:cubicBezTo>
                  <a:pt x="155" y="155"/>
                  <a:pt x="147" y="161"/>
                  <a:pt x="140" y="168"/>
                </a:cubicBezTo>
                <a:cubicBezTo>
                  <a:pt x="132" y="175"/>
                  <a:pt x="124" y="182"/>
                  <a:pt x="115" y="189"/>
                </a:cubicBezTo>
                <a:cubicBezTo>
                  <a:pt x="114" y="190"/>
                  <a:pt x="112" y="190"/>
                  <a:pt x="111" y="190"/>
                </a:cubicBezTo>
                <a:cubicBezTo>
                  <a:pt x="110" y="191"/>
                  <a:pt x="108" y="191"/>
                  <a:pt x="107" y="192"/>
                </a:cubicBezTo>
                <a:cubicBezTo>
                  <a:pt x="106" y="193"/>
                  <a:pt x="105" y="193"/>
                  <a:pt x="105" y="194"/>
                </a:cubicBezTo>
                <a:cubicBezTo>
                  <a:pt x="104" y="194"/>
                  <a:pt x="103" y="195"/>
                  <a:pt x="102" y="196"/>
                </a:cubicBezTo>
                <a:cubicBezTo>
                  <a:pt x="98" y="190"/>
                  <a:pt x="93" y="184"/>
                  <a:pt x="89" y="179"/>
                </a:cubicBezTo>
                <a:cubicBezTo>
                  <a:pt x="84" y="173"/>
                  <a:pt x="81" y="168"/>
                  <a:pt x="77" y="163"/>
                </a:cubicBezTo>
                <a:cubicBezTo>
                  <a:pt x="89" y="155"/>
                  <a:pt x="102" y="148"/>
                  <a:pt x="113" y="142"/>
                </a:cubicBezTo>
                <a:cubicBezTo>
                  <a:pt x="125" y="136"/>
                  <a:pt x="137" y="131"/>
                  <a:pt x="147" y="127"/>
                </a:cubicBezTo>
                <a:close/>
                <a:moveTo>
                  <a:pt x="136" y="331"/>
                </a:moveTo>
                <a:cubicBezTo>
                  <a:pt x="131" y="328"/>
                  <a:pt x="127" y="326"/>
                  <a:pt x="123" y="324"/>
                </a:cubicBezTo>
                <a:cubicBezTo>
                  <a:pt x="119" y="321"/>
                  <a:pt x="115" y="319"/>
                  <a:pt x="111" y="317"/>
                </a:cubicBezTo>
                <a:cubicBezTo>
                  <a:pt x="112" y="314"/>
                  <a:pt x="114" y="311"/>
                  <a:pt x="115" y="309"/>
                </a:cubicBezTo>
                <a:cubicBezTo>
                  <a:pt x="116" y="306"/>
                  <a:pt x="118" y="303"/>
                  <a:pt x="119" y="301"/>
                </a:cubicBezTo>
                <a:cubicBezTo>
                  <a:pt x="121" y="300"/>
                  <a:pt x="123" y="300"/>
                  <a:pt x="126" y="299"/>
                </a:cubicBezTo>
                <a:cubicBezTo>
                  <a:pt x="128" y="299"/>
                  <a:pt x="129" y="300"/>
                  <a:pt x="131" y="302"/>
                </a:cubicBezTo>
                <a:cubicBezTo>
                  <a:pt x="135" y="308"/>
                  <a:pt x="137" y="313"/>
                  <a:pt x="138" y="318"/>
                </a:cubicBezTo>
                <a:cubicBezTo>
                  <a:pt x="138" y="322"/>
                  <a:pt x="138" y="327"/>
                  <a:pt x="136" y="331"/>
                </a:cubicBezTo>
                <a:close/>
                <a:moveTo>
                  <a:pt x="180" y="167"/>
                </a:moveTo>
                <a:cubicBezTo>
                  <a:pt x="172" y="174"/>
                  <a:pt x="165" y="178"/>
                  <a:pt x="161" y="182"/>
                </a:cubicBezTo>
                <a:cubicBezTo>
                  <a:pt x="157" y="186"/>
                  <a:pt x="153" y="188"/>
                  <a:pt x="148" y="189"/>
                </a:cubicBezTo>
                <a:cubicBezTo>
                  <a:pt x="147" y="188"/>
                  <a:pt x="147" y="187"/>
                  <a:pt x="145" y="186"/>
                </a:cubicBezTo>
                <a:cubicBezTo>
                  <a:pt x="144" y="186"/>
                  <a:pt x="143" y="185"/>
                  <a:pt x="141" y="185"/>
                </a:cubicBezTo>
                <a:cubicBezTo>
                  <a:pt x="140" y="186"/>
                  <a:pt x="139" y="188"/>
                  <a:pt x="138" y="188"/>
                </a:cubicBezTo>
                <a:cubicBezTo>
                  <a:pt x="137" y="188"/>
                  <a:pt x="136" y="188"/>
                  <a:pt x="135" y="189"/>
                </a:cubicBezTo>
                <a:cubicBezTo>
                  <a:pt x="134" y="190"/>
                  <a:pt x="132" y="190"/>
                  <a:pt x="130" y="190"/>
                </a:cubicBezTo>
                <a:cubicBezTo>
                  <a:pt x="128" y="191"/>
                  <a:pt x="126" y="191"/>
                  <a:pt x="124" y="190"/>
                </a:cubicBezTo>
                <a:cubicBezTo>
                  <a:pt x="131" y="183"/>
                  <a:pt x="139" y="177"/>
                  <a:pt x="146" y="171"/>
                </a:cubicBezTo>
                <a:cubicBezTo>
                  <a:pt x="153" y="165"/>
                  <a:pt x="160" y="159"/>
                  <a:pt x="167" y="154"/>
                </a:cubicBezTo>
                <a:cubicBezTo>
                  <a:pt x="169" y="156"/>
                  <a:pt x="171" y="158"/>
                  <a:pt x="174" y="161"/>
                </a:cubicBezTo>
                <a:cubicBezTo>
                  <a:pt x="177" y="163"/>
                  <a:pt x="179" y="165"/>
                  <a:pt x="182" y="167"/>
                </a:cubicBezTo>
                <a:lnTo>
                  <a:pt x="180" y="167"/>
                </a:lnTo>
                <a:close/>
                <a:moveTo>
                  <a:pt x="181" y="159"/>
                </a:moveTo>
                <a:cubicBezTo>
                  <a:pt x="178" y="156"/>
                  <a:pt x="174" y="153"/>
                  <a:pt x="171" y="150"/>
                </a:cubicBezTo>
                <a:cubicBezTo>
                  <a:pt x="179" y="144"/>
                  <a:pt x="186" y="139"/>
                  <a:pt x="192" y="135"/>
                </a:cubicBezTo>
                <a:cubicBezTo>
                  <a:pt x="199" y="130"/>
                  <a:pt x="205" y="126"/>
                  <a:pt x="210" y="123"/>
                </a:cubicBezTo>
                <a:cubicBezTo>
                  <a:pt x="211" y="124"/>
                  <a:pt x="212" y="125"/>
                  <a:pt x="214" y="126"/>
                </a:cubicBezTo>
                <a:cubicBezTo>
                  <a:pt x="215" y="127"/>
                  <a:pt x="216" y="128"/>
                  <a:pt x="217" y="129"/>
                </a:cubicBezTo>
                <a:cubicBezTo>
                  <a:pt x="213" y="134"/>
                  <a:pt x="209" y="139"/>
                  <a:pt x="205" y="145"/>
                </a:cubicBezTo>
                <a:cubicBezTo>
                  <a:pt x="200" y="152"/>
                  <a:pt x="196" y="158"/>
                  <a:pt x="191" y="166"/>
                </a:cubicBezTo>
                <a:cubicBezTo>
                  <a:pt x="187" y="164"/>
                  <a:pt x="184" y="161"/>
                  <a:pt x="181" y="159"/>
                </a:cubicBezTo>
                <a:close/>
                <a:moveTo>
                  <a:pt x="196" y="169"/>
                </a:moveTo>
                <a:cubicBezTo>
                  <a:pt x="201" y="162"/>
                  <a:pt x="206" y="155"/>
                  <a:pt x="210" y="149"/>
                </a:cubicBezTo>
                <a:cubicBezTo>
                  <a:pt x="215" y="142"/>
                  <a:pt x="219" y="137"/>
                  <a:pt x="222" y="132"/>
                </a:cubicBezTo>
                <a:cubicBezTo>
                  <a:pt x="223" y="132"/>
                  <a:pt x="224" y="133"/>
                  <a:pt x="225" y="133"/>
                </a:cubicBezTo>
                <a:lnTo>
                  <a:pt x="226" y="134"/>
                </a:lnTo>
                <a:cubicBezTo>
                  <a:pt x="227" y="134"/>
                  <a:pt x="228" y="135"/>
                  <a:pt x="229" y="135"/>
                </a:cubicBezTo>
                <a:lnTo>
                  <a:pt x="230" y="135"/>
                </a:lnTo>
                <a:lnTo>
                  <a:pt x="220" y="181"/>
                </a:lnTo>
                <a:cubicBezTo>
                  <a:pt x="216" y="180"/>
                  <a:pt x="212" y="178"/>
                  <a:pt x="207" y="176"/>
                </a:cubicBezTo>
                <a:cubicBezTo>
                  <a:pt x="203" y="174"/>
                  <a:pt x="200" y="172"/>
                  <a:pt x="196" y="169"/>
                </a:cubicBezTo>
                <a:close/>
                <a:moveTo>
                  <a:pt x="260" y="198"/>
                </a:moveTo>
                <a:cubicBezTo>
                  <a:pt x="259" y="198"/>
                  <a:pt x="259" y="198"/>
                  <a:pt x="258" y="199"/>
                </a:cubicBezTo>
                <a:cubicBezTo>
                  <a:pt x="253" y="202"/>
                  <a:pt x="249" y="206"/>
                  <a:pt x="247" y="211"/>
                </a:cubicBezTo>
                <a:cubicBezTo>
                  <a:pt x="245" y="216"/>
                  <a:pt x="242" y="220"/>
                  <a:pt x="237" y="223"/>
                </a:cubicBezTo>
                <a:cubicBezTo>
                  <a:pt x="236" y="224"/>
                  <a:pt x="234" y="225"/>
                  <a:pt x="232" y="224"/>
                </a:cubicBezTo>
                <a:cubicBezTo>
                  <a:pt x="230" y="224"/>
                  <a:pt x="228" y="224"/>
                  <a:pt x="226" y="224"/>
                </a:cubicBezTo>
                <a:cubicBezTo>
                  <a:pt x="224" y="224"/>
                  <a:pt x="222" y="222"/>
                  <a:pt x="218" y="219"/>
                </a:cubicBezTo>
                <a:lnTo>
                  <a:pt x="225" y="189"/>
                </a:lnTo>
                <a:cubicBezTo>
                  <a:pt x="231" y="191"/>
                  <a:pt x="237" y="193"/>
                  <a:pt x="243" y="194"/>
                </a:cubicBezTo>
                <a:cubicBezTo>
                  <a:pt x="249" y="195"/>
                  <a:pt x="255" y="196"/>
                  <a:pt x="260" y="196"/>
                </a:cubicBezTo>
                <a:lnTo>
                  <a:pt x="261" y="197"/>
                </a:lnTo>
                <a:cubicBezTo>
                  <a:pt x="261" y="198"/>
                  <a:pt x="260" y="198"/>
                  <a:pt x="260" y="198"/>
                </a:cubicBezTo>
                <a:close/>
                <a:moveTo>
                  <a:pt x="266" y="189"/>
                </a:moveTo>
                <a:cubicBezTo>
                  <a:pt x="264" y="179"/>
                  <a:pt x="262" y="170"/>
                  <a:pt x="260" y="161"/>
                </a:cubicBezTo>
                <a:cubicBezTo>
                  <a:pt x="259" y="152"/>
                  <a:pt x="257" y="144"/>
                  <a:pt x="254" y="137"/>
                </a:cubicBezTo>
                <a:cubicBezTo>
                  <a:pt x="255" y="137"/>
                  <a:pt x="256" y="137"/>
                  <a:pt x="257" y="136"/>
                </a:cubicBezTo>
                <a:cubicBezTo>
                  <a:pt x="258" y="136"/>
                  <a:pt x="259" y="136"/>
                  <a:pt x="260" y="135"/>
                </a:cubicBezTo>
                <a:cubicBezTo>
                  <a:pt x="261" y="135"/>
                  <a:pt x="261" y="135"/>
                  <a:pt x="261" y="135"/>
                </a:cubicBezTo>
                <a:cubicBezTo>
                  <a:pt x="262" y="135"/>
                  <a:pt x="262" y="135"/>
                  <a:pt x="262" y="135"/>
                </a:cubicBezTo>
                <a:cubicBezTo>
                  <a:pt x="266" y="141"/>
                  <a:pt x="270" y="148"/>
                  <a:pt x="275" y="157"/>
                </a:cubicBezTo>
                <a:cubicBezTo>
                  <a:pt x="279" y="166"/>
                  <a:pt x="284" y="176"/>
                  <a:pt x="288" y="187"/>
                </a:cubicBezTo>
                <a:cubicBezTo>
                  <a:pt x="285" y="188"/>
                  <a:pt x="281" y="188"/>
                  <a:pt x="277" y="189"/>
                </a:cubicBezTo>
                <a:cubicBezTo>
                  <a:pt x="274" y="189"/>
                  <a:pt x="270" y="189"/>
                  <a:pt x="266" y="189"/>
                </a:cubicBezTo>
                <a:close/>
                <a:moveTo>
                  <a:pt x="291" y="367"/>
                </a:moveTo>
                <a:cubicBezTo>
                  <a:pt x="281" y="368"/>
                  <a:pt x="274" y="368"/>
                  <a:pt x="272" y="368"/>
                </a:cubicBezTo>
                <a:cubicBezTo>
                  <a:pt x="273" y="367"/>
                  <a:pt x="274" y="366"/>
                  <a:pt x="274" y="366"/>
                </a:cubicBezTo>
                <a:cubicBezTo>
                  <a:pt x="275" y="365"/>
                  <a:pt x="276" y="364"/>
                  <a:pt x="277" y="364"/>
                </a:cubicBezTo>
                <a:cubicBezTo>
                  <a:pt x="286" y="357"/>
                  <a:pt x="294" y="354"/>
                  <a:pt x="301" y="355"/>
                </a:cubicBezTo>
                <a:cubicBezTo>
                  <a:pt x="307" y="356"/>
                  <a:pt x="314" y="354"/>
                  <a:pt x="321" y="349"/>
                </a:cubicBezTo>
                <a:cubicBezTo>
                  <a:pt x="322" y="349"/>
                  <a:pt x="322" y="348"/>
                  <a:pt x="323" y="347"/>
                </a:cubicBezTo>
                <a:cubicBezTo>
                  <a:pt x="324" y="346"/>
                  <a:pt x="325" y="345"/>
                  <a:pt x="327" y="344"/>
                </a:cubicBezTo>
                <a:cubicBezTo>
                  <a:pt x="327" y="347"/>
                  <a:pt x="327" y="349"/>
                  <a:pt x="327" y="352"/>
                </a:cubicBezTo>
                <a:cubicBezTo>
                  <a:pt x="327" y="355"/>
                  <a:pt x="328" y="357"/>
                  <a:pt x="328" y="360"/>
                </a:cubicBezTo>
                <a:cubicBezTo>
                  <a:pt x="313" y="364"/>
                  <a:pt x="301" y="366"/>
                  <a:pt x="291" y="367"/>
                </a:cubicBezTo>
                <a:close/>
                <a:moveTo>
                  <a:pt x="325" y="197"/>
                </a:moveTo>
                <a:cubicBezTo>
                  <a:pt x="324" y="194"/>
                  <a:pt x="323" y="192"/>
                  <a:pt x="322" y="190"/>
                </a:cubicBezTo>
                <a:cubicBezTo>
                  <a:pt x="322" y="188"/>
                  <a:pt x="322" y="185"/>
                  <a:pt x="321" y="182"/>
                </a:cubicBezTo>
                <a:cubicBezTo>
                  <a:pt x="317" y="184"/>
                  <a:pt x="313" y="186"/>
                  <a:pt x="309" y="189"/>
                </a:cubicBezTo>
                <a:cubicBezTo>
                  <a:pt x="305" y="191"/>
                  <a:pt x="301" y="193"/>
                  <a:pt x="298" y="195"/>
                </a:cubicBezTo>
                <a:lnTo>
                  <a:pt x="297" y="191"/>
                </a:lnTo>
                <a:cubicBezTo>
                  <a:pt x="303" y="190"/>
                  <a:pt x="308" y="188"/>
                  <a:pt x="313" y="186"/>
                </a:cubicBezTo>
                <a:cubicBezTo>
                  <a:pt x="318" y="183"/>
                  <a:pt x="322" y="180"/>
                  <a:pt x="326" y="177"/>
                </a:cubicBezTo>
                <a:cubicBezTo>
                  <a:pt x="334" y="187"/>
                  <a:pt x="343" y="198"/>
                  <a:pt x="351" y="210"/>
                </a:cubicBezTo>
                <a:cubicBezTo>
                  <a:pt x="360" y="223"/>
                  <a:pt x="368" y="236"/>
                  <a:pt x="375" y="251"/>
                </a:cubicBezTo>
                <a:cubicBezTo>
                  <a:pt x="367" y="256"/>
                  <a:pt x="360" y="261"/>
                  <a:pt x="354" y="264"/>
                </a:cubicBezTo>
                <a:cubicBezTo>
                  <a:pt x="348" y="267"/>
                  <a:pt x="344" y="270"/>
                  <a:pt x="343" y="271"/>
                </a:cubicBezTo>
                <a:cubicBezTo>
                  <a:pt x="340" y="265"/>
                  <a:pt x="337" y="260"/>
                  <a:pt x="336" y="254"/>
                </a:cubicBezTo>
                <a:cubicBezTo>
                  <a:pt x="335" y="249"/>
                  <a:pt x="335" y="244"/>
                  <a:pt x="337" y="241"/>
                </a:cubicBezTo>
                <a:cubicBezTo>
                  <a:pt x="338" y="236"/>
                  <a:pt x="342" y="233"/>
                  <a:pt x="346" y="229"/>
                </a:cubicBezTo>
                <a:cubicBezTo>
                  <a:pt x="350" y="226"/>
                  <a:pt x="351" y="223"/>
                  <a:pt x="347" y="219"/>
                </a:cubicBezTo>
                <a:cubicBezTo>
                  <a:pt x="344" y="214"/>
                  <a:pt x="341" y="210"/>
                  <a:pt x="336" y="207"/>
                </a:cubicBezTo>
                <a:cubicBezTo>
                  <a:pt x="332" y="205"/>
                  <a:pt x="328" y="201"/>
                  <a:pt x="325" y="197"/>
                </a:cubicBezTo>
                <a:close/>
                <a:moveTo>
                  <a:pt x="367" y="344"/>
                </a:moveTo>
                <a:cubicBezTo>
                  <a:pt x="355" y="350"/>
                  <a:pt x="344" y="354"/>
                  <a:pt x="334" y="358"/>
                </a:cubicBezTo>
                <a:cubicBezTo>
                  <a:pt x="334" y="354"/>
                  <a:pt x="333" y="351"/>
                  <a:pt x="333" y="348"/>
                </a:cubicBezTo>
                <a:cubicBezTo>
                  <a:pt x="333" y="344"/>
                  <a:pt x="332" y="341"/>
                  <a:pt x="332" y="338"/>
                </a:cubicBezTo>
                <a:cubicBezTo>
                  <a:pt x="333" y="337"/>
                  <a:pt x="334" y="336"/>
                  <a:pt x="335" y="336"/>
                </a:cubicBezTo>
                <a:cubicBezTo>
                  <a:pt x="336" y="335"/>
                  <a:pt x="336" y="334"/>
                  <a:pt x="337" y="334"/>
                </a:cubicBezTo>
                <a:cubicBezTo>
                  <a:pt x="348" y="326"/>
                  <a:pt x="355" y="317"/>
                  <a:pt x="356" y="308"/>
                </a:cubicBezTo>
                <a:cubicBezTo>
                  <a:pt x="357" y="299"/>
                  <a:pt x="354" y="288"/>
                  <a:pt x="347" y="276"/>
                </a:cubicBezTo>
                <a:lnTo>
                  <a:pt x="346" y="276"/>
                </a:lnTo>
                <a:cubicBezTo>
                  <a:pt x="348" y="275"/>
                  <a:pt x="352" y="273"/>
                  <a:pt x="358" y="269"/>
                </a:cubicBezTo>
                <a:cubicBezTo>
                  <a:pt x="364" y="266"/>
                  <a:pt x="371" y="262"/>
                  <a:pt x="378" y="257"/>
                </a:cubicBezTo>
                <a:cubicBezTo>
                  <a:pt x="383" y="267"/>
                  <a:pt x="388" y="277"/>
                  <a:pt x="393" y="288"/>
                </a:cubicBezTo>
                <a:cubicBezTo>
                  <a:pt x="398" y="299"/>
                  <a:pt x="402" y="311"/>
                  <a:pt x="405" y="323"/>
                </a:cubicBezTo>
                <a:cubicBezTo>
                  <a:pt x="393" y="331"/>
                  <a:pt x="380" y="339"/>
                  <a:pt x="367" y="344"/>
                </a:cubicBezTo>
                <a:close/>
                <a:moveTo>
                  <a:pt x="462" y="286"/>
                </a:moveTo>
                <a:lnTo>
                  <a:pt x="458" y="289"/>
                </a:lnTo>
                <a:cubicBezTo>
                  <a:pt x="459" y="299"/>
                  <a:pt x="453" y="310"/>
                  <a:pt x="440" y="323"/>
                </a:cubicBezTo>
                <a:cubicBezTo>
                  <a:pt x="428" y="336"/>
                  <a:pt x="425" y="348"/>
                  <a:pt x="433" y="359"/>
                </a:cubicBezTo>
                <a:cubicBezTo>
                  <a:pt x="434" y="361"/>
                  <a:pt x="436" y="363"/>
                  <a:pt x="438" y="364"/>
                </a:cubicBezTo>
                <a:cubicBezTo>
                  <a:pt x="440" y="365"/>
                  <a:pt x="442" y="366"/>
                  <a:pt x="443" y="367"/>
                </a:cubicBezTo>
                <a:cubicBezTo>
                  <a:pt x="442" y="373"/>
                  <a:pt x="440" y="378"/>
                  <a:pt x="437" y="383"/>
                </a:cubicBezTo>
                <a:cubicBezTo>
                  <a:pt x="435" y="388"/>
                  <a:pt x="432" y="393"/>
                  <a:pt x="429" y="398"/>
                </a:cubicBezTo>
                <a:cubicBezTo>
                  <a:pt x="427" y="385"/>
                  <a:pt x="425" y="373"/>
                  <a:pt x="422" y="360"/>
                </a:cubicBezTo>
                <a:cubicBezTo>
                  <a:pt x="419" y="348"/>
                  <a:pt x="416" y="336"/>
                  <a:pt x="413" y="325"/>
                </a:cubicBezTo>
                <a:cubicBezTo>
                  <a:pt x="421" y="319"/>
                  <a:pt x="429" y="312"/>
                  <a:pt x="438" y="305"/>
                </a:cubicBezTo>
                <a:cubicBezTo>
                  <a:pt x="446" y="298"/>
                  <a:pt x="454" y="289"/>
                  <a:pt x="462" y="280"/>
                </a:cubicBezTo>
                <a:lnTo>
                  <a:pt x="462" y="286"/>
                </a:lnTo>
                <a:close/>
                <a:moveTo>
                  <a:pt x="413" y="246"/>
                </a:moveTo>
                <a:cubicBezTo>
                  <a:pt x="416" y="249"/>
                  <a:pt x="417" y="252"/>
                  <a:pt x="417" y="254"/>
                </a:cubicBezTo>
                <a:cubicBezTo>
                  <a:pt x="417" y="257"/>
                  <a:pt x="417" y="259"/>
                  <a:pt x="419" y="261"/>
                </a:cubicBezTo>
                <a:cubicBezTo>
                  <a:pt x="421" y="265"/>
                  <a:pt x="427" y="268"/>
                  <a:pt x="435" y="270"/>
                </a:cubicBezTo>
                <a:cubicBezTo>
                  <a:pt x="443" y="272"/>
                  <a:pt x="450" y="273"/>
                  <a:pt x="456" y="272"/>
                </a:cubicBezTo>
                <a:lnTo>
                  <a:pt x="458" y="275"/>
                </a:lnTo>
                <a:cubicBezTo>
                  <a:pt x="451" y="284"/>
                  <a:pt x="443" y="292"/>
                  <a:pt x="435" y="299"/>
                </a:cubicBezTo>
                <a:cubicBezTo>
                  <a:pt x="427" y="306"/>
                  <a:pt x="419" y="313"/>
                  <a:pt x="411" y="319"/>
                </a:cubicBezTo>
                <a:cubicBezTo>
                  <a:pt x="407" y="307"/>
                  <a:pt x="403" y="295"/>
                  <a:pt x="398" y="284"/>
                </a:cubicBezTo>
                <a:cubicBezTo>
                  <a:pt x="394" y="273"/>
                  <a:pt x="388" y="263"/>
                  <a:pt x="383" y="253"/>
                </a:cubicBezTo>
                <a:cubicBezTo>
                  <a:pt x="386" y="251"/>
                  <a:pt x="391" y="248"/>
                  <a:pt x="395" y="245"/>
                </a:cubicBezTo>
                <a:cubicBezTo>
                  <a:pt x="399" y="242"/>
                  <a:pt x="403" y="239"/>
                  <a:pt x="407" y="235"/>
                </a:cubicBezTo>
                <a:lnTo>
                  <a:pt x="413" y="246"/>
                </a:lnTo>
                <a:close/>
                <a:moveTo>
                  <a:pt x="348" y="172"/>
                </a:moveTo>
                <a:cubicBezTo>
                  <a:pt x="351" y="175"/>
                  <a:pt x="354" y="177"/>
                  <a:pt x="356" y="179"/>
                </a:cubicBezTo>
                <a:cubicBezTo>
                  <a:pt x="358" y="180"/>
                  <a:pt x="362" y="181"/>
                  <a:pt x="367" y="180"/>
                </a:cubicBezTo>
                <a:cubicBezTo>
                  <a:pt x="373" y="179"/>
                  <a:pt x="378" y="178"/>
                  <a:pt x="382" y="178"/>
                </a:cubicBezTo>
                <a:cubicBezTo>
                  <a:pt x="384" y="180"/>
                  <a:pt x="386" y="182"/>
                  <a:pt x="388" y="184"/>
                </a:cubicBezTo>
                <a:cubicBezTo>
                  <a:pt x="391" y="186"/>
                  <a:pt x="393" y="188"/>
                  <a:pt x="395" y="189"/>
                </a:cubicBezTo>
                <a:cubicBezTo>
                  <a:pt x="396" y="196"/>
                  <a:pt x="397" y="203"/>
                  <a:pt x="397" y="210"/>
                </a:cubicBezTo>
                <a:cubicBezTo>
                  <a:pt x="397" y="218"/>
                  <a:pt x="399" y="224"/>
                  <a:pt x="402" y="228"/>
                </a:cubicBezTo>
                <a:lnTo>
                  <a:pt x="403" y="229"/>
                </a:lnTo>
                <a:cubicBezTo>
                  <a:pt x="400" y="233"/>
                  <a:pt x="396" y="236"/>
                  <a:pt x="392" y="239"/>
                </a:cubicBezTo>
                <a:cubicBezTo>
                  <a:pt x="387" y="242"/>
                  <a:pt x="384" y="245"/>
                  <a:pt x="380" y="248"/>
                </a:cubicBezTo>
                <a:cubicBezTo>
                  <a:pt x="373" y="232"/>
                  <a:pt x="365" y="219"/>
                  <a:pt x="356" y="206"/>
                </a:cubicBezTo>
                <a:cubicBezTo>
                  <a:pt x="348" y="194"/>
                  <a:pt x="339" y="183"/>
                  <a:pt x="331" y="173"/>
                </a:cubicBezTo>
                <a:cubicBezTo>
                  <a:pt x="332" y="172"/>
                  <a:pt x="334" y="170"/>
                  <a:pt x="336" y="169"/>
                </a:cubicBezTo>
                <a:cubicBezTo>
                  <a:pt x="337" y="167"/>
                  <a:pt x="339" y="165"/>
                  <a:pt x="340" y="163"/>
                </a:cubicBezTo>
                <a:cubicBezTo>
                  <a:pt x="343" y="166"/>
                  <a:pt x="345" y="169"/>
                  <a:pt x="348" y="172"/>
                </a:cubicBezTo>
                <a:close/>
                <a:moveTo>
                  <a:pt x="325" y="140"/>
                </a:moveTo>
                <a:cubicBezTo>
                  <a:pt x="326" y="143"/>
                  <a:pt x="327" y="146"/>
                  <a:pt x="329" y="149"/>
                </a:cubicBezTo>
                <a:cubicBezTo>
                  <a:pt x="330" y="151"/>
                  <a:pt x="331" y="152"/>
                  <a:pt x="332" y="154"/>
                </a:cubicBezTo>
                <a:cubicBezTo>
                  <a:pt x="333" y="155"/>
                  <a:pt x="335" y="157"/>
                  <a:pt x="336" y="158"/>
                </a:cubicBezTo>
                <a:cubicBezTo>
                  <a:pt x="335" y="160"/>
                  <a:pt x="333" y="162"/>
                  <a:pt x="332" y="163"/>
                </a:cubicBezTo>
                <a:cubicBezTo>
                  <a:pt x="330" y="165"/>
                  <a:pt x="328" y="167"/>
                  <a:pt x="327" y="169"/>
                </a:cubicBezTo>
                <a:cubicBezTo>
                  <a:pt x="318" y="158"/>
                  <a:pt x="309" y="149"/>
                  <a:pt x="301" y="142"/>
                </a:cubicBezTo>
                <a:cubicBezTo>
                  <a:pt x="292" y="134"/>
                  <a:pt x="284" y="127"/>
                  <a:pt x="277" y="121"/>
                </a:cubicBezTo>
                <a:cubicBezTo>
                  <a:pt x="278" y="121"/>
                  <a:pt x="278" y="120"/>
                  <a:pt x="278" y="120"/>
                </a:cubicBezTo>
                <a:lnTo>
                  <a:pt x="278" y="119"/>
                </a:lnTo>
                <a:cubicBezTo>
                  <a:pt x="279" y="118"/>
                  <a:pt x="280" y="117"/>
                  <a:pt x="280" y="115"/>
                </a:cubicBezTo>
                <a:cubicBezTo>
                  <a:pt x="280" y="114"/>
                  <a:pt x="280" y="113"/>
                  <a:pt x="280" y="112"/>
                </a:cubicBezTo>
                <a:cubicBezTo>
                  <a:pt x="287" y="114"/>
                  <a:pt x="293" y="116"/>
                  <a:pt x="300" y="119"/>
                </a:cubicBezTo>
                <a:cubicBezTo>
                  <a:pt x="307" y="122"/>
                  <a:pt x="314" y="126"/>
                  <a:pt x="322" y="131"/>
                </a:cubicBezTo>
                <a:cubicBezTo>
                  <a:pt x="323" y="134"/>
                  <a:pt x="324" y="137"/>
                  <a:pt x="325" y="140"/>
                </a:cubicBezTo>
                <a:close/>
                <a:moveTo>
                  <a:pt x="311" y="104"/>
                </a:moveTo>
                <a:cubicBezTo>
                  <a:pt x="313" y="105"/>
                  <a:pt x="314" y="106"/>
                  <a:pt x="315" y="109"/>
                </a:cubicBezTo>
                <a:cubicBezTo>
                  <a:pt x="317" y="111"/>
                  <a:pt x="318" y="113"/>
                  <a:pt x="319" y="116"/>
                </a:cubicBezTo>
                <a:cubicBezTo>
                  <a:pt x="320" y="118"/>
                  <a:pt x="320" y="120"/>
                  <a:pt x="321" y="123"/>
                </a:cubicBezTo>
                <a:cubicBezTo>
                  <a:pt x="314" y="118"/>
                  <a:pt x="307" y="115"/>
                  <a:pt x="300" y="112"/>
                </a:cubicBezTo>
                <a:cubicBezTo>
                  <a:pt x="293" y="109"/>
                  <a:pt x="287" y="106"/>
                  <a:pt x="281" y="105"/>
                </a:cubicBezTo>
                <a:cubicBezTo>
                  <a:pt x="281" y="104"/>
                  <a:pt x="281" y="103"/>
                  <a:pt x="281" y="102"/>
                </a:cubicBezTo>
                <a:cubicBezTo>
                  <a:pt x="281" y="101"/>
                  <a:pt x="281" y="100"/>
                  <a:pt x="280" y="100"/>
                </a:cubicBezTo>
                <a:cubicBezTo>
                  <a:pt x="284" y="100"/>
                  <a:pt x="289" y="100"/>
                  <a:pt x="293" y="100"/>
                </a:cubicBezTo>
                <a:cubicBezTo>
                  <a:pt x="298" y="100"/>
                  <a:pt x="302" y="100"/>
                  <a:pt x="307" y="101"/>
                </a:cubicBezTo>
                <a:cubicBezTo>
                  <a:pt x="308" y="102"/>
                  <a:pt x="310" y="102"/>
                  <a:pt x="311" y="104"/>
                </a:cubicBezTo>
                <a:close/>
                <a:moveTo>
                  <a:pt x="299" y="66"/>
                </a:moveTo>
                <a:cubicBezTo>
                  <a:pt x="299" y="66"/>
                  <a:pt x="300" y="67"/>
                  <a:pt x="301" y="68"/>
                </a:cubicBezTo>
                <a:cubicBezTo>
                  <a:pt x="304" y="72"/>
                  <a:pt x="305" y="77"/>
                  <a:pt x="305" y="81"/>
                </a:cubicBezTo>
                <a:cubicBezTo>
                  <a:pt x="305" y="86"/>
                  <a:pt x="304" y="90"/>
                  <a:pt x="301" y="94"/>
                </a:cubicBezTo>
                <a:cubicBezTo>
                  <a:pt x="297" y="94"/>
                  <a:pt x="293" y="94"/>
                  <a:pt x="290" y="94"/>
                </a:cubicBezTo>
                <a:cubicBezTo>
                  <a:pt x="286" y="93"/>
                  <a:pt x="282" y="93"/>
                  <a:pt x="278" y="93"/>
                </a:cubicBezTo>
                <a:cubicBezTo>
                  <a:pt x="278" y="91"/>
                  <a:pt x="276" y="88"/>
                  <a:pt x="275" y="86"/>
                </a:cubicBezTo>
                <a:cubicBezTo>
                  <a:pt x="273" y="83"/>
                  <a:pt x="271" y="81"/>
                  <a:pt x="269" y="79"/>
                </a:cubicBezTo>
                <a:cubicBezTo>
                  <a:pt x="273" y="77"/>
                  <a:pt x="277" y="74"/>
                  <a:pt x="281" y="72"/>
                </a:cubicBezTo>
                <a:cubicBezTo>
                  <a:pt x="286" y="69"/>
                  <a:pt x="291" y="67"/>
                  <a:pt x="296" y="65"/>
                </a:cubicBezTo>
                <a:cubicBezTo>
                  <a:pt x="297" y="65"/>
                  <a:pt x="298" y="65"/>
                  <a:pt x="299" y="66"/>
                </a:cubicBezTo>
                <a:close/>
                <a:moveTo>
                  <a:pt x="263" y="16"/>
                </a:moveTo>
                <a:cubicBezTo>
                  <a:pt x="266" y="16"/>
                  <a:pt x="268" y="17"/>
                  <a:pt x="271" y="18"/>
                </a:cubicBezTo>
                <a:cubicBezTo>
                  <a:pt x="274" y="19"/>
                  <a:pt x="276" y="20"/>
                  <a:pt x="279" y="20"/>
                </a:cubicBezTo>
                <a:cubicBezTo>
                  <a:pt x="280" y="21"/>
                  <a:pt x="280" y="22"/>
                  <a:pt x="280" y="24"/>
                </a:cubicBezTo>
                <a:cubicBezTo>
                  <a:pt x="280" y="25"/>
                  <a:pt x="279" y="27"/>
                  <a:pt x="278" y="28"/>
                </a:cubicBezTo>
                <a:cubicBezTo>
                  <a:pt x="280" y="30"/>
                  <a:pt x="281" y="32"/>
                  <a:pt x="282" y="35"/>
                </a:cubicBezTo>
                <a:cubicBezTo>
                  <a:pt x="283" y="37"/>
                  <a:pt x="284" y="40"/>
                  <a:pt x="284" y="42"/>
                </a:cubicBezTo>
                <a:cubicBezTo>
                  <a:pt x="283" y="41"/>
                  <a:pt x="281" y="40"/>
                  <a:pt x="279" y="39"/>
                </a:cubicBezTo>
                <a:cubicBezTo>
                  <a:pt x="277" y="38"/>
                  <a:pt x="275" y="38"/>
                  <a:pt x="273" y="37"/>
                </a:cubicBezTo>
                <a:cubicBezTo>
                  <a:pt x="271" y="36"/>
                  <a:pt x="269" y="35"/>
                  <a:pt x="266" y="35"/>
                </a:cubicBezTo>
                <a:cubicBezTo>
                  <a:pt x="264" y="34"/>
                  <a:pt x="261" y="33"/>
                  <a:pt x="259" y="33"/>
                </a:cubicBezTo>
                <a:lnTo>
                  <a:pt x="263" y="16"/>
                </a:lnTo>
                <a:close/>
                <a:moveTo>
                  <a:pt x="265" y="41"/>
                </a:moveTo>
                <a:cubicBezTo>
                  <a:pt x="267" y="42"/>
                  <a:pt x="269" y="42"/>
                  <a:pt x="271" y="43"/>
                </a:cubicBezTo>
                <a:cubicBezTo>
                  <a:pt x="274" y="44"/>
                  <a:pt x="276" y="45"/>
                  <a:pt x="279" y="46"/>
                </a:cubicBezTo>
                <a:cubicBezTo>
                  <a:pt x="282" y="47"/>
                  <a:pt x="284" y="49"/>
                  <a:pt x="286" y="50"/>
                </a:cubicBezTo>
                <a:cubicBezTo>
                  <a:pt x="287" y="52"/>
                  <a:pt x="287" y="54"/>
                  <a:pt x="287" y="56"/>
                </a:cubicBezTo>
                <a:cubicBezTo>
                  <a:pt x="287" y="58"/>
                  <a:pt x="287" y="60"/>
                  <a:pt x="287" y="62"/>
                </a:cubicBezTo>
                <a:cubicBezTo>
                  <a:pt x="283" y="64"/>
                  <a:pt x="279" y="66"/>
                  <a:pt x="275" y="68"/>
                </a:cubicBezTo>
                <a:cubicBezTo>
                  <a:pt x="271" y="71"/>
                  <a:pt x="267" y="73"/>
                  <a:pt x="264" y="75"/>
                </a:cubicBezTo>
                <a:cubicBezTo>
                  <a:pt x="262" y="74"/>
                  <a:pt x="261" y="73"/>
                  <a:pt x="259" y="72"/>
                </a:cubicBezTo>
                <a:cubicBezTo>
                  <a:pt x="258" y="71"/>
                  <a:pt x="256" y="70"/>
                  <a:pt x="255" y="70"/>
                </a:cubicBezTo>
                <a:cubicBezTo>
                  <a:pt x="255" y="69"/>
                  <a:pt x="254" y="69"/>
                  <a:pt x="254" y="69"/>
                </a:cubicBezTo>
                <a:cubicBezTo>
                  <a:pt x="253" y="69"/>
                  <a:pt x="253" y="69"/>
                  <a:pt x="252" y="69"/>
                </a:cubicBezTo>
                <a:lnTo>
                  <a:pt x="258" y="39"/>
                </a:lnTo>
                <a:cubicBezTo>
                  <a:pt x="260" y="40"/>
                  <a:pt x="262" y="40"/>
                  <a:pt x="265" y="41"/>
                </a:cubicBezTo>
                <a:close/>
                <a:moveTo>
                  <a:pt x="223" y="9"/>
                </a:moveTo>
                <a:cubicBezTo>
                  <a:pt x="235" y="10"/>
                  <a:pt x="246" y="12"/>
                  <a:pt x="257" y="14"/>
                </a:cubicBezTo>
                <a:lnTo>
                  <a:pt x="253" y="31"/>
                </a:lnTo>
                <a:cubicBezTo>
                  <a:pt x="246" y="30"/>
                  <a:pt x="239" y="29"/>
                  <a:pt x="231" y="29"/>
                </a:cubicBezTo>
                <a:cubicBezTo>
                  <a:pt x="224" y="29"/>
                  <a:pt x="217" y="29"/>
                  <a:pt x="210" y="30"/>
                </a:cubicBezTo>
                <a:cubicBezTo>
                  <a:pt x="207" y="26"/>
                  <a:pt x="204" y="23"/>
                  <a:pt x="200" y="19"/>
                </a:cubicBezTo>
                <a:cubicBezTo>
                  <a:pt x="197" y="15"/>
                  <a:pt x="193" y="11"/>
                  <a:pt x="189" y="8"/>
                </a:cubicBezTo>
                <a:cubicBezTo>
                  <a:pt x="200" y="7"/>
                  <a:pt x="212" y="8"/>
                  <a:pt x="223" y="9"/>
                </a:cubicBezTo>
                <a:close/>
                <a:moveTo>
                  <a:pt x="127" y="18"/>
                </a:moveTo>
                <a:cubicBezTo>
                  <a:pt x="144" y="13"/>
                  <a:pt x="162" y="10"/>
                  <a:pt x="180" y="8"/>
                </a:cubicBezTo>
                <a:cubicBezTo>
                  <a:pt x="184" y="12"/>
                  <a:pt x="189" y="16"/>
                  <a:pt x="192" y="20"/>
                </a:cubicBezTo>
                <a:cubicBezTo>
                  <a:pt x="196" y="23"/>
                  <a:pt x="200" y="27"/>
                  <a:pt x="203" y="31"/>
                </a:cubicBezTo>
                <a:cubicBezTo>
                  <a:pt x="194" y="32"/>
                  <a:pt x="186" y="35"/>
                  <a:pt x="178" y="39"/>
                </a:cubicBezTo>
                <a:cubicBezTo>
                  <a:pt x="170" y="43"/>
                  <a:pt x="164" y="47"/>
                  <a:pt x="158" y="53"/>
                </a:cubicBezTo>
                <a:cubicBezTo>
                  <a:pt x="145" y="49"/>
                  <a:pt x="132" y="46"/>
                  <a:pt x="118" y="43"/>
                </a:cubicBezTo>
                <a:cubicBezTo>
                  <a:pt x="104" y="40"/>
                  <a:pt x="89" y="39"/>
                  <a:pt x="75" y="39"/>
                </a:cubicBezTo>
                <a:cubicBezTo>
                  <a:pt x="91" y="30"/>
                  <a:pt x="109" y="23"/>
                  <a:pt x="127" y="18"/>
                </a:cubicBezTo>
                <a:close/>
                <a:moveTo>
                  <a:pt x="45" y="59"/>
                </a:moveTo>
                <a:lnTo>
                  <a:pt x="27" y="72"/>
                </a:lnTo>
                <a:cubicBezTo>
                  <a:pt x="30" y="69"/>
                  <a:pt x="34" y="66"/>
                  <a:pt x="37" y="63"/>
                </a:cubicBezTo>
                <a:cubicBezTo>
                  <a:pt x="41" y="60"/>
                  <a:pt x="45" y="57"/>
                  <a:pt x="48" y="55"/>
                </a:cubicBezTo>
                <a:cubicBezTo>
                  <a:pt x="51" y="53"/>
                  <a:pt x="53" y="51"/>
                  <a:pt x="56" y="50"/>
                </a:cubicBezTo>
                <a:cubicBezTo>
                  <a:pt x="58" y="49"/>
                  <a:pt x="61" y="47"/>
                  <a:pt x="63" y="45"/>
                </a:cubicBezTo>
                <a:cubicBezTo>
                  <a:pt x="70" y="45"/>
                  <a:pt x="76" y="45"/>
                  <a:pt x="83" y="45"/>
                </a:cubicBezTo>
                <a:cubicBezTo>
                  <a:pt x="90" y="46"/>
                  <a:pt x="96" y="46"/>
                  <a:pt x="103" y="47"/>
                </a:cubicBezTo>
                <a:lnTo>
                  <a:pt x="101" y="47"/>
                </a:lnTo>
                <a:cubicBezTo>
                  <a:pt x="93" y="49"/>
                  <a:pt x="84" y="50"/>
                  <a:pt x="74" y="50"/>
                </a:cubicBezTo>
                <a:cubicBezTo>
                  <a:pt x="65" y="49"/>
                  <a:pt x="55" y="52"/>
                  <a:pt x="45" y="59"/>
                </a:cubicBezTo>
                <a:close/>
                <a:moveTo>
                  <a:pt x="66" y="145"/>
                </a:moveTo>
                <a:cubicBezTo>
                  <a:pt x="64" y="142"/>
                  <a:pt x="62" y="139"/>
                  <a:pt x="62" y="137"/>
                </a:cubicBezTo>
                <a:cubicBezTo>
                  <a:pt x="65" y="135"/>
                  <a:pt x="68" y="131"/>
                  <a:pt x="69" y="127"/>
                </a:cubicBezTo>
                <a:cubicBezTo>
                  <a:pt x="70" y="123"/>
                  <a:pt x="72" y="120"/>
                  <a:pt x="75" y="119"/>
                </a:cubicBezTo>
                <a:cubicBezTo>
                  <a:pt x="80" y="115"/>
                  <a:pt x="85" y="114"/>
                  <a:pt x="92" y="115"/>
                </a:cubicBezTo>
                <a:cubicBezTo>
                  <a:pt x="98" y="116"/>
                  <a:pt x="104" y="114"/>
                  <a:pt x="110" y="109"/>
                </a:cubicBezTo>
                <a:cubicBezTo>
                  <a:pt x="112" y="108"/>
                  <a:pt x="114" y="106"/>
                  <a:pt x="116" y="103"/>
                </a:cubicBezTo>
                <a:cubicBezTo>
                  <a:pt x="118" y="101"/>
                  <a:pt x="119" y="98"/>
                  <a:pt x="121" y="95"/>
                </a:cubicBezTo>
                <a:cubicBezTo>
                  <a:pt x="124" y="94"/>
                  <a:pt x="128" y="94"/>
                  <a:pt x="131" y="94"/>
                </a:cubicBezTo>
                <a:cubicBezTo>
                  <a:pt x="134" y="93"/>
                  <a:pt x="137" y="93"/>
                  <a:pt x="141" y="93"/>
                </a:cubicBezTo>
                <a:cubicBezTo>
                  <a:pt x="140" y="97"/>
                  <a:pt x="140" y="102"/>
                  <a:pt x="141" y="107"/>
                </a:cubicBezTo>
                <a:cubicBezTo>
                  <a:pt x="142" y="112"/>
                  <a:pt x="143" y="116"/>
                  <a:pt x="145" y="121"/>
                </a:cubicBezTo>
                <a:cubicBezTo>
                  <a:pt x="134" y="126"/>
                  <a:pt x="122" y="131"/>
                  <a:pt x="110" y="137"/>
                </a:cubicBezTo>
                <a:cubicBezTo>
                  <a:pt x="98" y="143"/>
                  <a:pt x="86" y="150"/>
                  <a:pt x="74" y="158"/>
                </a:cubicBezTo>
                <a:cubicBezTo>
                  <a:pt x="71" y="153"/>
                  <a:pt x="68" y="149"/>
                  <a:pt x="66" y="145"/>
                </a:cubicBezTo>
                <a:close/>
                <a:moveTo>
                  <a:pt x="24" y="242"/>
                </a:moveTo>
                <a:cubicBezTo>
                  <a:pt x="17" y="234"/>
                  <a:pt x="12" y="227"/>
                  <a:pt x="8" y="221"/>
                </a:cubicBezTo>
                <a:cubicBezTo>
                  <a:pt x="18" y="210"/>
                  <a:pt x="29" y="200"/>
                  <a:pt x="39" y="191"/>
                </a:cubicBezTo>
                <a:cubicBezTo>
                  <a:pt x="50" y="182"/>
                  <a:pt x="61" y="174"/>
                  <a:pt x="72" y="167"/>
                </a:cubicBezTo>
                <a:cubicBezTo>
                  <a:pt x="76" y="172"/>
                  <a:pt x="80" y="177"/>
                  <a:pt x="84" y="183"/>
                </a:cubicBezTo>
                <a:cubicBezTo>
                  <a:pt x="88" y="188"/>
                  <a:pt x="93" y="195"/>
                  <a:pt x="98" y="201"/>
                </a:cubicBezTo>
                <a:cubicBezTo>
                  <a:pt x="96" y="203"/>
                  <a:pt x="94" y="206"/>
                  <a:pt x="92" y="208"/>
                </a:cubicBezTo>
                <a:cubicBezTo>
                  <a:pt x="91" y="211"/>
                  <a:pt x="89" y="214"/>
                  <a:pt x="88" y="217"/>
                </a:cubicBezTo>
                <a:cubicBezTo>
                  <a:pt x="81" y="224"/>
                  <a:pt x="74" y="232"/>
                  <a:pt x="67" y="241"/>
                </a:cubicBezTo>
                <a:cubicBezTo>
                  <a:pt x="60" y="250"/>
                  <a:pt x="53" y="258"/>
                  <a:pt x="47" y="267"/>
                </a:cubicBezTo>
                <a:cubicBezTo>
                  <a:pt x="38" y="258"/>
                  <a:pt x="30" y="250"/>
                  <a:pt x="24" y="242"/>
                </a:cubicBezTo>
                <a:close/>
                <a:moveTo>
                  <a:pt x="48" y="276"/>
                </a:moveTo>
                <a:cubicBezTo>
                  <a:pt x="55" y="283"/>
                  <a:pt x="63" y="290"/>
                  <a:pt x="73" y="297"/>
                </a:cubicBezTo>
                <a:cubicBezTo>
                  <a:pt x="82" y="304"/>
                  <a:pt x="92" y="311"/>
                  <a:pt x="103" y="319"/>
                </a:cubicBezTo>
                <a:cubicBezTo>
                  <a:pt x="97" y="331"/>
                  <a:pt x="92" y="344"/>
                  <a:pt x="87" y="356"/>
                </a:cubicBezTo>
                <a:cubicBezTo>
                  <a:pt x="82" y="368"/>
                  <a:pt x="77" y="381"/>
                  <a:pt x="73" y="394"/>
                </a:cubicBezTo>
                <a:cubicBezTo>
                  <a:pt x="55" y="382"/>
                  <a:pt x="42" y="371"/>
                  <a:pt x="34" y="362"/>
                </a:cubicBezTo>
                <a:cubicBezTo>
                  <a:pt x="27" y="352"/>
                  <a:pt x="23" y="347"/>
                  <a:pt x="23" y="347"/>
                </a:cubicBezTo>
                <a:lnTo>
                  <a:pt x="21" y="348"/>
                </a:lnTo>
                <a:cubicBezTo>
                  <a:pt x="22" y="339"/>
                  <a:pt x="26" y="329"/>
                  <a:pt x="31" y="320"/>
                </a:cubicBezTo>
                <a:cubicBezTo>
                  <a:pt x="37" y="311"/>
                  <a:pt x="39" y="302"/>
                  <a:pt x="37" y="292"/>
                </a:cubicBezTo>
                <a:cubicBezTo>
                  <a:pt x="39" y="289"/>
                  <a:pt x="40" y="287"/>
                  <a:pt x="42" y="284"/>
                </a:cubicBezTo>
                <a:cubicBezTo>
                  <a:pt x="44" y="282"/>
                  <a:pt x="46" y="279"/>
                  <a:pt x="48" y="276"/>
                </a:cubicBezTo>
                <a:close/>
              </a:path>
            </a:pathLst>
          </a:custGeom>
          <a:noFill/>
          <a:ln w="0">
            <a:solidFill>
              <a:srgbClr val="CCEC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800" dirty="0"/>
          </a:p>
        </p:txBody>
      </p:sp>
      <p:sp>
        <p:nvSpPr>
          <p:cNvPr id="1030" name="Rectangle 32"/>
          <p:cNvSpPr>
            <a:spLocks noGrp="1" noChangeArrowheads="1"/>
          </p:cNvSpPr>
          <p:nvPr>
            <p:ph type="body" idx="1"/>
          </p:nvPr>
        </p:nvSpPr>
        <p:spPr bwMode="auto">
          <a:xfrm>
            <a:off x="508000" y="1066800"/>
            <a:ext cx="114808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31" name="Picture 33" descr="Line"/>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234" y="942975"/>
            <a:ext cx="12187767" cy="4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34" descr="Bottom"/>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34" y="6629400"/>
            <a:ext cx="1218776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Rectangle 35"/>
          <p:cNvSpPr>
            <a:spLocks noChangeArrowheads="1"/>
          </p:cNvSpPr>
          <p:nvPr/>
        </p:nvSpPr>
        <p:spPr bwMode="auto">
          <a:xfrm>
            <a:off x="42334" y="6642100"/>
            <a:ext cx="1210733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400" b="1" dirty="0">
              <a:solidFill>
                <a:srgbClr val="0066CC"/>
              </a:solidFill>
            </a:endParaRPr>
          </a:p>
        </p:txBody>
      </p:sp>
    </p:spTree>
    <p:extLst>
      <p:ext uri="{BB962C8B-B14F-4D97-AF65-F5344CB8AC3E}">
        <p14:creationId xmlns:p14="http://schemas.microsoft.com/office/powerpoint/2010/main" val="3908077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ctr" rtl="0" eaLnBrk="1" fontAlgn="base" hangingPunct="1">
        <a:spcBef>
          <a:spcPct val="0"/>
        </a:spcBef>
        <a:spcAft>
          <a:spcPct val="0"/>
        </a:spcAft>
        <a:defRPr sz="3600" b="1">
          <a:solidFill>
            <a:srgbClr val="FFFF00"/>
          </a:solidFill>
          <a:latin typeface="+mj-lt"/>
          <a:ea typeface="+mj-ea"/>
          <a:cs typeface="+mj-cs"/>
        </a:defRPr>
      </a:lvl1pPr>
      <a:lvl2pPr algn="ctr" rtl="0" eaLnBrk="1" fontAlgn="base" hangingPunct="1">
        <a:spcBef>
          <a:spcPct val="0"/>
        </a:spcBef>
        <a:spcAft>
          <a:spcPct val="0"/>
        </a:spcAft>
        <a:defRPr sz="3600" b="1">
          <a:solidFill>
            <a:srgbClr val="333399"/>
          </a:solidFill>
          <a:latin typeface="Arial" charset="0"/>
        </a:defRPr>
      </a:lvl2pPr>
      <a:lvl3pPr algn="ctr" rtl="0" eaLnBrk="1" fontAlgn="base" hangingPunct="1">
        <a:spcBef>
          <a:spcPct val="0"/>
        </a:spcBef>
        <a:spcAft>
          <a:spcPct val="0"/>
        </a:spcAft>
        <a:defRPr sz="3600" b="1">
          <a:solidFill>
            <a:srgbClr val="333399"/>
          </a:solidFill>
          <a:latin typeface="Arial" charset="0"/>
        </a:defRPr>
      </a:lvl3pPr>
      <a:lvl4pPr algn="ctr" rtl="0" eaLnBrk="1" fontAlgn="base" hangingPunct="1">
        <a:spcBef>
          <a:spcPct val="0"/>
        </a:spcBef>
        <a:spcAft>
          <a:spcPct val="0"/>
        </a:spcAft>
        <a:defRPr sz="3600" b="1">
          <a:solidFill>
            <a:srgbClr val="333399"/>
          </a:solidFill>
          <a:latin typeface="Arial" charset="0"/>
        </a:defRPr>
      </a:lvl4pPr>
      <a:lvl5pPr algn="ctr" rtl="0" eaLnBrk="1" fontAlgn="base" hangingPunct="1">
        <a:spcBef>
          <a:spcPct val="0"/>
        </a:spcBef>
        <a:spcAft>
          <a:spcPct val="0"/>
        </a:spcAft>
        <a:defRPr sz="3600" b="1">
          <a:solidFill>
            <a:srgbClr val="333399"/>
          </a:solidFill>
          <a:latin typeface="Arial" charset="0"/>
        </a:defRPr>
      </a:lvl5pPr>
      <a:lvl6pPr marL="457200" algn="ctr" rtl="0" eaLnBrk="1" fontAlgn="base" hangingPunct="1">
        <a:spcBef>
          <a:spcPct val="0"/>
        </a:spcBef>
        <a:spcAft>
          <a:spcPct val="0"/>
        </a:spcAft>
        <a:defRPr sz="3800" b="1">
          <a:solidFill>
            <a:srgbClr val="333399"/>
          </a:solidFill>
          <a:latin typeface="Arial" charset="0"/>
        </a:defRPr>
      </a:lvl6pPr>
      <a:lvl7pPr marL="914400" algn="ctr" rtl="0" eaLnBrk="1" fontAlgn="base" hangingPunct="1">
        <a:spcBef>
          <a:spcPct val="0"/>
        </a:spcBef>
        <a:spcAft>
          <a:spcPct val="0"/>
        </a:spcAft>
        <a:defRPr sz="3800" b="1">
          <a:solidFill>
            <a:srgbClr val="333399"/>
          </a:solidFill>
          <a:latin typeface="Arial" charset="0"/>
        </a:defRPr>
      </a:lvl7pPr>
      <a:lvl8pPr marL="1371600" algn="ctr" rtl="0" eaLnBrk="1" fontAlgn="base" hangingPunct="1">
        <a:spcBef>
          <a:spcPct val="0"/>
        </a:spcBef>
        <a:spcAft>
          <a:spcPct val="0"/>
        </a:spcAft>
        <a:defRPr sz="3800" b="1">
          <a:solidFill>
            <a:srgbClr val="333399"/>
          </a:solidFill>
          <a:latin typeface="Arial" charset="0"/>
        </a:defRPr>
      </a:lvl8pPr>
      <a:lvl9pPr marL="1828800" algn="ctr" rtl="0" eaLnBrk="1" fontAlgn="base" hangingPunct="1">
        <a:spcBef>
          <a:spcPct val="0"/>
        </a:spcBef>
        <a:spcAft>
          <a:spcPct val="0"/>
        </a:spcAft>
        <a:defRPr sz="3800" b="1">
          <a:solidFill>
            <a:srgbClr val="333399"/>
          </a:solidFill>
          <a:latin typeface="Arial" charset="0"/>
        </a:defRPr>
      </a:lvl9pPr>
    </p:titleStyle>
    <p:bodyStyle>
      <a:lvl1pPr marL="342900" indent="-342900" algn="l" rtl="0" eaLnBrk="1" fontAlgn="base" hangingPunct="1">
        <a:spcBef>
          <a:spcPts val="600"/>
        </a:spcBef>
        <a:spcAft>
          <a:spcPts val="600"/>
        </a:spcAft>
        <a:buFont typeface="Wingdings" pitchFamily="2" charset="2"/>
        <a:buChar char="Ø"/>
        <a:defRPr sz="3200">
          <a:solidFill>
            <a:srgbClr val="0000CC"/>
          </a:solidFill>
          <a:latin typeface="Times New Roman" pitchFamily="18" charset="0"/>
          <a:ea typeface="+mn-ea"/>
          <a:cs typeface="Times New Roman" pitchFamily="18" charset="0"/>
        </a:defRPr>
      </a:lvl1pPr>
      <a:lvl2pPr marL="742950" indent="-285750" algn="l" rtl="0" eaLnBrk="1" fontAlgn="base" hangingPunct="1">
        <a:spcBef>
          <a:spcPts val="600"/>
        </a:spcBef>
        <a:spcAft>
          <a:spcPts val="600"/>
        </a:spcAft>
        <a:buFont typeface="Wingdings" pitchFamily="2" charset="2"/>
        <a:buChar char="§"/>
        <a:defRPr sz="3000">
          <a:solidFill>
            <a:srgbClr val="C00000"/>
          </a:solidFill>
          <a:latin typeface="Times New Roman" pitchFamily="18" charset="0"/>
          <a:cs typeface="Times New Roman" pitchFamily="18" charset="0"/>
        </a:defRPr>
      </a:lvl2pPr>
      <a:lvl3pPr marL="1143000" indent="-228600" algn="l" rtl="0" eaLnBrk="1" fontAlgn="base" hangingPunct="1">
        <a:spcBef>
          <a:spcPts val="600"/>
        </a:spcBef>
        <a:spcAft>
          <a:spcPts val="600"/>
        </a:spcAft>
        <a:buChar char="•"/>
        <a:defRPr sz="2800">
          <a:solidFill>
            <a:srgbClr val="333399"/>
          </a:solidFill>
          <a:latin typeface="Times New Roman" pitchFamily="18" charset="0"/>
          <a:cs typeface="Times New Roman" pitchFamily="18" charset="0"/>
        </a:defRPr>
      </a:lvl3pPr>
      <a:lvl4pPr marL="1600200" indent="-228600" algn="l" rtl="0" eaLnBrk="1" fontAlgn="base" hangingPunct="1">
        <a:spcBef>
          <a:spcPts val="600"/>
        </a:spcBef>
        <a:spcAft>
          <a:spcPts val="600"/>
        </a:spcAft>
        <a:buChar char="–"/>
        <a:defRPr sz="2600">
          <a:solidFill>
            <a:srgbClr val="000066"/>
          </a:solidFill>
          <a:latin typeface="Times New Roman" pitchFamily="18" charset="0"/>
          <a:cs typeface="Times New Roman" pitchFamily="18" charset="0"/>
        </a:defRPr>
      </a:lvl4pPr>
      <a:lvl5pPr marL="2057400" indent="-228600" algn="l" rtl="0" eaLnBrk="1" fontAlgn="base" hangingPunct="1">
        <a:spcBef>
          <a:spcPts val="600"/>
        </a:spcBef>
        <a:spcAft>
          <a:spcPts val="600"/>
        </a:spcAft>
        <a:buChar char="»"/>
        <a:defRPr sz="2000">
          <a:solidFill>
            <a:srgbClr val="000066"/>
          </a:solidFill>
          <a:latin typeface="Times New Roman" pitchFamily="18" charset="0"/>
          <a:cs typeface="Times New Roman" pitchFamily="18" charset="0"/>
        </a:defRPr>
      </a:lvl5pPr>
      <a:lvl6pPr marL="2514600" indent="-228600" algn="l" rtl="0" eaLnBrk="1" fontAlgn="base" hangingPunct="1">
        <a:spcBef>
          <a:spcPct val="20000"/>
        </a:spcBef>
        <a:spcAft>
          <a:spcPct val="0"/>
        </a:spcAft>
        <a:buChar char="»"/>
        <a:defRPr sz="2000" b="1">
          <a:solidFill>
            <a:srgbClr val="000066"/>
          </a:solidFill>
          <a:latin typeface="+mn-lt"/>
        </a:defRPr>
      </a:lvl6pPr>
      <a:lvl7pPr marL="2971800" indent="-228600" algn="l" rtl="0" eaLnBrk="1" fontAlgn="base" hangingPunct="1">
        <a:spcBef>
          <a:spcPct val="20000"/>
        </a:spcBef>
        <a:spcAft>
          <a:spcPct val="0"/>
        </a:spcAft>
        <a:buChar char="»"/>
        <a:defRPr sz="2000" b="1">
          <a:solidFill>
            <a:srgbClr val="000066"/>
          </a:solidFill>
          <a:latin typeface="+mn-lt"/>
        </a:defRPr>
      </a:lvl7pPr>
      <a:lvl8pPr marL="3429000" indent="-228600" algn="l" rtl="0" eaLnBrk="1" fontAlgn="base" hangingPunct="1">
        <a:spcBef>
          <a:spcPct val="20000"/>
        </a:spcBef>
        <a:spcAft>
          <a:spcPct val="0"/>
        </a:spcAft>
        <a:buChar char="»"/>
        <a:defRPr sz="2000" b="1">
          <a:solidFill>
            <a:srgbClr val="000066"/>
          </a:solidFill>
          <a:latin typeface="+mn-lt"/>
        </a:defRPr>
      </a:lvl8pPr>
      <a:lvl9pPr marL="3886200" indent="-228600" algn="l" rtl="0" eaLnBrk="1" fontAlgn="base" hangingPunct="1">
        <a:spcBef>
          <a:spcPct val="20000"/>
        </a:spcBef>
        <a:spcAft>
          <a:spcPct val="0"/>
        </a:spcAft>
        <a:buChar char="»"/>
        <a:defRPr sz="2000" b="1">
          <a:solidFill>
            <a:srgbClr val="000066"/>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4.wmf"/></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5.wmf"/></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ACF13-FADD-4964-8FDF-E2F6298D7705}"/>
              </a:ext>
            </a:extLst>
          </p:cNvPr>
          <p:cNvSpPr>
            <a:spLocks noGrp="1"/>
          </p:cNvSpPr>
          <p:nvPr>
            <p:ph type="ctrTitle"/>
          </p:nvPr>
        </p:nvSpPr>
        <p:spPr/>
        <p:txBody>
          <a:bodyPr/>
          <a:lstStyle/>
          <a:p>
            <a:r>
              <a:rPr lang="en-US" dirty="0"/>
              <a:t>QUẢN TRỊ THIẾT BỊ MẠNG CISCO</a:t>
            </a:r>
          </a:p>
        </p:txBody>
      </p:sp>
      <p:sp>
        <p:nvSpPr>
          <p:cNvPr id="3" name="Subtitle 2">
            <a:extLst>
              <a:ext uri="{FF2B5EF4-FFF2-40B4-BE49-F238E27FC236}">
                <a16:creationId xmlns:a16="http://schemas.microsoft.com/office/drawing/2014/main" id="{74590A92-1C08-4DEE-9D98-351FD62CD629}"/>
              </a:ext>
            </a:extLst>
          </p:cNvPr>
          <p:cNvSpPr>
            <a:spLocks noGrp="1"/>
          </p:cNvSpPr>
          <p:nvPr>
            <p:ph type="subTitle" idx="1"/>
          </p:nvPr>
        </p:nvSpPr>
        <p:spPr/>
        <p:txBody>
          <a:bodyPr/>
          <a:lstStyle/>
          <a:p>
            <a:r>
              <a:rPr lang="en-US" dirty="0"/>
              <a:t>CH</a:t>
            </a:r>
            <a:r>
              <a:rPr lang="vi-VN" dirty="0"/>
              <a:t>Ư</a:t>
            </a:r>
            <a:r>
              <a:rPr lang="en-US" dirty="0"/>
              <a:t>ƠNG 2: ĐỊNH TUYẾN</a:t>
            </a:r>
          </a:p>
          <a:p>
            <a:r>
              <a:rPr lang="en-US" dirty="0"/>
              <a:t>(ROUTING)</a:t>
            </a:r>
          </a:p>
        </p:txBody>
      </p:sp>
    </p:spTree>
    <p:extLst>
      <p:ext uri="{BB962C8B-B14F-4D97-AF65-F5344CB8AC3E}">
        <p14:creationId xmlns:p14="http://schemas.microsoft.com/office/powerpoint/2010/main" val="1316549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6C0E6-9C5B-4B5B-A970-81CF031535DB}"/>
              </a:ext>
            </a:extLst>
          </p:cNvPr>
          <p:cNvSpPr>
            <a:spLocks noGrp="1"/>
          </p:cNvSpPr>
          <p:nvPr>
            <p:ph type="title"/>
          </p:nvPr>
        </p:nvSpPr>
        <p:spPr/>
        <p:txBody>
          <a:bodyPr/>
          <a:lstStyle/>
          <a:p>
            <a:r>
              <a:rPr lang="en-US" dirty="0"/>
              <a:t>NỘI DUNG</a:t>
            </a:r>
          </a:p>
        </p:txBody>
      </p:sp>
      <p:sp>
        <p:nvSpPr>
          <p:cNvPr id="3" name="Content Placeholder 2">
            <a:extLst>
              <a:ext uri="{FF2B5EF4-FFF2-40B4-BE49-F238E27FC236}">
                <a16:creationId xmlns:a16="http://schemas.microsoft.com/office/drawing/2014/main" id="{34A44D19-148F-41BD-A970-BE36C44269AA}"/>
              </a:ext>
            </a:extLst>
          </p:cNvPr>
          <p:cNvSpPr>
            <a:spLocks noGrp="1"/>
          </p:cNvSpPr>
          <p:nvPr>
            <p:ph idx="1"/>
          </p:nvPr>
        </p:nvSpPr>
        <p:spPr/>
        <p:txBody>
          <a:bodyPr/>
          <a:lstStyle/>
          <a:p>
            <a:pPr marL="571500" indent="-571500">
              <a:buFont typeface="+mj-lt"/>
              <a:buAutoNum type="romanUcPeriod"/>
            </a:pPr>
            <a:r>
              <a:rPr lang="en-US" dirty="0" err="1"/>
              <a:t>Khái</a:t>
            </a:r>
            <a:r>
              <a:rPr lang="en-US" dirty="0"/>
              <a:t> </a:t>
            </a:r>
            <a:r>
              <a:rPr lang="en-US" dirty="0" err="1"/>
              <a:t>niệm</a:t>
            </a:r>
            <a:r>
              <a:rPr lang="en-US" dirty="0"/>
              <a:t> </a:t>
            </a:r>
            <a:r>
              <a:rPr lang="en-US" dirty="0" err="1"/>
              <a:t>định</a:t>
            </a:r>
            <a:r>
              <a:rPr lang="en-US" dirty="0"/>
              <a:t> </a:t>
            </a:r>
            <a:r>
              <a:rPr lang="en-US" dirty="0" err="1"/>
              <a:t>tuyến</a:t>
            </a:r>
            <a:endParaRPr lang="en-US" dirty="0"/>
          </a:p>
          <a:p>
            <a:pPr marL="571500" indent="-571500">
              <a:buFont typeface="+mj-lt"/>
              <a:buAutoNum type="romanUcPeriod"/>
            </a:pPr>
            <a:r>
              <a:rPr lang="en-US" dirty="0" err="1"/>
              <a:t>Định</a:t>
            </a:r>
            <a:r>
              <a:rPr lang="en-US" dirty="0"/>
              <a:t> </a:t>
            </a:r>
            <a:r>
              <a:rPr lang="en-US" dirty="0" err="1"/>
              <a:t>tuyến</a:t>
            </a:r>
            <a:r>
              <a:rPr lang="en-US" dirty="0"/>
              <a:t> </a:t>
            </a:r>
            <a:r>
              <a:rPr lang="en-US" dirty="0" err="1"/>
              <a:t>tĩnh</a:t>
            </a:r>
            <a:endParaRPr lang="en-US" dirty="0"/>
          </a:p>
          <a:p>
            <a:pPr marL="571500" indent="-571500">
              <a:buFont typeface="+mj-lt"/>
              <a:buAutoNum type="romanUcPeriod"/>
            </a:pPr>
            <a:r>
              <a:rPr lang="en-US" dirty="0" err="1"/>
              <a:t>Định</a:t>
            </a:r>
            <a:r>
              <a:rPr lang="en-US" dirty="0"/>
              <a:t> </a:t>
            </a:r>
            <a:r>
              <a:rPr lang="en-US" dirty="0" err="1"/>
              <a:t>tuyến</a:t>
            </a:r>
            <a:r>
              <a:rPr lang="en-US" dirty="0"/>
              <a:t> </a:t>
            </a:r>
            <a:r>
              <a:rPr lang="en-US" dirty="0" err="1"/>
              <a:t>động</a:t>
            </a:r>
            <a:endParaRPr lang="en-US" dirty="0"/>
          </a:p>
          <a:p>
            <a:pPr marL="1028700" lvl="1" indent="-571500">
              <a:buFont typeface="+mj-lt"/>
              <a:buAutoNum type="arabicPeriod"/>
            </a:pPr>
            <a:r>
              <a:rPr lang="en-US" dirty="0"/>
              <a:t>RIP</a:t>
            </a:r>
          </a:p>
          <a:p>
            <a:pPr marL="1028700" lvl="1" indent="-571500">
              <a:buFont typeface="+mj-lt"/>
              <a:buAutoNum type="arabicPeriod"/>
            </a:pPr>
            <a:r>
              <a:rPr lang="en-US" dirty="0"/>
              <a:t>RIPv2</a:t>
            </a:r>
          </a:p>
          <a:p>
            <a:pPr marL="1028700" lvl="1" indent="-571500">
              <a:buFont typeface="+mj-lt"/>
              <a:buAutoNum type="arabicPeriod"/>
            </a:pPr>
            <a:r>
              <a:rPr lang="en-US" dirty="0"/>
              <a:t>OSPF</a:t>
            </a:r>
          </a:p>
          <a:p>
            <a:pPr marL="1028700" lvl="1" indent="-571500">
              <a:buFont typeface="+mj-lt"/>
              <a:buAutoNum type="arabicPeriod"/>
            </a:pPr>
            <a:r>
              <a:rPr lang="en-US" dirty="0"/>
              <a:t>EIGRP</a:t>
            </a:r>
          </a:p>
        </p:txBody>
      </p:sp>
    </p:spTree>
    <p:extLst>
      <p:ext uri="{BB962C8B-B14F-4D97-AF65-F5344CB8AC3E}">
        <p14:creationId xmlns:p14="http://schemas.microsoft.com/office/powerpoint/2010/main" val="2771545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a:extLst>
              <a:ext uri="{FF2B5EF4-FFF2-40B4-BE49-F238E27FC236}">
                <a16:creationId xmlns:a16="http://schemas.microsoft.com/office/drawing/2014/main" id="{DBC77AE0-60D6-45F0-9F5E-D5B6E126726C}"/>
              </a:ext>
            </a:extLst>
          </p:cNvPr>
          <p:cNvSpPr>
            <a:spLocks noGrp="1"/>
          </p:cNvSpPr>
          <p:nvPr>
            <p:ph type="title"/>
          </p:nvPr>
        </p:nvSpPr>
        <p:spPr>
          <a:xfrm>
            <a:off x="904461" y="266700"/>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 KHÁI NIỆM ĐỊNH TUYẾN</a:t>
            </a:r>
            <a:endParaRPr lang="vi-VN" dirty="0">
              <a:cs typeface="Times New Roman" pitchFamily="18" charset="0"/>
            </a:endParaRPr>
          </a:p>
        </p:txBody>
      </p:sp>
      <p:sp>
        <p:nvSpPr>
          <p:cNvPr id="105475" name="Content Placeholder 2">
            <a:extLst>
              <a:ext uri="{FF2B5EF4-FFF2-40B4-BE49-F238E27FC236}">
                <a16:creationId xmlns:a16="http://schemas.microsoft.com/office/drawing/2014/main" id="{EC2E7E5D-151F-4EDC-BE9E-644846619DF9}"/>
              </a:ext>
            </a:extLst>
          </p:cNvPr>
          <p:cNvSpPr>
            <a:spLocks noGrp="1"/>
          </p:cNvSpPr>
          <p:nvPr>
            <p:ph idx="1"/>
          </p:nvPr>
        </p:nvSpPr>
        <p:spPr>
          <a:xfrm>
            <a:off x="723900" y="1143000"/>
            <a:ext cx="9715500" cy="5257800"/>
          </a:xfrm>
        </p:spPr>
        <p:txBody>
          <a:bodyPr rtlCol="0">
            <a:normAutofit fontScale="92500" lnSpcReduction="20000"/>
          </a:bodyPr>
          <a:lstStyle/>
          <a:p>
            <a:pPr fontAlgn="auto">
              <a:spcAft>
                <a:spcPts val="0"/>
              </a:spcAft>
              <a:defRPr/>
            </a:pPr>
            <a:r>
              <a:rPr lang="en-US" dirty="0" err="1"/>
              <a:t>Định</a:t>
            </a:r>
            <a:r>
              <a:rPr lang="en-US" dirty="0"/>
              <a:t> </a:t>
            </a:r>
            <a:r>
              <a:rPr lang="en-US" dirty="0" err="1"/>
              <a:t>tuyến</a:t>
            </a:r>
            <a:r>
              <a:rPr lang="en-US" dirty="0"/>
              <a:t> </a:t>
            </a:r>
            <a:r>
              <a:rPr lang="en-US" dirty="0" err="1"/>
              <a:t>là</a:t>
            </a:r>
            <a:r>
              <a:rPr lang="en-US" dirty="0"/>
              <a:t> </a:t>
            </a:r>
            <a:r>
              <a:rPr lang="en-US" dirty="0" err="1"/>
              <a:t>gì</a:t>
            </a:r>
            <a:r>
              <a:rPr lang="en-US" dirty="0"/>
              <a:t>:</a:t>
            </a:r>
          </a:p>
          <a:p>
            <a:pPr fontAlgn="auto">
              <a:spcAft>
                <a:spcPts val="0"/>
              </a:spcAft>
              <a:buNone/>
              <a:defRPr/>
            </a:pPr>
            <a:r>
              <a:rPr lang="en-US" dirty="0" err="1"/>
              <a:t>Là</a:t>
            </a:r>
            <a:r>
              <a:rPr lang="en-US" dirty="0"/>
              <a:t> </a:t>
            </a:r>
            <a:r>
              <a:rPr lang="en-US" dirty="0" err="1"/>
              <a:t>chức</a:t>
            </a:r>
            <a:r>
              <a:rPr lang="en-US" dirty="0"/>
              <a:t> </a:t>
            </a:r>
            <a:r>
              <a:rPr lang="en-US" dirty="0" err="1"/>
              <a:t>năng</a:t>
            </a:r>
            <a:r>
              <a:rPr lang="en-US" dirty="0"/>
              <a:t> </a:t>
            </a:r>
            <a:r>
              <a:rPr lang="en-US" dirty="0" err="1"/>
              <a:t>của</a:t>
            </a:r>
            <a:r>
              <a:rPr lang="en-US" dirty="0"/>
              <a:t> router </a:t>
            </a:r>
            <a:r>
              <a:rPr lang="en-US" dirty="0" err="1"/>
              <a:t>giúp</a:t>
            </a:r>
            <a:r>
              <a:rPr lang="en-US" dirty="0"/>
              <a:t> </a:t>
            </a:r>
            <a:r>
              <a:rPr lang="en-US" dirty="0" err="1"/>
              <a:t>xác</a:t>
            </a:r>
            <a:r>
              <a:rPr lang="en-US" dirty="0"/>
              <a:t> </a:t>
            </a:r>
            <a:r>
              <a:rPr lang="en-US" dirty="0" err="1"/>
              <a:t>định</a:t>
            </a:r>
            <a:r>
              <a:rPr lang="en-US" dirty="0"/>
              <a:t> </a:t>
            </a:r>
            <a:r>
              <a:rPr lang="en-US" dirty="0" err="1"/>
              <a:t>quá</a:t>
            </a:r>
            <a:r>
              <a:rPr lang="en-US" dirty="0"/>
              <a:t> </a:t>
            </a:r>
            <a:r>
              <a:rPr lang="en-US" dirty="0" err="1"/>
              <a:t>trình</a:t>
            </a:r>
            <a:r>
              <a:rPr lang="en-US" dirty="0"/>
              <a:t> </a:t>
            </a:r>
            <a:r>
              <a:rPr lang="en-US" dirty="0" err="1"/>
              <a:t>tìm</a:t>
            </a:r>
            <a:r>
              <a:rPr lang="en-US" dirty="0"/>
              <a:t> </a:t>
            </a:r>
            <a:r>
              <a:rPr lang="en-US" dirty="0" err="1"/>
              <a:t>đường</a:t>
            </a:r>
            <a:r>
              <a:rPr lang="en-US" dirty="0"/>
              <a:t> </a:t>
            </a:r>
            <a:r>
              <a:rPr lang="en-US" dirty="0" err="1"/>
              <a:t>đi</a:t>
            </a:r>
            <a:r>
              <a:rPr lang="en-US" dirty="0"/>
              <a:t> </a:t>
            </a:r>
            <a:r>
              <a:rPr lang="en-US" dirty="0" err="1"/>
              <a:t>cho</a:t>
            </a:r>
            <a:r>
              <a:rPr lang="en-US" dirty="0"/>
              <a:t> </a:t>
            </a:r>
            <a:r>
              <a:rPr lang="en-US" dirty="0" err="1"/>
              <a:t>các</a:t>
            </a:r>
            <a:r>
              <a:rPr lang="en-US" dirty="0"/>
              <a:t> </a:t>
            </a:r>
            <a:r>
              <a:rPr lang="en-US" dirty="0" err="1"/>
              <a:t>gói</a:t>
            </a:r>
            <a:r>
              <a:rPr lang="en-US" dirty="0"/>
              <a:t> tin </a:t>
            </a:r>
            <a:r>
              <a:rPr lang="en-US" dirty="0" err="1"/>
              <a:t>từ</a:t>
            </a:r>
            <a:r>
              <a:rPr lang="en-US" dirty="0"/>
              <a:t> </a:t>
            </a:r>
            <a:r>
              <a:rPr lang="en-US" dirty="0" err="1"/>
              <a:t>nguồn</a:t>
            </a:r>
            <a:r>
              <a:rPr lang="en-US" dirty="0"/>
              <a:t> </a:t>
            </a:r>
            <a:r>
              <a:rPr lang="en-US" dirty="0" err="1"/>
              <a:t>tới</a:t>
            </a:r>
            <a:r>
              <a:rPr lang="en-US" dirty="0"/>
              <a:t> </a:t>
            </a:r>
            <a:r>
              <a:rPr lang="en-US" dirty="0" err="1"/>
              <a:t>đích</a:t>
            </a:r>
            <a:r>
              <a:rPr lang="en-US" dirty="0"/>
              <a:t> </a:t>
            </a:r>
            <a:r>
              <a:rPr lang="en-US" dirty="0" err="1"/>
              <a:t>thông</a:t>
            </a:r>
            <a:r>
              <a:rPr lang="en-US" dirty="0"/>
              <a:t> qua </a:t>
            </a:r>
            <a:r>
              <a:rPr lang="en-US" dirty="0" err="1"/>
              <a:t>hệ</a:t>
            </a:r>
            <a:r>
              <a:rPr lang="en-US" dirty="0"/>
              <a:t> </a:t>
            </a:r>
            <a:r>
              <a:rPr lang="en-US" dirty="0" err="1"/>
              <a:t>thống</a:t>
            </a:r>
            <a:r>
              <a:rPr lang="en-US" dirty="0"/>
              <a:t> </a:t>
            </a:r>
            <a:r>
              <a:rPr lang="en-US" dirty="0" err="1"/>
              <a:t>mạng</a:t>
            </a:r>
            <a:r>
              <a:rPr lang="en-US" dirty="0"/>
              <a:t>.</a:t>
            </a:r>
          </a:p>
          <a:p>
            <a:pPr fontAlgn="auto">
              <a:spcAft>
                <a:spcPts val="0"/>
              </a:spcAft>
              <a:buNone/>
              <a:defRPr/>
            </a:pPr>
            <a:endParaRPr lang="en-US" dirty="0"/>
          </a:p>
          <a:p>
            <a:pPr fontAlgn="auto">
              <a:spcAft>
                <a:spcPts val="0"/>
              </a:spcAft>
              <a:buNone/>
              <a:defRPr/>
            </a:pPr>
            <a:endParaRPr lang="en-US" dirty="0"/>
          </a:p>
          <a:p>
            <a:pPr fontAlgn="auto">
              <a:spcAft>
                <a:spcPts val="0"/>
              </a:spcAft>
              <a:buNone/>
              <a:defRPr/>
            </a:pPr>
            <a:endParaRPr lang="en-US" dirty="0"/>
          </a:p>
          <a:p>
            <a:pPr fontAlgn="auto">
              <a:spcAft>
                <a:spcPts val="0"/>
              </a:spcAft>
              <a:buNone/>
              <a:defRPr/>
            </a:pPr>
            <a:endParaRPr lang="en-US" dirty="0"/>
          </a:p>
          <a:p>
            <a:pPr fontAlgn="auto">
              <a:spcAft>
                <a:spcPts val="0"/>
              </a:spcAft>
              <a:buNone/>
              <a:defRPr/>
            </a:pPr>
            <a:endParaRPr lang="en-US" dirty="0"/>
          </a:p>
          <a:p>
            <a:pPr fontAlgn="auto">
              <a:spcAft>
                <a:spcPts val="0"/>
              </a:spcAft>
              <a:buNone/>
              <a:defRPr/>
            </a:pPr>
            <a:endParaRPr lang="en-US" dirty="0"/>
          </a:p>
          <a:p>
            <a:pPr fontAlgn="auto">
              <a:spcAft>
                <a:spcPts val="0"/>
              </a:spcAft>
              <a:defRPr/>
            </a:pPr>
            <a:r>
              <a:rPr lang="en-US" dirty="0" err="1"/>
              <a:t>Các</a:t>
            </a:r>
            <a:r>
              <a:rPr lang="en-US" dirty="0"/>
              <a:t> </a:t>
            </a:r>
            <a:r>
              <a:rPr lang="en-US" dirty="0" err="1"/>
              <a:t>loại</a:t>
            </a:r>
            <a:r>
              <a:rPr lang="en-US" dirty="0"/>
              <a:t> </a:t>
            </a:r>
            <a:r>
              <a:rPr lang="en-US" dirty="0" err="1"/>
              <a:t>định</a:t>
            </a:r>
            <a:r>
              <a:rPr lang="en-US" dirty="0"/>
              <a:t> </a:t>
            </a:r>
            <a:r>
              <a:rPr lang="en-US" dirty="0" err="1"/>
              <a:t>tuyến</a:t>
            </a:r>
            <a:r>
              <a:rPr lang="en-US" dirty="0"/>
              <a:t>: Chia </a:t>
            </a:r>
            <a:r>
              <a:rPr lang="en-US" dirty="0" err="1"/>
              <a:t>làm</a:t>
            </a:r>
            <a:r>
              <a:rPr lang="en-US" dirty="0"/>
              <a:t> 2 </a:t>
            </a:r>
            <a:r>
              <a:rPr lang="en-US" dirty="0" err="1"/>
              <a:t>loại</a:t>
            </a:r>
            <a:endParaRPr lang="en-US" dirty="0"/>
          </a:p>
          <a:p>
            <a:pPr lvl="1" fontAlgn="auto">
              <a:spcAft>
                <a:spcPts val="0"/>
              </a:spcAft>
              <a:defRPr/>
            </a:pPr>
            <a:r>
              <a:rPr lang="en-US" sz="2400" dirty="0" err="1"/>
              <a:t>Định</a:t>
            </a:r>
            <a:r>
              <a:rPr lang="en-US" sz="2400" dirty="0"/>
              <a:t> </a:t>
            </a:r>
            <a:r>
              <a:rPr lang="en-US" sz="2400" dirty="0" err="1"/>
              <a:t>tuyến</a:t>
            </a:r>
            <a:r>
              <a:rPr lang="en-US" sz="2400" dirty="0"/>
              <a:t> </a:t>
            </a:r>
            <a:r>
              <a:rPr lang="en-US" sz="2400" dirty="0" err="1"/>
              <a:t>tĩnh</a:t>
            </a:r>
            <a:endParaRPr lang="en-US" sz="2400" dirty="0"/>
          </a:p>
          <a:p>
            <a:pPr lvl="1" fontAlgn="auto">
              <a:spcAft>
                <a:spcPts val="0"/>
              </a:spcAft>
              <a:defRPr/>
            </a:pPr>
            <a:r>
              <a:rPr lang="en-US" sz="2400" dirty="0" err="1"/>
              <a:t>Định</a:t>
            </a:r>
            <a:r>
              <a:rPr lang="en-US" sz="2400" dirty="0"/>
              <a:t> </a:t>
            </a:r>
            <a:r>
              <a:rPr lang="en-US" sz="2400" dirty="0" err="1"/>
              <a:t>tuyến</a:t>
            </a:r>
            <a:r>
              <a:rPr lang="en-US" sz="2400" dirty="0"/>
              <a:t> </a:t>
            </a:r>
            <a:r>
              <a:rPr lang="en-US" sz="2400" dirty="0" err="1"/>
              <a:t>động</a:t>
            </a:r>
            <a:endParaRPr lang="en-US" sz="2400" dirty="0"/>
          </a:p>
          <a:p>
            <a:pPr lvl="1" fontAlgn="auto">
              <a:spcAft>
                <a:spcPts val="0"/>
              </a:spcAft>
              <a:defRPr/>
            </a:pPr>
            <a:endParaRPr lang="en-US" dirty="0"/>
          </a:p>
          <a:p>
            <a:pPr lvl="1" fontAlgn="auto">
              <a:spcAft>
                <a:spcPts val="0"/>
              </a:spcAft>
              <a:defRPr/>
            </a:pPr>
            <a:endParaRPr lang="en-US" dirty="0"/>
          </a:p>
          <a:p>
            <a:pPr lvl="1" fontAlgn="auto">
              <a:spcAft>
                <a:spcPts val="0"/>
              </a:spcAft>
              <a:defRPr/>
            </a:pPr>
            <a:endParaRPr lang="en-US" dirty="0"/>
          </a:p>
        </p:txBody>
      </p:sp>
      <p:sp>
        <p:nvSpPr>
          <p:cNvPr id="28676" name="Slide Number Placeholder 3">
            <a:extLst>
              <a:ext uri="{FF2B5EF4-FFF2-40B4-BE49-F238E27FC236}">
                <a16:creationId xmlns:a16="http://schemas.microsoft.com/office/drawing/2014/main" id="{805B5EEE-DAFA-41FA-BE26-63DE278856CB}"/>
              </a:ext>
            </a:extLst>
          </p:cNvPr>
          <p:cNvSpPr>
            <a:spLocks noGrp="1"/>
          </p:cNvSpPr>
          <p:nvPr>
            <p:ph type="sldNum" sz="quarter" idx="4294967295"/>
          </p:nvPr>
        </p:nvSpPr>
        <p:spPr bwMode="auto">
          <a:xfrm>
            <a:off x="86106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spcBef>
                <a:spcPct val="0"/>
              </a:spcBef>
              <a:spcAft>
                <a:spcPct val="0"/>
              </a:spcAft>
              <a:buFontTx/>
              <a:buNone/>
            </a:pPr>
            <a:fld id="{329EB0AD-D822-49B1-B842-3BC4C4386064}" type="slidenum">
              <a:rPr lang="en-US" smtClean="0"/>
              <a:pPr/>
              <a:t>3</a:t>
            </a:fld>
            <a:endParaRPr lang="en-US" altLang="en-US" sz="1800">
              <a:solidFill>
                <a:schemeClr val="tx1"/>
              </a:solidFill>
              <a:latin typeface="Arial" panose="020B0604020202020204" pitchFamily="34" charset="0"/>
              <a:cs typeface="Arial" panose="020B0604020202020204" pitchFamily="34" charset="0"/>
            </a:endParaRPr>
          </a:p>
        </p:txBody>
      </p:sp>
      <p:pic>
        <p:nvPicPr>
          <p:cNvPr id="6" name="Picture 8" descr="301P_476">
            <a:extLst>
              <a:ext uri="{FF2B5EF4-FFF2-40B4-BE49-F238E27FC236}">
                <a16:creationId xmlns:a16="http://schemas.microsoft.com/office/drawing/2014/main" id="{8FE45002-AF76-42CF-B61C-3D1A4D110B80}"/>
              </a:ext>
            </a:extLst>
          </p:cNvPr>
          <p:cNvPicPr>
            <a:picLocks noChangeAspect="1" noChangeArrowheads="1"/>
          </p:cNvPicPr>
          <p:nvPr/>
        </p:nvPicPr>
        <p:blipFill>
          <a:blip r:embed="rId2" cstate="print"/>
          <a:srcRect/>
          <a:stretch>
            <a:fillRect/>
          </a:stretch>
        </p:blipFill>
        <p:spPr bwMode="auto">
          <a:xfrm>
            <a:off x="2133600" y="2448340"/>
            <a:ext cx="7620000" cy="2557463"/>
          </a:xfrm>
          <a:prstGeom prst="rect">
            <a:avLst/>
          </a:prstGeom>
          <a:ln>
            <a:noFill/>
          </a:ln>
          <a:effectLst>
            <a:softEdge rad="11250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9117AB-E7B5-4B08-B552-988CC5A75CAA}"/>
              </a:ext>
            </a:extLst>
          </p:cNvPr>
          <p:cNvSpPr>
            <a:spLocks noGrp="1"/>
          </p:cNvSpPr>
          <p:nvPr>
            <p:ph idx="1"/>
          </p:nvPr>
        </p:nvSpPr>
        <p:spPr>
          <a:xfrm>
            <a:off x="775252" y="1295400"/>
            <a:ext cx="10605052" cy="4876800"/>
          </a:xfrm>
        </p:spPr>
        <p:txBody>
          <a:bodyPr rtlCol="0">
            <a:normAutofit fontScale="92500" lnSpcReduction="10000"/>
          </a:bodyPr>
          <a:lstStyle/>
          <a:p>
            <a:pPr fontAlgn="auto">
              <a:spcAft>
                <a:spcPts val="0"/>
              </a:spcAft>
              <a:defRPr/>
            </a:pPr>
            <a:r>
              <a:rPr lang="vi-VN" dirty="0"/>
              <a:t>Để định tuyến thì router cần phải biết các thông tin sau:</a:t>
            </a:r>
          </a:p>
          <a:p>
            <a:pPr lvl="1" fontAlgn="auto">
              <a:spcAft>
                <a:spcPts val="0"/>
              </a:spcAft>
              <a:defRPr/>
            </a:pPr>
            <a:r>
              <a:rPr lang="vi-VN" sz="2400" dirty="0"/>
              <a:t>Địa chỉ đích</a:t>
            </a:r>
          </a:p>
          <a:p>
            <a:pPr lvl="1" fontAlgn="auto">
              <a:spcAft>
                <a:spcPts val="0"/>
              </a:spcAft>
              <a:defRPr/>
            </a:pPr>
            <a:r>
              <a:rPr lang="vi-VN" sz="2400" dirty="0"/>
              <a:t>Các nguồn mà nó có thể học</a:t>
            </a:r>
          </a:p>
          <a:p>
            <a:pPr lvl="1" fontAlgn="auto">
              <a:spcAft>
                <a:spcPts val="0"/>
              </a:spcAft>
              <a:defRPr/>
            </a:pPr>
            <a:r>
              <a:rPr lang="vi-VN" sz="2400" dirty="0"/>
              <a:t>Các tuyến (routes)</a:t>
            </a:r>
          </a:p>
          <a:p>
            <a:pPr lvl="1" fontAlgn="auto">
              <a:spcAft>
                <a:spcPts val="0"/>
              </a:spcAft>
              <a:defRPr/>
            </a:pPr>
            <a:r>
              <a:rPr lang="vi-VN" sz="2400" dirty="0"/>
              <a:t>Tuyến tốt nhất (best route)</a:t>
            </a:r>
          </a:p>
          <a:p>
            <a:pPr lvl="1" fontAlgn="auto">
              <a:spcAft>
                <a:spcPts val="0"/>
              </a:spcAft>
              <a:defRPr/>
            </a:pPr>
            <a:r>
              <a:rPr lang="vi-VN" sz="2400" dirty="0"/>
              <a:t>Bảo trì và kiểm tra thông tin định tuyến</a:t>
            </a:r>
          </a:p>
          <a:p>
            <a:pPr fontAlgn="auto">
              <a:spcAft>
                <a:spcPts val="0"/>
              </a:spcAft>
              <a:defRPr/>
            </a:pPr>
            <a:r>
              <a:rPr lang="en-US" dirty="0"/>
              <a:t>Router </a:t>
            </a:r>
            <a:r>
              <a:rPr lang="en-US" dirty="0" err="1"/>
              <a:t>là</a:t>
            </a:r>
            <a:r>
              <a:rPr lang="en-US" dirty="0"/>
              <a:t> </a:t>
            </a:r>
            <a:r>
              <a:rPr lang="en-US" dirty="0" err="1"/>
              <a:t>thiết</a:t>
            </a:r>
            <a:r>
              <a:rPr lang="en-US" dirty="0"/>
              <a:t> </a:t>
            </a:r>
            <a:r>
              <a:rPr lang="en-US" dirty="0" err="1"/>
              <a:t>bị</a:t>
            </a:r>
            <a:r>
              <a:rPr lang="en-US" dirty="0"/>
              <a:t> </a:t>
            </a:r>
            <a:r>
              <a:rPr lang="en-US" dirty="0" err="1"/>
              <a:t>thuộc</a:t>
            </a:r>
            <a:r>
              <a:rPr lang="en-US" dirty="0"/>
              <a:t> layer 3, </a:t>
            </a:r>
            <a:r>
              <a:rPr lang="en-US" dirty="0" err="1"/>
              <a:t>phân</a:t>
            </a:r>
            <a:r>
              <a:rPr lang="en-US" dirty="0"/>
              <a:t> </a:t>
            </a:r>
            <a:r>
              <a:rPr lang="en-US" dirty="0" err="1"/>
              <a:t>định</a:t>
            </a:r>
            <a:r>
              <a:rPr lang="en-US" dirty="0"/>
              <a:t> </a:t>
            </a:r>
            <a:r>
              <a:rPr lang="en-US" dirty="0" err="1"/>
              <a:t>biên</a:t>
            </a:r>
            <a:r>
              <a:rPr lang="en-US" dirty="0"/>
              <a:t> </a:t>
            </a:r>
            <a:r>
              <a:rPr lang="en-US" dirty="0" err="1"/>
              <a:t>giới</a:t>
            </a:r>
            <a:r>
              <a:rPr lang="en-US" dirty="0"/>
              <a:t> </a:t>
            </a:r>
            <a:r>
              <a:rPr lang="en-US" dirty="0" err="1"/>
              <a:t>của</a:t>
            </a:r>
            <a:r>
              <a:rPr lang="en-US" dirty="0"/>
              <a:t> </a:t>
            </a:r>
            <a:r>
              <a:rPr lang="en-US" dirty="0" err="1"/>
              <a:t>các</a:t>
            </a:r>
            <a:r>
              <a:rPr lang="en-US" dirty="0"/>
              <a:t> network, </a:t>
            </a:r>
            <a:r>
              <a:rPr lang="en-US" dirty="0" err="1"/>
              <a:t>thực</a:t>
            </a:r>
            <a:r>
              <a:rPr lang="en-US" dirty="0"/>
              <a:t> </a:t>
            </a:r>
            <a:r>
              <a:rPr lang="en-US" dirty="0" err="1"/>
              <a:t>hiện</a:t>
            </a:r>
            <a:r>
              <a:rPr lang="en-US" dirty="0"/>
              <a:t> </a:t>
            </a:r>
            <a:r>
              <a:rPr lang="en-US" dirty="0" err="1"/>
              <a:t>chức</a:t>
            </a:r>
            <a:r>
              <a:rPr lang="en-US" dirty="0"/>
              <a:t> </a:t>
            </a:r>
            <a:r>
              <a:rPr lang="en-US" dirty="0" err="1"/>
              <a:t>năng</a:t>
            </a:r>
            <a:r>
              <a:rPr lang="en-US" dirty="0"/>
              <a:t> </a:t>
            </a:r>
            <a:r>
              <a:rPr lang="en-US" dirty="0" err="1"/>
              <a:t>định</a:t>
            </a:r>
            <a:r>
              <a:rPr lang="en-US" dirty="0"/>
              <a:t> </a:t>
            </a:r>
            <a:r>
              <a:rPr lang="en-US" dirty="0" err="1"/>
              <a:t>tuyến</a:t>
            </a:r>
            <a:r>
              <a:rPr lang="en-US" dirty="0"/>
              <a:t>.</a:t>
            </a:r>
            <a:endParaRPr lang="vi-VN" dirty="0"/>
          </a:p>
          <a:p>
            <a:pPr fontAlgn="auto">
              <a:spcAft>
                <a:spcPts val="0"/>
              </a:spcAft>
              <a:defRPr/>
            </a:pPr>
            <a:r>
              <a:rPr lang="en-US" dirty="0"/>
              <a:t>Router </a:t>
            </a:r>
            <a:r>
              <a:rPr lang="en-US" dirty="0" err="1"/>
              <a:t>ngăn</a:t>
            </a:r>
            <a:r>
              <a:rPr lang="en-US" dirty="0"/>
              <a:t> </a:t>
            </a:r>
            <a:r>
              <a:rPr lang="en-US" dirty="0" err="1"/>
              <a:t>chặn</a:t>
            </a:r>
            <a:r>
              <a:rPr lang="en-US" dirty="0"/>
              <a:t> broadcast (</a:t>
            </a:r>
            <a:r>
              <a:rPr lang="en-US" dirty="0" err="1"/>
              <a:t>vì</a:t>
            </a:r>
            <a:r>
              <a:rPr lang="en-US" dirty="0"/>
              <a:t> </a:t>
            </a:r>
            <a:r>
              <a:rPr lang="en-US" dirty="0" err="1"/>
              <a:t>mỗi</a:t>
            </a:r>
            <a:r>
              <a:rPr lang="en-US" dirty="0"/>
              <a:t> port </a:t>
            </a:r>
            <a:r>
              <a:rPr lang="en-US" dirty="0" err="1"/>
              <a:t>trên</a:t>
            </a:r>
            <a:r>
              <a:rPr lang="en-US" dirty="0"/>
              <a:t> router </a:t>
            </a:r>
            <a:r>
              <a:rPr lang="en-US" dirty="0" err="1"/>
              <a:t>là</a:t>
            </a:r>
            <a:r>
              <a:rPr lang="en-US" dirty="0"/>
              <a:t> 1 network broadcast domain)</a:t>
            </a:r>
            <a:endParaRPr lang="vi-VN" dirty="0"/>
          </a:p>
          <a:p>
            <a:pPr fontAlgn="auto">
              <a:spcAft>
                <a:spcPts val="0"/>
              </a:spcAft>
              <a:defRPr/>
            </a:pPr>
            <a:r>
              <a:rPr lang="en-US" dirty="0" err="1"/>
              <a:t>Thực</a:t>
            </a:r>
            <a:r>
              <a:rPr lang="en-US" dirty="0"/>
              <a:t> </a:t>
            </a:r>
            <a:r>
              <a:rPr lang="en-US" dirty="0" err="1"/>
              <a:t>hiện</a:t>
            </a:r>
            <a:r>
              <a:rPr lang="en-US" dirty="0"/>
              <a:t> </a:t>
            </a:r>
            <a:r>
              <a:rPr lang="en-US" dirty="0" err="1"/>
              <a:t>việc</a:t>
            </a:r>
            <a:r>
              <a:rPr lang="en-US" dirty="0"/>
              <a:t> </a:t>
            </a:r>
            <a:r>
              <a:rPr lang="en-US" dirty="0" err="1"/>
              <a:t>lọc</a:t>
            </a:r>
            <a:r>
              <a:rPr lang="en-US" dirty="0"/>
              <a:t> </a:t>
            </a:r>
            <a:r>
              <a:rPr lang="en-US" dirty="0" err="1"/>
              <a:t>các</a:t>
            </a:r>
            <a:r>
              <a:rPr lang="en-US" dirty="0"/>
              <a:t> </a:t>
            </a:r>
            <a:r>
              <a:rPr lang="en-US" dirty="0" err="1"/>
              <a:t>gói</a:t>
            </a:r>
            <a:r>
              <a:rPr lang="en-US" dirty="0"/>
              <a:t> tin</a:t>
            </a:r>
            <a:endParaRPr lang="vi-VN" dirty="0"/>
          </a:p>
          <a:p>
            <a:pPr fontAlgn="auto">
              <a:spcAft>
                <a:spcPts val="0"/>
              </a:spcAft>
              <a:defRPr/>
            </a:pPr>
            <a:endParaRPr lang="vi-VN" dirty="0"/>
          </a:p>
        </p:txBody>
      </p:sp>
      <p:sp>
        <p:nvSpPr>
          <p:cNvPr id="29700" name="Slide Number Placeholder 3">
            <a:extLst>
              <a:ext uri="{FF2B5EF4-FFF2-40B4-BE49-F238E27FC236}">
                <a16:creationId xmlns:a16="http://schemas.microsoft.com/office/drawing/2014/main" id="{D0830E28-7C85-4AE6-BAA1-9522BCD355C3}"/>
              </a:ext>
            </a:extLst>
          </p:cNvPr>
          <p:cNvSpPr>
            <a:spLocks noGrp="1"/>
          </p:cNvSpPr>
          <p:nvPr>
            <p:ph type="sldNum" sz="quarter" idx="4294967295"/>
          </p:nvPr>
        </p:nvSpPr>
        <p:spPr bwMode="auto">
          <a:xfrm>
            <a:off x="86106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spcBef>
                <a:spcPct val="0"/>
              </a:spcBef>
              <a:spcAft>
                <a:spcPct val="0"/>
              </a:spcAft>
              <a:buFontTx/>
              <a:buNone/>
            </a:pPr>
            <a:fld id="{329EB0AD-D822-49B1-B842-3BC4C4386064}" type="slidenum">
              <a:rPr lang="en-US" smtClean="0"/>
              <a:pPr/>
              <a:t>4</a:t>
            </a:fld>
            <a:endParaRPr lang="en-US" altLang="en-US" sz="1800">
              <a:solidFill>
                <a:schemeClr val="tx1"/>
              </a:solidFill>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093ADE4A-CD77-4C19-B202-E543867ECFE1}"/>
              </a:ext>
            </a:extLst>
          </p:cNvPr>
          <p:cNvSpPr txBox="1">
            <a:spLocks/>
          </p:cNvSpPr>
          <p:nvPr/>
        </p:nvSpPr>
        <p:spPr>
          <a:xfrm>
            <a:off x="1523586" y="346075"/>
            <a:ext cx="8696739" cy="5715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sz="3200" b="1" dirty="0">
                <a:solidFill>
                  <a:srgbClr val="FFFF00"/>
                </a:solidFill>
                <a:latin typeface="Times New Roman" pitchFamily="18" charset="0"/>
                <a:cs typeface="Times New Roman" pitchFamily="18" charset="0"/>
              </a:rPr>
              <a:t>I. KHÁI NIỆM ĐỊNH TUYẾN</a:t>
            </a:r>
            <a:endParaRPr lang="vi-VN" sz="3200" b="1" dirty="0">
              <a:solidFill>
                <a:srgbClr val="FFFF00"/>
              </a:solidFill>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A695C9-E29D-4ADF-B184-02976D689D5C}"/>
              </a:ext>
            </a:extLst>
          </p:cNvPr>
          <p:cNvSpPr>
            <a:spLocks noGrp="1"/>
          </p:cNvSpPr>
          <p:nvPr>
            <p:ph idx="1"/>
          </p:nvPr>
        </p:nvSpPr>
        <p:spPr/>
        <p:txBody>
          <a:bodyPr/>
          <a:lstStyle/>
          <a:p>
            <a:pPr marL="0" indent="0" algn="just">
              <a:buNone/>
              <a:defRPr/>
            </a:pPr>
            <a:r>
              <a:rPr lang="vi-VN" b="1" dirty="0"/>
              <a:t>Giao thức được định tuyến (routed protocols hay routable protocols)</a:t>
            </a:r>
          </a:p>
          <a:p>
            <a:pPr algn="just" eaLnBrk="1" hangingPunct="1">
              <a:defRPr/>
            </a:pPr>
            <a:r>
              <a:rPr lang="vi-VN" dirty="0"/>
              <a:t>Một giao thức đã được định tuyến là bất kỳ một giao thức mạng nào cung cấp đầy đủ thông tin trong địa chỉ tầng mạng của nó để cho phép một gói tin được truyền đi từ một máy chủ (host) đến máy chủ khác dựa trên sự sắp xếp về địa chỉ, không cần biết đến đường đi tổng thể từ nguồn đến đích</a:t>
            </a:r>
            <a:endParaRPr lang="en-US" dirty="0"/>
          </a:p>
        </p:txBody>
      </p:sp>
      <p:sp>
        <p:nvSpPr>
          <p:cNvPr id="6" name="Title 1">
            <a:extLst>
              <a:ext uri="{FF2B5EF4-FFF2-40B4-BE49-F238E27FC236}">
                <a16:creationId xmlns:a16="http://schemas.microsoft.com/office/drawing/2014/main" id="{F105073A-6E32-45DE-B91A-EE2D330D4F0C}"/>
              </a:ext>
            </a:extLst>
          </p:cNvPr>
          <p:cNvSpPr>
            <a:spLocks noGrp="1"/>
          </p:cNvSpPr>
          <p:nvPr>
            <p:ph type="title"/>
          </p:nvPr>
        </p:nvSpPr>
        <p:spPr>
          <a:xfrm>
            <a:off x="904461" y="266700"/>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 KHÁI NIỆM ĐỊNH TUYẾN</a:t>
            </a:r>
            <a:endParaRPr lang="vi-VN" dirty="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Content Placeholder 2">
            <a:extLst>
              <a:ext uri="{FF2B5EF4-FFF2-40B4-BE49-F238E27FC236}">
                <a16:creationId xmlns:a16="http://schemas.microsoft.com/office/drawing/2014/main" id="{86C93C7F-3555-4C1B-8CFE-DB4B85B34DB6}"/>
              </a:ext>
            </a:extLst>
          </p:cNvPr>
          <p:cNvSpPr>
            <a:spLocks noGrp="1"/>
          </p:cNvSpPr>
          <p:nvPr>
            <p:ph idx="1"/>
          </p:nvPr>
        </p:nvSpPr>
        <p:spPr>
          <a:xfrm>
            <a:off x="480391" y="1282147"/>
            <a:ext cx="11231218" cy="5486400"/>
          </a:xfrm>
        </p:spPr>
        <p:txBody>
          <a:bodyPr/>
          <a:lstStyle/>
          <a:p>
            <a:pPr algn="just" eaLnBrk="1" hangingPunct="1"/>
            <a:r>
              <a:rPr lang="vi-VN" altLang="en-US" dirty="0"/>
              <a:t>Giao thức đã được định tuyến định nghĩa khuôn dạng và mục đích của các trường có trong một gói. </a:t>
            </a:r>
            <a:endParaRPr lang="en-US" altLang="en-US" dirty="0"/>
          </a:p>
          <a:p>
            <a:pPr algn="just" eaLnBrk="1" hangingPunct="1"/>
            <a:r>
              <a:rPr lang="vi-VN" altLang="en-US" dirty="0"/>
              <a:t>Các gói thông thường được vận chuyển từ hệ thống cuối đến một hệ thống cuối khác. Hầu như tất cả giao thức ở tầng 3 các giao thức khác ở các tầng trên đều có thể được định tuyến</a:t>
            </a:r>
            <a:r>
              <a:rPr lang="en-US" altLang="en-US" dirty="0"/>
              <a:t>.</a:t>
            </a:r>
          </a:p>
          <a:p>
            <a:pPr algn="just" eaLnBrk="1" hangingPunct="1"/>
            <a:r>
              <a:rPr lang="vi-VN" altLang="en-US" dirty="0"/>
              <a:t>IP là một ví dụ. Nghĩa là gói tin đã được định hướng (có địa chỉ rõ ràng)giống như lá thư đã được ghi địa chỉ rõ chỉ còn chờ routing (tìm đường đi đến địa chỉ đó)</a:t>
            </a:r>
            <a:endParaRPr lang="en-US" altLang="en-US" dirty="0"/>
          </a:p>
        </p:txBody>
      </p:sp>
      <p:sp>
        <p:nvSpPr>
          <p:cNvPr id="6" name="Title 1">
            <a:extLst>
              <a:ext uri="{FF2B5EF4-FFF2-40B4-BE49-F238E27FC236}">
                <a16:creationId xmlns:a16="http://schemas.microsoft.com/office/drawing/2014/main" id="{0F8AF71F-3356-4C1C-9159-BD643CA8AF58}"/>
              </a:ext>
            </a:extLst>
          </p:cNvPr>
          <p:cNvSpPr>
            <a:spLocks noGrp="1"/>
          </p:cNvSpPr>
          <p:nvPr>
            <p:ph type="title"/>
          </p:nvPr>
        </p:nvSpPr>
        <p:spPr>
          <a:xfrm>
            <a:off x="904461" y="266700"/>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 KHÁI NIỆM ĐỊNH TUYẾN</a:t>
            </a:r>
            <a:endParaRPr lang="vi-VN" dirty="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Content Placeholder 2">
            <a:extLst>
              <a:ext uri="{FF2B5EF4-FFF2-40B4-BE49-F238E27FC236}">
                <a16:creationId xmlns:a16="http://schemas.microsoft.com/office/drawing/2014/main" id="{9BB7AAC8-D194-4113-995A-27C1F87C2761}"/>
              </a:ext>
            </a:extLst>
          </p:cNvPr>
          <p:cNvSpPr>
            <a:spLocks noGrp="1"/>
          </p:cNvSpPr>
          <p:nvPr>
            <p:ph idx="1"/>
          </p:nvPr>
        </p:nvSpPr>
        <p:spPr/>
        <p:txBody>
          <a:bodyPr/>
          <a:lstStyle/>
          <a:p>
            <a:pPr algn="just" eaLnBrk="1" hangingPunct="1"/>
            <a:r>
              <a:rPr lang="en-US" altLang="en-US" b="1" dirty="0" err="1"/>
              <a:t>Giao</a:t>
            </a:r>
            <a:r>
              <a:rPr lang="en-US" altLang="en-US" b="1" dirty="0"/>
              <a:t> </a:t>
            </a:r>
            <a:r>
              <a:rPr lang="en-US" altLang="en-US" b="1" dirty="0" err="1"/>
              <a:t>thức</a:t>
            </a:r>
            <a:r>
              <a:rPr lang="en-US" altLang="en-US" b="1" dirty="0"/>
              <a:t> </a:t>
            </a:r>
            <a:r>
              <a:rPr lang="en-US" altLang="en-US" b="1" dirty="0" err="1"/>
              <a:t>định</a:t>
            </a:r>
            <a:r>
              <a:rPr lang="en-US" altLang="en-US" b="1" dirty="0"/>
              <a:t> </a:t>
            </a:r>
            <a:r>
              <a:rPr lang="en-US" altLang="en-US" b="1" dirty="0" err="1"/>
              <a:t>tuyến</a:t>
            </a:r>
            <a:r>
              <a:rPr lang="en-US" altLang="en-US" b="1" dirty="0"/>
              <a:t> (routing protocols)</a:t>
            </a:r>
          </a:p>
          <a:p>
            <a:pPr algn="just" eaLnBrk="1" hangingPunct="1"/>
            <a:r>
              <a:rPr lang="vi-VN" altLang="en-US" dirty="0"/>
              <a:t>Giao thức định tuyến được dùng trong khi thi hành thuật toán định tuyến để thuận tiện cho việc trao đổi thông tin giữa các mạng, cho phép các router xây dựng bảng định tuyến một cách linh hoạt.</a:t>
            </a:r>
            <a:endParaRPr lang="en-US" altLang="en-US" dirty="0"/>
          </a:p>
        </p:txBody>
      </p:sp>
      <p:sp>
        <p:nvSpPr>
          <p:cNvPr id="6" name="Title 1">
            <a:extLst>
              <a:ext uri="{FF2B5EF4-FFF2-40B4-BE49-F238E27FC236}">
                <a16:creationId xmlns:a16="http://schemas.microsoft.com/office/drawing/2014/main" id="{010D90FC-EBE3-4684-9B3F-975803D748ED}"/>
              </a:ext>
            </a:extLst>
          </p:cNvPr>
          <p:cNvSpPr>
            <a:spLocks noGrp="1"/>
          </p:cNvSpPr>
          <p:nvPr>
            <p:ph type="title"/>
          </p:nvPr>
        </p:nvSpPr>
        <p:spPr>
          <a:xfrm>
            <a:off x="904461" y="266700"/>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 KHÁI NIỆM ĐỊNH TUYẾN</a:t>
            </a:r>
            <a:endParaRPr lang="vi-VN" dirty="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DC768B-0F36-4C96-AF3C-F4389651AF36}"/>
              </a:ext>
            </a:extLst>
          </p:cNvPr>
          <p:cNvSpPr>
            <a:spLocks noGrp="1"/>
          </p:cNvSpPr>
          <p:nvPr>
            <p:ph idx="1"/>
          </p:nvPr>
        </p:nvSpPr>
        <p:spPr>
          <a:xfrm>
            <a:off x="400049" y="1202635"/>
            <a:ext cx="11725275" cy="5398604"/>
          </a:xfrm>
        </p:spPr>
        <p:txBody>
          <a:bodyPr>
            <a:normAutofit fontScale="92500" lnSpcReduction="20000"/>
          </a:bodyPr>
          <a:lstStyle/>
          <a:p>
            <a:pPr lvl="1">
              <a:buFont typeface="Wingdings" panose="05000000000000000000" pitchFamily="2" charset="2"/>
              <a:buChar char="v"/>
            </a:pPr>
            <a:r>
              <a:rPr lang="en-US" altLang="en-US" sz="3200" dirty="0" err="1"/>
              <a:t>Định</a:t>
            </a:r>
            <a:r>
              <a:rPr lang="en-US" altLang="en-US" sz="3200" dirty="0"/>
              <a:t> </a:t>
            </a:r>
            <a:r>
              <a:rPr lang="en-US" altLang="en-US" sz="3200" dirty="0" err="1"/>
              <a:t>tuyến</a:t>
            </a:r>
            <a:r>
              <a:rPr lang="en-US" altLang="en-US" sz="3200" dirty="0"/>
              <a:t> </a:t>
            </a:r>
            <a:r>
              <a:rPr lang="en-US" altLang="en-US" sz="3200" dirty="0" err="1"/>
              <a:t>tĩnh</a:t>
            </a:r>
            <a:r>
              <a:rPr lang="en-US" altLang="en-US" sz="3200" dirty="0"/>
              <a:t> (Static routing)</a:t>
            </a:r>
          </a:p>
          <a:p>
            <a:pPr lvl="2">
              <a:buFont typeface="Wingdings" panose="05000000000000000000" pitchFamily="2" charset="2"/>
              <a:buChar char="§"/>
            </a:pPr>
            <a:r>
              <a:rPr lang="en-US" altLang="en-US" sz="3200" dirty="0" err="1"/>
              <a:t>Định</a:t>
            </a:r>
            <a:r>
              <a:rPr lang="en-US" altLang="en-US" sz="3200" dirty="0"/>
              <a:t> </a:t>
            </a:r>
            <a:r>
              <a:rPr lang="en-US" altLang="en-US" sz="3200" dirty="0" err="1"/>
              <a:t>nghĩa</a:t>
            </a:r>
            <a:r>
              <a:rPr lang="en-US" altLang="en-US" sz="3200" dirty="0"/>
              <a:t>: </a:t>
            </a:r>
            <a:r>
              <a:rPr lang="en-US" altLang="en-US" sz="3200" dirty="0" err="1"/>
              <a:t>người</a:t>
            </a:r>
            <a:r>
              <a:rPr lang="en-US" altLang="en-US" sz="3200" dirty="0"/>
              <a:t> </a:t>
            </a:r>
            <a:r>
              <a:rPr lang="en-US" altLang="en-US" sz="3200" dirty="0" err="1"/>
              <a:t>quản</a:t>
            </a:r>
            <a:r>
              <a:rPr lang="en-US" altLang="en-US" sz="3200" dirty="0"/>
              <a:t> </a:t>
            </a:r>
            <a:r>
              <a:rPr lang="en-US" altLang="en-US" sz="3200" dirty="0" err="1"/>
              <a:t>trị</a:t>
            </a:r>
            <a:r>
              <a:rPr lang="en-US" altLang="en-US" sz="3200" dirty="0"/>
              <a:t> </a:t>
            </a:r>
            <a:r>
              <a:rPr lang="en-US" altLang="en-US" sz="3200" dirty="0" err="1"/>
              <a:t>sẽ</a:t>
            </a:r>
            <a:r>
              <a:rPr lang="en-US" altLang="en-US" sz="3200" dirty="0"/>
              <a:t> </a:t>
            </a:r>
            <a:r>
              <a:rPr lang="en-US" altLang="en-US" sz="3200" dirty="0" err="1"/>
              <a:t>cấu</a:t>
            </a:r>
            <a:r>
              <a:rPr lang="en-US" altLang="en-US" sz="3200" dirty="0"/>
              <a:t> </a:t>
            </a:r>
            <a:r>
              <a:rPr lang="en-US" altLang="en-US" sz="3200" dirty="0" err="1"/>
              <a:t>hình</a:t>
            </a:r>
            <a:r>
              <a:rPr lang="en-US" altLang="en-US" sz="3200" dirty="0"/>
              <a:t> </a:t>
            </a:r>
            <a:r>
              <a:rPr lang="en-US" altLang="en-US" sz="3200" dirty="0" err="1"/>
              <a:t>đường</a:t>
            </a:r>
            <a:r>
              <a:rPr lang="en-US" altLang="en-US" sz="3200" dirty="0"/>
              <a:t> </a:t>
            </a:r>
            <a:r>
              <a:rPr lang="en-US" altLang="en-US" sz="3200" dirty="0" err="1"/>
              <a:t>đi</a:t>
            </a:r>
            <a:r>
              <a:rPr lang="en-US" altLang="en-US" sz="3200" dirty="0"/>
              <a:t> </a:t>
            </a:r>
            <a:r>
              <a:rPr lang="en-US" altLang="en-US" sz="3200" dirty="0" err="1"/>
              <a:t>trên</a:t>
            </a:r>
            <a:r>
              <a:rPr lang="en-US" altLang="en-US" sz="3200" dirty="0"/>
              <a:t> router </a:t>
            </a:r>
            <a:r>
              <a:rPr lang="en-US" altLang="en-US" sz="3200" dirty="0" err="1"/>
              <a:t>một</a:t>
            </a:r>
            <a:r>
              <a:rPr lang="en-US" altLang="en-US" sz="3200" dirty="0"/>
              <a:t> </a:t>
            </a:r>
            <a:r>
              <a:rPr lang="en-US" altLang="en-US" sz="3200" dirty="0" err="1"/>
              <a:t>cách</a:t>
            </a:r>
            <a:r>
              <a:rPr lang="en-US" altLang="en-US" sz="3200" dirty="0"/>
              <a:t> </a:t>
            </a:r>
            <a:r>
              <a:rPr lang="en-US" altLang="en-US" sz="3200" dirty="0" err="1"/>
              <a:t>thủ</a:t>
            </a:r>
            <a:r>
              <a:rPr lang="en-US" altLang="en-US" sz="3200" dirty="0"/>
              <a:t> </a:t>
            </a:r>
            <a:r>
              <a:rPr lang="en-US" altLang="en-US" sz="3200" dirty="0" err="1"/>
              <a:t>công</a:t>
            </a:r>
            <a:r>
              <a:rPr lang="en-US" altLang="en-US" sz="3200" dirty="0"/>
              <a:t>. </a:t>
            </a:r>
            <a:r>
              <a:rPr lang="en-US" altLang="en-US" sz="3200" dirty="0" err="1"/>
              <a:t>Khi</a:t>
            </a:r>
            <a:r>
              <a:rPr lang="en-US" altLang="en-US" sz="3200" dirty="0"/>
              <a:t> </a:t>
            </a:r>
            <a:r>
              <a:rPr lang="en-US" altLang="en-US" sz="3200" dirty="0" err="1"/>
              <a:t>có</a:t>
            </a:r>
            <a:r>
              <a:rPr lang="en-US" altLang="en-US" sz="3200" dirty="0"/>
              <a:t> </a:t>
            </a:r>
            <a:r>
              <a:rPr lang="en-US" altLang="en-US" sz="3200" dirty="0" err="1"/>
              <a:t>sự</a:t>
            </a:r>
            <a:r>
              <a:rPr lang="en-US" altLang="en-US" sz="3200" dirty="0"/>
              <a:t> </a:t>
            </a:r>
            <a:r>
              <a:rPr lang="en-US" altLang="en-US" sz="3200" dirty="0" err="1"/>
              <a:t>thay</a:t>
            </a:r>
            <a:r>
              <a:rPr lang="en-US" altLang="en-US" sz="3200" dirty="0"/>
              <a:t> </a:t>
            </a:r>
            <a:r>
              <a:rPr lang="en-US" altLang="en-US" sz="3200" dirty="0" err="1"/>
              <a:t>đổi</a:t>
            </a:r>
            <a:r>
              <a:rPr lang="en-US" altLang="en-US" sz="3200" dirty="0"/>
              <a:t> </a:t>
            </a:r>
            <a:r>
              <a:rPr lang="en-US" altLang="en-US" sz="3200" dirty="0" err="1"/>
              <a:t>trong</a:t>
            </a:r>
            <a:r>
              <a:rPr lang="en-US" altLang="en-US" sz="3200" dirty="0"/>
              <a:t> </a:t>
            </a:r>
            <a:r>
              <a:rPr lang="en-US" altLang="en-US" sz="3200" dirty="0" err="1"/>
              <a:t>mô</a:t>
            </a:r>
            <a:r>
              <a:rPr lang="en-US" altLang="en-US" sz="3200" dirty="0"/>
              <a:t> </a:t>
            </a:r>
            <a:r>
              <a:rPr lang="en-US" altLang="en-US" sz="3200" dirty="0" err="1"/>
              <a:t>hình</a:t>
            </a:r>
            <a:r>
              <a:rPr lang="en-US" altLang="en-US" sz="3200" dirty="0"/>
              <a:t> </a:t>
            </a:r>
            <a:r>
              <a:rPr lang="en-US" altLang="en-US" sz="3200" dirty="0" err="1"/>
              <a:t>mạng</a:t>
            </a:r>
            <a:r>
              <a:rPr lang="en-US" altLang="en-US" sz="3200" dirty="0"/>
              <a:t>, </a:t>
            </a:r>
            <a:r>
              <a:rPr lang="en-US" altLang="en-US" sz="3200" dirty="0" err="1"/>
              <a:t>người</a:t>
            </a:r>
            <a:r>
              <a:rPr lang="en-US" altLang="en-US" sz="3200" dirty="0"/>
              <a:t> </a:t>
            </a:r>
            <a:r>
              <a:rPr lang="en-US" altLang="en-US" sz="3200" dirty="0" err="1"/>
              <a:t>quản</a:t>
            </a:r>
            <a:r>
              <a:rPr lang="en-US" altLang="en-US" sz="3200" dirty="0"/>
              <a:t> </a:t>
            </a:r>
            <a:r>
              <a:rPr lang="en-US" altLang="en-US" sz="3200" dirty="0" err="1"/>
              <a:t>trị</a:t>
            </a:r>
            <a:r>
              <a:rPr lang="en-US" altLang="en-US" sz="3200" dirty="0"/>
              <a:t> </a:t>
            </a:r>
            <a:r>
              <a:rPr lang="en-US" altLang="en-US" sz="3200" dirty="0" err="1"/>
              <a:t>phải</a:t>
            </a:r>
            <a:r>
              <a:rPr lang="en-US" altLang="en-US" sz="3200" dirty="0"/>
              <a:t> </a:t>
            </a:r>
            <a:r>
              <a:rPr lang="en-US" altLang="en-US" sz="3200" dirty="0" err="1"/>
              <a:t>cấu</a:t>
            </a:r>
            <a:r>
              <a:rPr lang="en-US" altLang="en-US" sz="3200" dirty="0"/>
              <a:t> </a:t>
            </a:r>
            <a:r>
              <a:rPr lang="en-US" altLang="en-US" sz="3200" dirty="0" err="1"/>
              <a:t>hình</a:t>
            </a:r>
            <a:r>
              <a:rPr lang="en-US" altLang="en-US" sz="3200" dirty="0"/>
              <a:t> </a:t>
            </a:r>
            <a:r>
              <a:rPr lang="en-US" altLang="en-US" sz="3200" dirty="0" err="1"/>
              <a:t>lại</a:t>
            </a:r>
            <a:r>
              <a:rPr lang="en-US" altLang="en-US" sz="3200" dirty="0"/>
              <a:t>.</a:t>
            </a:r>
          </a:p>
          <a:p>
            <a:pPr lvl="2">
              <a:buFont typeface="Wingdings" panose="05000000000000000000" pitchFamily="2" charset="2"/>
              <a:buChar char="§"/>
            </a:pPr>
            <a:r>
              <a:rPr lang="en-US" altLang="en-US" sz="3200" dirty="0" err="1"/>
              <a:t>Ưu</a:t>
            </a:r>
            <a:r>
              <a:rPr lang="en-US" altLang="en-US" sz="3200" dirty="0"/>
              <a:t> </a:t>
            </a:r>
            <a:r>
              <a:rPr lang="en-US" altLang="en-US" sz="3200" dirty="0" err="1"/>
              <a:t>điểm</a:t>
            </a:r>
            <a:endParaRPr lang="en-US" altLang="en-US" sz="3200" dirty="0"/>
          </a:p>
          <a:p>
            <a:pPr lvl="3">
              <a:buFont typeface="Wingdings" panose="05000000000000000000" pitchFamily="2" charset="2"/>
              <a:buChar char="§"/>
            </a:pPr>
            <a:r>
              <a:rPr lang="en-US" altLang="en-US" sz="3200" dirty="0"/>
              <a:t>Router </a:t>
            </a:r>
            <a:r>
              <a:rPr lang="en-US" altLang="en-US" sz="3200" dirty="0" err="1"/>
              <a:t>không</a:t>
            </a:r>
            <a:r>
              <a:rPr lang="en-US" altLang="en-US" sz="3200" dirty="0"/>
              <a:t> </a:t>
            </a:r>
            <a:r>
              <a:rPr lang="en-US" altLang="en-US" sz="3200" dirty="0" err="1"/>
              <a:t>phải</a:t>
            </a:r>
            <a:r>
              <a:rPr lang="en-US" altLang="en-US" sz="3200" dirty="0"/>
              <a:t> </a:t>
            </a:r>
            <a:r>
              <a:rPr lang="en-US" altLang="en-US" sz="3200" dirty="0" err="1"/>
              <a:t>thực</a:t>
            </a:r>
            <a:r>
              <a:rPr lang="en-US" altLang="en-US" sz="3200" dirty="0"/>
              <a:t> </a:t>
            </a:r>
            <a:r>
              <a:rPr lang="en-US" altLang="en-US" sz="3200" dirty="0" err="1"/>
              <a:t>hiện</a:t>
            </a:r>
            <a:r>
              <a:rPr lang="en-US" altLang="en-US" sz="3200" dirty="0"/>
              <a:t> </a:t>
            </a:r>
            <a:r>
              <a:rPr lang="en-US" altLang="en-US" sz="3200" dirty="0" err="1"/>
              <a:t>các</a:t>
            </a:r>
            <a:r>
              <a:rPr lang="en-US" altLang="en-US" sz="3200" dirty="0"/>
              <a:t> </a:t>
            </a:r>
            <a:r>
              <a:rPr lang="en-US" altLang="en-US" sz="3200" dirty="0" err="1"/>
              <a:t>thuật</a:t>
            </a:r>
            <a:r>
              <a:rPr lang="en-US" altLang="en-US" sz="3200" dirty="0"/>
              <a:t> </a:t>
            </a:r>
            <a:r>
              <a:rPr lang="en-US" altLang="en-US" sz="3200" dirty="0" err="1"/>
              <a:t>toán</a:t>
            </a:r>
            <a:r>
              <a:rPr lang="en-US" altLang="en-US" sz="3200" dirty="0"/>
              <a:t> </a:t>
            </a:r>
            <a:r>
              <a:rPr lang="en-US" altLang="en-US" sz="3200" dirty="0" err="1"/>
              <a:t>định</a:t>
            </a:r>
            <a:r>
              <a:rPr lang="en-US" altLang="en-US" sz="3200" dirty="0"/>
              <a:t> </a:t>
            </a:r>
            <a:r>
              <a:rPr lang="en-US" altLang="en-US" sz="3200" dirty="0" err="1"/>
              <a:t>tuyến</a:t>
            </a:r>
            <a:r>
              <a:rPr lang="en-US" altLang="en-US" sz="3200" dirty="0"/>
              <a:t>, do </a:t>
            </a:r>
            <a:r>
              <a:rPr lang="en-US" altLang="en-US" sz="3200" dirty="0" err="1"/>
              <a:t>đó</a:t>
            </a:r>
            <a:r>
              <a:rPr lang="en-US" altLang="en-US" sz="3200" dirty="0"/>
              <a:t> </a:t>
            </a:r>
            <a:r>
              <a:rPr lang="en-US" altLang="en-US" sz="3200" dirty="0" err="1"/>
              <a:t>không</a:t>
            </a:r>
            <a:r>
              <a:rPr lang="en-US" altLang="en-US" sz="3200" dirty="0"/>
              <a:t> </a:t>
            </a:r>
            <a:r>
              <a:rPr lang="en-US" altLang="en-US" sz="3200" dirty="0" err="1"/>
              <a:t>tiêu</a:t>
            </a:r>
            <a:r>
              <a:rPr lang="en-US" altLang="en-US" sz="3200" dirty="0"/>
              <a:t> </a:t>
            </a:r>
            <a:r>
              <a:rPr lang="en-US" altLang="en-US" sz="3200" dirty="0" err="1"/>
              <a:t>tốn</a:t>
            </a:r>
            <a:r>
              <a:rPr lang="en-US" altLang="en-US" sz="3200" dirty="0"/>
              <a:t> </a:t>
            </a:r>
            <a:r>
              <a:rPr lang="en-US" altLang="en-US" sz="3200" dirty="0" err="1"/>
              <a:t>tài</a:t>
            </a:r>
            <a:r>
              <a:rPr lang="en-US" altLang="en-US" sz="3200" dirty="0"/>
              <a:t> </a:t>
            </a:r>
            <a:r>
              <a:rPr lang="en-US" altLang="en-US" sz="3200" dirty="0" err="1"/>
              <a:t>nguyên</a:t>
            </a:r>
            <a:r>
              <a:rPr lang="en-US" altLang="en-US" sz="3200" dirty="0"/>
              <a:t> </a:t>
            </a:r>
            <a:r>
              <a:rPr lang="en-US" altLang="en-US" sz="3200" dirty="0" err="1"/>
              <a:t>để</a:t>
            </a:r>
            <a:r>
              <a:rPr lang="en-US" altLang="en-US" sz="3200" dirty="0"/>
              <a:t> </a:t>
            </a:r>
            <a:r>
              <a:rPr lang="en-US" altLang="en-US" sz="3200" dirty="0" err="1"/>
              <a:t>xử</a:t>
            </a:r>
            <a:r>
              <a:rPr lang="en-US" altLang="en-US" sz="3200" dirty="0"/>
              <a:t> </a:t>
            </a:r>
            <a:r>
              <a:rPr lang="en-US" altLang="en-US" sz="3200" dirty="0" err="1"/>
              <a:t>lý</a:t>
            </a:r>
            <a:r>
              <a:rPr lang="en-US" altLang="en-US" sz="3200" dirty="0"/>
              <a:t>.</a:t>
            </a:r>
          </a:p>
          <a:p>
            <a:pPr lvl="3">
              <a:buFont typeface="Wingdings" panose="05000000000000000000" pitchFamily="2" charset="2"/>
              <a:buChar char="§"/>
            </a:pPr>
            <a:r>
              <a:rPr lang="en-US" altLang="en-US" sz="3200" dirty="0" err="1"/>
              <a:t>Thông</a:t>
            </a:r>
            <a:r>
              <a:rPr lang="en-US" altLang="en-US" sz="3200" dirty="0"/>
              <a:t> tin </a:t>
            </a:r>
            <a:r>
              <a:rPr lang="en-US" altLang="en-US" sz="3200" dirty="0" err="1"/>
              <a:t>sẽ</a:t>
            </a:r>
            <a:r>
              <a:rPr lang="en-US" altLang="en-US" sz="3200" dirty="0"/>
              <a:t> </a:t>
            </a:r>
            <a:r>
              <a:rPr lang="en-US" altLang="en-US" sz="3200" dirty="0" err="1"/>
              <a:t>đi</a:t>
            </a:r>
            <a:r>
              <a:rPr lang="en-US" altLang="en-US" sz="3200" dirty="0"/>
              <a:t> </a:t>
            </a:r>
            <a:r>
              <a:rPr lang="en-US" altLang="en-US" sz="3200" dirty="0" err="1"/>
              <a:t>theo</a:t>
            </a:r>
            <a:r>
              <a:rPr lang="en-US" altLang="en-US" sz="3200" dirty="0"/>
              <a:t> con </a:t>
            </a:r>
            <a:r>
              <a:rPr lang="en-US" altLang="en-US" sz="3200" dirty="0" err="1"/>
              <a:t>đường</a:t>
            </a:r>
            <a:r>
              <a:rPr lang="en-US" altLang="en-US" sz="3200" dirty="0"/>
              <a:t> </a:t>
            </a:r>
            <a:r>
              <a:rPr lang="en-US" altLang="en-US" sz="3200" dirty="0" err="1"/>
              <a:t>mà</a:t>
            </a:r>
            <a:r>
              <a:rPr lang="en-US" altLang="en-US" sz="3200" dirty="0"/>
              <a:t> </a:t>
            </a:r>
            <a:r>
              <a:rPr lang="en-US" altLang="en-US" sz="3200" dirty="0" err="1"/>
              <a:t>người</a:t>
            </a:r>
            <a:r>
              <a:rPr lang="en-US" altLang="en-US" sz="3200" dirty="0"/>
              <a:t> </a:t>
            </a:r>
            <a:r>
              <a:rPr lang="en-US" altLang="en-US" sz="3200" dirty="0" err="1"/>
              <a:t>quản</a:t>
            </a:r>
            <a:r>
              <a:rPr lang="en-US" altLang="en-US" sz="3200" dirty="0"/>
              <a:t> </a:t>
            </a:r>
            <a:r>
              <a:rPr lang="en-US" altLang="en-US" sz="3200" dirty="0" err="1"/>
              <a:t>trị</a:t>
            </a:r>
            <a:r>
              <a:rPr lang="en-US" altLang="en-US" sz="3200" dirty="0"/>
              <a:t> </a:t>
            </a:r>
            <a:r>
              <a:rPr lang="en-US" altLang="en-US" sz="3200" dirty="0" err="1"/>
              <a:t>đã</a:t>
            </a:r>
            <a:r>
              <a:rPr lang="en-US" altLang="en-US" sz="3200" dirty="0"/>
              <a:t> </a:t>
            </a:r>
            <a:r>
              <a:rPr lang="en-US" altLang="en-US" sz="3200" dirty="0" err="1"/>
              <a:t>cấu</a:t>
            </a:r>
            <a:r>
              <a:rPr lang="en-US" altLang="en-US" sz="3200" dirty="0"/>
              <a:t> </a:t>
            </a:r>
            <a:r>
              <a:rPr lang="en-US" altLang="en-US" sz="3200" dirty="0" err="1"/>
              <a:t>hình</a:t>
            </a:r>
            <a:r>
              <a:rPr lang="en-US" altLang="en-US" sz="3200" dirty="0"/>
              <a:t>, </a:t>
            </a:r>
            <a:r>
              <a:rPr lang="en-US" altLang="en-US" sz="3200" dirty="0" err="1"/>
              <a:t>làm</a:t>
            </a:r>
            <a:r>
              <a:rPr lang="en-US" altLang="en-US" sz="3200" dirty="0"/>
              <a:t> </a:t>
            </a:r>
            <a:r>
              <a:rPr lang="en-US" altLang="en-US" sz="3200" dirty="0" err="1"/>
              <a:t>tăng</a:t>
            </a:r>
            <a:r>
              <a:rPr lang="en-US" altLang="en-US" sz="3200" dirty="0"/>
              <a:t> </a:t>
            </a:r>
            <a:r>
              <a:rPr lang="en-US" altLang="en-US" sz="3200" dirty="0" err="1"/>
              <a:t>tính</a:t>
            </a:r>
            <a:r>
              <a:rPr lang="en-US" altLang="en-US" sz="3200" dirty="0"/>
              <a:t> </a:t>
            </a:r>
            <a:r>
              <a:rPr lang="en-US" altLang="en-US" sz="3200" dirty="0" err="1"/>
              <a:t>bảo</a:t>
            </a:r>
            <a:r>
              <a:rPr lang="en-US" altLang="en-US" sz="3200" dirty="0"/>
              <a:t> </a:t>
            </a:r>
            <a:r>
              <a:rPr lang="en-US" altLang="en-US" sz="3200" dirty="0" err="1"/>
              <a:t>mật</a:t>
            </a:r>
            <a:r>
              <a:rPr lang="en-US" altLang="en-US" sz="3200" dirty="0"/>
              <a:t> </a:t>
            </a:r>
            <a:r>
              <a:rPr lang="en-US" altLang="en-US" sz="3200" dirty="0" err="1"/>
              <a:t>của</a:t>
            </a:r>
            <a:r>
              <a:rPr lang="en-US" altLang="en-US" sz="3200" dirty="0"/>
              <a:t> </a:t>
            </a:r>
            <a:r>
              <a:rPr lang="en-US" altLang="en-US" sz="3200" dirty="0" err="1"/>
              <a:t>thông</a:t>
            </a:r>
            <a:r>
              <a:rPr lang="en-US" altLang="en-US" sz="3200" dirty="0"/>
              <a:t> tin </a:t>
            </a:r>
            <a:r>
              <a:rPr lang="en-US" altLang="en-US" sz="3200" dirty="0" err="1"/>
              <a:t>truyền</a:t>
            </a:r>
            <a:r>
              <a:rPr lang="en-US" altLang="en-US" sz="3200" dirty="0"/>
              <a:t> </a:t>
            </a:r>
            <a:r>
              <a:rPr lang="en-US" altLang="en-US" sz="3200" dirty="0" err="1"/>
              <a:t>trên</a:t>
            </a:r>
            <a:r>
              <a:rPr lang="en-US" altLang="en-US" sz="3200" dirty="0"/>
              <a:t> </a:t>
            </a:r>
            <a:r>
              <a:rPr lang="en-US" altLang="en-US" sz="3200" dirty="0" err="1"/>
              <a:t>mạng</a:t>
            </a:r>
            <a:r>
              <a:rPr lang="en-US" altLang="en-US" sz="3200" dirty="0"/>
              <a:t>. </a:t>
            </a:r>
          </a:p>
          <a:p>
            <a:pPr lvl="3">
              <a:buFont typeface="Wingdings" panose="05000000000000000000" pitchFamily="2" charset="2"/>
              <a:buChar char="§"/>
            </a:pPr>
            <a:r>
              <a:rPr lang="en-US" altLang="en-US" sz="3200" dirty="0" err="1"/>
              <a:t>Định</a:t>
            </a:r>
            <a:r>
              <a:rPr lang="en-US" altLang="en-US" sz="3200" dirty="0"/>
              <a:t> </a:t>
            </a:r>
            <a:r>
              <a:rPr lang="en-US" altLang="en-US" sz="3200" dirty="0" err="1"/>
              <a:t>tuyến</a:t>
            </a:r>
            <a:r>
              <a:rPr lang="en-US" altLang="en-US" sz="3200" dirty="0"/>
              <a:t> </a:t>
            </a:r>
            <a:r>
              <a:rPr lang="en-US" altLang="en-US" sz="3200" dirty="0" err="1"/>
              <a:t>tĩnh</a:t>
            </a:r>
            <a:r>
              <a:rPr lang="en-US" altLang="en-US" sz="3200" dirty="0"/>
              <a:t> </a:t>
            </a:r>
            <a:r>
              <a:rPr lang="en-US" altLang="en-US" sz="3200" dirty="0" err="1"/>
              <a:t>thích</a:t>
            </a:r>
            <a:r>
              <a:rPr lang="en-US" altLang="en-US" sz="3200" dirty="0"/>
              <a:t> </a:t>
            </a:r>
            <a:r>
              <a:rPr lang="en-US" altLang="en-US" sz="3200" dirty="0" err="1"/>
              <a:t>hợp</a:t>
            </a:r>
            <a:r>
              <a:rPr lang="en-US" altLang="en-US" sz="3200" dirty="0"/>
              <a:t> </a:t>
            </a:r>
            <a:r>
              <a:rPr lang="en-US" altLang="en-US" sz="3200" dirty="0" err="1"/>
              <a:t>cho</a:t>
            </a:r>
            <a:r>
              <a:rPr lang="en-US" altLang="en-US" sz="3200" dirty="0"/>
              <a:t> </a:t>
            </a:r>
            <a:r>
              <a:rPr lang="en-US" altLang="en-US" sz="3200" dirty="0" err="1"/>
              <a:t>các</a:t>
            </a:r>
            <a:r>
              <a:rPr lang="en-US" altLang="en-US" sz="3200" dirty="0"/>
              <a:t> </a:t>
            </a:r>
            <a:r>
              <a:rPr lang="en-US" altLang="en-US" sz="3200" dirty="0" err="1"/>
              <a:t>mạng</a:t>
            </a:r>
            <a:r>
              <a:rPr lang="en-US" altLang="en-US" sz="3200" dirty="0"/>
              <a:t> </a:t>
            </a:r>
            <a:r>
              <a:rPr lang="en-US" altLang="en-US" sz="3200" dirty="0" err="1"/>
              <a:t>nhỏ</a:t>
            </a:r>
            <a:r>
              <a:rPr lang="en-US" altLang="en-US" sz="3200" dirty="0"/>
              <a:t>, </a:t>
            </a:r>
            <a:r>
              <a:rPr lang="en-US" altLang="en-US" sz="3200" dirty="0" err="1"/>
              <a:t>ít</a:t>
            </a:r>
            <a:r>
              <a:rPr lang="en-US" altLang="en-US" sz="3200" dirty="0"/>
              <a:t> </a:t>
            </a:r>
            <a:r>
              <a:rPr lang="en-US" altLang="en-US" sz="3200" dirty="0" err="1"/>
              <a:t>có</a:t>
            </a:r>
            <a:r>
              <a:rPr lang="en-US" altLang="en-US" sz="3200" dirty="0"/>
              <a:t> </a:t>
            </a:r>
            <a:r>
              <a:rPr lang="en-US" altLang="en-US" sz="3200" dirty="0" err="1"/>
              <a:t>sự</a:t>
            </a:r>
            <a:r>
              <a:rPr lang="en-US" altLang="en-US" sz="3200" dirty="0"/>
              <a:t> </a:t>
            </a:r>
            <a:r>
              <a:rPr lang="en-US" altLang="en-US" sz="3200" dirty="0" err="1"/>
              <a:t>thay</a:t>
            </a:r>
            <a:r>
              <a:rPr lang="en-US" altLang="en-US" sz="3200" dirty="0"/>
              <a:t> </a:t>
            </a:r>
            <a:r>
              <a:rPr lang="en-US" altLang="en-US" sz="3200" dirty="0" err="1"/>
              <a:t>đổi</a:t>
            </a:r>
            <a:r>
              <a:rPr lang="en-US" altLang="en-US" sz="3200" dirty="0"/>
              <a:t> </a:t>
            </a:r>
            <a:r>
              <a:rPr lang="en-US" altLang="en-US" sz="3200" dirty="0" err="1"/>
              <a:t>trong</a:t>
            </a:r>
            <a:r>
              <a:rPr lang="en-US" altLang="en-US" sz="3200" dirty="0"/>
              <a:t> topo </a:t>
            </a:r>
            <a:r>
              <a:rPr lang="en-US" altLang="en-US" sz="3200" dirty="0" err="1"/>
              <a:t>mạng</a:t>
            </a:r>
            <a:r>
              <a:rPr lang="en-US" altLang="en-US" sz="3200" dirty="0"/>
              <a:t>.</a:t>
            </a:r>
          </a:p>
          <a:p>
            <a:pPr lvl="3">
              <a:buFont typeface="Wingdings" panose="05000000000000000000" pitchFamily="2" charset="2"/>
              <a:buChar char="§"/>
            </a:pPr>
            <a:endParaRPr lang="en-US" altLang="en-US" sz="3200" dirty="0"/>
          </a:p>
          <a:p>
            <a:pPr>
              <a:buNone/>
            </a:pPr>
            <a:endParaRPr lang="en-US" altLang="en-US" sz="1800" b="1" dirty="0">
              <a:solidFill>
                <a:schemeClr val="tx2"/>
              </a:solidFill>
            </a:endParaRPr>
          </a:p>
          <a:p>
            <a:endParaRPr lang="en-US" dirty="0"/>
          </a:p>
        </p:txBody>
      </p:sp>
      <p:sp>
        <p:nvSpPr>
          <p:cNvPr id="4" name="Title 1">
            <a:extLst>
              <a:ext uri="{FF2B5EF4-FFF2-40B4-BE49-F238E27FC236}">
                <a16:creationId xmlns:a16="http://schemas.microsoft.com/office/drawing/2014/main" id="{519D4E98-21D4-4FA1-9F3B-83E5B62FEBA0}"/>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 CẤU HÌNH ĐỊNH TUYẾN TĨNH</a:t>
            </a:r>
            <a:endParaRPr lang="vi-VN" dirty="0">
              <a:cs typeface="Times New Roman" pitchFamily="18" charset="0"/>
            </a:endParaRPr>
          </a:p>
        </p:txBody>
      </p:sp>
    </p:spTree>
    <p:extLst>
      <p:ext uri="{BB962C8B-B14F-4D97-AF65-F5344CB8AC3E}">
        <p14:creationId xmlns:p14="http://schemas.microsoft.com/office/powerpoint/2010/main" val="1216630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6">
            <a:extLst>
              <a:ext uri="{FF2B5EF4-FFF2-40B4-BE49-F238E27FC236}">
                <a16:creationId xmlns:a16="http://schemas.microsoft.com/office/drawing/2014/main" id="{E037985D-BD11-4F26-894E-FEF6A1D5709D}"/>
              </a:ext>
            </a:extLst>
          </p:cNvPr>
          <p:cNvSpPr>
            <a:spLocks noGrp="1" noChangeArrowheads="1"/>
          </p:cNvSpPr>
          <p:nvPr>
            <p:ph type="body" idx="1"/>
          </p:nvPr>
        </p:nvSpPr>
        <p:spPr>
          <a:xfrm>
            <a:off x="476250" y="1172817"/>
            <a:ext cx="11639550" cy="4820479"/>
          </a:xfrm>
          <a:noFill/>
        </p:spPr>
        <p:txBody>
          <a:bodyPr>
            <a:normAutofit/>
          </a:bodyPr>
          <a:lstStyle/>
          <a:p>
            <a:pPr marL="60325" lvl="3" indent="0" eaLnBrk="1" hangingPunct="1">
              <a:buNone/>
            </a:pPr>
            <a:r>
              <a:rPr lang="en-US" altLang="en-US" sz="3200" dirty="0" err="1"/>
              <a:t>Hạn</a:t>
            </a:r>
            <a:r>
              <a:rPr lang="en-US" altLang="en-US" sz="3200" dirty="0"/>
              <a:t> </a:t>
            </a:r>
            <a:r>
              <a:rPr lang="en-US" altLang="en-US" sz="3200" dirty="0" err="1"/>
              <a:t>chế</a:t>
            </a:r>
            <a:endParaRPr lang="en-US" altLang="en-US" sz="3200" dirty="0"/>
          </a:p>
          <a:p>
            <a:pPr lvl="3" eaLnBrk="1" hangingPunct="1">
              <a:buFont typeface="Wingdings" panose="05000000000000000000" pitchFamily="2" charset="2"/>
              <a:buChar char="§"/>
            </a:pPr>
            <a:r>
              <a:rPr lang="en-US" altLang="en-US" sz="3200" dirty="0"/>
              <a:t>Router </a:t>
            </a:r>
            <a:r>
              <a:rPr lang="en-US" altLang="en-US" sz="3200" dirty="0" err="1"/>
              <a:t>không</a:t>
            </a:r>
            <a:r>
              <a:rPr lang="en-US" altLang="en-US" sz="3200" dirty="0"/>
              <a:t> </a:t>
            </a:r>
            <a:r>
              <a:rPr lang="en-US" altLang="en-US" sz="3200" dirty="0" err="1"/>
              <a:t>có</a:t>
            </a:r>
            <a:r>
              <a:rPr lang="en-US" altLang="en-US" sz="3200" dirty="0"/>
              <a:t> </a:t>
            </a:r>
            <a:r>
              <a:rPr lang="en-US" altLang="en-US" sz="3200" dirty="0" err="1"/>
              <a:t>khả</a:t>
            </a:r>
            <a:r>
              <a:rPr lang="en-US" altLang="en-US" sz="3200" dirty="0"/>
              <a:t> </a:t>
            </a:r>
            <a:r>
              <a:rPr lang="en-US" altLang="en-US" sz="3200" dirty="0" err="1"/>
              <a:t>năng</a:t>
            </a:r>
            <a:r>
              <a:rPr lang="en-US" altLang="en-US" sz="3200" dirty="0"/>
              <a:t> </a:t>
            </a:r>
            <a:r>
              <a:rPr lang="en-US" altLang="en-US" sz="3200" dirty="0" err="1"/>
              <a:t>tự</a:t>
            </a:r>
            <a:r>
              <a:rPr lang="en-US" altLang="en-US" sz="3200" dirty="0"/>
              <a:t> </a:t>
            </a:r>
            <a:r>
              <a:rPr lang="en-US" altLang="en-US" sz="3200" dirty="0" err="1"/>
              <a:t>cập</a:t>
            </a:r>
            <a:r>
              <a:rPr lang="en-US" altLang="en-US" sz="3200" dirty="0"/>
              <a:t> </a:t>
            </a:r>
            <a:r>
              <a:rPr lang="en-US" altLang="en-US" sz="3200" dirty="0" err="1"/>
              <a:t>nhật</a:t>
            </a:r>
            <a:r>
              <a:rPr lang="en-US" altLang="en-US" sz="3200" dirty="0"/>
              <a:t> </a:t>
            </a:r>
            <a:r>
              <a:rPr lang="en-US" altLang="en-US" sz="3200" dirty="0" err="1"/>
              <a:t>các</a:t>
            </a:r>
            <a:r>
              <a:rPr lang="en-US" altLang="en-US" sz="3200" dirty="0"/>
              <a:t> </a:t>
            </a:r>
            <a:r>
              <a:rPr lang="en-US" altLang="en-US" sz="3200" dirty="0" err="1"/>
              <a:t>thông</a:t>
            </a:r>
            <a:r>
              <a:rPr lang="en-US" altLang="en-US" sz="3200" dirty="0"/>
              <a:t> tin </a:t>
            </a:r>
            <a:r>
              <a:rPr lang="en-US" altLang="en-US" sz="3200" dirty="0" err="1"/>
              <a:t>về</a:t>
            </a:r>
            <a:r>
              <a:rPr lang="en-US" altLang="en-US" sz="3200" dirty="0"/>
              <a:t> </a:t>
            </a:r>
            <a:r>
              <a:rPr lang="en-US" altLang="en-US" sz="3200" dirty="0" err="1"/>
              <a:t>đường</a:t>
            </a:r>
            <a:r>
              <a:rPr lang="en-US" altLang="en-US" sz="3200" dirty="0"/>
              <a:t> </a:t>
            </a:r>
            <a:r>
              <a:rPr lang="en-US" altLang="en-US" sz="3200" dirty="0" err="1"/>
              <a:t>đi</a:t>
            </a:r>
            <a:r>
              <a:rPr lang="en-US" altLang="en-US" sz="3200" dirty="0"/>
              <a:t> </a:t>
            </a:r>
            <a:r>
              <a:rPr lang="en-US" altLang="en-US" sz="3200" dirty="0" err="1"/>
              <a:t>khi</a:t>
            </a:r>
            <a:r>
              <a:rPr lang="en-US" altLang="en-US" sz="3200" dirty="0"/>
              <a:t> </a:t>
            </a:r>
            <a:r>
              <a:rPr lang="en-US" altLang="en-US" sz="3200" dirty="0" err="1"/>
              <a:t>có</a:t>
            </a:r>
            <a:r>
              <a:rPr lang="en-US" altLang="en-US" sz="3200" dirty="0"/>
              <a:t> </a:t>
            </a:r>
            <a:r>
              <a:rPr lang="en-US" altLang="en-US" sz="3200" dirty="0" err="1"/>
              <a:t>sự</a:t>
            </a:r>
            <a:r>
              <a:rPr lang="en-US" altLang="en-US" sz="3200" dirty="0"/>
              <a:t> </a:t>
            </a:r>
            <a:r>
              <a:rPr lang="en-US" altLang="en-US" sz="3200" dirty="0" err="1"/>
              <a:t>thay</a:t>
            </a:r>
            <a:r>
              <a:rPr lang="en-US" altLang="en-US" sz="3200" dirty="0"/>
              <a:t> </a:t>
            </a:r>
            <a:r>
              <a:rPr lang="en-US" altLang="en-US" sz="3200" dirty="0" err="1"/>
              <a:t>đổi</a:t>
            </a:r>
            <a:r>
              <a:rPr lang="en-US" altLang="en-US" sz="3200" dirty="0"/>
              <a:t> </a:t>
            </a:r>
            <a:r>
              <a:rPr lang="en-US" altLang="en-US" sz="3200" dirty="0" err="1"/>
              <a:t>trong</a:t>
            </a:r>
            <a:r>
              <a:rPr lang="en-US" altLang="en-US" sz="3200" dirty="0"/>
              <a:t> </a:t>
            </a:r>
            <a:r>
              <a:rPr lang="en-US" altLang="en-US" sz="3200" dirty="0" err="1"/>
              <a:t>mạng</a:t>
            </a:r>
            <a:r>
              <a:rPr lang="en-US" altLang="en-US" sz="3200" dirty="0"/>
              <a:t>. Do </a:t>
            </a:r>
            <a:r>
              <a:rPr lang="en-US" altLang="en-US" sz="3200" dirty="0" err="1"/>
              <a:t>đó</a:t>
            </a:r>
            <a:r>
              <a:rPr lang="en-US" altLang="en-US" sz="3200" dirty="0"/>
              <a:t> </a:t>
            </a:r>
            <a:r>
              <a:rPr lang="en-US" altLang="en-US" sz="3200" dirty="0" err="1"/>
              <a:t>không</a:t>
            </a:r>
            <a:r>
              <a:rPr lang="en-US" altLang="en-US" sz="3200" dirty="0"/>
              <a:t> </a:t>
            </a:r>
            <a:r>
              <a:rPr lang="en-US" altLang="en-US" sz="3200" dirty="0" err="1"/>
              <a:t>thích</a:t>
            </a:r>
            <a:r>
              <a:rPr lang="en-US" altLang="en-US" sz="3200" dirty="0"/>
              <a:t> </a:t>
            </a:r>
            <a:r>
              <a:rPr lang="en-US" altLang="en-US" sz="3200" dirty="0" err="1"/>
              <a:t>hợp</a:t>
            </a:r>
            <a:r>
              <a:rPr lang="en-US" altLang="en-US" sz="3200" dirty="0"/>
              <a:t> </a:t>
            </a:r>
            <a:r>
              <a:rPr lang="en-US" altLang="en-US" sz="3200" dirty="0" err="1"/>
              <a:t>sử</a:t>
            </a:r>
            <a:r>
              <a:rPr lang="en-US" altLang="en-US" sz="3200" dirty="0"/>
              <a:t> </a:t>
            </a:r>
            <a:r>
              <a:rPr lang="en-US" altLang="en-US" sz="3200" dirty="0" err="1"/>
              <a:t>dụng</a:t>
            </a:r>
            <a:r>
              <a:rPr lang="en-US" altLang="en-US" sz="3200" dirty="0"/>
              <a:t> </a:t>
            </a:r>
            <a:r>
              <a:rPr lang="en-US" altLang="en-US" sz="3200" dirty="0" err="1"/>
              <a:t>khi</a:t>
            </a:r>
            <a:r>
              <a:rPr lang="en-US" altLang="en-US" sz="3200" dirty="0"/>
              <a:t> </a:t>
            </a:r>
            <a:r>
              <a:rPr lang="en-US" altLang="en-US" sz="3200" dirty="0" err="1"/>
              <a:t>sử</a:t>
            </a:r>
            <a:r>
              <a:rPr lang="en-US" altLang="en-US" sz="3200" dirty="0"/>
              <a:t> </a:t>
            </a:r>
            <a:r>
              <a:rPr lang="en-US" altLang="en-US" sz="3200" dirty="0" err="1"/>
              <a:t>dụng</a:t>
            </a:r>
            <a:r>
              <a:rPr lang="en-US" altLang="en-US" sz="3200" dirty="0"/>
              <a:t> </a:t>
            </a:r>
            <a:r>
              <a:rPr lang="en-US" altLang="en-US" sz="3200" dirty="0" err="1"/>
              <a:t>cho</a:t>
            </a:r>
            <a:r>
              <a:rPr lang="en-US" altLang="en-US" sz="3200" dirty="0"/>
              <a:t> </a:t>
            </a:r>
            <a:r>
              <a:rPr lang="en-US" altLang="en-US" sz="3200" dirty="0" err="1"/>
              <a:t>hệ</a:t>
            </a:r>
            <a:r>
              <a:rPr lang="en-US" altLang="en-US" sz="3200" dirty="0"/>
              <a:t> </a:t>
            </a:r>
            <a:r>
              <a:rPr lang="en-US" altLang="en-US" sz="3200" dirty="0" err="1"/>
              <a:t>thống</a:t>
            </a:r>
            <a:r>
              <a:rPr lang="en-US" altLang="en-US" sz="3200" dirty="0"/>
              <a:t> </a:t>
            </a:r>
            <a:r>
              <a:rPr lang="en-US" altLang="en-US" sz="3200" dirty="0" err="1"/>
              <a:t>mạng</a:t>
            </a:r>
            <a:r>
              <a:rPr lang="en-US" altLang="en-US" sz="3200" dirty="0"/>
              <a:t> </a:t>
            </a:r>
            <a:r>
              <a:rPr lang="en-US" altLang="en-US" sz="3200" dirty="0" err="1"/>
              <a:t>lớn</a:t>
            </a:r>
            <a:r>
              <a:rPr lang="en-US" altLang="en-US" sz="3200" dirty="0"/>
              <a:t>.</a:t>
            </a:r>
          </a:p>
        </p:txBody>
      </p:sp>
      <p:sp>
        <p:nvSpPr>
          <p:cNvPr id="7" name="Title 1">
            <a:extLst>
              <a:ext uri="{FF2B5EF4-FFF2-40B4-BE49-F238E27FC236}">
                <a16:creationId xmlns:a16="http://schemas.microsoft.com/office/drawing/2014/main" id="{D213B81E-CEDA-4254-9DF2-301E631D6373}"/>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 CẤU HÌNH ĐỊNH TUYẾN TĨNH</a:t>
            </a:r>
            <a:endParaRPr lang="vi-VN" dirty="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6">
            <a:extLst>
              <a:ext uri="{FF2B5EF4-FFF2-40B4-BE49-F238E27FC236}">
                <a16:creationId xmlns:a16="http://schemas.microsoft.com/office/drawing/2014/main" id="{CDD355C8-9F16-4E9F-A659-77F432E4415B}"/>
              </a:ext>
            </a:extLst>
          </p:cNvPr>
          <p:cNvSpPr>
            <a:spLocks noGrp="1" noChangeArrowheads="1"/>
          </p:cNvSpPr>
          <p:nvPr>
            <p:ph type="body" idx="1"/>
          </p:nvPr>
        </p:nvSpPr>
        <p:spPr>
          <a:xfrm>
            <a:off x="526773" y="1530626"/>
            <a:ext cx="11171583" cy="4643162"/>
          </a:xfrm>
          <a:noFill/>
        </p:spPr>
        <p:txBody>
          <a:bodyPr>
            <a:normAutofit fontScale="92500" lnSpcReduction="10000"/>
          </a:bodyPr>
          <a:lstStyle/>
          <a:p>
            <a:pPr lvl="2" eaLnBrk="1" hangingPunct="1">
              <a:buFont typeface="Wingdings" panose="05000000000000000000" pitchFamily="2" charset="2"/>
              <a:buChar char="§"/>
            </a:pPr>
            <a:r>
              <a:rPr lang="en-US" altLang="en-US" sz="3200" dirty="0" err="1"/>
              <a:t>Cấu</a:t>
            </a:r>
            <a:r>
              <a:rPr lang="en-US" altLang="en-US" sz="3200" dirty="0"/>
              <a:t> </a:t>
            </a:r>
            <a:r>
              <a:rPr lang="en-US" altLang="en-US" sz="3200" dirty="0" err="1"/>
              <a:t>hình</a:t>
            </a:r>
            <a:r>
              <a:rPr lang="en-US" altLang="en-US" sz="3200" dirty="0"/>
              <a:t>: </a:t>
            </a:r>
            <a:r>
              <a:rPr lang="en-US" altLang="en-US" sz="3200" dirty="0" err="1"/>
              <a:t>dùng</a:t>
            </a:r>
            <a:r>
              <a:rPr lang="en-US" altLang="en-US" sz="3200" dirty="0"/>
              <a:t> </a:t>
            </a:r>
            <a:r>
              <a:rPr lang="en-US" altLang="en-US" sz="3200" dirty="0" err="1"/>
              <a:t>lệnh</a:t>
            </a:r>
            <a:r>
              <a:rPr lang="en-US" altLang="en-US" sz="3200" dirty="0"/>
              <a:t> </a:t>
            </a:r>
            <a:r>
              <a:rPr lang="en-US" altLang="en-US" sz="3200" dirty="0" err="1"/>
              <a:t>ip</a:t>
            </a:r>
            <a:r>
              <a:rPr lang="en-US" altLang="en-US" sz="3200" dirty="0"/>
              <a:t> route. </a:t>
            </a:r>
            <a:r>
              <a:rPr lang="en-US" altLang="en-US" sz="3200" dirty="0" err="1"/>
              <a:t>Cấu</a:t>
            </a:r>
            <a:r>
              <a:rPr lang="en-US" altLang="en-US" sz="3200" dirty="0"/>
              <a:t> </a:t>
            </a:r>
            <a:r>
              <a:rPr lang="en-US" altLang="en-US" sz="3200" dirty="0" err="1"/>
              <a:t>trúc</a:t>
            </a:r>
            <a:r>
              <a:rPr lang="en-US" altLang="en-US" sz="3200" dirty="0"/>
              <a:t> </a:t>
            </a:r>
            <a:r>
              <a:rPr lang="en-US" altLang="en-US" sz="3200" dirty="0" err="1"/>
              <a:t>như</a:t>
            </a:r>
            <a:r>
              <a:rPr lang="en-US" altLang="en-US" sz="3200" dirty="0"/>
              <a:t> </a:t>
            </a:r>
            <a:r>
              <a:rPr lang="en-US" altLang="en-US" sz="3200" dirty="0" err="1"/>
              <a:t>sau</a:t>
            </a:r>
            <a:r>
              <a:rPr lang="en-US" altLang="en-US" sz="3200" dirty="0"/>
              <a:t>:</a:t>
            </a:r>
          </a:p>
          <a:p>
            <a:pPr eaLnBrk="1" hangingPunct="1">
              <a:buFont typeface="Wingdings" panose="05000000000000000000" pitchFamily="2" charset="2"/>
              <a:buNone/>
            </a:pPr>
            <a:r>
              <a:rPr lang="en-US" altLang="en-US" sz="3200" dirty="0"/>
              <a:t>	</a:t>
            </a:r>
          </a:p>
          <a:p>
            <a:pPr eaLnBrk="1" hangingPunct="1">
              <a:buFont typeface="Wingdings" panose="05000000000000000000" pitchFamily="2" charset="2"/>
              <a:buNone/>
            </a:pPr>
            <a:r>
              <a:rPr lang="en-US" altLang="en-US" sz="3200" dirty="0"/>
              <a:t>	Router(config)#</a:t>
            </a:r>
            <a:r>
              <a:rPr lang="en-US" altLang="en-US" sz="3200" dirty="0" err="1"/>
              <a:t>ip</a:t>
            </a:r>
            <a:r>
              <a:rPr lang="en-US" altLang="en-US" sz="3200" dirty="0"/>
              <a:t> route [network-address] [subnet-mask] [next-hop]</a:t>
            </a:r>
          </a:p>
          <a:p>
            <a:pPr eaLnBrk="1" hangingPunct="1">
              <a:buFont typeface="Wingdings" panose="05000000000000000000" pitchFamily="2" charset="2"/>
              <a:buNone/>
            </a:pPr>
            <a:endParaRPr lang="en-US" altLang="en-US" sz="3200" dirty="0"/>
          </a:p>
          <a:p>
            <a:pPr eaLnBrk="1" hangingPunct="1">
              <a:buFont typeface="Wingdings" panose="05000000000000000000" pitchFamily="2" charset="2"/>
              <a:buNone/>
            </a:pPr>
            <a:r>
              <a:rPr lang="en-US" altLang="en-US" sz="3200" dirty="0"/>
              <a:t>	</a:t>
            </a:r>
            <a:r>
              <a:rPr lang="en-US" altLang="en-US" sz="3200" dirty="0" err="1"/>
              <a:t>Với</a:t>
            </a:r>
            <a:r>
              <a:rPr lang="en-US" altLang="en-US" sz="3200" dirty="0"/>
              <a:t>: </a:t>
            </a:r>
          </a:p>
          <a:p>
            <a:pPr eaLnBrk="1" hangingPunct="1">
              <a:buFont typeface="Wingdings" panose="05000000000000000000" pitchFamily="2" charset="2"/>
              <a:buNone/>
            </a:pPr>
            <a:r>
              <a:rPr lang="en-US" altLang="en-US" sz="3200" dirty="0"/>
              <a:t>		[network-address]: </a:t>
            </a:r>
            <a:r>
              <a:rPr lang="en-US" altLang="en-US" sz="3200" dirty="0" err="1"/>
              <a:t>địa</a:t>
            </a:r>
            <a:r>
              <a:rPr lang="en-US" altLang="en-US" sz="3200" dirty="0"/>
              <a:t> </a:t>
            </a:r>
            <a:r>
              <a:rPr lang="en-US" altLang="en-US" sz="3200" dirty="0" err="1"/>
              <a:t>chỉ</a:t>
            </a:r>
            <a:r>
              <a:rPr lang="en-US" altLang="en-US" sz="3200" dirty="0"/>
              <a:t> </a:t>
            </a:r>
            <a:r>
              <a:rPr lang="en-US" altLang="en-US" sz="3200" dirty="0" err="1"/>
              <a:t>của</a:t>
            </a:r>
            <a:r>
              <a:rPr lang="en-US" altLang="en-US" sz="3200" dirty="0"/>
              <a:t> </a:t>
            </a:r>
            <a:r>
              <a:rPr lang="en-US" altLang="en-US" sz="3200" dirty="0" err="1"/>
              <a:t>mạng</a:t>
            </a:r>
            <a:r>
              <a:rPr lang="en-US" altLang="en-US" sz="3200" dirty="0"/>
              <a:t> </a:t>
            </a:r>
            <a:r>
              <a:rPr lang="en-US" altLang="en-US" sz="3200" dirty="0" err="1"/>
              <a:t>đích</a:t>
            </a:r>
            <a:endParaRPr lang="en-US" altLang="en-US" sz="3200" dirty="0"/>
          </a:p>
          <a:p>
            <a:pPr lvl="1" eaLnBrk="1" hangingPunct="1">
              <a:buFont typeface="Wingdings" panose="05000000000000000000" pitchFamily="2" charset="2"/>
              <a:buNone/>
            </a:pPr>
            <a:r>
              <a:rPr lang="en-US" altLang="en-US" sz="3200" dirty="0"/>
              <a:t>		[subnet-mask]: subnet mask </a:t>
            </a:r>
            <a:r>
              <a:rPr lang="en-US" altLang="en-US" sz="3200" dirty="0" err="1"/>
              <a:t>của</a:t>
            </a:r>
            <a:r>
              <a:rPr lang="en-US" altLang="en-US" sz="3200" dirty="0"/>
              <a:t> </a:t>
            </a:r>
            <a:r>
              <a:rPr lang="en-US" altLang="en-US" sz="3200" dirty="0" err="1"/>
              <a:t>mạng</a:t>
            </a:r>
            <a:r>
              <a:rPr lang="en-US" altLang="en-US" sz="3200" dirty="0"/>
              <a:t> </a:t>
            </a:r>
            <a:r>
              <a:rPr lang="en-US" altLang="en-US" sz="3200" dirty="0" err="1"/>
              <a:t>đích</a:t>
            </a:r>
            <a:endParaRPr lang="en-US" altLang="en-US" sz="3200" dirty="0"/>
          </a:p>
          <a:p>
            <a:pPr lvl="2" eaLnBrk="1" hangingPunct="1">
              <a:buFontTx/>
              <a:buNone/>
            </a:pPr>
            <a:r>
              <a:rPr lang="en-US" altLang="en-US" sz="3200" dirty="0"/>
              <a:t>[next-hop]: </a:t>
            </a:r>
            <a:r>
              <a:rPr lang="en-US" altLang="en-US" sz="3200" dirty="0" err="1"/>
              <a:t>là</a:t>
            </a:r>
            <a:r>
              <a:rPr lang="en-US" altLang="en-US" sz="3200" dirty="0"/>
              <a:t> </a:t>
            </a:r>
            <a:r>
              <a:rPr lang="en-US" altLang="en-US" sz="3200" dirty="0" err="1"/>
              <a:t>địa</a:t>
            </a:r>
            <a:r>
              <a:rPr lang="en-US" altLang="en-US" sz="3200" dirty="0"/>
              <a:t> </a:t>
            </a:r>
            <a:r>
              <a:rPr lang="en-US" altLang="en-US" sz="3200" dirty="0" err="1"/>
              <a:t>chỉ</a:t>
            </a:r>
            <a:r>
              <a:rPr lang="en-US" altLang="en-US" sz="3200" dirty="0"/>
              <a:t> IP </a:t>
            </a:r>
            <a:r>
              <a:rPr lang="en-US" altLang="en-US" sz="3200" dirty="0" err="1"/>
              <a:t>của</a:t>
            </a:r>
            <a:r>
              <a:rPr lang="en-US" altLang="en-US" sz="3200" dirty="0"/>
              <a:t> </a:t>
            </a:r>
            <a:r>
              <a:rPr lang="en-US" altLang="en-US" sz="3200" dirty="0" err="1"/>
              <a:t>cổng</a:t>
            </a:r>
            <a:r>
              <a:rPr lang="en-US" altLang="en-US" sz="3200" dirty="0"/>
              <a:t> </a:t>
            </a:r>
            <a:r>
              <a:rPr lang="en-US" altLang="en-US" sz="3200" dirty="0" err="1"/>
              <a:t>phải</a:t>
            </a:r>
            <a:r>
              <a:rPr lang="en-US" altLang="en-US" sz="3200" dirty="0"/>
              <a:t> </a:t>
            </a:r>
            <a:r>
              <a:rPr lang="en-US" altLang="en-US" sz="3200" dirty="0" err="1"/>
              <a:t>đi</a:t>
            </a:r>
            <a:r>
              <a:rPr lang="en-US" altLang="en-US" sz="3200" dirty="0"/>
              <a:t> qua </a:t>
            </a:r>
            <a:r>
              <a:rPr lang="en-US" altLang="en-US" sz="3200" dirty="0" err="1"/>
              <a:t>để</a:t>
            </a:r>
            <a:r>
              <a:rPr lang="en-US" altLang="en-US" sz="3200" dirty="0"/>
              <a:t> </a:t>
            </a:r>
            <a:r>
              <a:rPr lang="en-US" altLang="en-US" sz="3200" dirty="0" err="1"/>
              <a:t>đến</a:t>
            </a:r>
            <a:r>
              <a:rPr lang="en-US" altLang="en-US" sz="3200" dirty="0"/>
              <a:t> </a:t>
            </a:r>
            <a:r>
              <a:rPr lang="en-US" altLang="en-US" sz="3200" dirty="0" err="1"/>
              <a:t>mạng</a:t>
            </a:r>
            <a:r>
              <a:rPr lang="en-US" altLang="en-US" sz="3200" dirty="0"/>
              <a:t> </a:t>
            </a:r>
            <a:r>
              <a:rPr lang="en-US" altLang="en-US" sz="3200" dirty="0" err="1"/>
              <a:t>đích</a:t>
            </a:r>
            <a:r>
              <a:rPr lang="en-US" altLang="en-US" sz="3200" dirty="0"/>
              <a:t> </a:t>
            </a:r>
          </a:p>
          <a:p>
            <a:pPr lvl="3" eaLnBrk="1" hangingPunct="1">
              <a:buFont typeface="Wingdings" panose="05000000000000000000" pitchFamily="2" charset="2"/>
              <a:buNone/>
            </a:pPr>
            <a:endParaRPr lang="en-US" altLang="en-US" b="1" dirty="0">
              <a:solidFill>
                <a:schemeClr val="tx2"/>
              </a:solidFill>
            </a:endParaRPr>
          </a:p>
        </p:txBody>
      </p:sp>
      <p:sp>
        <p:nvSpPr>
          <p:cNvPr id="7" name="Title 1">
            <a:extLst>
              <a:ext uri="{FF2B5EF4-FFF2-40B4-BE49-F238E27FC236}">
                <a16:creationId xmlns:a16="http://schemas.microsoft.com/office/drawing/2014/main" id="{6FE08F7A-C999-4799-9A8C-3541293A5914}"/>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 CẤU HÌNH ĐỊNH TUYẾN TĨNH</a:t>
            </a:r>
            <a:endParaRPr lang="vi-VN" dirty="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6">
            <a:extLst>
              <a:ext uri="{FF2B5EF4-FFF2-40B4-BE49-F238E27FC236}">
                <a16:creationId xmlns:a16="http://schemas.microsoft.com/office/drawing/2014/main" id="{7D342658-128D-4D8A-8266-814405340EAF}"/>
              </a:ext>
            </a:extLst>
          </p:cNvPr>
          <p:cNvSpPr>
            <a:spLocks noGrp="1" noChangeArrowheads="1"/>
          </p:cNvSpPr>
          <p:nvPr>
            <p:ph type="body" idx="1"/>
          </p:nvPr>
        </p:nvSpPr>
        <p:spPr>
          <a:xfrm>
            <a:off x="1702905" y="1065075"/>
            <a:ext cx="8267700" cy="4114800"/>
          </a:xfrm>
          <a:noFill/>
        </p:spPr>
        <p:txBody>
          <a:bodyPr/>
          <a:lstStyle/>
          <a:p>
            <a:pPr lvl="2" eaLnBrk="1" hangingPunct="1">
              <a:buFont typeface="Wingdings" panose="05000000000000000000" pitchFamily="2" charset="2"/>
              <a:buChar char="§"/>
            </a:pPr>
            <a:r>
              <a:rPr lang="en-US" altLang="en-US" b="1" dirty="0" err="1">
                <a:solidFill>
                  <a:schemeClr val="tx2"/>
                </a:solidFill>
              </a:rPr>
              <a:t>Cấu</a:t>
            </a:r>
            <a:r>
              <a:rPr lang="en-US" altLang="en-US" b="1" dirty="0">
                <a:solidFill>
                  <a:schemeClr val="tx2"/>
                </a:solidFill>
              </a:rPr>
              <a:t> </a:t>
            </a:r>
            <a:r>
              <a:rPr lang="en-US" altLang="en-US" b="1" dirty="0" err="1">
                <a:solidFill>
                  <a:schemeClr val="tx2"/>
                </a:solidFill>
              </a:rPr>
              <a:t>hình</a:t>
            </a:r>
            <a:r>
              <a:rPr lang="en-US" altLang="en-US" b="1" dirty="0">
                <a:solidFill>
                  <a:schemeClr val="tx2"/>
                </a:solidFill>
              </a:rPr>
              <a:t>: </a:t>
            </a:r>
            <a:r>
              <a:rPr lang="en-US" altLang="en-US" b="1" dirty="0" err="1">
                <a:solidFill>
                  <a:schemeClr val="tx2"/>
                </a:solidFill>
              </a:rPr>
              <a:t>Giả</a:t>
            </a:r>
            <a:r>
              <a:rPr lang="en-US" altLang="en-US" b="1" dirty="0">
                <a:solidFill>
                  <a:schemeClr val="tx2"/>
                </a:solidFill>
              </a:rPr>
              <a:t> </a:t>
            </a:r>
            <a:r>
              <a:rPr lang="en-US" altLang="en-US" b="1" dirty="0" err="1">
                <a:solidFill>
                  <a:schemeClr val="tx2"/>
                </a:solidFill>
              </a:rPr>
              <a:t>sử</a:t>
            </a:r>
            <a:r>
              <a:rPr lang="en-US" altLang="en-US" b="1" dirty="0">
                <a:solidFill>
                  <a:schemeClr val="tx2"/>
                </a:solidFill>
              </a:rPr>
              <a:t> </a:t>
            </a:r>
            <a:r>
              <a:rPr lang="en-US" altLang="en-US" b="1" dirty="0" err="1">
                <a:solidFill>
                  <a:schemeClr val="tx2"/>
                </a:solidFill>
              </a:rPr>
              <a:t>có</a:t>
            </a:r>
            <a:r>
              <a:rPr lang="en-US" altLang="en-US" b="1" dirty="0">
                <a:solidFill>
                  <a:schemeClr val="tx2"/>
                </a:solidFill>
              </a:rPr>
              <a:t> </a:t>
            </a:r>
            <a:r>
              <a:rPr lang="en-US" altLang="en-US" b="1" dirty="0" err="1">
                <a:solidFill>
                  <a:schemeClr val="tx2"/>
                </a:solidFill>
              </a:rPr>
              <a:t>sơ</a:t>
            </a:r>
            <a:r>
              <a:rPr lang="en-US" altLang="en-US" b="1" dirty="0">
                <a:solidFill>
                  <a:schemeClr val="tx2"/>
                </a:solidFill>
              </a:rPr>
              <a:t> </a:t>
            </a:r>
            <a:r>
              <a:rPr lang="en-US" altLang="en-US" b="1" dirty="0" err="1">
                <a:solidFill>
                  <a:schemeClr val="tx2"/>
                </a:solidFill>
              </a:rPr>
              <a:t>đồ</a:t>
            </a:r>
            <a:r>
              <a:rPr lang="en-US" altLang="en-US" b="1" dirty="0">
                <a:solidFill>
                  <a:schemeClr val="tx2"/>
                </a:solidFill>
              </a:rPr>
              <a:t> </a:t>
            </a:r>
            <a:r>
              <a:rPr lang="en-US" altLang="en-US" b="1" dirty="0" err="1">
                <a:solidFill>
                  <a:schemeClr val="tx2"/>
                </a:solidFill>
              </a:rPr>
              <a:t>mạng</a:t>
            </a:r>
            <a:r>
              <a:rPr lang="en-US" altLang="en-US" b="1" dirty="0">
                <a:solidFill>
                  <a:schemeClr val="tx2"/>
                </a:solidFill>
              </a:rPr>
              <a:t> </a:t>
            </a:r>
            <a:r>
              <a:rPr lang="en-US" altLang="en-US" b="1" dirty="0" err="1">
                <a:solidFill>
                  <a:schemeClr val="tx2"/>
                </a:solidFill>
              </a:rPr>
              <a:t>như</a:t>
            </a:r>
            <a:r>
              <a:rPr lang="en-US" altLang="en-US" b="1" dirty="0">
                <a:solidFill>
                  <a:schemeClr val="tx2"/>
                </a:solidFill>
              </a:rPr>
              <a:t> </a:t>
            </a:r>
            <a:r>
              <a:rPr lang="en-US" altLang="en-US" b="1" dirty="0" err="1">
                <a:solidFill>
                  <a:schemeClr val="tx2"/>
                </a:solidFill>
              </a:rPr>
              <a:t>hình</a:t>
            </a:r>
            <a:endParaRPr lang="en-US" altLang="en-US" b="1" dirty="0">
              <a:solidFill>
                <a:schemeClr val="tx2"/>
              </a:solidFill>
            </a:endParaRPr>
          </a:p>
          <a:p>
            <a:pPr lvl="3" eaLnBrk="1" hangingPunct="1">
              <a:buFont typeface="Wingdings" panose="05000000000000000000" pitchFamily="2" charset="2"/>
              <a:buNone/>
            </a:pPr>
            <a:endParaRPr lang="en-US" altLang="en-US" b="1" dirty="0">
              <a:solidFill>
                <a:schemeClr val="tx2"/>
              </a:solidFill>
            </a:endParaRPr>
          </a:p>
        </p:txBody>
      </p:sp>
      <p:pic>
        <p:nvPicPr>
          <p:cNvPr id="17411" name="Picture 11" descr="Untitled-1">
            <a:extLst>
              <a:ext uri="{FF2B5EF4-FFF2-40B4-BE49-F238E27FC236}">
                <a16:creationId xmlns:a16="http://schemas.microsoft.com/office/drawing/2014/main" id="{5FF60A0D-1D69-48FB-9DFE-CE927863E4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9140" y="1769166"/>
            <a:ext cx="7774804" cy="4506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a:extLst>
              <a:ext uri="{FF2B5EF4-FFF2-40B4-BE49-F238E27FC236}">
                <a16:creationId xmlns:a16="http://schemas.microsoft.com/office/drawing/2014/main" id="{09923395-6653-4E70-9D30-435B814317C6}"/>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 CẤU HÌNH ĐỊNH TUYẾN TĨNH</a:t>
            </a:r>
            <a:endParaRPr lang="vi-VN" dirty="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6">
            <a:extLst>
              <a:ext uri="{FF2B5EF4-FFF2-40B4-BE49-F238E27FC236}">
                <a16:creationId xmlns:a16="http://schemas.microsoft.com/office/drawing/2014/main" id="{B1950774-BE6A-4C8C-82D4-BC72E58C31D2}"/>
              </a:ext>
            </a:extLst>
          </p:cNvPr>
          <p:cNvSpPr>
            <a:spLocks noGrp="1" noChangeArrowheads="1"/>
          </p:cNvSpPr>
          <p:nvPr>
            <p:ph type="body" idx="1"/>
          </p:nvPr>
        </p:nvSpPr>
        <p:spPr>
          <a:xfrm>
            <a:off x="542925" y="920543"/>
            <a:ext cx="10001250" cy="4114800"/>
          </a:xfrm>
          <a:noFill/>
        </p:spPr>
        <p:txBody>
          <a:bodyPr/>
          <a:lstStyle/>
          <a:p>
            <a:pPr lvl="1" eaLnBrk="1" hangingPunct="1"/>
            <a:r>
              <a:rPr lang="en-US" altLang="en-US" b="1" dirty="0" err="1">
                <a:solidFill>
                  <a:schemeClr val="tx2"/>
                </a:solidFill>
              </a:rPr>
              <a:t>Trên</a:t>
            </a:r>
            <a:r>
              <a:rPr lang="en-US" altLang="en-US" b="1" dirty="0">
                <a:solidFill>
                  <a:schemeClr val="tx2"/>
                </a:solidFill>
              </a:rPr>
              <a:t> R1:</a:t>
            </a:r>
            <a:endParaRPr lang="en-US" altLang="en-US" b="1" i="1" dirty="0">
              <a:solidFill>
                <a:schemeClr val="tx2"/>
              </a:solidFill>
            </a:endParaRPr>
          </a:p>
          <a:p>
            <a:pPr lvl="2" eaLnBrk="1" hangingPunct="1"/>
            <a:r>
              <a:rPr lang="en-US" altLang="en-US" b="1" i="1" dirty="0">
                <a:solidFill>
                  <a:schemeClr val="tx2"/>
                </a:solidFill>
              </a:rPr>
              <a:t>R1(config)#</a:t>
            </a:r>
            <a:r>
              <a:rPr lang="en-US" altLang="en-US" b="1" i="1" dirty="0" err="1">
                <a:solidFill>
                  <a:schemeClr val="tx2"/>
                </a:solidFill>
              </a:rPr>
              <a:t>ip</a:t>
            </a:r>
            <a:r>
              <a:rPr lang="en-US" altLang="en-US" b="1" i="1" dirty="0">
                <a:solidFill>
                  <a:schemeClr val="tx2"/>
                </a:solidFill>
              </a:rPr>
              <a:t> route 172.16.2.0 255.255.255.0 172.16.1.2</a:t>
            </a:r>
          </a:p>
          <a:p>
            <a:pPr lvl="2" eaLnBrk="1" hangingPunct="1"/>
            <a:r>
              <a:rPr lang="en-US" altLang="en-US" b="1" i="1" dirty="0">
                <a:solidFill>
                  <a:schemeClr val="tx2"/>
                </a:solidFill>
              </a:rPr>
              <a:t>R1(config)#</a:t>
            </a:r>
            <a:r>
              <a:rPr lang="en-US" altLang="en-US" b="1" i="1" dirty="0" err="1">
                <a:solidFill>
                  <a:schemeClr val="tx2"/>
                </a:solidFill>
              </a:rPr>
              <a:t>ip</a:t>
            </a:r>
            <a:r>
              <a:rPr lang="en-US" altLang="en-US" b="1" i="1" dirty="0">
                <a:solidFill>
                  <a:schemeClr val="tx2"/>
                </a:solidFill>
              </a:rPr>
              <a:t> route 192.168.1.0 255.255.255.0 172.16.1.2</a:t>
            </a:r>
            <a:endParaRPr lang="en-US" altLang="en-US" b="1" dirty="0">
              <a:solidFill>
                <a:schemeClr val="tx2"/>
              </a:solidFill>
            </a:endParaRPr>
          </a:p>
          <a:p>
            <a:pPr lvl="2" eaLnBrk="1" hangingPunct="1"/>
            <a:r>
              <a:rPr lang="en-US" altLang="en-US" b="1" i="1" dirty="0">
                <a:solidFill>
                  <a:schemeClr val="tx2"/>
                </a:solidFill>
              </a:rPr>
              <a:t>R1(config)#</a:t>
            </a:r>
            <a:r>
              <a:rPr lang="en-US" altLang="en-US" b="1" i="1" dirty="0" err="1">
                <a:solidFill>
                  <a:schemeClr val="tx2"/>
                </a:solidFill>
              </a:rPr>
              <a:t>ip</a:t>
            </a:r>
            <a:r>
              <a:rPr lang="en-US" altLang="en-US" b="1" i="1" dirty="0">
                <a:solidFill>
                  <a:schemeClr val="tx2"/>
                </a:solidFill>
              </a:rPr>
              <a:t> route 192.168.2.0 255.255.255.0 172.16.1.2</a:t>
            </a:r>
          </a:p>
          <a:p>
            <a:pPr lvl="2" eaLnBrk="1" hangingPunct="1">
              <a:buFontTx/>
              <a:buNone/>
            </a:pPr>
            <a:endParaRPr lang="en-US" altLang="en-US" b="1" dirty="0">
              <a:solidFill>
                <a:schemeClr val="tx2"/>
              </a:solidFill>
            </a:endParaRPr>
          </a:p>
        </p:txBody>
      </p:sp>
      <p:pic>
        <p:nvPicPr>
          <p:cNvPr id="18435" name="Picture 8" descr="Untitled-1">
            <a:extLst>
              <a:ext uri="{FF2B5EF4-FFF2-40B4-BE49-F238E27FC236}">
                <a16:creationId xmlns:a16="http://schemas.microsoft.com/office/drawing/2014/main" id="{A83A79CE-7172-4136-8BD1-7B1B806B0F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750" y="3329091"/>
            <a:ext cx="5808415" cy="3366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a:extLst>
              <a:ext uri="{FF2B5EF4-FFF2-40B4-BE49-F238E27FC236}">
                <a16:creationId xmlns:a16="http://schemas.microsoft.com/office/drawing/2014/main" id="{F2D8BA71-5998-43F2-B62F-10D0F90BBC5C}"/>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 CẤU HÌNH ĐỊNH TUYẾN TĨNH</a:t>
            </a:r>
            <a:endParaRPr lang="vi-VN" dirty="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6">
            <a:extLst>
              <a:ext uri="{FF2B5EF4-FFF2-40B4-BE49-F238E27FC236}">
                <a16:creationId xmlns:a16="http://schemas.microsoft.com/office/drawing/2014/main" id="{1053C2B7-7FC3-4790-9EEA-20107C4E1BEB}"/>
              </a:ext>
            </a:extLst>
          </p:cNvPr>
          <p:cNvSpPr>
            <a:spLocks noGrp="1" noChangeArrowheads="1"/>
          </p:cNvSpPr>
          <p:nvPr>
            <p:ph type="body" idx="1"/>
          </p:nvPr>
        </p:nvSpPr>
        <p:spPr>
          <a:xfrm>
            <a:off x="371475" y="986632"/>
            <a:ext cx="11572875" cy="4114800"/>
          </a:xfrm>
          <a:noFill/>
        </p:spPr>
        <p:txBody>
          <a:bodyPr/>
          <a:lstStyle/>
          <a:p>
            <a:pPr lvl="1" eaLnBrk="1" hangingPunct="1"/>
            <a:r>
              <a:rPr lang="en-US" altLang="en-US" b="1" dirty="0" err="1">
                <a:solidFill>
                  <a:schemeClr val="tx2"/>
                </a:solidFill>
              </a:rPr>
              <a:t>Trên</a:t>
            </a:r>
            <a:r>
              <a:rPr lang="en-US" altLang="en-US" b="1" dirty="0">
                <a:solidFill>
                  <a:schemeClr val="tx2"/>
                </a:solidFill>
              </a:rPr>
              <a:t> R2:</a:t>
            </a:r>
            <a:endParaRPr lang="en-US" altLang="en-US" b="1" i="1" dirty="0">
              <a:solidFill>
                <a:schemeClr val="tx2"/>
              </a:solidFill>
            </a:endParaRPr>
          </a:p>
          <a:p>
            <a:pPr lvl="2" eaLnBrk="1" hangingPunct="1"/>
            <a:r>
              <a:rPr lang="en-US" altLang="en-US" b="1" i="1" dirty="0">
                <a:solidFill>
                  <a:schemeClr val="tx2"/>
                </a:solidFill>
              </a:rPr>
              <a:t>R2(config)#</a:t>
            </a:r>
            <a:r>
              <a:rPr lang="en-US" altLang="en-US" b="1" i="1" dirty="0" err="1">
                <a:solidFill>
                  <a:schemeClr val="tx2"/>
                </a:solidFill>
              </a:rPr>
              <a:t>ip</a:t>
            </a:r>
            <a:r>
              <a:rPr lang="en-US" altLang="en-US" b="1" i="1" dirty="0">
                <a:solidFill>
                  <a:schemeClr val="tx2"/>
                </a:solidFill>
              </a:rPr>
              <a:t> route 172.16.0.0 255.255.255.0 172.16.1.1</a:t>
            </a:r>
          </a:p>
          <a:p>
            <a:pPr lvl="2" eaLnBrk="1" hangingPunct="1"/>
            <a:r>
              <a:rPr lang="en-US" altLang="en-US" b="1" i="1" dirty="0">
                <a:solidFill>
                  <a:schemeClr val="tx2"/>
                </a:solidFill>
              </a:rPr>
              <a:t>R2(config)#</a:t>
            </a:r>
            <a:r>
              <a:rPr lang="en-US" altLang="en-US" b="1" i="1" dirty="0" err="1">
                <a:solidFill>
                  <a:schemeClr val="tx2"/>
                </a:solidFill>
              </a:rPr>
              <a:t>ip</a:t>
            </a:r>
            <a:r>
              <a:rPr lang="en-US" altLang="en-US" b="1" i="1" dirty="0">
                <a:solidFill>
                  <a:schemeClr val="tx2"/>
                </a:solidFill>
              </a:rPr>
              <a:t> route 192.168.2.0 255.255.255.0 192.168.1.2</a:t>
            </a:r>
            <a:r>
              <a:rPr lang="en-US" altLang="en-US" dirty="0">
                <a:solidFill>
                  <a:schemeClr val="tx2"/>
                </a:solidFill>
              </a:rPr>
              <a:t> </a:t>
            </a:r>
            <a:endParaRPr lang="en-US" altLang="en-US" b="1" i="1" dirty="0">
              <a:solidFill>
                <a:schemeClr val="tx2"/>
              </a:solidFill>
            </a:endParaRPr>
          </a:p>
          <a:p>
            <a:pPr lvl="2" eaLnBrk="1" hangingPunct="1">
              <a:buFontTx/>
              <a:buNone/>
            </a:pPr>
            <a:endParaRPr lang="en-US" altLang="en-US" b="1" dirty="0">
              <a:solidFill>
                <a:schemeClr val="tx2"/>
              </a:solidFill>
            </a:endParaRPr>
          </a:p>
        </p:txBody>
      </p:sp>
      <p:pic>
        <p:nvPicPr>
          <p:cNvPr id="19459" name="Picture 7" descr="Untitled-1">
            <a:extLst>
              <a:ext uri="{FF2B5EF4-FFF2-40B4-BE49-F238E27FC236}">
                <a16:creationId xmlns:a16="http://schemas.microsoft.com/office/drawing/2014/main" id="{357438E6-227C-43E4-A642-6D6C8322C2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2521" y="2748232"/>
            <a:ext cx="6925482" cy="4014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a:extLst>
              <a:ext uri="{FF2B5EF4-FFF2-40B4-BE49-F238E27FC236}">
                <a16:creationId xmlns:a16="http://schemas.microsoft.com/office/drawing/2014/main" id="{EF8BB436-C595-472B-9A59-413742FD6FBC}"/>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 CẤU HÌNH ĐỊNH TUYẾN TĨNH</a:t>
            </a:r>
            <a:endParaRPr lang="vi-VN" dirty="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6">
            <a:extLst>
              <a:ext uri="{FF2B5EF4-FFF2-40B4-BE49-F238E27FC236}">
                <a16:creationId xmlns:a16="http://schemas.microsoft.com/office/drawing/2014/main" id="{FC77134C-699F-4748-82DC-4324BCFAC664}"/>
              </a:ext>
            </a:extLst>
          </p:cNvPr>
          <p:cNvSpPr>
            <a:spLocks noGrp="1" noChangeArrowheads="1"/>
          </p:cNvSpPr>
          <p:nvPr>
            <p:ph type="body" idx="1"/>
          </p:nvPr>
        </p:nvSpPr>
        <p:spPr>
          <a:xfrm>
            <a:off x="276225" y="1015207"/>
            <a:ext cx="11391900" cy="4114800"/>
          </a:xfrm>
          <a:noFill/>
        </p:spPr>
        <p:txBody>
          <a:bodyPr/>
          <a:lstStyle/>
          <a:p>
            <a:pPr lvl="1" eaLnBrk="1" hangingPunct="1"/>
            <a:r>
              <a:rPr lang="en-US" altLang="en-US" b="1" dirty="0" err="1">
                <a:solidFill>
                  <a:schemeClr val="tx2"/>
                </a:solidFill>
              </a:rPr>
              <a:t>Trên</a:t>
            </a:r>
            <a:r>
              <a:rPr lang="en-US" altLang="en-US" b="1" dirty="0">
                <a:solidFill>
                  <a:schemeClr val="tx2"/>
                </a:solidFill>
              </a:rPr>
              <a:t> R3:</a:t>
            </a:r>
            <a:endParaRPr lang="en-US" altLang="en-US" b="1" i="1" dirty="0">
              <a:solidFill>
                <a:schemeClr val="tx2"/>
              </a:solidFill>
            </a:endParaRPr>
          </a:p>
          <a:p>
            <a:pPr lvl="2" eaLnBrk="1" hangingPunct="1"/>
            <a:r>
              <a:rPr lang="en-US" altLang="en-US" b="1" i="1" dirty="0">
                <a:solidFill>
                  <a:schemeClr val="tx2"/>
                </a:solidFill>
              </a:rPr>
              <a:t>R3(config)#</a:t>
            </a:r>
            <a:r>
              <a:rPr lang="en-US" altLang="en-US" b="1" i="1" dirty="0" err="1">
                <a:solidFill>
                  <a:schemeClr val="tx2"/>
                </a:solidFill>
              </a:rPr>
              <a:t>ip</a:t>
            </a:r>
            <a:r>
              <a:rPr lang="en-US" altLang="en-US" b="1" i="1" dirty="0">
                <a:solidFill>
                  <a:schemeClr val="tx2"/>
                </a:solidFill>
              </a:rPr>
              <a:t> route 172.16.0.0 255.255.255.0 192.168.1.1</a:t>
            </a:r>
          </a:p>
          <a:p>
            <a:pPr lvl="2" eaLnBrk="1" hangingPunct="1"/>
            <a:r>
              <a:rPr lang="en-US" altLang="en-US" b="1" i="1" dirty="0">
                <a:solidFill>
                  <a:schemeClr val="tx2"/>
                </a:solidFill>
              </a:rPr>
              <a:t>R3(config)#</a:t>
            </a:r>
            <a:r>
              <a:rPr lang="en-US" altLang="en-US" b="1" i="1" dirty="0" err="1">
                <a:solidFill>
                  <a:schemeClr val="tx2"/>
                </a:solidFill>
              </a:rPr>
              <a:t>ip</a:t>
            </a:r>
            <a:r>
              <a:rPr lang="en-US" altLang="en-US" b="1" i="1" dirty="0">
                <a:solidFill>
                  <a:schemeClr val="tx2"/>
                </a:solidFill>
              </a:rPr>
              <a:t> route 172.16.1.0 255.255.255.0 192.168.1.1</a:t>
            </a:r>
          </a:p>
          <a:p>
            <a:pPr lvl="2" eaLnBrk="1" hangingPunct="1"/>
            <a:r>
              <a:rPr lang="en-US" altLang="en-US" b="1" i="1" dirty="0">
                <a:solidFill>
                  <a:schemeClr val="tx2"/>
                </a:solidFill>
              </a:rPr>
              <a:t>R3(config)#</a:t>
            </a:r>
            <a:r>
              <a:rPr lang="en-US" altLang="en-US" b="1" i="1" dirty="0" err="1">
                <a:solidFill>
                  <a:schemeClr val="tx2"/>
                </a:solidFill>
              </a:rPr>
              <a:t>ip</a:t>
            </a:r>
            <a:r>
              <a:rPr lang="en-US" altLang="en-US" b="1" i="1" dirty="0">
                <a:solidFill>
                  <a:schemeClr val="tx2"/>
                </a:solidFill>
              </a:rPr>
              <a:t> route 172.16.2.0 255.255.255.0 192.168.1.1</a:t>
            </a:r>
            <a:endParaRPr lang="en-US" altLang="en-US" b="1" dirty="0">
              <a:solidFill>
                <a:schemeClr val="tx2"/>
              </a:solidFill>
            </a:endParaRPr>
          </a:p>
        </p:txBody>
      </p:sp>
      <p:pic>
        <p:nvPicPr>
          <p:cNvPr id="20483" name="Picture 7" descr="Untitled-1">
            <a:extLst>
              <a:ext uri="{FF2B5EF4-FFF2-40B4-BE49-F238E27FC236}">
                <a16:creationId xmlns:a16="http://schemas.microsoft.com/office/drawing/2014/main" id="{E2052A3A-4DFF-4979-8C84-97C65E7D28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2360" y="3218119"/>
            <a:ext cx="6147739" cy="3563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a:extLst>
              <a:ext uri="{FF2B5EF4-FFF2-40B4-BE49-F238E27FC236}">
                <a16:creationId xmlns:a16="http://schemas.microsoft.com/office/drawing/2014/main" id="{A7EFB7B2-5EA7-463D-B039-BFD3FEE32073}"/>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 CẤU HÌNH ĐỊNH TUYẾN TĨNH</a:t>
            </a:r>
            <a:endParaRPr lang="vi-VN" dirty="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6">
            <a:extLst>
              <a:ext uri="{FF2B5EF4-FFF2-40B4-BE49-F238E27FC236}">
                <a16:creationId xmlns:a16="http://schemas.microsoft.com/office/drawing/2014/main" id="{B447303E-DAE9-45DB-A4C1-74CCC08E7593}"/>
              </a:ext>
            </a:extLst>
          </p:cNvPr>
          <p:cNvSpPr>
            <a:spLocks noGrp="1" noChangeArrowheads="1"/>
          </p:cNvSpPr>
          <p:nvPr>
            <p:ph type="body" idx="1"/>
          </p:nvPr>
        </p:nvSpPr>
        <p:spPr>
          <a:xfrm>
            <a:off x="638175" y="1154528"/>
            <a:ext cx="11058525" cy="4114800"/>
          </a:xfrm>
          <a:noFill/>
        </p:spPr>
        <p:txBody>
          <a:bodyPr/>
          <a:lstStyle/>
          <a:p>
            <a:pPr lvl="1" algn="just" eaLnBrk="1" hangingPunct="1">
              <a:buFont typeface="Wingdings" panose="05000000000000000000" pitchFamily="2" charset="2"/>
              <a:buNone/>
            </a:pPr>
            <a:r>
              <a:rPr lang="en-US" altLang="en-US" b="1" dirty="0">
                <a:solidFill>
                  <a:schemeClr val="tx2"/>
                </a:solidFill>
              </a:rPr>
              <a:t>	</a:t>
            </a:r>
            <a:r>
              <a:rPr lang="en-US" altLang="en-US" sz="3000" dirty="0" err="1"/>
              <a:t>Đường</a:t>
            </a:r>
            <a:r>
              <a:rPr lang="en-US" altLang="en-US" sz="3000" dirty="0"/>
              <a:t> </a:t>
            </a:r>
            <a:r>
              <a:rPr lang="en-US" altLang="en-US" sz="3000" dirty="0" err="1"/>
              <a:t>đi</a:t>
            </a:r>
            <a:r>
              <a:rPr lang="en-US" altLang="en-US" sz="3000" dirty="0"/>
              <a:t> </a:t>
            </a:r>
            <a:r>
              <a:rPr lang="en-US" altLang="en-US" sz="3000" dirty="0" err="1"/>
              <a:t>mặc</a:t>
            </a:r>
            <a:r>
              <a:rPr lang="en-US" altLang="en-US" sz="3000" dirty="0"/>
              <a:t> </a:t>
            </a:r>
            <a:r>
              <a:rPr lang="en-US" altLang="en-US" sz="3000" dirty="0" err="1"/>
              <a:t>định</a:t>
            </a:r>
            <a:r>
              <a:rPr lang="en-US" altLang="en-US" sz="3000" dirty="0"/>
              <a:t> (Default routing)</a:t>
            </a:r>
          </a:p>
          <a:p>
            <a:pPr lvl="2" algn="just" eaLnBrk="1" hangingPunct="1">
              <a:buFont typeface="Wingdings" panose="05000000000000000000" pitchFamily="2" charset="2"/>
              <a:buChar char="§"/>
            </a:pPr>
            <a:r>
              <a:rPr lang="en-US" altLang="en-US" sz="3000" dirty="0" err="1"/>
              <a:t>Đường</a:t>
            </a:r>
            <a:r>
              <a:rPr lang="en-US" altLang="en-US" sz="3000" dirty="0"/>
              <a:t> </a:t>
            </a:r>
            <a:r>
              <a:rPr lang="en-US" altLang="en-US" sz="3000" dirty="0" err="1"/>
              <a:t>mặc</a:t>
            </a:r>
            <a:r>
              <a:rPr lang="en-US" altLang="en-US" sz="3000" dirty="0"/>
              <a:t> </a:t>
            </a:r>
            <a:r>
              <a:rPr lang="en-US" altLang="en-US" sz="3000" dirty="0" err="1"/>
              <a:t>định</a:t>
            </a:r>
            <a:r>
              <a:rPr lang="en-US" altLang="en-US" sz="3000" dirty="0"/>
              <a:t> </a:t>
            </a:r>
            <a:r>
              <a:rPr lang="en-US" altLang="en-US" sz="3000" dirty="0" err="1"/>
              <a:t>là</a:t>
            </a:r>
            <a:r>
              <a:rPr lang="en-US" altLang="en-US" sz="3000" dirty="0"/>
              <a:t> </a:t>
            </a:r>
            <a:r>
              <a:rPr lang="en-US" altLang="en-US" sz="3000" dirty="0" err="1"/>
              <a:t>đường</a:t>
            </a:r>
            <a:r>
              <a:rPr lang="en-US" altLang="en-US" sz="3000" dirty="0"/>
              <a:t> </a:t>
            </a:r>
            <a:r>
              <a:rPr lang="en-US" altLang="en-US" sz="3000" dirty="0" err="1"/>
              <a:t>mà</a:t>
            </a:r>
            <a:r>
              <a:rPr lang="en-US" altLang="en-US" sz="3000" dirty="0"/>
              <a:t> router </a:t>
            </a:r>
            <a:r>
              <a:rPr lang="en-US" altLang="en-US" sz="3000" dirty="0" err="1"/>
              <a:t>sẽ</a:t>
            </a:r>
            <a:r>
              <a:rPr lang="en-US" altLang="en-US" sz="3000" dirty="0"/>
              <a:t> </a:t>
            </a:r>
            <a:r>
              <a:rPr lang="en-US" altLang="en-US" sz="3000" dirty="0" err="1"/>
              <a:t>sử</a:t>
            </a:r>
            <a:r>
              <a:rPr lang="en-US" altLang="en-US" sz="3000" dirty="0"/>
              <a:t> </a:t>
            </a:r>
            <a:r>
              <a:rPr lang="en-US" altLang="en-US" sz="3000" dirty="0" err="1"/>
              <a:t>dụng</a:t>
            </a:r>
            <a:r>
              <a:rPr lang="en-US" altLang="en-US" sz="3000" dirty="0"/>
              <a:t> </a:t>
            </a:r>
            <a:r>
              <a:rPr lang="en-US" altLang="en-US" sz="3000" dirty="0" err="1"/>
              <a:t>trong</a:t>
            </a:r>
            <a:r>
              <a:rPr lang="en-US" altLang="en-US" sz="3000" dirty="0"/>
              <a:t> </a:t>
            </a:r>
            <a:r>
              <a:rPr lang="en-US" altLang="en-US" sz="3000" dirty="0" err="1"/>
              <a:t>trường</a:t>
            </a:r>
            <a:r>
              <a:rPr lang="en-US" altLang="en-US" sz="3000" dirty="0"/>
              <a:t> </a:t>
            </a:r>
            <a:r>
              <a:rPr lang="en-US" altLang="en-US" sz="3000" dirty="0" err="1"/>
              <a:t>hợp</a:t>
            </a:r>
            <a:r>
              <a:rPr lang="en-US" altLang="en-US" sz="3000" dirty="0"/>
              <a:t> </a:t>
            </a:r>
            <a:r>
              <a:rPr lang="en-US" altLang="en-US" sz="3000" dirty="0" err="1"/>
              <a:t>không</a:t>
            </a:r>
            <a:r>
              <a:rPr lang="en-US" altLang="en-US" sz="3000" dirty="0"/>
              <a:t> </a:t>
            </a:r>
            <a:r>
              <a:rPr lang="en-US" altLang="en-US" sz="3000" dirty="0" err="1"/>
              <a:t>tìm</a:t>
            </a:r>
            <a:r>
              <a:rPr lang="en-US" altLang="en-US" sz="3000" dirty="0"/>
              <a:t> </a:t>
            </a:r>
            <a:r>
              <a:rPr lang="en-US" altLang="en-US" sz="3000" dirty="0" err="1"/>
              <a:t>thấy</a:t>
            </a:r>
            <a:r>
              <a:rPr lang="en-US" altLang="en-US" sz="3000" dirty="0"/>
              <a:t> </a:t>
            </a:r>
            <a:r>
              <a:rPr lang="en-US" altLang="en-US" sz="3000" dirty="0" err="1"/>
              <a:t>đường</a:t>
            </a:r>
            <a:r>
              <a:rPr lang="en-US" altLang="en-US" sz="3000" dirty="0"/>
              <a:t> </a:t>
            </a:r>
            <a:r>
              <a:rPr lang="en-US" altLang="en-US" sz="3000" dirty="0" err="1"/>
              <a:t>đi</a:t>
            </a:r>
            <a:r>
              <a:rPr lang="en-US" altLang="en-US" sz="3000" dirty="0"/>
              <a:t> </a:t>
            </a:r>
            <a:r>
              <a:rPr lang="en-US" altLang="en-US" sz="3000" dirty="0" err="1"/>
              <a:t>nào</a:t>
            </a:r>
            <a:r>
              <a:rPr lang="en-US" altLang="en-US" sz="3000" dirty="0"/>
              <a:t> </a:t>
            </a:r>
            <a:r>
              <a:rPr lang="en-US" altLang="en-US" sz="3000" dirty="0" err="1"/>
              <a:t>phù</a:t>
            </a:r>
            <a:r>
              <a:rPr lang="en-US" altLang="en-US" sz="3000" dirty="0"/>
              <a:t> </a:t>
            </a:r>
            <a:r>
              <a:rPr lang="en-US" altLang="en-US" sz="3000" dirty="0" err="1"/>
              <a:t>hợp</a:t>
            </a:r>
            <a:r>
              <a:rPr lang="en-US" altLang="en-US" sz="3000" dirty="0"/>
              <a:t> </a:t>
            </a:r>
            <a:r>
              <a:rPr lang="en-US" altLang="en-US" sz="3000" dirty="0" err="1"/>
              <a:t>trong</a:t>
            </a:r>
            <a:r>
              <a:rPr lang="en-US" altLang="en-US" sz="3000" dirty="0"/>
              <a:t> </a:t>
            </a:r>
            <a:r>
              <a:rPr lang="en-US" altLang="en-US" sz="3000" dirty="0" err="1"/>
              <a:t>bảng</a:t>
            </a:r>
            <a:r>
              <a:rPr lang="en-US" altLang="en-US" sz="3000" dirty="0"/>
              <a:t> </a:t>
            </a:r>
            <a:r>
              <a:rPr lang="en-US" altLang="en-US" sz="3000" dirty="0" err="1"/>
              <a:t>định</a:t>
            </a:r>
            <a:r>
              <a:rPr lang="en-US" altLang="en-US" sz="3000" dirty="0"/>
              <a:t> </a:t>
            </a:r>
            <a:r>
              <a:rPr lang="en-US" altLang="en-US" sz="3000" dirty="0" err="1"/>
              <a:t>tuyến</a:t>
            </a:r>
            <a:r>
              <a:rPr lang="en-US" altLang="en-US" sz="3000" dirty="0"/>
              <a:t> </a:t>
            </a:r>
            <a:r>
              <a:rPr lang="en-US" altLang="en-US" sz="3000" dirty="0" err="1"/>
              <a:t>để</a:t>
            </a:r>
            <a:r>
              <a:rPr lang="en-US" altLang="en-US" sz="3000" dirty="0"/>
              <a:t> </a:t>
            </a:r>
            <a:r>
              <a:rPr lang="en-US" altLang="en-US" sz="3000" dirty="0" err="1"/>
              <a:t>đi</a:t>
            </a:r>
            <a:r>
              <a:rPr lang="en-US" altLang="en-US" sz="3000" dirty="0"/>
              <a:t> </a:t>
            </a:r>
            <a:r>
              <a:rPr lang="en-US" altLang="en-US" sz="3000" dirty="0" err="1"/>
              <a:t>tới</a:t>
            </a:r>
            <a:r>
              <a:rPr lang="en-US" altLang="en-US" sz="3000" dirty="0"/>
              <a:t> </a:t>
            </a:r>
            <a:r>
              <a:rPr lang="en-US" altLang="en-US" sz="3000" dirty="0" err="1"/>
              <a:t>đích</a:t>
            </a:r>
            <a:endParaRPr lang="en-US" altLang="en-US" sz="3000" dirty="0"/>
          </a:p>
          <a:p>
            <a:pPr lvl="2" algn="just" eaLnBrk="1" hangingPunct="1">
              <a:buFont typeface="Wingdings" panose="05000000000000000000" pitchFamily="2" charset="2"/>
              <a:buNone/>
            </a:pPr>
            <a:endParaRPr lang="en-US" altLang="en-US" sz="3000" dirty="0"/>
          </a:p>
          <a:p>
            <a:pPr lvl="2" algn="just" eaLnBrk="1" hangingPunct="1">
              <a:buFont typeface="Wingdings" panose="05000000000000000000" pitchFamily="2" charset="2"/>
              <a:buChar char="§"/>
            </a:pPr>
            <a:r>
              <a:rPr lang="en-US" altLang="en-US" sz="3000" dirty="0" err="1"/>
              <a:t>Cấu</a:t>
            </a:r>
            <a:r>
              <a:rPr lang="en-US" altLang="en-US" sz="3000" dirty="0"/>
              <a:t> </a:t>
            </a:r>
            <a:r>
              <a:rPr lang="en-US" altLang="en-US" sz="3000" dirty="0" err="1"/>
              <a:t>hình</a:t>
            </a:r>
            <a:r>
              <a:rPr lang="en-US" altLang="en-US" sz="3000" dirty="0"/>
              <a:t>:</a:t>
            </a:r>
          </a:p>
          <a:p>
            <a:pPr lvl="1" algn="just" eaLnBrk="1" hangingPunct="1">
              <a:buFont typeface="Wingdings" panose="05000000000000000000" pitchFamily="2" charset="2"/>
              <a:buNone/>
            </a:pPr>
            <a:r>
              <a:rPr lang="en-US" altLang="en-US" sz="3000" dirty="0"/>
              <a:t>	Router(config)#</a:t>
            </a:r>
            <a:r>
              <a:rPr lang="en-US" altLang="en-US" sz="3000" dirty="0" err="1"/>
              <a:t>ip</a:t>
            </a:r>
            <a:r>
              <a:rPr lang="en-US" altLang="en-US" sz="3000" dirty="0"/>
              <a:t> route 0.0.0.0.0.0.0.0  [next-hop] </a:t>
            </a:r>
          </a:p>
        </p:txBody>
      </p:sp>
      <p:sp>
        <p:nvSpPr>
          <p:cNvPr id="7" name="Title 1">
            <a:extLst>
              <a:ext uri="{FF2B5EF4-FFF2-40B4-BE49-F238E27FC236}">
                <a16:creationId xmlns:a16="http://schemas.microsoft.com/office/drawing/2014/main" id="{A73FE1B9-A452-476E-84FD-5A4D4B9758E9}"/>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 CẤU HÌNH ĐỊNH TUYẾN TĨNH</a:t>
            </a:r>
            <a:endParaRPr lang="vi-VN" dirty="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6">
            <a:extLst>
              <a:ext uri="{FF2B5EF4-FFF2-40B4-BE49-F238E27FC236}">
                <a16:creationId xmlns:a16="http://schemas.microsoft.com/office/drawing/2014/main" id="{BA19C483-04E2-4176-9E9D-684A02248D02}"/>
              </a:ext>
            </a:extLst>
          </p:cNvPr>
          <p:cNvSpPr>
            <a:spLocks noGrp="1" noChangeArrowheads="1"/>
          </p:cNvSpPr>
          <p:nvPr>
            <p:ph type="body" idx="1"/>
          </p:nvPr>
        </p:nvSpPr>
        <p:spPr>
          <a:xfrm>
            <a:off x="1962150" y="1697038"/>
            <a:ext cx="8267700" cy="4114800"/>
          </a:xfrm>
          <a:noFill/>
        </p:spPr>
        <p:txBody>
          <a:bodyPr>
            <a:normAutofit fontScale="77500" lnSpcReduction="20000"/>
          </a:bodyPr>
          <a:lstStyle/>
          <a:p>
            <a:pPr lvl="2" eaLnBrk="1" hangingPunct="1">
              <a:buFont typeface="Wingdings" panose="05000000000000000000" pitchFamily="2" charset="2"/>
              <a:buChar char="§"/>
            </a:pPr>
            <a:r>
              <a:rPr lang="en-US" altLang="en-US" sz="3000" dirty="0" err="1"/>
              <a:t>Cấu</a:t>
            </a:r>
            <a:r>
              <a:rPr lang="en-US" altLang="en-US" sz="3000" dirty="0"/>
              <a:t> </a:t>
            </a:r>
            <a:r>
              <a:rPr lang="en-US" altLang="en-US" sz="3000" dirty="0" err="1"/>
              <a:t>hình</a:t>
            </a:r>
            <a:r>
              <a:rPr lang="en-US" altLang="en-US" sz="3000" dirty="0"/>
              <a:t>:</a:t>
            </a:r>
          </a:p>
          <a:p>
            <a:pPr lvl="2" eaLnBrk="1" hangingPunct="1">
              <a:buFontTx/>
              <a:buNone/>
            </a:pPr>
            <a:r>
              <a:rPr lang="en-US" altLang="en-US" sz="3000" dirty="0" err="1"/>
              <a:t>Trên</a:t>
            </a:r>
            <a:r>
              <a:rPr lang="en-US" altLang="en-US" sz="3000" dirty="0"/>
              <a:t> R1:</a:t>
            </a:r>
          </a:p>
          <a:p>
            <a:pPr lvl="2" eaLnBrk="1" hangingPunct="1">
              <a:buFontTx/>
              <a:buNone/>
            </a:pPr>
            <a:r>
              <a:rPr lang="en-US" altLang="en-US" sz="3000" dirty="0"/>
              <a:t>	R1(config)#</a:t>
            </a:r>
            <a:r>
              <a:rPr lang="en-US" altLang="en-US" sz="3000" dirty="0" err="1"/>
              <a:t>ip</a:t>
            </a:r>
            <a:r>
              <a:rPr lang="en-US" altLang="en-US" sz="3000" dirty="0"/>
              <a:t> route 0.0.0.0.0.0.0.0 172.16.1.2</a:t>
            </a:r>
          </a:p>
          <a:p>
            <a:pPr lvl="2" eaLnBrk="1" hangingPunct="1">
              <a:buFontTx/>
              <a:buNone/>
            </a:pPr>
            <a:endParaRPr lang="en-US" altLang="en-US" sz="3000" dirty="0"/>
          </a:p>
          <a:p>
            <a:pPr lvl="2" eaLnBrk="1" hangingPunct="1">
              <a:buFontTx/>
              <a:buNone/>
            </a:pPr>
            <a:r>
              <a:rPr lang="en-US" altLang="en-US" sz="3000" dirty="0" err="1"/>
              <a:t>Trên</a:t>
            </a:r>
            <a:r>
              <a:rPr lang="en-US" altLang="en-US" sz="3000" dirty="0"/>
              <a:t> R2:</a:t>
            </a:r>
          </a:p>
          <a:p>
            <a:pPr lvl="2" eaLnBrk="1" hangingPunct="1">
              <a:buFontTx/>
              <a:buNone/>
            </a:pPr>
            <a:r>
              <a:rPr lang="en-US" altLang="en-US" sz="3000" dirty="0"/>
              <a:t>	R2(config)#</a:t>
            </a:r>
            <a:r>
              <a:rPr lang="en-US" altLang="en-US" sz="3000" dirty="0" err="1"/>
              <a:t>ip</a:t>
            </a:r>
            <a:r>
              <a:rPr lang="en-US" altLang="en-US" sz="3000" dirty="0"/>
              <a:t> route 0.0.0.0.0.0.0.0 192.168.1.2</a:t>
            </a:r>
          </a:p>
          <a:p>
            <a:pPr lvl="2" eaLnBrk="1" hangingPunct="1">
              <a:buFontTx/>
              <a:buNone/>
            </a:pPr>
            <a:endParaRPr lang="en-US" altLang="en-US" sz="3000" dirty="0"/>
          </a:p>
          <a:p>
            <a:pPr lvl="2" eaLnBrk="1" hangingPunct="1">
              <a:buFontTx/>
              <a:buNone/>
            </a:pPr>
            <a:r>
              <a:rPr lang="en-US" altLang="en-US" sz="3000" dirty="0" err="1"/>
              <a:t>Trên</a:t>
            </a:r>
            <a:r>
              <a:rPr lang="en-US" altLang="en-US" sz="3000" dirty="0"/>
              <a:t> R3:</a:t>
            </a:r>
          </a:p>
          <a:p>
            <a:pPr lvl="2" eaLnBrk="1" hangingPunct="1">
              <a:buFontTx/>
              <a:buNone/>
            </a:pPr>
            <a:r>
              <a:rPr lang="en-US" altLang="en-US" sz="3000" dirty="0"/>
              <a:t>	R3(config)#</a:t>
            </a:r>
            <a:r>
              <a:rPr lang="en-US" altLang="en-US" sz="3000" dirty="0" err="1"/>
              <a:t>ip</a:t>
            </a:r>
            <a:r>
              <a:rPr lang="en-US" altLang="en-US" sz="3000" dirty="0"/>
              <a:t> route 0.0.0.0.0.0.0.0 192.168.1.1</a:t>
            </a:r>
          </a:p>
        </p:txBody>
      </p:sp>
      <p:sp>
        <p:nvSpPr>
          <p:cNvPr id="7" name="Title 1">
            <a:extLst>
              <a:ext uri="{FF2B5EF4-FFF2-40B4-BE49-F238E27FC236}">
                <a16:creationId xmlns:a16="http://schemas.microsoft.com/office/drawing/2014/main" id="{DCF52AD8-C324-4051-ADB1-C98DBDD61E34}"/>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 CẤU HÌNH ĐỊNH TUYẾN TĨNH</a:t>
            </a:r>
            <a:endParaRPr lang="vi-VN" dirty="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E2D71D-5D45-435C-A1EE-AE794005B046}"/>
              </a:ext>
            </a:extLst>
          </p:cNvPr>
          <p:cNvSpPr>
            <a:spLocks noGrp="1"/>
          </p:cNvSpPr>
          <p:nvPr>
            <p:ph idx="1"/>
          </p:nvPr>
        </p:nvSpPr>
        <p:spPr>
          <a:xfrm>
            <a:off x="397565" y="1212574"/>
            <a:ext cx="11131826" cy="5388665"/>
          </a:xfrm>
        </p:spPr>
        <p:txBody>
          <a:bodyPr>
            <a:normAutofit fontScale="92500" lnSpcReduction="10000"/>
          </a:bodyPr>
          <a:lstStyle/>
          <a:p>
            <a:pPr marL="0" lvl="2" indent="0" algn="just">
              <a:buNone/>
            </a:pPr>
            <a:r>
              <a:rPr lang="en-US" altLang="en-US" sz="3000" dirty="0" err="1"/>
              <a:t>Định</a:t>
            </a:r>
            <a:r>
              <a:rPr lang="en-US" altLang="en-US" sz="3000" dirty="0"/>
              <a:t> </a:t>
            </a:r>
            <a:r>
              <a:rPr lang="en-US" altLang="en-US" sz="3000" dirty="0" err="1"/>
              <a:t>nghĩa</a:t>
            </a:r>
            <a:r>
              <a:rPr lang="en-US" altLang="en-US" sz="3000" dirty="0"/>
              <a:t>:</a:t>
            </a:r>
          </a:p>
          <a:p>
            <a:pPr marL="685800" indent="-457200" algn="just">
              <a:spcBef>
                <a:spcPct val="50000"/>
              </a:spcBef>
            </a:pPr>
            <a:r>
              <a:rPr lang="en-US" altLang="en-US" sz="3000" dirty="0" err="1"/>
              <a:t>Trong</a:t>
            </a:r>
            <a:r>
              <a:rPr lang="en-US" altLang="en-US" sz="3000" dirty="0"/>
              <a:t> </a:t>
            </a:r>
            <a:r>
              <a:rPr lang="en-US" altLang="en-US" sz="3000" dirty="0" err="1"/>
              <a:t>phương</a:t>
            </a:r>
            <a:r>
              <a:rPr lang="en-US" altLang="en-US" sz="3000" dirty="0"/>
              <a:t> </a:t>
            </a:r>
            <a:r>
              <a:rPr lang="en-US" altLang="en-US" sz="3000" dirty="0" err="1"/>
              <a:t>pháp</a:t>
            </a:r>
            <a:r>
              <a:rPr lang="en-US" altLang="en-US" sz="3000" dirty="0"/>
              <a:t> </a:t>
            </a:r>
            <a:r>
              <a:rPr lang="en-US" altLang="en-US" sz="3000" dirty="0" err="1"/>
              <a:t>định</a:t>
            </a:r>
            <a:r>
              <a:rPr lang="en-US" altLang="en-US" sz="3000" dirty="0"/>
              <a:t> </a:t>
            </a:r>
            <a:r>
              <a:rPr lang="en-US" altLang="en-US" sz="3000" dirty="0" err="1"/>
              <a:t>tuyến</a:t>
            </a:r>
            <a:r>
              <a:rPr lang="en-US" altLang="en-US" sz="3000" dirty="0"/>
              <a:t> </a:t>
            </a:r>
            <a:r>
              <a:rPr lang="en-US" altLang="en-US" sz="3000" dirty="0" err="1"/>
              <a:t>động</a:t>
            </a:r>
            <a:r>
              <a:rPr lang="en-US" altLang="en-US" sz="3000" dirty="0"/>
              <a:t>, </a:t>
            </a:r>
            <a:r>
              <a:rPr lang="en-US" altLang="en-US" sz="3000" dirty="0" err="1"/>
              <a:t>các</a:t>
            </a:r>
            <a:r>
              <a:rPr lang="en-US" altLang="en-US" sz="3000" dirty="0"/>
              <a:t> router </a:t>
            </a:r>
            <a:r>
              <a:rPr lang="en-US" altLang="en-US" sz="3000" dirty="0" err="1"/>
              <a:t>sẽ</a:t>
            </a:r>
            <a:r>
              <a:rPr lang="en-US" altLang="en-US" sz="3000" dirty="0"/>
              <a:t> </a:t>
            </a:r>
            <a:r>
              <a:rPr lang="en-US" altLang="en-US" sz="3000" dirty="0" err="1"/>
              <a:t>tự</a:t>
            </a:r>
            <a:r>
              <a:rPr lang="en-US" altLang="en-US" sz="3000" dirty="0"/>
              <a:t> </a:t>
            </a:r>
            <a:r>
              <a:rPr lang="en-US" altLang="en-US" sz="3000" dirty="0" err="1"/>
              <a:t>xây</a:t>
            </a:r>
            <a:r>
              <a:rPr lang="en-US" altLang="en-US" sz="3000" dirty="0"/>
              <a:t> </a:t>
            </a:r>
            <a:r>
              <a:rPr lang="en-US" altLang="en-US" sz="3000" dirty="0" err="1"/>
              <a:t>dựng</a:t>
            </a:r>
            <a:r>
              <a:rPr lang="en-US" altLang="en-US" sz="3000" dirty="0"/>
              <a:t> </a:t>
            </a:r>
            <a:r>
              <a:rPr lang="en-US" altLang="en-US" sz="3000" dirty="0" err="1"/>
              <a:t>nên</a:t>
            </a:r>
            <a:r>
              <a:rPr lang="en-US" altLang="en-US" sz="3000" dirty="0"/>
              <a:t> </a:t>
            </a:r>
            <a:r>
              <a:rPr lang="en-US" altLang="en-US" sz="3000" dirty="0" err="1"/>
              <a:t>bảng</a:t>
            </a:r>
            <a:r>
              <a:rPr lang="en-US" altLang="en-US" sz="3000" dirty="0"/>
              <a:t> </a:t>
            </a:r>
            <a:r>
              <a:rPr lang="en-US" altLang="en-US" sz="3000" dirty="0" err="1"/>
              <a:t>định</a:t>
            </a:r>
            <a:r>
              <a:rPr lang="en-US" altLang="en-US" sz="3000" dirty="0"/>
              <a:t> </a:t>
            </a:r>
            <a:r>
              <a:rPr lang="en-US" altLang="en-US" sz="3000" dirty="0" err="1"/>
              <a:t>tuyến</a:t>
            </a:r>
            <a:r>
              <a:rPr lang="en-US" altLang="en-US" sz="3000" dirty="0"/>
              <a:t> </a:t>
            </a:r>
            <a:r>
              <a:rPr lang="en-US" altLang="en-US" sz="3000" dirty="0" err="1"/>
              <a:t>nhờ</a:t>
            </a:r>
            <a:r>
              <a:rPr lang="en-US" altLang="en-US" sz="3000" dirty="0"/>
              <a:t> </a:t>
            </a:r>
            <a:r>
              <a:rPr lang="en-US" altLang="en-US" sz="3000" dirty="0" err="1"/>
              <a:t>vào</a:t>
            </a:r>
            <a:r>
              <a:rPr lang="en-US" altLang="en-US" sz="3000" dirty="0"/>
              <a:t> </a:t>
            </a:r>
            <a:r>
              <a:rPr lang="en-US" altLang="en-US" sz="3000" dirty="0" err="1"/>
              <a:t>các</a:t>
            </a:r>
            <a:r>
              <a:rPr lang="en-US" altLang="en-US" sz="3000" dirty="0"/>
              <a:t> </a:t>
            </a:r>
            <a:r>
              <a:rPr lang="en-US" altLang="en-US" sz="3000" dirty="0" err="1"/>
              <a:t>giao</a:t>
            </a:r>
            <a:r>
              <a:rPr lang="en-US" altLang="en-US" sz="3000" dirty="0"/>
              <a:t> </a:t>
            </a:r>
            <a:r>
              <a:rPr lang="en-US" altLang="en-US" sz="3000" dirty="0" err="1"/>
              <a:t>thức</a:t>
            </a:r>
            <a:r>
              <a:rPr lang="en-US" altLang="en-US" sz="3000" dirty="0"/>
              <a:t> </a:t>
            </a:r>
            <a:r>
              <a:rPr lang="en-US" altLang="en-US" sz="3000" dirty="0" err="1"/>
              <a:t>định</a:t>
            </a:r>
            <a:r>
              <a:rPr lang="en-US" altLang="en-US" sz="3000" dirty="0"/>
              <a:t> </a:t>
            </a:r>
            <a:r>
              <a:rPr lang="en-US" altLang="en-US" sz="3000" dirty="0" err="1"/>
              <a:t>tuyến</a:t>
            </a:r>
            <a:r>
              <a:rPr lang="en-US" altLang="en-US" sz="3000" dirty="0"/>
              <a:t> </a:t>
            </a:r>
            <a:r>
              <a:rPr lang="en-US" altLang="en-US" sz="3000" dirty="0" err="1"/>
              <a:t>được</a:t>
            </a:r>
            <a:r>
              <a:rPr lang="en-US" altLang="en-US" sz="3000" dirty="0"/>
              <a:t> </a:t>
            </a:r>
            <a:r>
              <a:rPr lang="en-US" altLang="en-US" sz="3000" dirty="0" err="1"/>
              <a:t>cài</a:t>
            </a:r>
            <a:r>
              <a:rPr lang="en-US" altLang="en-US" sz="3000" dirty="0"/>
              <a:t> </a:t>
            </a:r>
            <a:r>
              <a:rPr lang="en-US" altLang="en-US" sz="3000" dirty="0" err="1"/>
              <a:t>đặt</a:t>
            </a:r>
            <a:r>
              <a:rPr lang="en-US" altLang="en-US" sz="3000" dirty="0"/>
              <a:t> </a:t>
            </a:r>
            <a:r>
              <a:rPr lang="en-US" altLang="en-US" sz="3000" dirty="0" err="1"/>
              <a:t>trong</a:t>
            </a:r>
            <a:r>
              <a:rPr lang="en-US" altLang="en-US" sz="3000" dirty="0"/>
              <a:t> router.</a:t>
            </a:r>
          </a:p>
          <a:p>
            <a:pPr marL="0" indent="0" algn="just">
              <a:buNone/>
            </a:pPr>
            <a:r>
              <a:rPr lang="en-US" altLang="en-US" sz="3000" dirty="0" err="1"/>
              <a:t>Phân</a:t>
            </a:r>
            <a:r>
              <a:rPr lang="en-US" altLang="en-US" sz="3000" dirty="0"/>
              <a:t> </a:t>
            </a:r>
            <a:r>
              <a:rPr lang="en-US" altLang="en-US" sz="3000" dirty="0" err="1"/>
              <a:t>loại</a:t>
            </a:r>
            <a:r>
              <a:rPr lang="en-US" altLang="en-US" sz="3000" dirty="0"/>
              <a:t>: chia </a:t>
            </a:r>
            <a:r>
              <a:rPr lang="en-US" altLang="en-US" sz="3000" dirty="0" err="1"/>
              <a:t>làm</a:t>
            </a:r>
            <a:r>
              <a:rPr lang="en-US" altLang="en-US" sz="3000" dirty="0"/>
              <a:t> 3 </a:t>
            </a:r>
            <a:r>
              <a:rPr lang="en-US" altLang="en-US" sz="3000" dirty="0" err="1"/>
              <a:t>loại</a:t>
            </a:r>
            <a:endParaRPr lang="en-US" altLang="en-US" sz="3000" dirty="0"/>
          </a:p>
          <a:p>
            <a:pPr algn="just"/>
            <a:r>
              <a:rPr lang="en-US" altLang="en-US" sz="3000" dirty="0"/>
              <a:t>Distance Vector: </a:t>
            </a:r>
            <a:r>
              <a:rPr lang="en-US" altLang="en-US" sz="3000" dirty="0" err="1"/>
              <a:t>các</a:t>
            </a:r>
            <a:r>
              <a:rPr lang="en-US" altLang="en-US" sz="3000" dirty="0"/>
              <a:t> </a:t>
            </a:r>
            <a:r>
              <a:rPr lang="en-US" altLang="en-US" sz="3000" dirty="0" err="1"/>
              <a:t>giao</a:t>
            </a:r>
            <a:r>
              <a:rPr lang="en-US" altLang="en-US" sz="3000" dirty="0"/>
              <a:t> </a:t>
            </a:r>
            <a:r>
              <a:rPr lang="en-US" altLang="en-US" sz="3000" dirty="0" err="1"/>
              <a:t>thức</a:t>
            </a:r>
            <a:r>
              <a:rPr lang="en-US" altLang="en-US" sz="3000" dirty="0"/>
              <a:t> </a:t>
            </a:r>
            <a:r>
              <a:rPr lang="en-US" altLang="en-US" sz="3000" dirty="0" err="1"/>
              <a:t>sẽ</a:t>
            </a:r>
            <a:r>
              <a:rPr lang="en-US" altLang="en-US" sz="3000" dirty="0"/>
              <a:t> </a:t>
            </a:r>
            <a:r>
              <a:rPr lang="en-US" altLang="en-US" sz="3000" dirty="0" err="1"/>
              <a:t>dùng</a:t>
            </a:r>
            <a:r>
              <a:rPr lang="en-US" altLang="en-US" sz="3000" dirty="0"/>
              <a:t> </a:t>
            </a:r>
            <a:r>
              <a:rPr lang="en-US" altLang="en-US" sz="3000" dirty="0" err="1"/>
              <a:t>thuật</a:t>
            </a:r>
            <a:r>
              <a:rPr lang="en-US" altLang="en-US" sz="3000" dirty="0"/>
              <a:t> </a:t>
            </a:r>
            <a:r>
              <a:rPr lang="en-US" altLang="en-US" sz="3000" dirty="0" err="1"/>
              <a:t>toán</a:t>
            </a:r>
            <a:r>
              <a:rPr lang="en-US" altLang="en-US" sz="3000" dirty="0"/>
              <a:t> distance-vector </a:t>
            </a:r>
            <a:r>
              <a:rPr lang="en-US" altLang="en-US" sz="3000" dirty="0" err="1"/>
              <a:t>để</a:t>
            </a:r>
            <a:r>
              <a:rPr lang="en-US" altLang="en-US" sz="3000" dirty="0"/>
              <a:t> </a:t>
            </a:r>
            <a:r>
              <a:rPr lang="en-US" altLang="en-US" sz="3000" dirty="0" err="1"/>
              <a:t>xây</a:t>
            </a:r>
            <a:r>
              <a:rPr lang="en-US" altLang="en-US" sz="3000" dirty="0"/>
              <a:t> </a:t>
            </a:r>
            <a:r>
              <a:rPr lang="en-US" altLang="en-US" sz="3000" dirty="0" err="1"/>
              <a:t>dựng</a:t>
            </a:r>
            <a:r>
              <a:rPr lang="en-US" altLang="en-US" sz="3000" dirty="0"/>
              <a:t> </a:t>
            </a:r>
            <a:r>
              <a:rPr lang="en-US" altLang="en-US" sz="3000" dirty="0" err="1"/>
              <a:t>bảng</a:t>
            </a:r>
            <a:r>
              <a:rPr lang="en-US" altLang="en-US" sz="3000" dirty="0"/>
              <a:t> </a:t>
            </a:r>
            <a:r>
              <a:rPr lang="en-US" altLang="en-US" sz="3000" dirty="0" err="1"/>
              <a:t>định</a:t>
            </a:r>
            <a:r>
              <a:rPr lang="en-US" altLang="en-US" sz="3000" dirty="0"/>
              <a:t> </a:t>
            </a:r>
            <a:r>
              <a:rPr lang="en-US" altLang="en-US" sz="3000" dirty="0" err="1"/>
              <a:t>tuyến</a:t>
            </a:r>
            <a:r>
              <a:rPr lang="en-US" altLang="en-US" sz="3000" dirty="0"/>
              <a:t>. </a:t>
            </a:r>
            <a:r>
              <a:rPr lang="en-US" altLang="en-US" sz="3000" dirty="0" err="1"/>
              <a:t>Các</a:t>
            </a:r>
            <a:r>
              <a:rPr lang="en-US" altLang="en-US" sz="3000" dirty="0"/>
              <a:t> </a:t>
            </a:r>
            <a:r>
              <a:rPr lang="en-US" altLang="en-US" sz="3000" dirty="0" err="1"/>
              <a:t>giao</a:t>
            </a:r>
            <a:r>
              <a:rPr lang="en-US" altLang="en-US" sz="3000" dirty="0"/>
              <a:t> </a:t>
            </a:r>
            <a:r>
              <a:rPr lang="en-US" altLang="en-US" sz="3000" dirty="0" err="1"/>
              <a:t>thức</a:t>
            </a:r>
            <a:r>
              <a:rPr lang="en-US" altLang="en-US" sz="3000" dirty="0"/>
              <a:t> </a:t>
            </a:r>
            <a:r>
              <a:rPr lang="en-US" altLang="en-US" sz="3000" dirty="0" err="1"/>
              <a:t>thuộc</a:t>
            </a:r>
            <a:r>
              <a:rPr lang="en-US" altLang="en-US" sz="3000" dirty="0"/>
              <a:t> </a:t>
            </a:r>
            <a:r>
              <a:rPr lang="en-US" altLang="en-US" sz="3000" dirty="0" err="1"/>
              <a:t>loại</a:t>
            </a:r>
            <a:r>
              <a:rPr lang="en-US" altLang="en-US" sz="3000" dirty="0"/>
              <a:t> </a:t>
            </a:r>
            <a:r>
              <a:rPr lang="en-US" altLang="en-US" sz="3000" dirty="0" err="1"/>
              <a:t>này</a:t>
            </a:r>
            <a:r>
              <a:rPr lang="en-US" altLang="en-US" sz="3000" dirty="0"/>
              <a:t> </a:t>
            </a:r>
            <a:r>
              <a:rPr lang="en-US" altLang="en-US" sz="3000" dirty="0" err="1"/>
              <a:t>là</a:t>
            </a:r>
            <a:r>
              <a:rPr lang="en-US" altLang="en-US" sz="3000" dirty="0"/>
              <a:t> RIPv1, RIPv2, IGRP…</a:t>
            </a:r>
          </a:p>
          <a:p>
            <a:pPr algn="just"/>
            <a:r>
              <a:rPr lang="en-US" altLang="en-US" sz="3000" dirty="0"/>
              <a:t> Link State: </a:t>
            </a:r>
            <a:r>
              <a:rPr lang="en-US" altLang="en-US" sz="3000" dirty="0" err="1"/>
              <a:t>các</a:t>
            </a:r>
            <a:r>
              <a:rPr lang="en-US" altLang="en-US" sz="3000" dirty="0"/>
              <a:t> </a:t>
            </a:r>
            <a:r>
              <a:rPr lang="en-US" altLang="en-US" sz="3000" dirty="0" err="1"/>
              <a:t>giao</a:t>
            </a:r>
            <a:r>
              <a:rPr lang="en-US" altLang="en-US" sz="3000" dirty="0"/>
              <a:t> </a:t>
            </a:r>
            <a:r>
              <a:rPr lang="en-US" altLang="en-US" sz="3000" dirty="0" err="1"/>
              <a:t>thức</a:t>
            </a:r>
            <a:r>
              <a:rPr lang="en-US" altLang="en-US" sz="3000" dirty="0"/>
              <a:t> </a:t>
            </a:r>
            <a:r>
              <a:rPr lang="en-US" altLang="en-US" sz="3000" dirty="0" err="1"/>
              <a:t>sẽ</a:t>
            </a:r>
            <a:r>
              <a:rPr lang="en-US" altLang="en-US" sz="3000" dirty="0"/>
              <a:t> </a:t>
            </a:r>
            <a:r>
              <a:rPr lang="en-US" altLang="en-US" sz="3000" dirty="0" err="1"/>
              <a:t>trao</a:t>
            </a:r>
            <a:r>
              <a:rPr lang="en-US" altLang="en-US" sz="3000" dirty="0"/>
              <a:t> </a:t>
            </a:r>
            <a:r>
              <a:rPr lang="en-US" altLang="en-US" sz="3000" dirty="0" err="1"/>
              <a:t>đổi</a:t>
            </a:r>
            <a:r>
              <a:rPr lang="en-US" altLang="en-US" sz="3000" dirty="0"/>
              <a:t> </a:t>
            </a:r>
            <a:r>
              <a:rPr lang="en-US" altLang="en-US" sz="3000" dirty="0" err="1"/>
              <a:t>các</a:t>
            </a:r>
            <a:r>
              <a:rPr lang="en-US" altLang="en-US" sz="3000" dirty="0"/>
              <a:t> </a:t>
            </a:r>
            <a:r>
              <a:rPr lang="en-US" altLang="en-US" sz="3000" dirty="0" err="1"/>
              <a:t>gói</a:t>
            </a:r>
            <a:r>
              <a:rPr lang="en-US" altLang="en-US" sz="3000" dirty="0"/>
              <a:t> LSA </a:t>
            </a:r>
            <a:r>
              <a:rPr lang="en-US" altLang="en-US" sz="3000" dirty="0" err="1"/>
              <a:t>để</a:t>
            </a:r>
            <a:r>
              <a:rPr lang="en-US" altLang="en-US" sz="3000" dirty="0"/>
              <a:t> </a:t>
            </a:r>
            <a:r>
              <a:rPr lang="en-US" altLang="en-US" sz="3000" dirty="0" err="1"/>
              <a:t>xây</a:t>
            </a:r>
            <a:r>
              <a:rPr lang="en-US" altLang="en-US" sz="3000" dirty="0"/>
              <a:t> </a:t>
            </a:r>
            <a:r>
              <a:rPr lang="en-US" altLang="en-US" sz="3000" dirty="0" err="1"/>
              <a:t>dựng</a:t>
            </a:r>
            <a:r>
              <a:rPr lang="en-US" altLang="en-US" sz="3000" dirty="0"/>
              <a:t> </a:t>
            </a:r>
            <a:r>
              <a:rPr lang="en-US" altLang="en-US" sz="3000" dirty="0" err="1"/>
              <a:t>bảng</a:t>
            </a:r>
            <a:r>
              <a:rPr lang="en-US" altLang="en-US" sz="3000" dirty="0"/>
              <a:t> </a:t>
            </a:r>
            <a:r>
              <a:rPr lang="en-US" altLang="en-US" sz="3000" dirty="0" err="1"/>
              <a:t>định</a:t>
            </a:r>
            <a:r>
              <a:rPr lang="en-US" altLang="en-US" sz="3000" dirty="0"/>
              <a:t> </a:t>
            </a:r>
            <a:r>
              <a:rPr lang="en-US" altLang="en-US" sz="3000" dirty="0" err="1"/>
              <a:t>tuyến</a:t>
            </a:r>
            <a:r>
              <a:rPr lang="en-US" altLang="en-US" sz="3000" dirty="0"/>
              <a:t>. </a:t>
            </a:r>
            <a:r>
              <a:rPr lang="en-US" altLang="en-US" sz="3000" dirty="0" err="1"/>
              <a:t>Các</a:t>
            </a:r>
            <a:r>
              <a:rPr lang="en-US" altLang="en-US" sz="3000" dirty="0"/>
              <a:t> </a:t>
            </a:r>
            <a:r>
              <a:rPr lang="en-US" altLang="en-US" sz="3000" dirty="0" err="1"/>
              <a:t>giao</a:t>
            </a:r>
            <a:r>
              <a:rPr lang="en-US" altLang="en-US" sz="3000" dirty="0"/>
              <a:t> </a:t>
            </a:r>
            <a:r>
              <a:rPr lang="en-US" altLang="en-US" sz="3000" dirty="0" err="1"/>
              <a:t>thức</a:t>
            </a:r>
            <a:r>
              <a:rPr lang="en-US" altLang="en-US" sz="3000" dirty="0"/>
              <a:t> </a:t>
            </a:r>
            <a:r>
              <a:rPr lang="en-US" altLang="en-US" sz="3000" dirty="0" err="1"/>
              <a:t>thuộc</a:t>
            </a:r>
            <a:r>
              <a:rPr lang="en-US" altLang="en-US" sz="3000" dirty="0"/>
              <a:t> </a:t>
            </a:r>
            <a:r>
              <a:rPr lang="en-US" altLang="en-US" sz="3000" dirty="0" err="1"/>
              <a:t>loại</a:t>
            </a:r>
            <a:r>
              <a:rPr lang="en-US" altLang="en-US" sz="3000" dirty="0"/>
              <a:t> </a:t>
            </a:r>
            <a:r>
              <a:rPr lang="en-US" altLang="en-US" sz="3000" dirty="0" err="1"/>
              <a:t>này</a:t>
            </a:r>
            <a:r>
              <a:rPr lang="en-US" altLang="en-US" sz="3000" dirty="0"/>
              <a:t> </a:t>
            </a:r>
            <a:r>
              <a:rPr lang="en-US" altLang="en-US" sz="3000" dirty="0" err="1"/>
              <a:t>là</a:t>
            </a:r>
            <a:r>
              <a:rPr lang="en-US" altLang="en-US" sz="3000" dirty="0"/>
              <a:t> OSPF, IS-IS…</a:t>
            </a:r>
          </a:p>
          <a:p>
            <a:pPr algn="just"/>
            <a:r>
              <a:rPr lang="en-US" altLang="en-US" sz="3000" dirty="0"/>
              <a:t>Hybrid: </a:t>
            </a:r>
            <a:r>
              <a:rPr lang="en-US" altLang="en-US" sz="3000" dirty="0" err="1"/>
              <a:t>là</a:t>
            </a:r>
            <a:r>
              <a:rPr lang="en-US" altLang="en-US" sz="3000" dirty="0"/>
              <a:t> </a:t>
            </a:r>
            <a:r>
              <a:rPr lang="en-US" altLang="en-US" sz="3000" dirty="0" err="1"/>
              <a:t>sự</a:t>
            </a:r>
            <a:r>
              <a:rPr lang="en-US" altLang="en-US" sz="3000" dirty="0"/>
              <a:t> </a:t>
            </a:r>
            <a:r>
              <a:rPr lang="en-US" altLang="en-US" sz="3000" dirty="0" err="1"/>
              <a:t>kết</a:t>
            </a:r>
            <a:r>
              <a:rPr lang="en-US" altLang="en-US" sz="3000" dirty="0"/>
              <a:t> </a:t>
            </a:r>
            <a:r>
              <a:rPr lang="en-US" altLang="en-US" sz="3000" dirty="0" err="1"/>
              <a:t>hợp</a:t>
            </a:r>
            <a:r>
              <a:rPr lang="en-US" altLang="en-US" sz="3000" dirty="0"/>
              <a:t> </a:t>
            </a:r>
            <a:r>
              <a:rPr lang="en-US" altLang="en-US" sz="3000" dirty="0" err="1"/>
              <a:t>của</a:t>
            </a:r>
            <a:r>
              <a:rPr lang="en-US" altLang="en-US" sz="3000" dirty="0"/>
              <a:t> 2 </a:t>
            </a:r>
            <a:r>
              <a:rPr lang="en-US" altLang="en-US" sz="3000" dirty="0" err="1"/>
              <a:t>loại</a:t>
            </a:r>
            <a:r>
              <a:rPr lang="en-US" altLang="en-US" sz="3000" dirty="0"/>
              <a:t> </a:t>
            </a:r>
            <a:r>
              <a:rPr lang="en-US" altLang="en-US" sz="3000" dirty="0" err="1"/>
              <a:t>trên</a:t>
            </a:r>
            <a:r>
              <a:rPr lang="en-US" altLang="en-US" sz="3000" dirty="0"/>
              <a:t>, </a:t>
            </a:r>
            <a:r>
              <a:rPr lang="en-US" altLang="en-US" sz="3000" dirty="0" err="1"/>
              <a:t>giao</a:t>
            </a:r>
            <a:r>
              <a:rPr lang="en-US" altLang="en-US" sz="3000" dirty="0"/>
              <a:t> </a:t>
            </a:r>
            <a:r>
              <a:rPr lang="en-US" altLang="en-US" sz="3000" dirty="0" err="1"/>
              <a:t>thức</a:t>
            </a:r>
            <a:r>
              <a:rPr lang="en-US" altLang="en-US" sz="3000" dirty="0"/>
              <a:t> </a:t>
            </a:r>
            <a:r>
              <a:rPr lang="en-US" altLang="en-US" sz="3000" dirty="0" err="1"/>
              <a:t>thuộc</a:t>
            </a:r>
            <a:r>
              <a:rPr lang="en-US" altLang="en-US" sz="3000" dirty="0"/>
              <a:t> </a:t>
            </a:r>
            <a:r>
              <a:rPr lang="en-US" altLang="en-US" sz="3000" dirty="0" err="1"/>
              <a:t>loại</a:t>
            </a:r>
            <a:r>
              <a:rPr lang="en-US" altLang="en-US" sz="3000" dirty="0"/>
              <a:t> </a:t>
            </a:r>
            <a:r>
              <a:rPr lang="en-US" altLang="en-US" sz="3000" dirty="0" err="1"/>
              <a:t>này</a:t>
            </a:r>
            <a:r>
              <a:rPr lang="en-US" altLang="en-US" sz="3000" dirty="0"/>
              <a:t> </a:t>
            </a:r>
            <a:r>
              <a:rPr lang="en-US" altLang="en-US" sz="3000" dirty="0" err="1"/>
              <a:t>là</a:t>
            </a:r>
            <a:r>
              <a:rPr lang="en-US" altLang="en-US" sz="3000" dirty="0"/>
              <a:t> EIGRP.</a:t>
            </a:r>
            <a:endParaRPr lang="en-US" sz="3000" dirty="0"/>
          </a:p>
        </p:txBody>
      </p:sp>
      <p:sp>
        <p:nvSpPr>
          <p:cNvPr id="4" name="Title 1">
            <a:extLst>
              <a:ext uri="{FF2B5EF4-FFF2-40B4-BE49-F238E27FC236}">
                <a16:creationId xmlns:a16="http://schemas.microsoft.com/office/drawing/2014/main" id="{5D32DE5A-E3F9-4B0B-8305-00AF797FBA67}"/>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 CẤU HÌNH ĐỊNH TUYẾN ĐỘNG</a:t>
            </a:r>
            <a:endParaRPr lang="vi-VN" dirty="0">
              <a:cs typeface="Times New Roman" pitchFamily="18" charset="0"/>
            </a:endParaRPr>
          </a:p>
        </p:txBody>
      </p:sp>
    </p:spTree>
    <p:extLst>
      <p:ext uri="{BB962C8B-B14F-4D97-AF65-F5344CB8AC3E}">
        <p14:creationId xmlns:p14="http://schemas.microsoft.com/office/powerpoint/2010/main" val="2794082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EA56E7-EDDF-440B-BE7E-CEFE23273283}"/>
              </a:ext>
            </a:extLst>
          </p:cNvPr>
          <p:cNvSpPr>
            <a:spLocks noGrp="1"/>
          </p:cNvSpPr>
          <p:nvPr>
            <p:ph idx="1"/>
          </p:nvPr>
        </p:nvSpPr>
        <p:spPr>
          <a:xfrm>
            <a:off x="838200" y="1381539"/>
            <a:ext cx="10515600" cy="4795424"/>
          </a:xfrm>
        </p:spPr>
        <p:txBody>
          <a:bodyPr/>
          <a:lstStyle/>
          <a:p>
            <a:pPr marL="0" lvl="1" indent="0" algn="just">
              <a:spcBef>
                <a:spcPct val="0"/>
              </a:spcBef>
              <a:buClr>
                <a:schemeClr val="accent2"/>
              </a:buClr>
              <a:buNone/>
            </a:pPr>
            <a:r>
              <a:rPr lang="en-US" altLang="en-US" sz="3000" dirty="0" err="1"/>
              <a:t>Ưu</a:t>
            </a:r>
            <a:r>
              <a:rPr lang="en-US" altLang="en-US" sz="3000" dirty="0"/>
              <a:t> </a:t>
            </a:r>
            <a:r>
              <a:rPr lang="en-US" altLang="en-US" sz="3000" dirty="0" err="1"/>
              <a:t>điểm</a:t>
            </a:r>
            <a:r>
              <a:rPr lang="en-US" altLang="en-US" sz="3000" dirty="0"/>
              <a:t>:</a:t>
            </a:r>
          </a:p>
          <a:p>
            <a:pPr algn="just">
              <a:spcBef>
                <a:spcPct val="0"/>
              </a:spcBef>
            </a:pPr>
            <a:r>
              <a:rPr lang="en-US" altLang="en-US" sz="3000" dirty="0" err="1"/>
              <a:t>Đường</a:t>
            </a:r>
            <a:r>
              <a:rPr lang="en-US" altLang="en-US" sz="3000" dirty="0"/>
              <a:t> </a:t>
            </a:r>
            <a:r>
              <a:rPr lang="en-US" altLang="en-US" sz="3000" dirty="0" err="1"/>
              <a:t>đi</a:t>
            </a:r>
            <a:r>
              <a:rPr lang="en-US" altLang="en-US" sz="3000" dirty="0"/>
              <a:t> </a:t>
            </a:r>
            <a:r>
              <a:rPr lang="en-US" altLang="en-US" sz="3000" dirty="0" err="1"/>
              <a:t>đến</a:t>
            </a:r>
            <a:r>
              <a:rPr lang="en-US" altLang="en-US" sz="3000" dirty="0"/>
              <a:t> </a:t>
            </a:r>
            <a:r>
              <a:rPr lang="en-US" altLang="en-US" sz="3000" dirty="0" err="1"/>
              <a:t>đích</a:t>
            </a:r>
            <a:r>
              <a:rPr lang="en-US" altLang="en-US" sz="3000" dirty="0"/>
              <a:t> </a:t>
            </a:r>
            <a:r>
              <a:rPr lang="en-US" altLang="en-US" sz="3000" dirty="0" err="1"/>
              <a:t>có</a:t>
            </a:r>
            <a:r>
              <a:rPr lang="en-US" altLang="en-US" sz="3000" dirty="0"/>
              <a:t> </a:t>
            </a:r>
            <a:r>
              <a:rPr lang="en-US" altLang="en-US" sz="3000" dirty="0" err="1"/>
              <a:t>tính</a:t>
            </a:r>
            <a:r>
              <a:rPr lang="en-US" altLang="en-US" sz="3000" dirty="0"/>
              <a:t> </a:t>
            </a:r>
            <a:r>
              <a:rPr lang="en-US" altLang="en-US" sz="3000" dirty="0" err="1"/>
              <a:t>linh</a:t>
            </a:r>
            <a:r>
              <a:rPr lang="en-US" altLang="en-US" sz="3000" dirty="0"/>
              <a:t> </a:t>
            </a:r>
            <a:r>
              <a:rPr lang="en-US" altLang="en-US" sz="3000" dirty="0" err="1"/>
              <a:t>hoạt</a:t>
            </a:r>
            <a:r>
              <a:rPr lang="en-US" altLang="en-US" sz="3000" dirty="0"/>
              <a:t> </a:t>
            </a:r>
            <a:r>
              <a:rPr lang="en-US" altLang="en-US" sz="3000" dirty="0" err="1"/>
              <a:t>khi</a:t>
            </a:r>
            <a:r>
              <a:rPr lang="en-US" altLang="en-US" sz="3000" dirty="0"/>
              <a:t> </a:t>
            </a:r>
            <a:r>
              <a:rPr lang="en-US" altLang="en-US" sz="3000" dirty="0" err="1"/>
              <a:t>có</a:t>
            </a:r>
            <a:r>
              <a:rPr lang="en-US" altLang="en-US" sz="3000" dirty="0"/>
              <a:t> </a:t>
            </a:r>
            <a:r>
              <a:rPr lang="en-US" altLang="en-US" sz="3000" dirty="0" err="1"/>
              <a:t>sự</a:t>
            </a:r>
            <a:r>
              <a:rPr lang="en-US" altLang="en-US" sz="3000" dirty="0"/>
              <a:t> </a:t>
            </a:r>
            <a:r>
              <a:rPr lang="en-US" altLang="en-US" sz="3000" dirty="0" err="1"/>
              <a:t>thay</a:t>
            </a:r>
            <a:r>
              <a:rPr lang="en-US" altLang="en-US" sz="3000" dirty="0"/>
              <a:t> </a:t>
            </a:r>
            <a:r>
              <a:rPr lang="en-US" altLang="en-US" sz="3000" dirty="0" err="1"/>
              <a:t>đổi</a:t>
            </a:r>
            <a:r>
              <a:rPr lang="en-US" altLang="en-US" sz="3000" dirty="0"/>
              <a:t> </a:t>
            </a:r>
            <a:r>
              <a:rPr lang="en-US" altLang="en-US" sz="3000" dirty="0" err="1"/>
              <a:t>trong</a:t>
            </a:r>
            <a:r>
              <a:rPr lang="en-US" altLang="en-US" sz="3000" dirty="0"/>
              <a:t> </a:t>
            </a:r>
            <a:r>
              <a:rPr lang="en-US" altLang="en-US" sz="3000" dirty="0" err="1"/>
              <a:t>kiến</a:t>
            </a:r>
            <a:r>
              <a:rPr lang="en-US" altLang="en-US" sz="3000" dirty="0"/>
              <a:t> </a:t>
            </a:r>
            <a:r>
              <a:rPr lang="en-US" altLang="en-US" sz="3000" dirty="0" err="1"/>
              <a:t>trúc</a:t>
            </a:r>
            <a:r>
              <a:rPr lang="en-US" altLang="en-US" sz="3000" dirty="0"/>
              <a:t> </a:t>
            </a:r>
            <a:r>
              <a:rPr lang="en-US" altLang="en-US" sz="3000" dirty="0" err="1"/>
              <a:t>và</a:t>
            </a:r>
            <a:r>
              <a:rPr lang="en-US" altLang="en-US" sz="3000" dirty="0"/>
              <a:t> </a:t>
            </a:r>
            <a:r>
              <a:rPr lang="en-US" altLang="en-US" sz="3000" dirty="0" err="1"/>
              <a:t>lưu</a:t>
            </a:r>
            <a:r>
              <a:rPr lang="en-US" altLang="en-US" sz="3000" dirty="0"/>
              <a:t> </a:t>
            </a:r>
            <a:r>
              <a:rPr lang="en-US" altLang="en-US" sz="3000" dirty="0" err="1"/>
              <a:t>lượng</a:t>
            </a:r>
            <a:r>
              <a:rPr lang="en-US" altLang="en-US" sz="3000" dirty="0"/>
              <a:t> </a:t>
            </a:r>
            <a:r>
              <a:rPr lang="en-US" altLang="en-US" sz="3000" dirty="0" err="1"/>
              <a:t>mạng</a:t>
            </a:r>
            <a:r>
              <a:rPr lang="en-US" altLang="en-US" sz="3000" dirty="0"/>
              <a:t>.</a:t>
            </a:r>
          </a:p>
          <a:p>
            <a:pPr algn="just">
              <a:spcBef>
                <a:spcPct val="0"/>
              </a:spcBef>
            </a:pPr>
            <a:r>
              <a:rPr lang="en-US" altLang="en-US" sz="3000" dirty="0" err="1"/>
              <a:t>Phù</a:t>
            </a:r>
            <a:r>
              <a:rPr lang="en-US" altLang="en-US" sz="3000" dirty="0"/>
              <a:t> </a:t>
            </a:r>
            <a:r>
              <a:rPr lang="en-US" altLang="en-US" sz="3000" dirty="0" err="1"/>
              <a:t>hợp</a:t>
            </a:r>
            <a:r>
              <a:rPr lang="en-US" altLang="en-US" sz="3000" dirty="0"/>
              <a:t> </a:t>
            </a:r>
            <a:r>
              <a:rPr lang="en-US" altLang="en-US" sz="3000" dirty="0" err="1"/>
              <a:t>với</a:t>
            </a:r>
            <a:r>
              <a:rPr lang="en-US" altLang="en-US" sz="3000" dirty="0"/>
              <a:t> </a:t>
            </a:r>
            <a:r>
              <a:rPr lang="en-US" altLang="en-US" sz="3000" dirty="0" err="1"/>
              <a:t>các</a:t>
            </a:r>
            <a:r>
              <a:rPr lang="en-US" altLang="en-US" sz="3000" dirty="0"/>
              <a:t> </a:t>
            </a:r>
            <a:r>
              <a:rPr lang="en-US" altLang="en-US" sz="3000" dirty="0" err="1"/>
              <a:t>mạng</a:t>
            </a:r>
            <a:r>
              <a:rPr lang="en-US" altLang="en-US" sz="3000" dirty="0"/>
              <a:t> </a:t>
            </a:r>
            <a:r>
              <a:rPr lang="en-US" altLang="en-US" sz="3000" dirty="0" err="1"/>
              <a:t>lớn</a:t>
            </a:r>
            <a:r>
              <a:rPr lang="en-US" altLang="en-US" sz="3000" dirty="0"/>
              <a:t>, </a:t>
            </a:r>
            <a:r>
              <a:rPr lang="en-US" altLang="en-US" sz="3000" dirty="0" err="1"/>
              <a:t>thường</a:t>
            </a:r>
            <a:r>
              <a:rPr lang="en-US" altLang="en-US" sz="3000" dirty="0"/>
              <a:t> </a:t>
            </a:r>
            <a:r>
              <a:rPr lang="en-US" altLang="en-US" sz="3000" dirty="0" err="1"/>
              <a:t>xuyên</a:t>
            </a:r>
            <a:r>
              <a:rPr lang="en-US" altLang="en-US" sz="3000" dirty="0"/>
              <a:t> </a:t>
            </a:r>
            <a:r>
              <a:rPr lang="en-US" altLang="en-US" sz="3000" dirty="0" err="1"/>
              <a:t>có</a:t>
            </a:r>
            <a:r>
              <a:rPr lang="en-US" altLang="en-US" sz="3000" dirty="0"/>
              <a:t> </a:t>
            </a:r>
            <a:r>
              <a:rPr lang="en-US" altLang="en-US" sz="3000" dirty="0" err="1"/>
              <a:t>sự</a:t>
            </a:r>
            <a:r>
              <a:rPr lang="en-US" altLang="en-US" sz="3000" dirty="0"/>
              <a:t> </a:t>
            </a:r>
            <a:r>
              <a:rPr lang="en-US" altLang="en-US" sz="3000" dirty="0" err="1"/>
              <a:t>thay</a:t>
            </a:r>
            <a:r>
              <a:rPr lang="en-US" altLang="en-US" sz="3000" dirty="0"/>
              <a:t> </a:t>
            </a:r>
            <a:r>
              <a:rPr lang="en-US" altLang="en-US" sz="3000" dirty="0" err="1"/>
              <a:t>đổi</a:t>
            </a:r>
            <a:r>
              <a:rPr lang="en-US" altLang="en-US" sz="3000" dirty="0"/>
              <a:t> </a:t>
            </a:r>
            <a:r>
              <a:rPr lang="en-US" altLang="en-US" sz="3000" dirty="0" err="1"/>
              <a:t>trong</a:t>
            </a:r>
            <a:r>
              <a:rPr lang="en-US" altLang="en-US" sz="3000" dirty="0"/>
              <a:t> </a:t>
            </a:r>
            <a:r>
              <a:rPr lang="en-US" altLang="en-US" sz="3000" dirty="0" err="1"/>
              <a:t>mô</a:t>
            </a:r>
            <a:r>
              <a:rPr lang="en-US" altLang="en-US" sz="3000" dirty="0"/>
              <a:t> </a:t>
            </a:r>
            <a:r>
              <a:rPr lang="en-US" altLang="en-US" sz="3000" dirty="0" err="1"/>
              <a:t>hình</a:t>
            </a:r>
            <a:r>
              <a:rPr lang="en-US" altLang="en-US" sz="3000" dirty="0"/>
              <a:t> </a:t>
            </a:r>
            <a:r>
              <a:rPr lang="en-US" altLang="en-US" sz="3000" dirty="0" err="1"/>
              <a:t>mạng</a:t>
            </a:r>
            <a:r>
              <a:rPr lang="en-US" altLang="en-US" sz="3000" dirty="0"/>
              <a:t>. </a:t>
            </a:r>
          </a:p>
          <a:p>
            <a:pPr marL="0" indent="0" algn="just">
              <a:spcBef>
                <a:spcPct val="0"/>
              </a:spcBef>
              <a:buNone/>
            </a:pPr>
            <a:r>
              <a:rPr lang="en-US" altLang="en-US" sz="3000" dirty="0" err="1">
                <a:solidFill>
                  <a:srgbClr val="FF0000"/>
                </a:solidFill>
              </a:rPr>
              <a:t>Nhược</a:t>
            </a:r>
            <a:r>
              <a:rPr lang="en-US" altLang="en-US" sz="3000" dirty="0">
                <a:solidFill>
                  <a:srgbClr val="FF0000"/>
                </a:solidFill>
              </a:rPr>
              <a:t> </a:t>
            </a:r>
            <a:r>
              <a:rPr lang="en-US" altLang="en-US" sz="3000" dirty="0" err="1">
                <a:solidFill>
                  <a:srgbClr val="FF0000"/>
                </a:solidFill>
              </a:rPr>
              <a:t>điểm</a:t>
            </a:r>
            <a:r>
              <a:rPr lang="en-US" altLang="en-US" sz="3000" dirty="0">
                <a:solidFill>
                  <a:srgbClr val="FF0000"/>
                </a:solidFill>
              </a:rPr>
              <a:t>:</a:t>
            </a:r>
          </a:p>
          <a:p>
            <a:pPr algn="just">
              <a:spcBef>
                <a:spcPct val="0"/>
              </a:spcBef>
            </a:pPr>
            <a:r>
              <a:rPr lang="en-US" altLang="en-US" sz="3000" dirty="0" err="1"/>
              <a:t>Tiêu</a:t>
            </a:r>
            <a:r>
              <a:rPr lang="en-US" altLang="en-US" sz="3000" dirty="0"/>
              <a:t> </a:t>
            </a:r>
            <a:r>
              <a:rPr lang="en-US" altLang="en-US" sz="3000" dirty="0" err="1"/>
              <a:t>tốn</a:t>
            </a:r>
            <a:r>
              <a:rPr lang="en-US" altLang="en-US" sz="3000" dirty="0"/>
              <a:t> </a:t>
            </a:r>
            <a:r>
              <a:rPr lang="en-US" altLang="en-US" sz="3000" dirty="0" err="1"/>
              <a:t>tài</a:t>
            </a:r>
            <a:r>
              <a:rPr lang="en-US" altLang="en-US" sz="3000" dirty="0"/>
              <a:t> </a:t>
            </a:r>
            <a:r>
              <a:rPr lang="en-US" altLang="en-US" sz="3000" dirty="0" err="1"/>
              <a:t>nguyên</a:t>
            </a:r>
            <a:r>
              <a:rPr lang="en-US" altLang="en-US" sz="3000" dirty="0"/>
              <a:t> </a:t>
            </a:r>
            <a:r>
              <a:rPr lang="en-US" altLang="en-US" sz="3000" dirty="0" err="1"/>
              <a:t>của</a:t>
            </a:r>
            <a:r>
              <a:rPr lang="en-US" altLang="en-US" sz="3000" dirty="0"/>
              <a:t> router </a:t>
            </a:r>
            <a:r>
              <a:rPr lang="en-US" altLang="en-US" sz="3000" dirty="0" err="1"/>
              <a:t>để</a:t>
            </a:r>
            <a:r>
              <a:rPr lang="en-US" altLang="en-US" sz="3000" dirty="0"/>
              <a:t> </a:t>
            </a:r>
            <a:r>
              <a:rPr lang="en-US" altLang="en-US" sz="3000" dirty="0" err="1"/>
              <a:t>thực</a:t>
            </a:r>
            <a:r>
              <a:rPr lang="en-US" altLang="en-US" sz="3000" dirty="0"/>
              <a:t> </a:t>
            </a:r>
            <a:r>
              <a:rPr lang="en-US" altLang="en-US" sz="3000" dirty="0" err="1"/>
              <a:t>hiện</a:t>
            </a:r>
            <a:r>
              <a:rPr lang="en-US" altLang="en-US" sz="3000" dirty="0"/>
              <a:t> </a:t>
            </a:r>
            <a:r>
              <a:rPr lang="en-US" altLang="en-US" sz="3000" dirty="0" err="1"/>
              <a:t>các</a:t>
            </a:r>
            <a:r>
              <a:rPr lang="en-US" altLang="en-US" sz="3000" dirty="0"/>
              <a:t> </a:t>
            </a:r>
            <a:r>
              <a:rPr lang="en-US" altLang="en-US" sz="3000" dirty="0" err="1"/>
              <a:t>xử</a:t>
            </a:r>
            <a:r>
              <a:rPr lang="en-US" altLang="en-US" sz="3000" dirty="0"/>
              <a:t> </a:t>
            </a:r>
            <a:r>
              <a:rPr lang="en-US" altLang="en-US" sz="3000" dirty="0" err="1"/>
              <a:t>lý</a:t>
            </a:r>
            <a:r>
              <a:rPr lang="en-US" altLang="en-US" sz="3000" dirty="0"/>
              <a:t>, </a:t>
            </a:r>
            <a:r>
              <a:rPr lang="en-US" altLang="en-US" sz="3000" dirty="0" err="1"/>
              <a:t>tính</a:t>
            </a:r>
            <a:r>
              <a:rPr lang="en-US" altLang="en-US" sz="3000" dirty="0"/>
              <a:t> </a:t>
            </a:r>
            <a:r>
              <a:rPr lang="en-US" altLang="en-US" sz="3000" dirty="0" err="1"/>
              <a:t>toán</a:t>
            </a:r>
            <a:r>
              <a:rPr lang="en-US" altLang="en-US" sz="3000" dirty="0"/>
              <a:t> </a:t>
            </a:r>
            <a:r>
              <a:rPr lang="en-US" altLang="en-US" sz="3000" dirty="0" err="1"/>
              <a:t>các</a:t>
            </a:r>
            <a:r>
              <a:rPr lang="en-US" altLang="en-US" sz="3000" dirty="0"/>
              <a:t> </a:t>
            </a:r>
            <a:r>
              <a:rPr lang="en-US" altLang="en-US" sz="3000" dirty="0" err="1"/>
              <a:t>thuật</a:t>
            </a:r>
            <a:r>
              <a:rPr lang="en-US" altLang="en-US" sz="3000" dirty="0"/>
              <a:t> </a:t>
            </a:r>
            <a:r>
              <a:rPr lang="en-US" altLang="en-US" sz="3000" dirty="0" err="1"/>
              <a:t>toán</a:t>
            </a:r>
            <a:r>
              <a:rPr lang="en-US" altLang="en-US" sz="3000" dirty="0"/>
              <a:t> </a:t>
            </a:r>
            <a:r>
              <a:rPr lang="en-US" altLang="en-US" sz="3000" dirty="0" err="1"/>
              <a:t>định</a:t>
            </a:r>
            <a:r>
              <a:rPr lang="en-US" altLang="en-US" sz="3000" dirty="0"/>
              <a:t> </a:t>
            </a:r>
            <a:r>
              <a:rPr lang="en-US" altLang="en-US" sz="3000" dirty="0" err="1"/>
              <a:t>tuyến</a:t>
            </a:r>
            <a:r>
              <a:rPr lang="en-US" altLang="en-US" sz="3000" dirty="0"/>
              <a:t>.</a:t>
            </a:r>
          </a:p>
          <a:p>
            <a:pPr algn="just">
              <a:spcBef>
                <a:spcPct val="0"/>
              </a:spcBef>
            </a:pPr>
            <a:r>
              <a:rPr lang="en-US" altLang="en-US" sz="3000" dirty="0" err="1"/>
              <a:t>Đòi</a:t>
            </a:r>
            <a:r>
              <a:rPr lang="en-US" altLang="en-US" sz="3000" dirty="0"/>
              <a:t> </a:t>
            </a:r>
            <a:r>
              <a:rPr lang="en-US" altLang="en-US" sz="3000" dirty="0" err="1"/>
              <a:t>hỏi</a:t>
            </a:r>
            <a:r>
              <a:rPr lang="en-US" altLang="en-US" sz="3000" dirty="0"/>
              <a:t> </a:t>
            </a:r>
            <a:r>
              <a:rPr lang="en-US" altLang="en-US" sz="3000" dirty="0" err="1"/>
              <a:t>khả</a:t>
            </a:r>
            <a:r>
              <a:rPr lang="en-US" altLang="en-US" sz="3000" dirty="0"/>
              <a:t> </a:t>
            </a:r>
            <a:r>
              <a:rPr lang="en-US" altLang="en-US" sz="3000" dirty="0" err="1"/>
              <a:t>năng</a:t>
            </a:r>
            <a:r>
              <a:rPr lang="en-US" altLang="en-US" sz="3000" dirty="0"/>
              <a:t> </a:t>
            </a:r>
            <a:r>
              <a:rPr lang="en-US" altLang="en-US" sz="3000" dirty="0" err="1"/>
              <a:t>cấu</a:t>
            </a:r>
            <a:r>
              <a:rPr lang="en-US" altLang="en-US" sz="3000" dirty="0"/>
              <a:t> </a:t>
            </a:r>
            <a:r>
              <a:rPr lang="en-US" altLang="en-US" sz="3000" dirty="0" err="1"/>
              <a:t>hình</a:t>
            </a:r>
            <a:r>
              <a:rPr lang="en-US" altLang="en-US" sz="3000" dirty="0"/>
              <a:t> </a:t>
            </a:r>
            <a:r>
              <a:rPr lang="en-US" altLang="en-US" sz="3000" dirty="0" err="1"/>
              <a:t>các</a:t>
            </a:r>
            <a:r>
              <a:rPr lang="en-US" altLang="en-US" sz="3000" dirty="0"/>
              <a:t> </a:t>
            </a:r>
            <a:r>
              <a:rPr lang="en-US" altLang="en-US" sz="3000" dirty="0" err="1"/>
              <a:t>giao</a:t>
            </a:r>
            <a:r>
              <a:rPr lang="en-US" altLang="en-US" sz="3000" dirty="0"/>
              <a:t> </a:t>
            </a:r>
            <a:r>
              <a:rPr lang="en-US" altLang="en-US" sz="3000" dirty="0" err="1"/>
              <a:t>thức</a:t>
            </a:r>
            <a:r>
              <a:rPr lang="en-US" altLang="en-US" sz="3000" dirty="0"/>
              <a:t> </a:t>
            </a:r>
            <a:r>
              <a:rPr lang="en-US" altLang="en-US" sz="3000" dirty="0" err="1"/>
              <a:t>của</a:t>
            </a:r>
            <a:r>
              <a:rPr lang="en-US" altLang="en-US" sz="3000" dirty="0"/>
              <a:t> </a:t>
            </a:r>
            <a:r>
              <a:rPr lang="en-US" altLang="en-US" sz="3000" dirty="0" err="1"/>
              <a:t>người</a:t>
            </a:r>
            <a:r>
              <a:rPr lang="en-US" altLang="en-US" sz="3000" dirty="0"/>
              <a:t> </a:t>
            </a:r>
            <a:r>
              <a:rPr lang="en-US" altLang="en-US" sz="3000" dirty="0" err="1"/>
              <a:t>quản</a:t>
            </a:r>
            <a:r>
              <a:rPr lang="en-US" altLang="en-US" sz="3000" dirty="0"/>
              <a:t> </a:t>
            </a:r>
            <a:r>
              <a:rPr lang="en-US" altLang="en-US" sz="3000" dirty="0" err="1"/>
              <a:t>trị</a:t>
            </a:r>
            <a:endParaRPr lang="en-US" altLang="en-US" sz="3000" dirty="0"/>
          </a:p>
          <a:p>
            <a:pPr algn="just">
              <a:spcBef>
                <a:spcPct val="0"/>
              </a:spcBef>
            </a:pPr>
            <a:endParaRPr lang="en-US" altLang="en-US" sz="3000" dirty="0"/>
          </a:p>
          <a:p>
            <a:pPr algn="just"/>
            <a:endParaRPr lang="en-US" dirty="0"/>
          </a:p>
        </p:txBody>
      </p:sp>
      <p:sp>
        <p:nvSpPr>
          <p:cNvPr id="4" name="Title 1">
            <a:extLst>
              <a:ext uri="{FF2B5EF4-FFF2-40B4-BE49-F238E27FC236}">
                <a16:creationId xmlns:a16="http://schemas.microsoft.com/office/drawing/2014/main" id="{44D36147-4F2E-42FE-9751-4BB522F0C0DB}"/>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 CẤU HÌNH ĐỊNH TUYẾN ĐỘNG</a:t>
            </a:r>
            <a:endParaRPr lang="vi-VN" dirty="0">
              <a:cs typeface="Times New Roman" pitchFamily="18" charset="0"/>
            </a:endParaRPr>
          </a:p>
        </p:txBody>
      </p:sp>
    </p:spTree>
    <p:extLst>
      <p:ext uri="{BB962C8B-B14F-4D97-AF65-F5344CB8AC3E}">
        <p14:creationId xmlns:p14="http://schemas.microsoft.com/office/powerpoint/2010/main" val="19465533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8C946D7-32C1-47FE-ABA1-CFC0BCF30CF2}"/>
              </a:ext>
            </a:extLst>
          </p:cNvPr>
          <p:cNvSpPr>
            <a:spLocks noGrp="1" noChangeArrowheads="1"/>
          </p:cNvSpPr>
          <p:nvPr>
            <p:ph type="body" idx="1"/>
          </p:nvPr>
        </p:nvSpPr>
        <p:spPr>
          <a:xfrm>
            <a:off x="581025" y="1060836"/>
            <a:ext cx="8267700" cy="457200"/>
          </a:xfrm>
          <a:noFill/>
        </p:spPr>
        <p:txBody>
          <a:bodyPr/>
          <a:lstStyle/>
          <a:p>
            <a:pPr eaLnBrk="1" hangingPunct="1">
              <a:buFont typeface="Wingdings" panose="05000000000000000000" pitchFamily="2" charset="2"/>
              <a:buNone/>
            </a:pPr>
            <a:r>
              <a:rPr lang="en-US" altLang="en-US" b="1" dirty="0">
                <a:solidFill>
                  <a:schemeClr val="tx2"/>
                </a:solidFill>
              </a:rPr>
              <a:t> Metric </a:t>
            </a:r>
            <a:r>
              <a:rPr lang="en-US" altLang="en-US" b="1" dirty="0" err="1">
                <a:solidFill>
                  <a:schemeClr val="tx2"/>
                </a:solidFill>
              </a:rPr>
              <a:t>và</a:t>
            </a:r>
            <a:r>
              <a:rPr lang="en-US" altLang="en-US" b="1" dirty="0">
                <a:solidFill>
                  <a:schemeClr val="tx2"/>
                </a:solidFill>
              </a:rPr>
              <a:t> Administrative Distance (AD)</a:t>
            </a:r>
            <a:r>
              <a:rPr lang="en-US" altLang="en-US" dirty="0">
                <a:solidFill>
                  <a:schemeClr val="tx2"/>
                </a:solidFill>
              </a:rPr>
              <a:t> </a:t>
            </a:r>
            <a:endParaRPr lang="en-US" altLang="en-US" b="1" dirty="0">
              <a:solidFill>
                <a:schemeClr val="tx2"/>
              </a:solidFill>
            </a:endParaRPr>
          </a:p>
        </p:txBody>
      </p:sp>
      <p:sp>
        <p:nvSpPr>
          <p:cNvPr id="26628" name="Rectangle 8">
            <a:extLst>
              <a:ext uri="{FF2B5EF4-FFF2-40B4-BE49-F238E27FC236}">
                <a16:creationId xmlns:a16="http://schemas.microsoft.com/office/drawing/2014/main" id="{DCC500EB-093C-4928-AA5D-80A91E5D3C2C}"/>
              </a:ext>
            </a:extLst>
          </p:cNvPr>
          <p:cNvSpPr>
            <a:spLocks noChangeArrowheads="1"/>
          </p:cNvSpPr>
          <p:nvPr/>
        </p:nvSpPr>
        <p:spPr bwMode="auto">
          <a:xfrm>
            <a:off x="904461" y="1574983"/>
            <a:ext cx="1433406"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pPr>
            <a:r>
              <a:rPr lang="en-US" altLang="en-US" sz="2500" dirty="0">
                <a:solidFill>
                  <a:schemeClr val="tx2"/>
                </a:solidFill>
              </a:rPr>
              <a:t>Metric </a:t>
            </a:r>
          </a:p>
        </p:txBody>
      </p:sp>
      <p:sp>
        <p:nvSpPr>
          <p:cNvPr id="26629" name="Rectangle 9">
            <a:extLst>
              <a:ext uri="{FF2B5EF4-FFF2-40B4-BE49-F238E27FC236}">
                <a16:creationId xmlns:a16="http://schemas.microsoft.com/office/drawing/2014/main" id="{120ABCEC-52D9-4C40-9C8B-B1D5CD0B76CD}"/>
              </a:ext>
            </a:extLst>
          </p:cNvPr>
          <p:cNvSpPr>
            <a:spLocks noChangeArrowheads="1"/>
          </p:cNvSpPr>
          <p:nvPr/>
        </p:nvSpPr>
        <p:spPr bwMode="auto">
          <a:xfrm>
            <a:off x="276225" y="1852518"/>
            <a:ext cx="118110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30000"/>
              </a:lnSpc>
              <a:spcBef>
                <a:spcPct val="50000"/>
              </a:spcBef>
              <a:buClrTx/>
              <a:buFontTx/>
              <a:buNone/>
            </a:pPr>
            <a:r>
              <a:rPr lang="en-US" altLang="en-US" dirty="0" err="1">
                <a:solidFill>
                  <a:schemeClr val="tx2"/>
                </a:solidFill>
              </a:rPr>
              <a:t>Các</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xác</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tốt</a:t>
            </a:r>
            <a:r>
              <a:rPr lang="en-US" altLang="en-US" dirty="0">
                <a:solidFill>
                  <a:schemeClr val="tx2"/>
                </a:solidFill>
              </a:rPr>
              <a:t> </a:t>
            </a:r>
            <a:r>
              <a:rPr lang="en-US" altLang="en-US" dirty="0" err="1">
                <a:solidFill>
                  <a:schemeClr val="tx2"/>
                </a:solidFill>
              </a:rPr>
              <a:t>nhất</a:t>
            </a:r>
            <a:r>
              <a:rPr lang="en-US" altLang="en-US" dirty="0">
                <a:solidFill>
                  <a:schemeClr val="tx2"/>
                </a:solidFill>
              </a:rPr>
              <a:t> </a:t>
            </a:r>
            <a:r>
              <a:rPr lang="en-US" altLang="en-US" dirty="0" err="1">
                <a:solidFill>
                  <a:schemeClr val="tx2"/>
                </a:solidFill>
              </a:rPr>
              <a:t>dựa</a:t>
            </a:r>
            <a:r>
              <a:rPr lang="en-US" altLang="en-US" dirty="0">
                <a:solidFill>
                  <a:schemeClr val="tx2"/>
                </a:solidFill>
              </a:rPr>
              <a:t> </a:t>
            </a:r>
            <a:r>
              <a:rPr lang="en-US" altLang="en-US" dirty="0" err="1">
                <a:solidFill>
                  <a:schemeClr val="tx2"/>
                </a:solidFill>
              </a:rPr>
              <a:t>vào</a:t>
            </a: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số</a:t>
            </a:r>
            <a:r>
              <a:rPr lang="en-US" altLang="en-US" dirty="0">
                <a:solidFill>
                  <a:schemeClr val="tx2"/>
                </a:solidFill>
              </a:rPr>
              <a:t> Metric. </a:t>
            </a:r>
            <a:r>
              <a:rPr lang="en-US" altLang="en-US" dirty="0" err="1">
                <a:solidFill>
                  <a:schemeClr val="tx2"/>
                </a:solidFill>
              </a:rPr>
              <a:t>Nếu</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nào</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số</a:t>
            </a:r>
            <a:r>
              <a:rPr lang="en-US" altLang="en-US" dirty="0">
                <a:solidFill>
                  <a:schemeClr val="tx2"/>
                </a:solidFill>
              </a:rPr>
              <a:t> Metric </a:t>
            </a:r>
            <a:r>
              <a:rPr lang="en-US" altLang="en-US" dirty="0" err="1">
                <a:solidFill>
                  <a:schemeClr val="tx2"/>
                </a:solidFill>
              </a:rPr>
              <a:t>thấp</a:t>
            </a:r>
            <a:r>
              <a:rPr lang="en-US" altLang="en-US" dirty="0">
                <a:solidFill>
                  <a:schemeClr val="tx2"/>
                </a:solidFill>
              </a:rPr>
              <a:t> </a:t>
            </a:r>
            <a:r>
              <a:rPr lang="en-US" altLang="en-US" dirty="0" err="1">
                <a:solidFill>
                  <a:schemeClr val="tx2"/>
                </a:solidFill>
              </a:rPr>
              <a:t>thì</a:t>
            </a:r>
            <a:r>
              <a:rPr lang="en-US" altLang="en-US" dirty="0">
                <a:solidFill>
                  <a:schemeClr val="tx2"/>
                </a:solidFill>
              </a:rPr>
              <a:t>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tốt</a:t>
            </a:r>
            <a:r>
              <a:rPr lang="en-US" altLang="en-US" dirty="0">
                <a:solidFill>
                  <a:schemeClr val="tx2"/>
                </a:solidFill>
              </a:rPr>
              <a:t> </a:t>
            </a:r>
            <a:r>
              <a:rPr lang="en-US" altLang="en-US" dirty="0" err="1">
                <a:solidFill>
                  <a:schemeClr val="tx2"/>
                </a:solidFill>
              </a:rPr>
              <a:t>hơn</a:t>
            </a:r>
            <a:r>
              <a:rPr lang="en-US" altLang="en-US" dirty="0">
                <a:solidFill>
                  <a:schemeClr val="tx2"/>
                </a:solidFill>
              </a:rPr>
              <a:t>. Bao </a:t>
            </a:r>
            <a:r>
              <a:rPr lang="en-US" altLang="en-US" dirty="0" err="1">
                <a:solidFill>
                  <a:schemeClr val="tx2"/>
                </a:solidFill>
              </a:rPr>
              <a:t>gồm</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số</a:t>
            </a:r>
            <a:r>
              <a:rPr lang="en-US" altLang="en-US" dirty="0">
                <a:solidFill>
                  <a:schemeClr val="tx2"/>
                </a:solidFill>
              </a:rPr>
              <a:t> </a:t>
            </a:r>
            <a:r>
              <a:rPr lang="en-US" altLang="en-US" dirty="0" err="1">
                <a:solidFill>
                  <a:schemeClr val="tx2"/>
                </a:solidFill>
              </a:rPr>
              <a:t>sau</a:t>
            </a:r>
            <a:r>
              <a:rPr lang="en-US" altLang="en-US" dirty="0">
                <a:solidFill>
                  <a:schemeClr val="tx2"/>
                </a:solidFill>
              </a:rPr>
              <a:t>:</a:t>
            </a:r>
          </a:p>
          <a:p>
            <a:pPr lvl="1" algn="just" eaLnBrk="1" hangingPunct="1">
              <a:lnSpc>
                <a:spcPct val="130000"/>
              </a:lnSpc>
              <a:spcBef>
                <a:spcPct val="50000"/>
              </a:spcBef>
              <a:buClr>
                <a:srgbClr val="E16D25"/>
              </a:buClr>
              <a:buFont typeface="Wingdings" panose="05000000000000000000" pitchFamily="2" charset="2"/>
              <a:buChar char="Ø"/>
            </a:pPr>
            <a:r>
              <a:rPr lang="en-US" altLang="en-US" sz="2400" dirty="0"/>
              <a:t> </a:t>
            </a:r>
            <a:r>
              <a:rPr lang="en-US" altLang="en-US" sz="2400" dirty="0">
                <a:solidFill>
                  <a:schemeClr val="tx2"/>
                </a:solidFill>
              </a:rPr>
              <a:t>Hop count: </a:t>
            </a:r>
            <a:r>
              <a:rPr lang="en-US" altLang="en-US" sz="2400" dirty="0" err="1">
                <a:solidFill>
                  <a:schemeClr val="tx2"/>
                </a:solidFill>
              </a:rPr>
              <a:t>là</a:t>
            </a:r>
            <a:r>
              <a:rPr lang="en-US" altLang="en-US" sz="2400" dirty="0">
                <a:solidFill>
                  <a:schemeClr val="tx2"/>
                </a:solidFill>
              </a:rPr>
              <a:t> </a:t>
            </a:r>
            <a:r>
              <a:rPr lang="en-US" altLang="en-US" sz="2400" dirty="0" err="1">
                <a:solidFill>
                  <a:schemeClr val="tx2"/>
                </a:solidFill>
              </a:rPr>
              <a:t>số</a:t>
            </a:r>
            <a:r>
              <a:rPr lang="en-US" altLang="en-US" sz="2400" dirty="0">
                <a:solidFill>
                  <a:schemeClr val="tx2"/>
                </a:solidFill>
              </a:rPr>
              <a:t> </a:t>
            </a:r>
            <a:r>
              <a:rPr lang="en-US" altLang="en-US" sz="2400" dirty="0" err="1">
                <a:solidFill>
                  <a:schemeClr val="tx2"/>
                </a:solidFill>
              </a:rPr>
              <a:t>lượng</a:t>
            </a:r>
            <a:r>
              <a:rPr lang="en-US" altLang="en-US" sz="2400" dirty="0">
                <a:solidFill>
                  <a:schemeClr val="tx2"/>
                </a:solidFill>
              </a:rPr>
              <a:t> router </a:t>
            </a:r>
            <a:r>
              <a:rPr lang="en-US" altLang="en-US" sz="2400" dirty="0" err="1">
                <a:solidFill>
                  <a:schemeClr val="tx2"/>
                </a:solidFill>
              </a:rPr>
              <a:t>mà</a:t>
            </a:r>
            <a:r>
              <a:rPr lang="en-US" altLang="en-US" sz="2400" dirty="0">
                <a:solidFill>
                  <a:schemeClr val="tx2"/>
                </a:solidFill>
              </a:rPr>
              <a:t> packet </a:t>
            </a:r>
            <a:r>
              <a:rPr lang="en-US" altLang="en-US" sz="2400" dirty="0" err="1">
                <a:solidFill>
                  <a:schemeClr val="tx2"/>
                </a:solidFill>
              </a:rPr>
              <a:t>phải</a:t>
            </a:r>
            <a:r>
              <a:rPr lang="en-US" altLang="en-US" sz="2400" dirty="0">
                <a:solidFill>
                  <a:schemeClr val="tx2"/>
                </a:solidFill>
              </a:rPr>
              <a:t> </a:t>
            </a:r>
            <a:r>
              <a:rPr lang="en-US" altLang="en-US" sz="2400" dirty="0" err="1">
                <a:solidFill>
                  <a:schemeClr val="tx2"/>
                </a:solidFill>
              </a:rPr>
              <a:t>đi</a:t>
            </a:r>
            <a:r>
              <a:rPr lang="en-US" altLang="en-US" sz="2400" dirty="0">
                <a:solidFill>
                  <a:schemeClr val="tx2"/>
                </a:solidFill>
              </a:rPr>
              <a:t> qua </a:t>
            </a:r>
            <a:r>
              <a:rPr lang="en-US" altLang="en-US" sz="2400" dirty="0" err="1">
                <a:solidFill>
                  <a:schemeClr val="tx2"/>
                </a:solidFill>
              </a:rPr>
              <a:t>từ</a:t>
            </a:r>
            <a:r>
              <a:rPr lang="en-US" altLang="en-US" sz="2400" dirty="0">
                <a:solidFill>
                  <a:schemeClr val="tx2"/>
                </a:solidFill>
              </a:rPr>
              <a:t> </a:t>
            </a:r>
            <a:r>
              <a:rPr lang="en-US" altLang="en-US" sz="2400" dirty="0" err="1">
                <a:solidFill>
                  <a:schemeClr val="tx2"/>
                </a:solidFill>
              </a:rPr>
              <a:t>nguồn</a:t>
            </a:r>
            <a:r>
              <a:rPr lang="en-US" altLang="en-US" sz="2400" dirty="0">
                <a:solidFill>
                  <a:schemeClr val="tx2"/>
                </a:solidFill>
              </a:rPr>
              <a:t> </a:t>
            </a:r>
            <a:r>
              <a:rPr lang="en-US" altLang="en-US" sz="2400" dirty="0" err="1">
                <a:solidFill>
                  <a:schemeClr val="tx2"/>
                </a:solidFill>
              </a:rPr>
              <a:t>tới</a:t>
            </a:r>
            <a:r>
              <a:rPr lang="en-US" altLang="en-US" sz="2400" dirty="0">
                <a:solidFill>
                  <a:schemeClr val="tx2"/>
                </a:solidFill>
              </a:rPr>
              <a:t> </a:t>
            </a:r>
            <a:r>
              <a:rPr lang="en-US" altLang="en-US" sz="2400" dirty="0" err="1">
                <a:solidFill>
                  <a:schemeClr val="tx2"/>
                </a:solidFill>
              </a:rPr>
              <a:t>đích</a:t>
            </a:r>
            <a:r>
              <a:rPr lang="en-US" altLang="en-US" sz="2400" dirty="0">
                <a:solidFill>
                  <a:schemeClr val="tx2"/>
                </a:solidFill>
              </a:rPr>
              <a:t>. </a:t>
            </a:r>
            <a:r>
              <a:rPr lang="en-US" altLang="en-US" sz="2400" dirty="0" err="1">
                <a:solidFill>
                  <a:schemeClr val="tx2"/>
                </a:solidFill>
              </a:rPr>
              <a:t>Xem</a:t>
            </a:r>
            <a:r>
              <a:rPr lang="en-US" altLang="en-US" sz="2400" dirty="0">
                <a:solidFill>
                  <a:schemeClr val="tx2"/>
                </a:solidFill>
              </a:rPr>
              <a:t> </a:t>
            </a:r>
            <a:r>
              <a:rPr lang="en-US" altLang="en-US" sz="2400" dirty="0" err="1">
                <a:solidFill>
                  <a:schemeClr val="tx2"/>
                </a:solidFill>
              </a:rPr>
              <a:t>hình</a:t>
            </a:r>
            <a:r>
              <a:rPr lang="en-US" altLang="en-US" sz="2400" dirty="0">
                <a:solidFill>
                  <a:schemeClr val="tx2"/>
                </a:solidFill>
              </a:rPr>
              <a:t> </a:t>
            </a:r>
            <a:r>
              <a:rPr lang="en-US" altLang="en-US" sz="2400" dirty="0" err="1">
                <a:solidFill>
                  <a:schemeClr val="tx2"/>
                </a:solidFill>
              </a:rPr>
              <a:t>minh</a:t>
            </a:r>
            <a:r>
              <a:rPr lang="en-US" altLang="en-US" sz="2400" dirty="0">
                <a:solidFill>
                  <a:schemeClr val="tx2"/>
                </a:solidFill>
              </a:rPr>
              <a:t> </a:t>
            </a:r>
            <a:r>
              <a:rPr lang="en-US" altLang="en-US" sz="2400" dirty="0" err="1">
                <a:solidFill>
                  <a:schemeClr val="tx2"/>
                </a:solidFill>
              </a:rPr>
              <a:t>họa</a:t>
            </a:r>
            <a:r>
              <a:rPr lang="en-US" altLang="en-US" sz="2400" dirty="0">
                <a:solidFill>
                  <a:schemeClr val="tx2"/>
                </a:solidFill>
              </a:rPr>
              <a:t> </a:t>
            </a:r>
            <a:r>
              <a:rPr lang="en-US" altLang="en-US" sz="2400" dirty="0" err="1">
                <a:solidFill>
                  <a:schemeClr val="tx2"/>
                </a:solidFill>
              </a:rPr>
              <a:t>bên</a:t>
            </a:r>
            <a:r>
              <a:rPr lang="en-US" altLang="en-US" sz="2400" dirty="0">
                <a:solidFill>
                  <a:schemeClr val="tx2"/>
                </a:solidFill>
              </a:rPr>
              <a:t> </a:t>
            </a:r>
            <a:r>
              <a:rPr lang="en-US" altLang="en-US" sz="2400" dirty="0" err="1">
                <a:solidFill>
                  <a:schemeClr val="tx2"/>
                </a:solidFill>
              </a:rPr>
              <a:t>dưới</a:t>
            </a:r>
            <a:r>
              <a:rPr lang="en-US" altLang="en-US" sz="2400" dirty="0">
                <a:solidFill>
                  <a:schemeClr val="tx2"/>
                </a:solidFill>
              </a:rPr>
              <a:t>, </a:t>
            </a:r>
            <a:r>
              <a:rPr lang="en-US" altLang="en-US" sz="2400" dirty="0" err="1">
                <a:solidFill>
                  <a:schemeClr val="tx2"/>
                </a:solidFill>
              </a:rPr>
              <a:t>để</a:t>
            </a:r>
            <a:r>
              <a:rPr lang="en-US" altLang="en-US" sz="2400" dirty="0">
                <a:solidFill>
                  <a:schemeClr val="tx2"/>
                </a:solidFill>
              </a:rPr>
              <a:t> </a:t>
            </a:r>
            <a:r>
              <a:rPr lang="en-US" altLang="en-US" sz="2400" dirty="0" err="1">
                <a:solidFill>
                  <a:schemeClr val="tx2"/>
                </a:solidFill>
              </a:rPr>
              <a:t>gói</a:t>
            </a:r>
            <a:r>
              <a:rPr lang="en-US" altLang="en-US" sz="2400" dirty="0">
                <a:solidFill>
                  <a:schemeClr val="tx2"/>
                </a:solidFill>
              </a:rPr>
              <a:t> tin </a:t>
            </a:r>
            <a:r>
              <a:rPr lang="en-US" altLang="en-US" sz="2400" dirty="0" err="1">
                <a:solidFill>
                  <a:schemeClr val="tx2"/>
                </a:solidFill>
              </a:rPr>
              <a:t>đi</a:t>
            </a:r>
            <a:r>
              <a:rPr lang="en-US" altLang="en-US" sz="2400" dirty="0">
                <a:solidFill>
                  <a:schemeClr val="tx2"/>
                </a:solidFill>
              </a:rPr>
              <a:t> </a:t>
            </a:r>
            <a:r>
              <a:rPr lang="en-US" altLang="en-US" sz="2400" dirty="0" err="1">
                <a:solidFill>
                  <a:schemeClr val="tx2"/>
                </a:solidFill>
              </a:rPr>
              <a:t>từ</a:t>
            </a:r>
            <a:r>
              <a:rPr lang="en-US" altLang="en-US" sz="2400" dirty="0">
                <a:solidFill>
                  <a:schemeClr val="tx2"/>
                </a:solidFill>
              </a:rPr>
              <a:t> </a:t>
            </a:r>
            <a:r>
              <a:rPr lang="en-US" altLang="en-US" sz="2400" dirty="0" err="1">
                <a:solidFill>
                  <a:schemeClr val="tx2"/>
                </a:solidFill>
              </a:rPr>
              <a:t>máy</a:t>
            </a:r>
            <a:r>
              <a:rPr lang="en-US" altLang="en-US" sz="2400" dirty="0">
                <a:solidFill>
                  <a:schemeClr val="tx2"/>
                </a:solidFill>
              </a:rPr>
              <a:t> A </a:t>
            </a:r>
            <a:r>
              <a:rPr lang="en-US" altLang="en-US" sz="2400" dirty="0" err="1">
                <a:solidFill>
                  <a:schemeClr val="tx2"/>
                </a:solidFill>
              </a:rPr>
              <a:t>đến</a:t>
            </a:r>
            <a:r>
              <a:rPr lang="en-US" altLang="en-US" sz="2400" dirty="0">
                <a:solidFill>
                  <a:schemeClr val="tx2"/>
                </a:solidFill>
              </a:rPr>
              <a:t> </a:t>
            </a:r>
            <a:r>
              <a:rPr lang="en-US" altLang="en-US" sz="2400" dirty="0" err="1">
                <a:solidFill>
                  <a:schemeClr val="tx2"/>
                </a:solidFill>
              </a:rPr>
              <a:t>máy</a:t>
            </a:r>
            <a:r>
              <a:rPr lang="en-US" altLang="en-US" sz="2400" dirty="0">
                <a:solidFill>
                  <a:schemeClr val="tx2"/>
                </a:solidFill>
              </a:rPr>
              <a:t> B, </a:t>
            </a:r>
            <a:r>
              <a:rPr lang="en-US" altLang="en-US" sz="2400" dirty="0" err="1">
                <a:solidFill>
                  <a:schemeClr val="tx2"/>
                </a:solidFill>
              </a:rPr>
              <a:t>nó</a:t>
            </a:r>
            <a:r>
              <a:rPr lang="en-US" altLang="en-US" sz="2400" dirty="0">
                <a:solidFill>
                  <a:schemeClr val="tx2"/>
                </a:solidFill>
              </a:rPr>
              <a:t> </a:t>
            </a:r>
            <a:r>
              <a:rPr lang="en-US" altLang="en-US" sz="2400" dirty="0" err="1">
                <a:solidFill>
                  <a:schemeClr val="tx2"/>
                </a:solidFill>
              </a:rPr>
              <a:t>phải</a:t>
            </a:r>
            <a:r>
              <a:rPr lang="en-US" altLang="en-US" sz="2400" dirty="0">
                <a:solidFill>
                  <a:schemeClr val="tx2"/>
                </a:solidFill>
              </a:rPr>
              <a:t> </a:t>
            </a:r>
            <a:r>
              <a:rPr lang="en-US" altLang="en-US" sz="2400" dirty="0" err="1">
                <a:solidFill>
                  <a:schemeClr val="tx2"/>
                </a:solidFill>
              </a:rPr>
              <a:t>đi</a:t>
            </a:r>
            <a:r>
              <a:rPr lang="en-US" altLang="en-US" sz="2400" dirty="0">
                <a:solidFill>
                  <a:schemeClr val="tx2"/>
                </a:solidFill>
              </a:rPr>
              <a:t> qua 2 router. Do </a:t>
            </a:r>
            <a:r>
              <a:rPr lang="en-US" altLang="en-US" sz="2400" dirty="0" err="1">
                <a:solidFill>
                  <a:schemeClr val="tx2"/>
                </a:solidFill>
              </a:rPr>
              <a:t>đó</a:t>
            </a:r>
            <a:r>
              <a:rPr lang="en-US" altLang="en-US" sz="2400" dirty="0">
                <a:solidFill>
                  <a:schemeClr val="tx2"/>
                </a:solidFill>
              </a:rPr>
              <a:t> hop count </a:t>
            </a:r>
            <a:r>
              <a:rPr lang="en-US" altLang="en-US" sz="2400" dirty="0" err="1">
                <a:solidFill>
                  <a:schemeClr val="tx2"/>
                </a:solidFill>
              </a:rPr>
              <a:t>trong</a:t>
            </a:r>
            <a:r>
              <a:rPr lang="en-US" altLang="en-US" sz="2400" dirty="0">
                <a:solidFill>
                  <a:schemeClr val="tx2"/>
                </a:solidFill>
              </a:rPr>
              <a:t> </a:t>
            </a:r>
            <a:r>
              <a:rPr lang="en-US" altLang="en-US" sz="2400" dirty="0" err="1">
                <a:solidFill>
                  <a:schemeClr val="tx2"/>
                </a:solidFill>
              </a:rPr>
              <a:t>mạng</a:t>
            </a:r>
            <a:r>
              <a:rPr lang="en-US" altLang="en-US" sz="2400" dirty="0">
                <a:solidFill>
                  <a:schemeClr val="tx2"/>
                </a:solidFill>
              </a:rPr>
              <a:t> </a:t>
            </a:r>
            <a:r>
              <a:rPr lang="en-US" altLang="en-US" sz="2400" dirty="0" err="1">
                <a:solidFill>
                  <a:schemeClr val="tx2"/>
                </a:solidFill>
              </a:rPr>
              <a:t>trên</a:t>
            </a:r>
            <a:r>
              <a:rPr lang="en-US" altLang="en-US" sz="2400" dirty="0">
                <a:solidFill>
                  <a:schemeClr val="tx2"/>
                </a:solidFill>
              </a:rPr>
              <a:t> </a:t>
            </a:r>
            <a:r>
              <a:rPr lang="en-US" altLang="en-US" sz="2400" dirty="0" err="1">
                <a:solidFill>
                  <a:schemeClr val="tx2"/>
                </a:solidFill>
              </a:rPr>
              <a:t>là</a:t>
            </a:r>
            <a:r>
              <a:rPr lang="en-US" altLang="en-US" sz="2400" dirty="0">
                <a:solidFill>
                  <a:schemeClr val="tx2"/>
                </a:solidFill>
              </a:rPr>
              <a:t> 2</a:t>
            </a:r>
          </a:p>
          <a:p>
            <a:pPr algn="just" eaLnBrk="1" hangingPunct="1">
              <a:spcBef>
                <a:spcPct val="0"/>
              </a:spcBef>
              <a:buClrTx/>
              <a:buFontTx/>
              <a:buNone/>
            </a:pPr>
            <a:endParaRPr lang="en-US" altLang="en-US" dirty="0">
              <a:solidFill>
                <a:schemeClr val="tx2"/>
              </a:solidFill>
            </a:endParaRPr>
          </a:p>
        </p:txBody>
      </p:sp>
      <p:pic>
        <p:nvPicPr>
          <p:cNvPr id="26630" name="Picture 11" descr="hopcount">
            <a:extLst>
              <a:ext uri="{FF2B5EF4-FFF2-40B4-BE49-F238E27FC236}">
                <a16:creationId xmlns:a16="http://schemas.microsoft.com/office/drawing/2014/main" id="{4DE04AFA-A084-42EF-BA14-85DB75BD6D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3875" y="5105814"/>
            <a:ext cx="4133850"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a:extLst>
              <a:ext uri="{FF2B5EF4-FFF2-40B4-BE49-F238E27FC236}">
                <a16:creationId xmlns:a16="http://schemas.microsoft.com/office/drawing/2014/main" id="{2E7256B5-8140-4C7E-A6B7-FDA9183958D4}"/>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 CẤU HÌNH ĐỊNH TUYẾN ĐỘNG</a:t>
            </a:r>
            <a:endParaRPr lang="vi-VN" dirty="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A25132E3-15D9-4F7D-A992-64F32692BE62}"/>
              </a:ext>
            </a:extLst>
          </p:cNvPr>
          <p:cNvSpPr>
            <a:spLocks noGrp="1" noChangeArrowheads="1"/>
          </p:cNvSpPr>
          <p:nvPr>
            <p:ph type="body" idx="1"/>
          </p:nvPr>
        </p:nvSpPr>
        <p:spPr>
          <a:xfrm>
            <a:off x="485775" y="1060836"/>
            <a:ext cx="8267700" cy="457200"/>
          </a:xfrm>
          <a:noFill/>
        </p:spPr>
        <p:txBody>
          <a:bodyPr/>
          <a:lstStyle/>
          <a:p>
            <a:pPr eaLnBrk="1" hangingPunct="1">
              <a:buFont typeface="Wingdings" panose="05000000000000000000" pitchFamily="2" charset="2"/>
              <a:buNone/>
            </a:pPr>
            <a:r>
              <a:rPr lang="en-US" altLang="en-US" b="1" dirty="0">
                <a:solidFill>
                  <a:schemeClr val="tx2"/>
                </a:solidFill>
              </a:rPr>
              <a:t>Metric </a:t>
            </a:r>
            <a:r>
              <a:rPr lang="en-US" altLang="en-US" b="1" dirty="0" err="1">
                <a:solidFill>
                  <a:schemeClr val="tx2"/>
                </a:solidFill>
              </a:rPr>
              <a:t>và</a:t>
            </a:r>
            <a:r>
              <a:rPr lang="en-US" altLang="en-US" b="1" dirty="0">
                <a:solidFill>
                  <a:schemeClr val="tx2"/>
                </a:solidFill>
              </a:rPr>
              <a:t> Administrative Distance (AD)</a:t>
            </a:r>
            <a:r>
              <a:rPr lang="en-US" altLang="en-US" dirty="0">
                <a:solidFill>
                  <a:schemeClr val="tx2"/>
                </a:solidFill>
              </a:rPr>
              <a:t> </a:t>
            </a:r>
            <a:endParaRPr lang="en-US" altLang="en-US" b="1" dirty="0">
              <a:solidFill>
                <a:schemeClr val="tx2"/>
              </a:solidFill>
            </a:endParaRPr>
          </a:p>
        </p:txBody>
      </p:sp>
      <p:sp>
        <p:nvSpPr>
          <p:cNvPr id="27652" name="Rectangle 7">
            <a:extLst>
              <a:ext uri="{FF2B5EF4-FFF2-40B4-BE49-F238E27FC236}">
                <a16:creationId xmlns:a16="http://schemas.microsoft.com/office/drawing/2014/main" id="{CEA062B9-EE7B-4264-8016-FC514C54014D}"/>
              </a:ext>
            </a:extLst>
          </p:cNvPr>
          <p:cNvSpPr>
            <a:spLocks noChangeArrowheads="1"/>
          </p:cNvSpPr>
          <p:nvPr/>
        </p:nvSpPr>
        <p:spPr bwMode="auto">
          <a:xfrm>
            <a:off x="485775" y="1552462"/>
            <a:ext cx="1433406"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pPr>
            <a:r>
              <a:rPr lang="en-US" altLang="en-US" sz="2500">
                <a:solidFill>
                  <a:schemeClr val="tx2"/>
                </a:solidFill>
              </a:rPr>
              <a:t>Metric </a:t>
            </a:r>
          </a:p>
        </p:txBody>
      </p:sp>
      <p:sp>
        <p:nvSpPr>
          <p:cNvPr id="27653" name="Rectangle 8">
            <a:extLst>
              <a:ext uri="{FF2B5EF4-FFF2-40B4-BE49-F238E27FC236}">
                <a16:creationId xmlns:a16="http://schemas.microsoft.com/office/drawing/2014/main" id="{4790A9AC-E763-425F-A928-6D8604E1DBED}"/>
              </a:ext>
            </a:extLst>
          </p:cNvPr>
          <p:cNvSpPr>
            <a:spLocks noChangeArrowheads="1"/>
          </p:cNvSpPr>
          <p:nvPr/>
        </p:nvSpPr>
        <p:spPr bwMode="auto">
          <a:xfrm>
            <a:off x="485774" y="1964635"/>
            <a:ext cx="11515725" cy="4252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1" algn="just" eaLnBrk="1" hangingPunct="1">
              <a:lnSpc>
                <a:spcPct val="130000"/>
              </a:lnSpc>
              <a:spcBef>
                <a:spcPct val="50000"/>
              </a:spcBef>
              <a:buClr>
                <a:srgbClr val="E16D25"/>
              </a:buClr>
              <a:buFont typeface="Wingdings" panose="05000000000000000000" pitchFamily="2" charset="2"/>
              <a:buChar char="Ø"/>
            </a:pPr>
            <a:r>
              <a:rPr lang="en-US" altLang="en-US" sz="2400" dirty="0">
                <a:solidFill>
                  <a:schemeClr val="tx2"/>
                </a:solidFill>
              </a:rPr>
              <a:t> Reliability: </a:t>
            </a:r>
            <a:r>
              <a:rPr lang="en-US" altLang="en-US" sz="2400" dirty="0" err="1">
                <a:solidFill>
                  <a:schemeClr val="tx2"/>
                </a:solidFill>
              </a:rPr>
              <a:t>là</a:t>
            </a:r>
            <a:r>
              <a:rPr lang="en-US" altLang="en-US" sz="2400" dirty="0">
                <a:solidFill>
                  <a:schemeClr val="tx2"/>
                </a:solidFill>
              </a:rPr>
              <a:t> metric </a:t>
            </a:r>
            <a:r>
              <a:rPr lang="en-US" altLang="en-US" sz="2400" dirty="0" err="1">
                <a:solidFill>
                  <a:schemeClr val="tx2"/>
                </a:solidFill>
              </a:rPr>
              <a:t>cho</a:t>
            </a:r>
            <a:r>
              <a:rPr lang="en-US" altLang="en-US" sz="2400" dirty="0">
                <a:solidFill>
                  <a:schemeClr val="tx2"/>
                </a:solidFill>
              </a:rPr>
              <a:t> </a:t>
            </a:r>
            <a:r>
              <a:rPr lang="en-US" altLang="en-US" sz="2400" dirty="0" err="1">
                <a:solidFill>
                  <a:schemeClr val="tx2"/>
                </a:solidFill>
              </a:rPr>
              <a:t>phép</a:t>
            </a:r>
            <a:r>
              <a:rPr lang="en-US" altLang="en-US" sz="2400" dirty="0">
                <a:solidFill>
                  <a:schemeClr val="tx2"/>
                </a:solidFill>
              </a:rPr>
              <a:t> </a:t>
            </a:r>
            <a:r>
              <a:rPr lang="en-US" altLang="en-US" sz="2400" dirty="0" err="1">
                <a:solidFill>
                  <a:schemeClr val="tx2"/>
                </a:solidFill>
              </a:rPr>
              <a:t>đánh</a:t>
            </a:r>
            <a:r>
              <a:rPr lang="en-US" altLang="en-US" sz="2400" dirty="0">
                <a:solidFill>
                  <a:schemeClr val="tx2"/>
                </a:solidFill>
              </a:rPr>
              <a:t> </a:t>
            </a:r>
            <a:r>
              <a:rPr lang="en-US" altLang="en-US" sz="2400" dirty="0" err="1">
                <a:solidFill>
                  <a:schemeClr val="tx2"/>
                </a:solidFill>
              </a:rPr>
              <a:t>giá</a:t>
            </a:r>
            <a:r>
              <a:rPr lang="en-US" altLang="en-US" sz="2400" dirty="0">
                <a:solidFill>
                  <a:schemeClr val="tx2"/>
                </a:solidFill>
              </a:rPr>
              <a:t> </a:t>
            </a:r>
            <a:r>
              <a:rPr lang="en-US" altLang="en-US" sz="2400" dirty="0" err="1">
                <a:solidFill>
                  <a:schemeClr val="tx2"/>
                </a:solidFill>
              </a:rPr>
              <a:t>mức</a:t>
            </a:r>
            <a:r>
              <a:rPr lang="en-US" altLang="en-US" sz="2400" dirty="0">
                <a:solidFill>
                  <a:schemeClr val="tx2"/>
                </a:solidFill>
              </a:rPr>
              <a:t> </a:t>
            </a:r>
            <a:r>
              <a:rPr lang="en-US" altLang="en-US" sz="2400" dirty="0" err="1">
                <a:solidFill>
                  <a:schemeClr val="tx2"/>
                </a:solidFill>
              </a:rPr>
              <a:t>độ</a:t>
            </a:r>
            <a:r>
              <a:rPr lang="en-US" altLang="en-US" sz="2400" dirty="0">
                <a:solidFill>
                  <a:schemeClr val="tx2"/>
                </a:solidFill>
              </a:rPr>
              <a:t> </a:t>
            </a:r>
            <a:r>
              <a:rPr lang="en-US" altLang="en-US" sz="2400" dirty="0" err="1">
                <a:solidFill>
                  <a:schemeClr val="tx2"/>
                </a:solidFill>
              </a:rPr>
              <a:t>lỗi</a:t>
            </a:r>
            <a:r>
              <a:rPr lang="en-US" altLang="en-US" sz="2400" dirty="0">
                <a:solidFill>
                  <a:schemeClr val="tx2"/>
                </a:solidFill>
              </a:rPr>
              <a:t> </a:t>
            </a:r>
            <a:r>
              <a:rPr lang="en-US" altLang="en-US" sz="2400" dirty="0" err="1">
                <a:solidFill>
                  <a:schemeClr val="tx2"/>
                </a:solidFill>
              </a:rPr>
              <a:t>của</a:t>
            </a:r>
            <a:r>
              <a:rPr lang="en-US" altLang="en-US" sz="2400" dirty="0">
                <a:solidFill>
                  <a:schemeClr val="tx2"/>
                </a:solidFill>
              </a:rPr>
              <a:t> </a:t>
            </a:r>
            <a:r>
              <a:rPr lang="en-US" altLang="en-US" sz="2400" dirty="0" err="1">
                <a:solidFill>
                  <a:schemeClr val="tx2"/>
                </a:solidFill>
              </a:rPr>
              <a:t>một</a:t>
            </a:r>
            <a:r>
              <a:rPr lang="en-US" altLang="en-US" sz="2400" dirty="0">
                <a:solidFill>
                  <a:schemeClr val="tx2"/>
                </a:solidFill>
              </a:rPr>
              <a:t> </a:t>
            </a:r>
            <a:r>
              <a:rPr lang="en-US" altLang="en-US" sz="2400" dirty="0" err="1">
                <a:solidFill>
                  <a:schemeClr val="tx2"/>
                </a:solidFill>
              </a:rPr>
              <a:t>đường</a:t>
            </a:r>
            <a:r>
              <a:rPr lang="en-US" altLang="en-US" sz="2400" dirty="0">
                <a:solidFill>
                  <a:schemeClr val="tx2"/>
                </a:solidFill>
              </a:rPr>
              <a:t> </a:t>
            </a:r>
            <a:r>
              <a:rPr lang="en-US" altLang="en-US" sz="2400" dirty="0" err="1">
                <a:solidFill>
                  <a:schemeClr val="tx2"/>
                </a:solidFill>
              </a:rPr>
              <a:t>truyền</a:t>
            </a:r>
            <a:r>
              <a:rPr lang="en-US" altLang="en-US" sz="2400" dirty="0">
                <a:solidFill>
                  <a:schemeClr val="tx2"/>
                </a:solidFill>
              </a:rPr>
              <a:t>.</a:t>
            </a:r>
          </a:p>
          <a:p>
            <a:pPr lvl="1" algn="just" eaLnBrk="1" hangingPunct="1">
              <a:lnSpc>
                <a:spcPct val="130000"/>
              </a:lnSpc>
              <a:spcBef>
                <a:spcPct val="50000"/>
              </a:spcBef>
              <a:buClr>
                <a:srgbClr val="E16D25"/>
              </a:buClr>
              <a:buFont typeface="Wingdings" panose="05000000000000000000" pitchFamily="2" charset="2"/>
              <a:buChar char="Ø"/>
            </a:pPr>
            <a:r>
              <a:rPr lang="en-US" altLang="en-US" sz="2400" dirty="0">
                <a:solidFill>
                  <a:schemeClr val="tx2"/>
                </a:solidFill>
              </a:rPr>
              <a:t> Load: </a:t>
            </a:r>
            <a:r>
              <a:rPr lang="en-US" altLang="en-US" sz="2400" dirty="0" err="1">
                <a:solidFill>
                  <a:schemeClr val="tx2"/>
                </a:solidFill>
              </a:rPr>
              <a:t>khả</a:t>
            </a:r>
            <a:r>
              <a:rPr lang="en-US" altLang="en-US" sz="2400" dirty="0">
                <a:solidFill>
                  <a:schemeClr val="tx2"/>
                </a:solidFill>
              </a:rPr>
              <a:t> </a:t>
            </a:r>
            <a:r>
              <a:rPr lang="en-US" altLang="en-US" sz="2400" dirty="0" err="1">
                <a:solidFill>
                  <a:schemeClr val="tx2"/>
                </a:solidFill>
              </a:rPr>
              <a:t>năng</a:t>
            </a:r>
            <a:r>
              <a:rPr lang="en-US" altLang="en-US" sz="2400" dirty="0">
                <a:solidFill>
                  <a:schemeClr val="tx2"/>
                </a:solidFill>
              </a:rPr>
              <a:t> </a:t>
            </a:r>
            <a:r>
              <a:rPr lang="en-US" altLang="en-US" sz="2400" dirty="0" err="1">
                <a:solidFill>
                  <a:schemeClr val="tx2"/>
                </a:solidFill>
              </a:rPr>
              <a:t>tải</a:t>
            </a:r>
            <a:r>
              <a:rPr lang="en-US" altLang="en-US" sz="2400" dirty="0">
                <a:solidFill>
                  <a:schemeClr val="tx2"/>
                </a:solidFill>
              </a:rPr>
              <a:t> </a:t>
            </a:r>
            <a:r>
              <a:rPr lang="en-US" altLang="en-US" sz="2400" dirty="0" err="1">
                <a:solidFill>
                  <a:schemeClr val="tx2"/>
                </a:solidFill>
              </a:rPr>
              <a:t>hiện</a:t>
            </a:r>
            <a:r>
              <a:rPr lang="en-US" altLang="en-US" sz="2400" dirty="0">
                <a:solidFill>
                  <a:schemeClr val="tx2"/>
                </a:solidFill>
              </a:rPr>
              <a:t> </a:t>
            </a:r>
            <a:r>
              <a:rPr lang="en-US" altLang="en-US" sz="2400" dirty="0" err="1">
                <a:solidFill>
                  <a:schemeClr val="tx2"/>
                </a:solidFill>
              </a:rPr>
              <a:t>tại</a:t>
            </a:r>
            <a:r>
              <a:rPr lang="en-US" altLang="en-US" sz="2400" dirty="0">
                <a:solidFill>
                  <a:schemeClr val="tx2"/>
                </a:solidFill>
              </a:rPr>
              <a:t> </a:t>
            </a:r>
            <a:r>
              <a:rPr lang="en-US" altLang="en-US" sz="2400" dirty="0" err="1">
                <a:solidFill>
                  <a:schemeClr val="tx2"/>
                </a:solidFill>
              </a:rPr>
              <a:t>trên</a:t>
            </a:r>
            <a:r>
              <a:rPr lang="en-US" altLang="en-US" sz="2400" dirty="0">
                <a:solidFill>
                  <a:schemeClr val="tx2"/>
                </a:solidFill>
              </a:rPr>
              <a:t> </a:t>
            </a:r>
            <a:r>
              <a:rPr lang="en-US" altLang="en-US" sz="2400" dirty="0" err="1">
                <a:solidFill>
                  <a:schemeClr val="tx2"/>
                </a:solidFill>
              </a:rPr>
              <a:t>đường</a:t>
            </a:r>
            <a:r>
              <a:rPr lang="en-US" altLang="en-US" sz="2400" dirty="0">
                <a:solidFill>
                  <a:schemeClr val="tx2"/>
                </a:solidFill>
              </a:rPr>
              <a:t> </a:t>
            </a:r>
            <a:r>
              <a:rPr lang="en-US" altLang="en-US" sz="2400" dirty="0" err="1">
                <a:solidFill>
                  <a:schemeClr val="tx2"/>
                </a:solidFill>
              </a:rPr>
              <a:t>truyền</a:t>
            </a:r>
            <a:r>
              <a:rPr lang="en-US" altLang="en-US" sz="2400" dirty="0">
                <a:solidFill>
                  <a:schemeClr val="tx2"/>
                </a:solidFill>
              </a:rPr>
              <a:t> (busy link) </a:t>
            </a:r>
            <a:r>
              <a:rPr lang="en-US" altLang="en-US" sz="2400" dirty="0" err="1">
                <a:solidFill>
                  <a:schemeClr val="tx2"/>
                </a:solidFill>
              </a:rPr>
              <a:t>dựa</a:t>
            </a:r>
            <a:r>
              <a:rPr lang="en-US" altLang="en-US" sz="2400" dirty="0">
                <a:solidFill>
                  <a:schemeClr val="tx2"/>
                </a:solidFill>
              </a:rPr>
              <a:t> </a:t>
            </a:r>
            <a:r>
              <a:rPr lang="en-US" altLang="en-US" sz="2400" dirty="0" err="1">
                <a:solidFill>
                  <a:schemeClr val="tx2"/>
                </a:solidFill>
              </a:rPr>
              <a:t>vào</a:t>
            </a:r>
            <a:r>
              <a:rPr lang="en-US" altLang="en-US" sz="2400" dirty="0">
                <a:solidFill>
                  <a:schemeClr val="tx2"/>
                </a:solidFill>
              </a:rPr>
              <a:t> </a:t>
            </a:r>
            <a:r>
              <a:rPr lang="en-US" altLang="en-US" sz="2400" dirty="0" err="1">
                <a:solidFill>
                  <a:schemeClr val="tx2"/>
                </a:solidFill>
              </a:rPr>
              <a:t>số</a:t>
            </a:r>
            <a:r>
              <a:rPr lang="en-US" altLang="en-US" sz="2400" dirty="0">
                <a:solidFill>
                  <a:schemeClr val="tx2"/>
                </a:solidFill>
              </a:rPr>
              <a:t> </a:t>
            </a:r>
            <a:r>
              <a:rPr lang="en-US" altLang="en-US" sz="2400" dirty="0" err="1">
                <a:solidFill>
                  <a:schemeClr val="tx2"/>
                </a:solidFill>
              </a:rPr>
              <a:t>lượng</a:t>
            </a:r>
            <a:r>
              <a:rPr lang="en-US" altLang="en-US" sz="2400" dirty="0">
                <a:solidFill>
                  <a:schemeClr val="tx2"/>
                </a:solidFill>
              </a:rPr>
              <a:t> packet </a:t>
            </a:r>
            <a:r>
              <a:rPr lang="en-US" altLang="en-US" sz="2400" dirty="0" err="1">
                <a:solidFill>
                  <a:schemeClr val="tx2"/>
                </a:solidFill>
              </a:rPr>
              <a:t>được</a:t>
            </a:r>
            <a:r>
              <a:rPr lang="en-US" altLang="en-US" sz="2400" dirty="0">
                <a:solidFill>
                  <a:schemeClr val="tx2"/>
                </a:solidFill>
              </a:rPr>
              <a:t> </a:t>
            </a:r>
            <a:r>
              <a:rPr lang="en-US" altLang="en-US" sz="2400" dirty="0" err="1">
                <a:solidFill>
                  <a:schemeClr val="tx2"/>
                </a:solidFill>
              </a:rPr>
              <a:t>truyền</a:t>
            </a:r>
            <a:r>
              <a:rPr lang="en-US" altLang="en-US" sz="2400" dirty="0">
                <a:solidFill>
                  <a:schemeClr val="tx2"/>
                </a:solidFill>
              </a:rPr>
              <a:t> </a:t>
            </a:r>
            <a:r>
              <a:rPr lang="en-US" altLang="en-US" sz="2400" dirty="0" err="1">
                <a:solidFill>
                  <a:schemeClr val="tx2"/>
                </a:solidFill>
              </a:rPr>
              <a:t>trong</a:t>
            </a:r>
            <a:r>
              <a:rPr lang="en-US" altLang="en-US" sz="2400" dirty="0">
                <a:solidFill>
                  <a:schemeClr val="tx2"/>
                </a:solidFill>
              </a:rPr>
              <a:t> </a:t>
            </a:r>
            <a:r>
              <a:rPr lang="en-US" altLang="en-US" sz="2400" dirty="0" err="1">
                <a:solidFill>
                  <a:schemeClr val="tx2"/>
                </a:solidFill>
              </a:rPr>
              <a:t>thời</a:t>
            </a:r>
            <a:r>
              <a:rPr lang="en-US" altLang="en-US" sz="2400" dirty="0">
                <a:solidFill>
                  <a:schemeClr val="tx2"/>
                </a:solidFill>
              </a:rPr>
              <a:t> </a:t>
            </a:r>
            <a:r>
              <a:rPr lang="en-US" altLang="en-US" sz="2400" dirty="0" err="1">
                <a:solidFill>
                  <a:schemeClr val="tx2"/>
                </a:solidFill>
              </a:rPr>
              <a:t>gian</a:t>
            </a:r>
            <a:r>
              <a:rPr lang="en-US" altLang="en-US" sz="2400" dirty="0">
                <a:solidFill>
                  <a:schemeClr val="tx2"/>
                </a:solidFill>
              </a:rPr>
              <a:t> 1 </a:t>
            </a:r>
            <a:r>
              <a:rPr lang="en-US" altLang="en-US" sz="2400" dirty="0" err="1">
                <a:solidFill>
                  <a:schemeClr val="tx2"/>
                </a:solidFill>
              </a:rPr>
              <a:t>giây</a:t>
            </a:r>
            <a:r>
              <a:rPr lang="en-US" altLang="en-US" sz="2400" dirty="0">
                <a:solidFill>
                  <a:schemeClr val="tx2"/>
                </a:solidFill>
              </a:rPr>
              <a:t>, </a:t>
            </a:r>
            <a:r>
              <a:rPr lang="en-US" altLang="en-US" sz="2400" dirty="0" err="1">
                <a:solidFill>
                  <a:schemeClr val="tx2"/>
                </a:solidFill>
              </a:rPr>
              <a:t>mức</a:t>
            </a:r>
            <a:r>
              <a:rPr lang="en-US" altLang="en-US" sz="2400" dirty="0">
                <a:solidFill>
                  <a:schemeClr val="tx2"/>
                </a:solidFill>
              </a:rPr>
              <a:t> </a:t>
            </a:r>
            <a:r>
              <a:rPr lang="en-US" altLang="en-US" sz="2400" dirty="0" err="1">
                <a:solidFill>
                  <a:schemeClr val="tx2"/>
                </a:solidFill>
              </a:rPr>
              <a:t>độ</a:t>
            </a:r>
            <a:r>
              <a:rPr lang="en-US" altLang="en-US" sz="2400" dirty="0">
                <a:solidFill>
                  <a:schemeClr val="tx2"/>
                </a:solidFill>
              </a:rPr>
              <a:t> </a:t>
            </a:r>
            <a:r>
              <a:rPr lang="en-US" altLang="en-US" sz="2400" dirty="0" err="1">
                <a:solidFill>
                  <a:schemeClr val="tx2"/>
                </a:solidFill>
              </a:rPr>
              <a:t>xử</a:t>
            </a:r>
            <a:r>
              <a:rPr lang="en-US" altLang="en-US" sz="2400" dirty="0">
                <a:solidFill>
                  <a:schemeClr val="tx2"/>
                </a:solidFill>
              </a:rPr>
              <a:t> </a:t>
            </a:r>
            <a:r>
              <a:rPr lang="en-US" altLang="en-US" sz="2400" dirty="0" err="1">
                <a:solidFill>
                  <a:schemeClr val="tx2"/>
                </a:solidFill>
              </a:rPr>
              <a:t>lý</a:t>
            </a:r>
            <a:r>
              <a:rPr lang="en-US" altLang="en-US" sz="2400" dirty="0">
                <a:solidFill>
                  <a:schemeClr val="tx2"/>
                </a:solidFill>
              </a:rPr>
              <a:t> </a:t>
            </a:r>
            <a:r>
              <a:rPr lang="en-US" altLang="en-US" sz="2400" dirty="0" err="1">
                <a:solidFill>
                  <a:schemeClr val="tx2"/>
                </a:solidFill>
              </a:rPr>
              <a:t>hiện</a:t>
            </a:r>
            <a:r>
              <a:rPr lang="en-US" altLang="en-US" sz="2400" dirty="0">
                <a:solidFill>
                  <a:schemeClr val="tx2"/>
                </a:solidFill>
              </a:rPr>
              <a:t> </a:t>
            </a:r>
            <a:r>
              <a:rPr lang="en-US" altLang="en-US" sz="2400" dirty="0" err="1">
                <a:solidFill>
                  <a:schemeClr val="tx2"/>
                </a:solidFill>
              </a:rPr>
              <a:t>tại</a:t>
            </a:r>
            <a:r>
              <a:rPr lang="en-US" altLang="en-US" sz="2400" dirty="0">
                <a:solidFill>
                  <a:schemeClr val="tx2"/>
                </a:solidFill>
              </a:rPr>
              <a:t> </a:t>
            </a:r>
            <a:r>
              <a:rPr lang="en-US" altLang="en-US" sz="2400" dirty="0" err="1">
                <a:solidFill>
                  <a:schemeClr val="tx2"/>
                </a:solidFill>
              </a:rPr>
              <a:t>của</a:t>
            </a:r>
            <a:r>
              <a:rPr lang="en-US" altLang="en-US" sz="2400" dirty="0">
                <a:solidFill>
                  <a:schemeClr val="tx2"/>
                </a:solidFill>
              </a:rPr>
              <a:t> </a:t>
            </a:r>
            <a:r>
              <a:rPr lang="en-US" altLang="en-US" sz="2400" dirty="0" err="1">
                <a:solidFill>
                  <a:schemeClr val="tx2"/>
                </a:solidFill>
              </a:rPr>
              <a:t>cpu</a:t>
            </a:r>
            <a:r>
              <a:rPr lang="en-US" altLang="en-US" sz="2400" dirty="0">
                <a:solidFill>
                  <a:schemeClr val="tx2"/>
                </a:solidFill>
              </a:rPr>
              <a:t> (CPU Utilization). </a:t>
            </a:r>
          </a:p>
          <a:p>
            <a:pPr lvl="1" algn="just" eaLnBrk="1" hangingPunct="1">
              <a:lnSpc>
                <a:spcPct val="130000"/>
              </a:lnSpc>
              <a:spcBef>
                <a:spcPct val="50000"/>
              </a:spcBef>
              <a:buClr>
                <a:srgbClr val="E16D25"/>
              </a:buClr>
              <a:buFont typeface="Wingdings" panose="05000000000000000000" pitchFamily="2" charset="2"/>
              <a:buChar char="Ø"/>
            </a:pPr>
            <a:r>
              <a:rPr lang="en-US" altLang="en-US" sz="2400" dirty="0">
                <a:solidFill>
                  <a:schemeClr val="tx2"/>
                </a:solidFill>
              </a:rPr>
              <a:t> Delay: </a:t>
            </a:r>
            <a:r>
              <a:rPr lang="en-US" altLang="en-US" sz="2400" dirty="0" err="1">
                <a:solidFill>
                  <a:schemeClr val="tx2"/>
                </a:solidFill>
              </a:rPr>
              <a:t>để</a:t>
            </a:r>
            <a:r>
              <a:rPr lang="en-US" altLang="en-US" sz="2400" dirty="0">
                <a:solidFill>
                  <a:schemeClr val="tx2"/>
                </a:solidFill>
              </a:rPr>
              <a:t> </a:t>
            </a:r>
            <a:r>
              <a:rPr lang="en-US" altLang="en-US" sz="2400" dirty="0" err="1">
                <a:solidFill>
                  <a:schemeClr val="tx2"/>
                </a:solidFill>
              </a:rPr>
              <a:t>đo</a:t>
            </a:r>
            <a:r>
              <a:rPr lang="en-US" altLang="en-US" sz="2400" dirty="0">
                <a:solidFill>
                  <a:schemeClr val="tx2"/>
                </a:solidFill>
              </a:rPr>
              <a:t> </a:t>
            </a:r>
            <a:r>
              <a:rPr lang="en-US" altLang="en-US" sz="2400" dirty="0" err="1">
                <a:solidFill>
                  <a:schemeClr val="tx2"/>
                </a:solidFill>
              </a:rPr>
              <a:t>lường</a:t>
            </a:r>
            <a:r>
              <a:rPr lang="en-US" altLang="en-US" sz="2400" dirty="0">
                <a:solidFill>
                  <a:schemeClr val="tx2"/>
                </a:solidFill>
              </a:rPr>
              <a:t> </a:t>
            </a:r>
            <a:r>
              <a:rPr lang="en-US" altLang="en-US" sz="2400" dirty="0" err="1">
                <a:solidFill>
                  <a:schemeClr val="tx2"/>
                </a:solidFill>
              </a:rPr>
              <a:t>một</a:t>
            </a:r>
            <a:r>
              <a:rPr lang="en-US" altLang="en-US" sz="2400" dirty="0">
                <a:solidFill>
                  <a:schemeClr val="tx2"/>
                </a:solidFill>
              </a:rPr>
              <a:t> </a:t>
            </a:r>
            <a:r>
              <a:rPr lang="en-US" altLang="en-US" sz="2400" dirty="0" err="1">
                <a:solidFill>
                  <a:schemeClr val="tx2"/>
                </a:solidFill>
              </a:rPr>
              <a:t>số</a:t>
            </a:r>
            <a:r>
              <a:rPr lang="en-US" altLang="en-US" sz="2400" dirty="0">
                <a:solidFill>
                  <a:schemeClr val="tx2"/>
                </a:solidFill>
              </a:rPr>
              <a:t> </a:t>
            </a:r>
            <a:r>
              <a:rPr lang="en-US" altLang="en-US" sz="2400" dirty="0" err="1">
                <a:solidFill>
                  <a:schemeClr val="tx2"/>
                </a:solidFill>
              </a:rPr>
              <a:t>tác</a:t>
            </a:r>
            <a:r>
              <a:rPr lang="en-US" altLang="en-US" sz="2400" dirty="0">
                <a:solidFill>
                  <a:schemeClr val="tx2"/>
                </a:solidFill>
              </a:rPr>
              <a:t> </a:t>
            </a:r>
            <a:r>
              <a:rPr lang="en-US" altLang="en-US" sz="2400" dirty="0" err="1">
                <a:solidFill>
                  <a:schemeClr val="tx2"/>
                </a:solidFill>
              </a:rPr>
              <a:t>động</a:t>
            </a:r>
            <a:r>
              <a:rPr lang="en-US" altLang="en-US" sz="2400" dirty="0">
                <a:solidFill>
                  <a:schemeClr val="tx2"/>
                </a:solidFill>
              </a:rPr>
              <a:t> </a:t>
            </a:r>
            <a:r>
              <a:rPr lang="en-US" altLang="en-US" sz="2400" dirty="0" err="1">
                <a:solidFill>
                  <a:schemeClr val="tx2"/>
                </a:solidFill>
              </a:rPr>
              <a:t>của</a:t>
            </a:r>
            <a:r>
              <a:rPr lang="en-US" altLang="en-US" sz="2400" dirty="0">
                <a:solidFill>
                  <a:schemeClr val="tx2"/>
                </a:solidFill>
              </a:rPr>
              <a:t> </a:t>
            </a:r>
            <a:r>
              <a:rPr lang="en-US" altLang="en-US" sz="2400" dirty="0" err="1">
                <a:solidFill>
                  <a:schemeClr val="tx2"/>
                </a:solidFill>
              </a:rPr>
              <a:t>một</a:t>
            </a:r>
            <a:r>
              <a:rPr lang="en-US" altLang="en-US" sz="2400" dirty="0">
                <a:solidFill>
                  <a:schemeClr val="tx2"/>
                </a:solidFill>
              </a:rPr>
              <a:t> </a:t>
            </a:r>
            <a:r>
              <a:rPr lang="en-US" altLang="en-US" sz="2400" dirty="0" err="1">
                <a:solidFill>
                  <a:schemeClr val="tx2"/>
                </a:solidFill>
              </a:rPr>
              <a:t>số</a:t>
            </a:r>
            <a:r>
              <a:rPr lang="en-US" altLang="en-US" sz="2400" dirty="0">
                <a:solidFill>
                  <a:schemeClr val="tx2"/>
                </a:solidFill>
              </a:rPr>
              <a:t> </a:t>
            </a:r>
            <a:r>
              <a:rPr lang="en-US" altLang="en-US" sz="2400" dirty="0" err="1">
                <a:solidFill>
                  <a:schemeClr val="tx2"/>
                </a:solidFill>
              </a:rPr>
              <a:t>đại</a:t>
            </a:r>
            <a:r>
              <a:rPr lang="en-US" altLang="en-US" sz="2400" dirty="0">
                <a:solidFill>
                  <a:schemeClr val="tx2"/>
                </a:solidFill>
              </a:rPr>
              <a:t> </a:t>
            </a:r>
            <a:r>
              <a:rPr lang="en-US" altLang="en-US" sz="2400" dirty="0" err="1">
                <a:solidFill>
                  <a:schemeClr val="tx2"/>
                </a:solidFill>
              </a:rPr>
              <a:t>lượng</a:t>
            </a:r>
            <a:r>
              <a:rPr lang="en-US" altLang="en-US" sz="2400" dirty="0">
                <a:solidFill>
                  <a:schemeClr val="tx2"/>
                </a:solidFill>
              </a:rPr>
              <a:t> </a:t>
            </a:r>
            <a:r>
              <a:rPr lang="en-US" altLang="en-US" sz="2400" dirty="0" err="1">
                <a:solidFill>
                  <a:schemeClr val="tx2"/>
                </a:solidFill>
              </a:rPr>
              <a:t>trên</a:t>
            </a:r>
            <a:r>
              <a:rPr lang="en-US" altLang="en-US" sz="2400" dirty="0">
                <a:solidFill>
                  <a:schemeClr val="tx2"/>
                </a:solidFill>
              </a:rPr>
              <a:t> </a:t>
            </a:r>
            <a:r>
              <a:rPr lang="en-US" altLang="en-US" sz="2400" dirty="0" err="1">
                <a:solidFill>
                  <a:schemeClr val="tx2"/>
                </a:solidFill>
              </a:rPr>
              <a:t>đường</a:t>
            </a:r>
            <a:r>
              <a:rPr lang="en-US" altLang="en-US" sz="2400" dirty="0">
                <a:solidFill>
                  <a:schemeClr val="tx2"/>
                </a:solidFill>
              </a:rPr>
              <a:t> </a:t>
            </a:r>
            <a:r>
              <a:rPr lang="en-US" altLang="en-US" sz="2400" dirty="0" err="1">
                <a:solidFill>
                  <a:schemeClr val="tx2"/>
                </a:solidFill>
              </a:rPr>
              <a:t>truyền</a:t>
            </a:r>
            <a:r>
              <a:rPr lang="en-US" altLang="en-US" sz="2400" dirty="0">
                <a:solidFill>
                  <a:schemeClr val="tx2"/>
                </a:solidFill>
              </a:rPr>
              <a:t> </a:t>
            </a:r>
            <a:r>
              <a:rPr lang="en-US" altLang="en-US" sz="2400" dirty="0" err="1">
                <a:solidFill>
                  <a:schemeClr val="tx2"/>
                </a:solidFill>
              </a:rPr>
              <a:t>như</a:t>
            </a:r>
            <a:r>
              <a:rPr lang="en-US" altLang="en-US" sz="2400" dirty="0">
                <a:solidFill>
                  <a:schemeClr val="tx2"/>
                </a:solidFill>
              </a:rPr>
              <a:t> </a:t>
            </a:r>
            <a:r>
              <a:rPr lang="en-US" altLang="en-US" sz="2400" dirty="0" err="1">
                <a:solidFill>
                  <a:schemeClr val="tx2"/>
                </a:solidFill>
              </a:rPr>
              <a:t>băng</a:t>
            </a:r>
            <a:r>
              <a:rPr lang="en-US" altLang="en-US" sz="2400" dirty="0">
                <a:solidFill>
                  <a:schemeClr val="tx2"/>
                </a:solidFill>
              </a:rPr>
              <a:t> </a:t>
            </a:r>
            <a:r>
              <a:rPr lang="en-US" altLang="en-US" sz="2400" dirty="0" err="1">
                <a:solidFill>
                  <a:schemeClr val="tx2"/>
                </a:solidFill>
              </a:rPr>
              <a:t>thông</a:t>
            </a:r>
            <a:r>
              <a:rPr lang="en-US" altLang="en-US" sz="2400" dirty="0">
                <a:solidFill>
                  <a:schemeClr val="tx2"/>
                </a:solidFill>
              </a:rPr>
              <a:t> (bandwidth), </a:t>
            </a:r>
            <a:r>
              <a:rPr lang="en-US" altLang="en-US" sz="2400" dirty="0" err="1">
                <a:solidFill>
                  <a:schemeClr val="tx2"/>
                </a:solidFill>
              </a:rPr>
              <a:t>tắc</a:t>
            </a:r>
            <a:r>
              <a:rPr lang="en-US" altLang="en-US" sz="2400" dirty="0">
                <a:solidFill>
                  <a:schemeClr val="tx2"/>
                </a:solidFill>
              </a:rPr>
              <a:t> </a:t>
            </a:r>
            <a:r>
              <a:rPr lang="en-US" altLang="en-US" sz="2400" dirty="0" err="1">
                <a:solidFill>
                  <a:schemeClr val="tx2"/>
                </a:solidFill>
              </a:rPr>
              <a:t>nghẽn</a:t>
            </a:r>
            <a:r>
              <a:rPr lang="en-US" altLang="en-US" sz="2400" dirty="0">
                <a:solidFill>
                  <a:schemeClr val="tx2"/>
                </a:solidFill>
              </a:rPr>
              <a:t> </a:t>
            </a:r>
            <a:r>
              <a:rPr lang="en-US" altLang="en-US" sz="2400" dirty="0" err="1">
                <a:solidFill>
                  <a:schemeClr val="tx2"/>
                </a:solidFill>
              </a:rPr>
              <a:t>đường</a:t>
            </a:r>
            <a:r>
              <a:rPr lang="en-US" altLang="en-US" sz="2400" dirty="0">
                <a:solidFill>
                  <a:schemeClr val="tx2"/>
                </a:solidFill>
              </a:rPr>
              <a:t> </a:t>
            </a:r>
            <a:r>
              <a:rPr lang="en-US" altLang="en-US" sz="2400" dirty="0" err="1">
                <a:solidFill>
                  <a:schemeClr val="tx2"/>
                </a:solidFill>
              </a:rPr>
              <a:t>truyền</a:t>
            </a:r>
            <a:r>
              <a:rPr lang="en-US" altLang="en-US" sz="2400" dirty="0">
                <a:solidFill>
                  <a:schemeClr val="tx2"/>
                </a:solidFill>
              </a:rPr>
              <a:t> (</a:t>
            </a:r>
            <a:r>
              <a:rPr lang="en-US" altLang="en-US" sz="2400" dirty="0" err="1">
                <a:solidFill>
                  <a:schemeClr val="tx2"/>
                </a:solidFill>
              </a:rPr>
              <a:t>conguestion</a:t>
            </a:r>
            <a:r>
              <a:rPr lang="en-US" altLang="en-US" sz="2400" dirty="0">
                <a:solidFill>
                  <a:schemeClr val="tx2"/>
                </a:solidFill>
              </a:rPr>
              <a:t>), </a:t>
            </a:r>
            <a:r>
              <a:rPr lang="en-US" altLang="en-US" sz="2400" dirty="0" err="1">
                <a:solidFill>
                  <a:schemeClr val="tx2"/>
                </a:solidFill>
              </a:rPr>
              <a:t>khoảng</a:t>
            </a:r>
            <a:r>
              <a:rPr lang="en-US" altLang="en-US" sz="2400" dirty="0">
                <a:solidFill>
                  <a:schemeClr val="tx2"/>
                </a:solidFill>
              </a:rPr>
              <a:t> </a:t>
            </a:r>
            <a:r>
              <a:rPr lang="en-US" altLang="en-US" sz="2400" dirty="0" err="1">
                <a:solidFill>
                  <a:schemeClr val="tx2"/>
                </a:solidFill>
              </a:rPr>
              <a:t>cách</a:t>
            </a:r>
            <a:r>
              <a:rPr lang="en-US" altLang="en-US" sz="2400" dirty="0">
                <a:solidFill>
                  <a:schemeClr val="tx2"/>
                </a:solidFill>
              </a:rPr>
              <a:t> </a:t>
            </a:r>
            <a:r>
              <a:rPr lang="en-US" altLang="en-US" sz="2400" dirty="0" err="1">
                <a:solidFill>
                  <a:schemeClr val="tx2"/>
                </a:solidFill>
              </a:rPr>
              <a:t>đường</a:t>
            </a:r>
            <a:r>
              <a:rPr lang="en-US" altLang="en-US" sz="2400" dirty="0">
                <a:solidFill>
                  <a:schemeClr val="tx2"/>
                </a:solidFill>
              </a:rPr>
              <a:t> </a:t>
            </a:r>
            <a:r>
              <a:rPr lang="en-US" altLang="en-US" sz="2400" dirty="0" err="1">
                <a:solidFill>
                  <a:schemeClr val="tx2"/>
                </a:solidFill>
              </a:rPr>
              <a:t>truyền</a:t>
            </a:r>
            <a:r>
              <a:rPr lang="en-US" altLang="en-US" sz="2400" dirty="0">
                <a:solidFill>
                  <a:schemeClr val="tx2"/>
                </a:solidFill>
              </a:rPr>
              <a:t> (distance), </a:t>
            </a:r>
            <a:r>
              <a:rPr lang="en-US" altLang="en-US" sz="2400" dirty="0" err="1">
                <a:solidFill>
                  <a:schemeClr val="tx2"/>
                </a:solidFill>
              </a:rPr>
              <a:t>số</a:t>
            </a:r>
            <a:r>
              <a:rPr lang="en-US" altLang="en-US" sz="2400" dirty="0">
                <a:solidFill>
                  <a:schemeClr val="tx2"/>
                </a:solidFill>
              </a:rPr>
              <a:t> </a:t>
            </a:r>
            <a:r>
              <a:rPr lang="en-US" altLang="en-US" sz="2400" dirty="0" err="1">
                <a:solidFill>
                  <a:schemeClr val="tx2"/>
                </a:solidFill>
              </a:rPr>
              <a:t>lượng</a:t>
            </a:r>
            <a:r>
              <a:rPr lang="en-US" altLang="en-US" sz="2400" dirty="0">
                <a:solidFill>
                  <a:schemeClr val="tx2"/>
                </a:solidFill>
              </a:rPr>
              <a:t> traffic </a:t>
            </a:r>
            <a:r>
              <a:rPr lang="en-US" altLang="en-US" sz="2400" dirty="0" err="1">
                <a:solidFill>
                  <a:schemeClr val="tx2"/>
                </a:solidFill>
              </a:rPr>
              <a:t>trên</a:t>
            </a:r>
            <a:r>
              <a:rPr lang="en-US" altLang="en-US" sz="2400" dirty="0">
                <a:solidFill>
                  <a:schemeClr val="tx2"/>
                </a:solidFill>
              </a:rPr>
              <a:t> </a:t>
            </a:r>
            <a:r>
              <a:rPr lang="en-US" altLang="en-US" sz="2400" dirty="0" err="1">
                <a:solidFill>
                  <a:schemeClr val="tx2"/>
                </a:solidFill>
              </a:rPr>
              <a:t>đường</a:t>
            </a:r>
            <a:r>
              <a:rPr lang="en-US" altLang="en-US" sz="2400" dirty="0">
                <a:solidFill>
                  <a:schemeClr val="tx2"/>
                </a:solidFill>
              </a:rPr>
              <a:t> </a:t>
            </a:r>
            <a:r>
              <a:rPr lang="en-US" altLang="en-US" sz="2400" dirty="0" err="1">
                <a:solidFill>
                  <a:schemeClr val="tx2"/>
                </a:solidFill>
              </a:rPr>
              <a:t>truyền</a:t>
            </a:r>
            <a:r>
              <a:rPr lang="en-US" altLang="en-US" sz="2400" dirty="0">
                <a:solidFill>
                  <a:schemeClr val="tx2"/>
                </a:solidFill>
              </a:rPr>
              <a:t> </a:t>
            </a:r>
            <a:r>
              <a:rPr lang="en-US" altLang="en-US" sz="2400" dirty="0" err="1">
                <a:solidFill>
                  <a:schemeClr val="tx2"/>
                </a:solidFill>
              </a:rPr>
              <a:t>quá</a:t>
            </a:r>
            <a:r>
              <a:rPr lang="en-US" altLang="en-US" sz="2400" dirty="0">
                <a:solidFill>
                  <a:schemeClr val="tx2"/>
                </a:solidFill>
              </a:rPr>
              <a:t> </a:t>
            </a:r>
            <a:r>
              <a:rPr lang="en-US" altLang="en-US" sz="2400" dirty="0" err="1">
                <a:solidFill>
                  <a:schemeClr val="tx2"/>
                </a:solidFill>
              </a:rPr>
              <a:t>nhiều</a:t>
            </a:r>
            <a:r>
              <a:rPr lang="en-US" altLang="en-US" sz="2400" dirty="0">
                <a:solidFill>
                  <a:schemeClr val="tx2"/>
                </a:solidFill>
              </a:rPr>
              <a:t> </a:t>
            </a:r>
            <a:r>
              <a:rPr lang="en-US" altLang="en-US" sz="2400" dirty="0" err="1">
                <a:solidFill>
                  <a:schemeClr val="tx2"/>
                </a:solidFill>
              </a:rPr>
              <a:t>sẽ</a:t>
            </a:r>
            <a:r>
              <a:rPr lang="en-US" altLang="en-US" sz="2400" dirty="0">
                <a:solidFill>
                  <a:schemeClr val="tx2"/>
                </a:solidFill>
              </a:rPr>
              <a:t> </a:t>
            </a:r>
            <a:r>
              <a:rPr lang="en-US" altLang="en-US" sz="2400" dirty="0" err="1">
                <a:solidFill>
                  <a:schemeClr val="tx2"/>
                </a:solidFill>
              </a:rPr>
              <a:t>làm</a:t>
            </a:r>
            <a:r>
              <a:rPr lang="en-US" altLang="en-US" sz="2400" dirty="0">
                <a:solidFill>
                  <a:schemeClr val="tx2"/>
                </a:solidFill>
              </a:rPr>
              <a:t> </a:t>
            </a:r>
            <a:r>
              <a:rPr lang="en-US" altLang="en-US" sz="2400" dirty="0" err="1">
                <a:solidFill>
                  <a:schemeClr val="tx2"/>
                </a:solidFill>
              </a:rPr>
              <a:t>giảm</a:t>
            </a:r>
            <a:r>
              <a:rPr lang="en-US" altLang="en-US" sz="2400" dirty="0">
                <a:solidFill>
                  <a:schemeClr val="tx2"/>
                </a:solidFill>
              </a:rPr>
              <a:t> </a:t>
            </a:r>
            <a:r>
              <a:rPr lang="en-US" altLang="en-US" sz="2400" dirty="0" err="1">
                <a:solidFill>
                  <a:schemeClr val="tx2"/>
                </a:solidFill>
              </a:rPr>
              <a:t>băng</a:t>
            </a:r>
            <a:r>
              <a:rPr lang="en-US" altLang="en-US" sz="2400" dirty="0">
                <a:solidFill>
                  <a:schemeClr val="tx2"/>
                </a:solidFill>
              </a:rPr>
              <a:t> </a:t>
            </a:r>
            <a:r>
              <a:rPr lang="en-US" altLang="en-US" sz="2400" dirty="0" err="1">
                <a:solidFill>
                  <a:schemeClr val="tx2"/>
                </a:solidFill>
              </a:rPr>
              <a:t>thông</a:t>
            </a:r>
            <a:r>
              <a:rPr lang="en-US" altLang="en-US" sz="2400" dirty="0">
                <a:solidFill>
                  <a:schemeClr val="tx2"/>
                </a:solidFill>
              </a:rPr>
              <a:t> </a:t>
            </a:r>
            <a:r>
              <a:rPr lang="en-US" altLang="en-US" sz="2400" dirty="0" err="1">
                <a:solidFill>
                  <a:schemeClr val="tx2"/>
                </a:solidFill>
              </a:rPr>
              <a:t>có</a:t>
            </a:r>
            <a:r>
              <a:rPr lang="en-US" altLang="en-US" sz="2400" dirty="0">
                <a:solidFill>
                  <a:schemeClr val="tx2"/>
                </a:solidFill>
              </a:rPr>
              <a:t> </a:t>
            </a:r>
            <a:r>
              <a:rPr lang="en-US" altLang="en-US" sz="2400" dirty="0" err="1">
                <a:solidFill>
                  <a:schemeClr val="tx2"/>
                </a:solidFill>
              </a:rPr>
              <a:t>sẵn</a:t>
            </a:r>
            <a:r>
              <a:rPr lang="en-US" altLang="en-US" sz="2400" dirty="0">
                <a:solidFill>
                  <a:schemeClr val="tx2"/>
                </a:solidFill>
              </a:rPr>
              <a:t> </a:t>
            </a:r>
            <a:r>
              <a:rPr lang="en-US" altLang="en-US" sz="2400" dirty="0" err="1">
                <a:solidFill>
                  <a:schemeClr val="tx2"/>
                </a:solidFill>
              </a:rPr>
              <a:t>cho</a:t>
            </a:r>
            <a:r>
              <a:rPr lang="en-US" altLang="en-US" sz="2400" dirty="0">
                <a:solidFill>
                  <a:schemeClr val="tx2"/>
                </a:solidFill>
              </a:rPr>
              <a:t> </a:t>
            </a:r>
            <a:r>
              <a:rPr lang="en-US" altLang="en-US" sz="2400" dirty="0" err="1">
                <a:solidFill>
                  <a:schemeClr val="tx2"/>
                </a:solidFill>
              </a:rPr>
              <a:t>đường</a:t>
            </a:r>
            <a:r>
              <a:rPr lang="en-US" altLang="en-US" sz="2400" dirty="0">
                <a:solidFill>
                  <a:schemeClr val="tx2"/>
                </a:solidFill>
              </a:rPr>
              <a:t> </a:t>
            </a:r>
            <a:r>
              <a:rPr lang="en-US" altLang="en-US" sz="2400" dirty="0" err="1">
                <a:solidFill>
                  <a:schemeClr val="tx2"/>
                </a:solidFill>
              </a:rPr>
              <a:t>truyền</a:t>
            </a:r>
            <a:r>
              <a:rPr lang="en-US" altLang="en-US" sz="2400" dirty="0">
                <a:solidFill>
                  <a:schemeClr val="tx2"/>
                </a:solidFill>
              </a:rPr>
              <a:t>.</a:t>
            </a:r>
          </a:p>
        </p:txBody>
      </p:sp>
      <p:sp>
        <p:nvSpPr>
          <p:cNvPr id="9" name="Title 1">
            <a:extLst>
              <a:ext uri="{FF2B5EF4-FFF2-40B4-BE49-F238E27FC236}">
                <a16:creationId xmlns:a16="http://schemas.microsoft.com/office/drawing/2014/main" id="{6A9DA97A-1FB5-4D77-A8FB-40C0E95E36B0}"/>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 CẤU HÌNH ĐỊNH TUYẾN ĐỘNG</a:t>
            </a:r>
            <a:endParaRPr lang="vi-VN" dirty="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CA147ACE-EEEA-48EF-88CC-50969543EFC2}"/>
              </a:ext>
            </a:extLst>
          </p:cNvPr>
          <p:cNvSpPr>
            <a:spLocks noGrp="1" noChangeArrowheads="1"/>
          </p:cNvSpPr>
          <p:nvPr>
            <p:ph type="body" idx="1"/>
          </p:nvPr>
        </p:nvSpPr>
        <p:spPr>
          <a:xfrm>
            <a:off x="419100" y="1168399"/>
            <a:ext cx="8267700" cy="457200"/>
          </a:xfrm>
          <a:noFill/>
        </p:spPr>
        <p:txBody>
          <a:bodyPr/>
          <a:lstStyle/>
          <a:p>
            <a:pPr eaLnBrk="1" hangingPunct="1">
              <a:buFont typeface="Wingdings" panose="05000000000000000000" pitchFamily="2" charset="2"/>
              <a:buNone/>
            </a:pPr>
            <a:r>
              <a:rPr lang="en-US" altLang="en-US" b="1" dirty="0">
                <a:solidFill>
                  <a:schemeClr val="tx2"/>
                </a:solidFill>
              </a:rPr>
              <a:t>Metric </a:t>
            </a:r>
            <a:r>
              <a:rPr lang="en-US" altLang="en-US" b="1" dirty="0" err="1">
                <a:solidFill>
                  <a:schemeClr val="tx2"/>
                </a:solidFill>
              </a:rPr>
              <a:t>và</a:t>
            </a:r>
            <a:r>
              <a:rPr lang="en-US" altLang="en-US" b="1" dirty="0">
                <a:solidFill>
                  <a:schemeClr val="tx2"/>
                </a:solidFill>
              </a:rPr>
              <a:t> Administrative Distance (AD)</a:t>
            </a:r>
            <a:r>
              <a:rPr lang="en-US" altLang="en-US" dirty="0">
                <a:solidFill>
                  <a:schemeClr val="tx2"/>
                </a:solidFill>
              </a:rPr>
              <a:t> </a:t>
            </a:r>
            <a:endParaRPr lang="en-US" altLang="en-US" b="1" dirty="0">
              <a:solidFill>
                <a:schemeClr val="tx2"/>
              </a:solidFill>
            </a:endParaRPr>
          </a:p>
        </p:txBody>
      </p:sp>
      <p:sp>
        <p:nvSpPr>
          <p:cNvPr id="28676" name="Rectangle 7">
            <a:extLst>
              <a:ext uri="{FF2B5EF4-FFF2-40B4-BE49-F238E27FC236}">
                <a16:creationId xmlns:a16="http://schemas.microsoft.com/office/drawing/2014/main" id="{C2EB0CB3-FA52-4714-A5BD-A95CF4FDD9BA}"/>
              </a:ext>
            </a:extLst>
          </p:cNvPr>
          <p:cNvSpPr>
            <a:spLocks noChangeArrowheads="1"/>
          </p:cNvSpPr>
          <p:nvPr/>
        </p:nvSpPr>
        <p:spPr bwMode="auto">
          <a:xfrm>
            <a:off x="419100" y="1636702"/>
            <a:ext cx="1433406"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pPr>
            <a:r>
              <a:rPr lang="en-US" altLang="en-US" sz="2500">
                <a:solidFill>
                  <a:schemeClr val="tx2"/>
                </a:solidFill>
              </a:rPr>
              <a:t>Metric </a:t>
            </a:r>
          </a:p>
        </p:txBody>
      </p:sp>
      <p:sp>
        <p:nvSpPr>
          <p:cNvPr id="28677" name="Rectangle 8">
            <a:extLst>
              <a:ext uri="{FF2B5EF4-FFF2-40B4-BE49-F238E27FC236}">
                <a16:creationId xmlns:a16="http://schemas.microsoft.com/office/drawing/2014/main" id="{B0B8BD3D-7670-466B-8EEF-D975BD8626F0}"/>
              </a:ext>
            </a:extLst>
          </p:cNvPr>
          <p:cNvSpPr>
            <a:spLocks noChangeArrowheads="1"/>
          </p:cNvSpPr>
          <p:nvPr/>
        </p:nvSpPr>
        <p:spPr bwMode="auto">
          <a:xfrm>
            <a:off x="419100" y="2195886"/>
            <a:ext cx="11601450" cy="4068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1" algn="just" eaLnBrk="1" hangingPunct="1">
              <a:lnSpc>
                <a:spcPct val="130000"/>
              </a:lnSpc>
              <a:spcBef>
                <a:spcPct val="50000"/>
              </a:spcBef>
              <a:buClr>
                <a:srgbClr val="E16D25"/>
              </a:buClr>
              <a:buFont typeface="Wingdings" panose="05000000000000000000" pitchFamily="2" charset="2"/>
              <a:buChar char="Ø"/>
            </a:pPr>
            <a:r>
              <a:rPr lang="en-US" altLang="en-US" sz="2400">
                <a:solidFill>
                  <a:schemeClr val="tx2"/>
                </a:solidFill>
              </a:rPr>
              <a:t> Bandwidth: được xác định bằng tổng lượng thông tin có thể truyền dẫn trên đường truyền tại một thời điểm. Băng thông là một số xác định, bị giới hạn bởi phương tiện truyền dẫn, kỹ thuật truyền dẫn và thiết bị mạng được sử dụng. Băng thông là một trong những thông số dùng để phân tích độ hiệu quả của đường mạng.</a:t>
            </a:r>
          </a:p>
          <a:p>
            <a:pPr lvl="1" algn="just" eaLnBrk="1" hangingPunct="1">
              <a:lnSpc>
                <a:spcPct val="130000"/>
              </a:lnSpc>
              <a:spcBef>
                <a:spcPct val="50000"/>
              </a:spcBef>
              <a:buClr>
                <a:srgbClr val="E16D25"/>
              </a:buClr>
              <a:buFont typeface="Wingdings" panose="05000000000000000000" pitchFamily="2" charset="2"/>
              <a:buChar char="Ø"/>
            </a:pPr>
            <a:r>
              <a:rPr lang="en-US" altLang="en-US" sz="2400">
                <a:solidFill>
                  <a:schemeClr val="tx2"/>
                </a:solidFill>
              </a:rPr>
              <a:t>Maximum Tranmission Unit (MTU): là chiều dài tối đa của thông điệp (tính bằng byte) mà nó có thể truyền trên đường truyền. Mỗi môi trường truyền dẫn có MTU khác nhau. Ví dụ MTU cho ethernet là 1500</a:t>
            </a:r>
          </a:p>
        </p:txBody>
      </p:sp>
      <p:sp>
        <p:nvSpPr>
          <p:cNvPr id="9" name="Title 1">
            <a:extLst>
              <a:ext uri="{FF2B5EF4-FFF2-40B4-BE49-F238E27FC236}">
                <a16:creationId xmlns:a16="http://schemas.microsoft.com/office/drawing/2014/main" id="{D9CABAC2-D12E-48B6-8A7A-DCB861B00AA4}"/>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 CẤU HÌNH ĐỊNH TUYẾN ĐỘNG</a:t>
            </a:r>
            <a:endParaRPr lang="vi-VN" dirty="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6AC7099B-E0F7-4CAE-B9D1-400645C78615}"/>
              </a:ext>
            </a:extLst>
          </p:cNvPr>
          <p:cNvSpPr>
            <a:spLocks noGrp="1" noChangeArrowheads="1"/>
          </p:cNvSpPr>
          <p:nvPr>
            <p:ph type="body" idx="1"/>
          </p:nvPr>
        </p:nvSpPr>
        <p:spPr>
          <a:xfrm>
            <a:off x="904461" y="1233475"/>
            <a:ext cx="8267700" cy="457200"/>
          </a:xfrm>
          <a:noFill/>
        </p:spPr>
        <p:txBody>
          <a:bodyPr/>
          <a:lstStyle/>
          <a:p>
            <a:pPr eaLnBrk="1" hangingPunct="1">
              <a:buFont typeface="Wingdings" panose="05000000000000000000" pitchFamily="2" charset="2"/>
              <a:buNone/>
            </a:pPr>
            <a:r>
              <a:rPr lang="en-US" altLang="en-US" b="1" dirty="0">
                <a:solidFill>
                  <a:schemeClr val="tx2"/>
                </a:solidFill>
              </a:rPr>
              <a:t>Metric </a:t>
            </a:r>
            <a:r>
              <a:rPr lang="en-US" altLang="en-US" b="1" dirty="0" err="1">
                <a:solidFill>
                  <a:schemeClr val="tx2"/>
                </a:solidFill>
              </a:rPr>
              <a:t>và</a:t>
            </a:r>
            <a:r>
              <a:rPr lang="en-US" altLang="en-US" b="1" dirty="0">
                <a:solidFill>
                  <a:schemeClr val="tx2"/>
                </a:solidFill>
              </a:rPr>
              <a:t> Administrative Distance (AD)</a:t>
            </a:r>
            <a:r>
              <a:rPr lang="en-US" altLang="en-US" dirty="0">
                <a:solidFill>
                  <a:schemeClr val="tx2"/>
                </a:solidFill>
              </a:rPr>
              <a:t> </a:t>
            </a:r>
            <a:endParaRPr lang="en-US" altLang="en-US" b="1" dirty="0">
              <a:solidFill>
                <a:schemeClr val="tx2"/>
              </a:solidFill>
            </a:endParaRPr>
          </a:p>
        </p:txBody>
      </p:sp>
      <p:sp>
        <p:nvSpPr>
          <p:cNvPr id="29700" name="Rectangle 7">
            <a:extLst>
              <a:ext uri="{FF2B5EF4-FFF2-40B4-BE49-F238E27FC236}">
                <a16:creationId xmlns:a16="http://schemas.microsoft.com/office/drawing/2014/main" id="{04EE3778-130D-49BE-B969-C980AB0AFA3F}"/>
              </a:ext>
            </a:extLst>
          </p:cNvPr>
          <p:cNvSpPr>
            <a:spLocks noChangeArrowheads="1"/>
          </p:cNvSpPr>
          <p:nvPr/>
        </p:nvSpPr>
        <p:spPr bwMode="auto">
          <a:xfrm>
            <a:off x="904461" y="1769662"/>
            <a:ext cx="1433406"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pPr>
            <a:r>
              <a:rPr lang="en-US" altLang="en-US" sz="2500" dirty="0">
                <a:solidFill>
                  <a:schemeClr val="tx2"/>
                </a:solidFill>
              </a:rPr>
              <a:t>Metric </a:t>
            </a:r>
          </a:p>
        </p:txBody>
      </p:sp>
      <p:sp>
        <p:nvSpPr>
          <p:cNvPr id="29701" name="Rectangle 8">
            <a:extLst>
              <a:ext uri="{FF2B5EF4-FFF2-40B4-BE49-F238E27FC236}">
                <a16:creationId xmlns:a16="http://schemas.microsoft.com/office/drawing/2014/main" id="{91F4173D-4C9D-4E06-B8A6-4CF1D48CB9EA}"/>
              </a:ext>
            </a:extLst>
          </p:cNvPr>
          <p:cNvSpPr>
            <a:spLocks noChangeArrowheads="1"/>
          </p:cNvSpPr>
          <p:nvPr/>
        </p:nvSpPr>
        <p:spPr bwMode="auto">
          <a:xfrm>
            <a:off x="904461" y="2661543"/>
            <a:ext cx="11087514" cy="3347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50000"/>
              </a:spcBef>
              <a:buClr>
                <a:srgbClr val="E16D25"/>
              </a:buClr>
              <a:buFont typeface="Wingdings" panose="05000000000000000000" pitchFamily="2" charset="2"/>
              <a:buNone/>
            </a:pPr>
            <a:r>
              <a:rPr lang="en-US" altLang="en-US" dirty="0" err="1">
                <a:solidFill>
                  <a:schemeClr val="tx2"/>
                </a:solidFill>
              </a:rPr>
              <a:t>Mỗi</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cách</a:t>
            </a:r>
            <a:r>
              <a:rPr lang="en-US" altLang="en-US" dirty="0">
                <a:solidFill>
                  <a:schemeClr val="tx2"/>
                </a:solidFill>
              </a:rPr>
              <a:t> </a:t>
            </a:r>
            <a:r>
              <a:rPr lang="en-US" altLang="en-US" dirty="0" err="1">
                <a:solidFill>
                  <a:schemeClr val="tx2"/>
                </a:solidFill>
              </a:rPr>
              <a:t>tính</a:t>
            </a:r>
            <a:r>
              <a:rPr lang="en-US" altLang="en-US" dirty="0">
                <a:solidFill>
                  <a:schemeClr val="tx2"/>
                </a:solidFill>
              </a:rPr>
              <a:t> metric </a:t>
            </a:r>
            <a:r>
              <a:rPr lang="en-US" altLang="en-US" dirty="0" err="1">
                <a:solidFill>
                  <a:schemeClr val="tx2"/>
                </a:solidFill>
              </a:rPr>
              <a:t>khác</a:t>
            </a:r>
            <a:r>
              <a:rPr lang="en-US" altLang="en-US" dirty="0">
                <a:solidFill>
                  <a:schemeClr val="tx2"/>
                </a:solidFill>
              </a:rPr>
              <a:t> </a:t>
            </a:r>
            <a:r>
              <a:rPr lang="en-US" altLang="en-US" dirty="0" err="1">
                <a:solidFill>
                  <a:schemeClr val="tx2"/>
                </a:solidFill>
              </a:rPr>
              <a:t>nhau</a:t>
            </a:r>
            <a:r>
              <a:rPr lang="en-US" altLang="en-US" dirty="0">
                <a:solidFill>
                  <a:schemeClr val="tx2"/>
                </a:solidFill>
              </a:rPr>
              <a:t>. </a:t>
            </a:r>
            <a:r>
              <a:rPr lang="en-US" altLang="en-US" dirty="0" err="1">
                <a:solidFill>
                  <a:schemeClr val="tx2"/>
                </a:solidFill>
              </a:rPr>
              <a:t>Với</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RIP, metric </a:t>
            </a:r>
            <a:r>
              <a:rPr lang="en-US" altLang="en-US" dirty="0" err="1">
                <a:solidFill>
                  <a:schemeClr val="tx2"/>
                </a:solidFill>
              </a:rPr>
              <a:t>là</a:t>
            </a:r>
            <a:r>
              <a:rPr lang="en-US" altLang="en-US" dirty="0">
                <a:solidFill>
                  <a:schemeClr val="tx2"/>
                </a:solidFill>
              </a:rPr>
              <a:t> hop count, </a:t>
            </a:r>
            <a:r>
              <a:rPr lang="en-US" altLang="en-US" dirty="0" err="1">
                <a:solidFill>
                  <a:schemeClr val="tx2"/>
                </a:solidFill>
              </a:rPr>
              <a:t>số</a:t>
            </a:r>
            <a:r>
              <a:rPr lang="en-US" altLang="en-US" dirty="0">
                <a:solidFill>
                  <a:schemeClr val="tx2"/>
                </a:solidFill>
              </a:rPr>
              <a:t> hop count </a:t>
            </a:r>
            <a:r>
              <a:rPr lang="en-US" altLang="en-US" dirty="0" err="1">
                <a:solidFill>
                  <a:schemeClr val="tx2"/>
                </a:solidFill>
              </a:rPr>
              <a:t>càng</a:t>
            </a:r>
            <a:r>
              <a:rPr lang="en-US" altLang="en-US" dirty="0">
                <a:solidFill>
                  <a:schemeClr val="tx2"/>
                </a:solidFill>
              </a:rPr>
              <a:t> </a:t>
            </a:r>
            <a:r>
              <a:rPr lang="en-US" altLang="en-US" dirty="0" err="1">
                <a:solidFill>
                  <a:schemeClr val="tx2"/>
                </a:solidFill>
              </a:rPr>
              <a:t>ít</a:t>
            </a:r>
            <a:r>
              <a:rPr lang="en-US" altLang="en-US" dirty="0">
                <a:solidFill>
                  <a:schemeClr val="tx2"/>
                </a:solidFill>
              </a:rPr>
              <a:t> </a:t>
            </a:r>
            <a:r>
              <a:rPr lang="en-US" altLang="en-US" dirty="0" err="1">
                <a:solidFill>
                  <a:schemeClr val="tx2"/>
                </a:solidFill>
              </a:rPr>
              <a:t>càng</a:t>
            </a:r>
            <a:r>
              <a:rPr lang="en-US" altLang="en-US" dirty="0">
                <a:solidFill>
                  <a:schemeClr val="tx2"/>
                </a:solidFill>
              </a:rPr>
              <a:t> </a:t>
            </a:r>
            <a:r>
              <a:rPr lang="en-US" altLang="en-US" dirty="0" err="1">
                <a:solidFill>
                  <a:schemeClr val="tx2"/>
                </a:solidFill>
              </a:rPr>
              <a:t>tốt</a:t>
            </a:r>
            <a:r>
              <a:rPr lang="en-US" altLang="en-US" dirty="0">
                <a:solidFill>
                  <a:schemeClr val="tx2"/>
                </a:solidFill>
              </a:rPr>
              <a:t>. </a:t>
            </a:r>
            <a:r>
              <a:rPr lang="en-US" altLang="en-US" dirty="0" err="1">
                <a:solidFill>
                  <a:schemeClr val="tx2"/>
                </a:solidFill>
              </a:rPr>
              <a:t>Với</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 metric </a:t>
            </a:r>
            <a:r>
              <a:rPr lang="en-US" altLang="en-US" dirty="0" err="1">
                <a:solidFill>
                  <a:schemeClr val="tx2"/>
                </a:solidFill>
              </a:rPr>
              <a:t>là</a:t>
            </a:r>
            <a:r>
              <a:rPr lang="en-US" altLang="en-US" dirty="0">
                <a:solidFill>
                  <a:schemeClr val="tx2"/>
                </a:solidFill>
              </a:rPr>
              <a:t> cost. </a:t>
            </a:r>
            <a:r>
              <a:rPr lang="en-US" altLang="en-US" dirty="0" err="1">
                <a:solidFill>
                  <a:schemeClr val="tx2"/>
                </a:solidFill>
              </a:rPr>
              <a:t>Giá</a:t>
            </a:r>
            <a:r>
              <a:rPr lang="en-US" altLang="en-US" dirty="0">
                <a:solidFill>
                  <a:schemeClr val="tx2"/>
                </a:solidFill>
              </a:rPr>
              <a:t> </a:t>
            </a:r>
            <a:r>
              <a:rPr lang="en-US" altLang="en-US" dirty="0" err="1">
                <a:solidFill>
                  <a:schemeClr val="tx2"/>
                </a:solidFill>
              </a:rPr>
              <a:t>trị</a:t>
            </a:r>
            <a:r>
              <a:rPr lang="en-US" altLang="en-US" dirty="0">
                <a:solidFill>
                  <a:schemeClr val="tx2"/>
                </a:solidFill>
              </a:rPr>
              <a:t> cost </a:t>
            </a:r>
            <a:r>
              <a:rPr lang="en-US" altLang="en-US" dirty="0" err="1">
                <a:solidFill>
                  <a:schemeClr val="tx2"/>
                </a:solidFill>
              </a:rPr>
              <a:t>càng</a:t>
            </a:r>
            <a:r>
              <a:rPr lang="en-US" altLang="en-US" dirty="0">
                <a:solidFill>
                  <a:schemeClr val="tx2"/>
                </a:solidFill>
              </a:rPr>
              <a:t> </a:t>
            </a:r>
            <a:r>
              <a:rPr lang="en-US" altLang="en-US" dirty="0" err="1">
                <a:solidFill>
                  <a:schemeClr val="tx2"/>
                </a:solidFill>
              </a:rPr>
              <a:t>nhỏ</a:t>
            </a:r>
            <a:r>
              <a:rPr lang="en-US" altLang="en-US" dirty="0">
                <a:solidFill>
                  <a:schemeClr val="tx2"/>
                </a:solidFill>
              </a:rPr>
              <a:t> </a:t>
            </a:r>
            <a:r>
              <a:rPr lang="en-US" altLang="en-US" dirty="0" err="1">
                <a:solidFill>
                  <a:schemeClr val="tx2"/>
                </a:solidFill>
              </a:rPr>
              <a:t>càng</a:t>
            </a:r>
            <a:r>
              <a:rPr lang="en-US" altLang="en-US" dirty="0">
                <a:solidFill>
                  <a:schemeClr val="tx2"/>
                </a:solidFill>
              </a:rPr>
              <a:t> </a:t>
            </a:r>
            <a:r>
              <a:rPr lang="en-US" altLang="en-US" dirty="0" err="1">
                <a:solidFill>
                  <a:schemeClr val="tx2"/>
                </a:solidFill>
              </a:rPr>
              <a:t>tốt</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tính</a:t>
            </a:r>
            <a:r>
              <a:rPr lang="en-US" altLang="en-US" dirty="0">
                <a:solidFill>
                  <a:schemeClr val="tx2"/>
                </a:solidFill>
              </a:rPr>
              <a:t> </a:t>
            </a:r>
            <a:r>
              <a:rPr lang="en-US" altLang="en-US" dirty="0" err="1">
                <a:solidFill>
                  <a:schemeClr val="tx2"/>
                </a:solidFill>
              </a:rPr>
              <a:t>theo</a:t>
            </a:r>
            <a:r>
              <a:rPr lang="en-US" altLang="en-US" dirty="0">
                <a:solidFill>
                  <a:schemeClr val="tx2"/>
                </a:solidFill>
              </a:rPr>
              <a:t> </a:t>
            </a:r>
            <a:r>
              <a:rPr lang="en-US" altLang="en-US" dirty="0" err="1">
                <a:solidFill>
                  <a:schemeClr val="tx2"/>
                </a:solidFill>
              </a:rPr>
              <a:t>công</a:t>
            </a:r>
            <a:r>
              <a:rPr lang="en-US" altLang="en-US" dirty="0">
                <a:solidFill>
                  <a:schemeClr val="tx2"/>
                </a:solidFill>
              </a:rPr>
              <a:t> </a:t>
            </a:r>
            <a:r>
              <a:rPr lang="en-US" altLang="en-US" dirty="0" err="1">
                <a:solidFill>
                  <a:schemeClr val="tx2"/>
                </a:solidFill>
              </a:rPr>
              <a:t>thức</a:t>
            </a:r>
            <a:r>
              <a:rPr lang="en-US" altLang="en-US" dirty="0">
                <a:solidFill>
                  <a:schemeClr val="tx2"/>
                </a:solidFill>
              </a:rPr>
              <a:t>:</a:t>
            </a:r>
            <a:endParaRPr lang="en-US" altLang="en-US" i="1" dirty="0">
              <a:solidFill>
                <a:schemeClr val="tx2"/>
              </a:solidFill>
            </a:endParaRPr>
          </a:p>
          <a:p>
            <a:pPr lvl="1" algn="ctr" eaLnBrk="1" hangingPunct="1">
              <a:lnSpc>
                <a:spcPct val="150000"/>
              </a:lnSpc>
              <a:spcBef>
                <a:spcPct val="0"/>
              </a:spcBef>
              <a:buClrTx/>
              <a:buFontTx/>
              <a:buNone/>
            </a:pPr>
            <a:r>
              <a:rPr lang="en-US" altLang="en-US" sz="2400" i="1" dirty="0">
                <a:solidFill>
                  <a:schemeClr val="tx2"/>
                </a:solidFill>
              </a:rPr>
              <a:t>cost=108/bandwidth (</a:t>
            </a:r>
            <a:r>
              <a:rPr lang="en-US" altLang="en-US" sz="2400" i="1" dirty="0" err="1">
                <a:solidFill>
                  <a:schemeClr val="tx2"/>
                </a:solidFill>
              </a:rPr>
              <a:t>đơn</a:t>
            </a:r>
            <a:r>
              <a:rPr lang="en-US" altLang="en-US" sz="2400" i="1" dirty="0">
                <a:solidFill>
                  <a:schemeClr val="tx2"/>
                </a:solidFill>
              </a:rPr>
              <a:t> </a:t>
            </a:r>
            <a:r>
              <a:rPr lang="en-US" altLang="en-US" sz="2400" i="1" dirty="0" err="1">
                <a:solidFill>
                  <a:schemeClr val="tx2"/>
                </a:solidFill>
              </a:rPr>
              <a:t>vị</a:t>
            </a:r>
            <a:r>
              <a:rPr lang="en-US" altLang="en-US" sz="2400" i="1" dirty="0">
                <a:solidFill>
                  <a:schemeClr val="tx2"/>
                </a:solidFill>
              </a:rPr>
              <a:t> </a:t>
            </a:r>
            <a:r>
              <a:rPr lang="en-US" altLang="en-US" sz="2400" i="1" dirty="0" err="1">
                <a:solidFill>
                  <a:schemeClr val="tx2"/>
                </a:solidFill>
              </a:rPr>
              <a:t>băng</a:t>
            </a:r>
            <a:r>
              <a:rPr lang="en-US" altLang="en-US" sz="2400" i="1" dirty="0">
                <a:solidFill>
                  <a:schemeClr val="tx2"/>
                </a:solidFill>
              </a:rPr>
              <a:t> </a:t>
            </a:r>
            <a:r>
              <a:rPr lang="en-US" altLang="en-US" sz="2400" i="1" dirty="0" err="1">
                <a:solidFill>
                  <a:schemeClr val="tx2"/>
                </a:solidFill>
              </a:rPr>
              <a:t>thông</a:t>
            </a:r>
            <a:r>
              <a:rPr lang="en-US" altLang="en-US" sz="2400" i="1" dirty="0">
                <a:solidFill>
                  <a:schemeClr val="tx2"/>
                </a:solidFill>
              </a:rPr>
              <a:t> </a:t>
            </a:r>
            <a:r>
              <a:rPr lang="en-US" altLang="en-US" sz="2400" i="1" dirty="0" err="1">
                <a:solidFill>
                  <a:schemeClr val="tx2"/>
                </a:solidFill>
              </a:rPr>
              <a:t>là</a:t>
            </a:r>
            <a:r>
              <a:rPr lang="en-US" altLang="en-US" sz="2400" i="1" dirty="0">
                <a:solidFill>
                  <a:schemeClr val="tx2"/>
                </a:solidFill>
              </a:rPr>
              <a:t> bps)</a:t>
            </a:r>
          </a:p>
          <a:p>
            <a:pPr eaLnBrk="1" hangingPunct="1">
              <a:lnSpc>
                <a:spcPct val="150000"/>
              </a:lnSpc>
              <a:spcBef>
                <a:spcPct val="0"/>
              </a:spcBef>
              <a:buClrTx/>
              <a:buFontTx/>
              <a:buNone/>
            </a:pPr>
            <a:r>
              <a:rPr lang="en-US" altLang="en-US" dirty="0" err="1">
                <a:solidFill>
                  <a:schemeClr val="tx2"/>
                </a:solidFill>
              </a:rPr>
              <a:t>Với</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EIGRP, metric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tính</a:t>
            </a:r>
            <a:r>
              <a:rPr lang="en-US" altLang="en-US" dirty="0">
                <a:solidFill>
                  <a:schemeClr val="tx2"/>
                </a:solidFill>
              </a:rPr>
              <a:t> </a:t>
            </a:r>
            <a:r>
              <a:rPr lang="en-US" altLang="en-US" dirty="0" err="1">
                <a:solidFill>
                  <a:schemeClr val="tx2"/>
                </a:solidFill>
              </a:rPr>
              <a:t>dựa</a:t>
            </a:r>
            <a:r>
              <a:rPr lang="en-US" altLang="en-US" dirty="0">
                <a:solidFill>
                  <a:schemeClr val="tx2"/>
                </a:solidFill>
              </a:rPr>
              <a:t> </a:t>
            </a:r>
            <a:r>
              <a:rPr lang="en-US" altLang="en-US" dirty="0" err="1">
                <a:solidFill>
                  <a:schemeClr val="tx2"/>
                </a:solidFill>
              </a:rPr>
              <a:t>vào</a:t>
            </a:r>
            <a:r>
              <a:rPr lang="en-US" altLang="en-US" dirty="0">
                <a:solidFill>
                  <a:schemeClr val="tx2"/>
                </a:solidFill>
              </a:rPr>
              <a:t> 4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số</a:t>
            </a:r>
            <a:r>
              <a:rPr lang="en-US" altLang="en-US" dirty="0">
                <a:solidFill>
                  <a:schemeClr val="tx2"/>
                </a:solidFill>
              </a:rPr>
              <a:t> </a:t>
            </a:r>
            <a:r>
              <a:rPr lang="en-US" altLang="en-US" dirty="0" err="1">
                <a:solidFill>
                  <a:schemeClr val="tx2"/>
                </a:solidFill>
              </a:rPr>
              <a:t>là</a:t>
            </a:r>
            <a:r>
              <a:rPr lang="en-US" altLang="en-US" dirty="0">
                <a:solidFill>
                  <a:schemeClr val="tx2"/>
                </a:solidFill>
              </a:rPr>
              <a:t>: bandwidth, delay, load </a:t>
            </a:r>
            <a:r>
              <a:rPr lang="en-US" altLang="en-US" dirty="0" err="1">
                <a:solidFill>
                  <a:schemeClr val="tx2"/>
                </a:solidFill>
              </a:rPr>
              <a:t>và</a:t>
            </a:r>
            <a:r>
              <a:rPr lang="en-US" altLang="en-US" dirty="0">
                <a:solidFill>
                  <a:schemeClr val="tx2"/>
                </a:solidFill>
              </a:rPr>
              <a:t> reliability</a:t>
            </a:r>
            <a:r>
              <a:rPr lang="en-US" altLang="en-US" dirty="0"/>
              <a:t> </a:t>
            </a:r>
          </a:p>
        </p:txBody>
      </p:sp>
      <p:sp>
        <p:nvSpPr>
          <p:cNvPr id="9" name="Title 1">
            <a:extLst>
              <a:ext uri="{FF2B5EF4-FFF2-40B4-BE49-F238E27FC236}">
                <a16:creationId xmlns:a16="http://schemas.microsoft.com/office/drawing/2014/main" id="{3B587863-EBDB-427A-9731-2AE64933AD2D}"/>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 CẤU HÌNH ĐỊNH TUYẾN ĐỘNG</a:t>
            </a:r>
            <a:endParaRPr lang="vi-VN" dirty="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2A583E31-8635-49FE-A21E-8FD7433E25B7}"/>
              </a:ext>
            </a:extLst>
          </p:cNvPr>
          <p:cNvSpPr>
            <a:spLocks noGrp="1" noChangeArrowheads="1"/>
          </p:cNvSpPr>
          <p:nvPr>
            <p:ph type="body" idx="1"/>
          </p:nvPr>
        </p:nvSpPr>
        <p:spPr>
          <a:xfrm>
            <a:off x="904461" y="1247764"/>
            <a:ext cx="8267700" cy="457200"/>
          </a:xfrm>
          <a:noFill/>
        </p:spPr>
        <p:txBody>
          <a:bodyPr/>
          <a:lstStyle/>
          <a:p>
            <a:pPr eaLnBrk="1" hangingPunct="1">
              <a:buFont typeface="Wingdings" panose="05000000000000000000" pitchFamily="2" charset="2"/>
              <a:buNone/>
            </a:pPr>
            <a:r>
              <a:rPr lang="en-US" altLang="en-US" b="1" dirty="0">
                <a:solidFill>
                  <a:schemeClr val="tx2"/>
                </a:solidFill>
              </a:rPr>
              <a:t>Metric </a:t>
            </a:r>
            <a:r>
              <a:rPr lang="en-US" altLang="en-US" b="1" dirty="0" err="1">
                <a:solidFill>
                  <a:schemeClr val="tx2"/>
                </a:solidFill>
              </a:rPr>
              <a:t>và</a:t>
            </a:r>
            <a:r>
              <a:rPr lang="en-US" altLang="en-US" b="1" dirty="0">
                <a:solidFill>
                  <a:schemeClr val="tx2"/>
                </a:solidFill>
              </a:rPr>
              <a:t> Administrative Distance (AD)</a:t>
            </a:r>
            <a:r>
              <a:rPr lang="en-US" altLang="en-US" dirty="0">
                <a:solidFill>
                  <a:schemeClr val="tx2"/>
                </a:solidFill>
              </a:rPr>
              <a:t> </a:t>
            </a:r>
            <a:endParaRPr lang="en-US" altLang="en-US" b="1" dirty="0">
              <a:solidFill>
                <a:schemeClr val="tx2"/>
              </a:solidFill>
            </a:endParaRPr>
          </a:p>
        </p:txBody>
      </p:sp>
      <p:sp>
        <p:nvSpPr>
          <p:cNvPr id="30724" name="Rectangle 7">
            <a:extLst>
              <a:ext uri="{FF2B5EF4-FFF2-40B4-BE49-F238E27FC236}">
                <a16:creationId xmlns:a16="http://schemas.microsoft.com/office/drawing/2014/main" id="{C55AE291-7660-4775-86C5-4A95C048D8A0}"/>
              </a:ext>
            </a:extLst>
          </p:cNvPr>
          <p:cNvSpPr>
            <a:spLocks noChangeArrowheads="1"/>
          </p:cNvSpPr>
          <p:nvPr/>
        </p:nvSpPr>
        <p:spPr bwMode="auto">
          <a:xfrm>
            <a:off x="904461" y="1885940"/>
            <a:ext cx="4727513"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pPr>
            <a:r>
              <a:rPr lang="en-US" altLang="en-US" sz="2500" dirty="0">
                <a:solidFill>
                  <a:schemeClr val="tx2"/>
                </a:solidFill>
              </a:rPr>
              <a:t> Administrative Distance (AD) </a:t>
            </a:r>
          </a:p>
        </p:txBody>
      </p:sp>
      <p:sp>
        <p:nvSpPr>
          <p:cNvPr id="30725" name="Rectangle 10">
            <a:extLst>
              <a:ext uri="{FF2B5EF4-FFF2-40B4-BE49-F238E27FC236}">
                <a16:creationId xmlns:a16="http://schemas.microsoft.com/office/drawing/2014/main" id="{5E42A8CB-07CE-4CB1-BD09-B0E2E94C7C92}"/>
              </a:ext>
            </a:extLst>
          </p:cNvPr>
          <p:cNvSpPr>
            <a:spLocks noChangeArrowheads="1"/>
          </p:cNvSpPr>
          <p:nvPr/>
        </p:nvSpPr>
        <p:spPr bwMode="auto">
          <a:xfrm>
            <a:off x="904460" y="2378989"/>
            <a:ext cx="11097039" cy="390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buClrTx/>
              <a:buFontTx/>
              <a:buNone/>
            </a:pPr>
            <a:r>
              <a:rPr lang="en-US" altLang="en-US" dirty="0" err="1">
                <a:solidFill>
                  <a:schemeClr val="tx2"/>
                </a:solidFill>
              </a:rPr>
              <a:t>Nếu</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hệ</a:t>
            </a:r>
            <a:r>
              <a:rPr lang="en-US" altLang="en-US" dirty="0">
                <a:solidFill>
                  <a:schemeClr val="tx2"/>
                </a:solidFill>
              </a:rPr>
              <a:t> </a:t>
            </a:r>
            <a:r>
              <a:rPr lang="en-US" altLang="en-US" dirty="0" err="1">
                <a:solidFill>
                  <a:schemeClr val="tx2"/>
                </a:solidFill>
              </a:rPr>
              <a:t>thống</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lớn</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sử</a:t>
            </a:r>
            <a:r>
              <a:rPr lang="en-US" altLang="en-US" dirty="0">
                <a:solidFill>
                  <a:schemeClr val="tx2"/>
                </a:solidFill>
              </a:rPr>
              <a:t> </a:t>
            </a:r>
            <a:r>
              <a:rPr lang="en-US" altLang="en-US" dirty="0" err="1">
                <a:solidFill>
                  <a:schemeClr val="tx2"/>
                </a:solidFill>
              </a:rPr>
              <a:t>dụng</a:t>
            </a:r>
            <a:r>
              <a:rPr lang="en-US" altLang="en-US" dirty="0">
                <a:solidFill>
                  <a:schemeClr val="tx2"/>
                </a:solidFill>
              </a:rPr>
              <a:t> </a:t>
            </a:r>
            <a:r>
              <a:rPr lang="en-US" altLang="en-US" dirty="0" err="1">
                <a:solidFill>
                  <a:schemeClr val="tx2"/>
                </a:solidFill>
              </a:rPr>
              <a:t>nhiều</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đảm</a:t>
            </a:r>
            <a:r>
              <a:rPr lang="en-US" altLang="en-US" dirty="0">
                <a:solidFill>
                  <a:schemeClr val="tx2"/>
                </a:solidFill>
              </a:rPr>
              <a:t> </a:t>
            </a:r>
            <a:r>
              <a:rPr lang="en-US" altLang="en-US" dirty="0" err="1">
                <a:solidFill>
                  <a:schemeClr val="tx2"/>
                </a:solidFill>
              </a:rPr>
              <a:t>bảo</a:t>
            </a:r>
            <a:r>
              <a:rPr lang="en-US" altLang="en-US" dirty="0">
                <a:solidFill>
                  <a:schemeClr val="tx2"/>
                </a:solidFill>
              </a:rPr>
              <a:t> </a:t>
            </a:r>
            <a:r>
              <a:rPr lang="en-US" altLang="en-US" dirty="0" err="1">
                <a:solidFill>
                  <a:schemeClr val="tx2"/>
                </a:solidFill>
              </a:rPr>
              <a:t>quá</a:t>
            </a:r>
            <a:r>
              <a:rPr lang="en-US" altLang="en-US" dirty="0">
                <a:solidFill>
                  <a:schemeClr val="tx2"/>
                </a:solidFill>
              </a:rPr>
              <a:t> </a:t>
            </a:r>
            <a:r>
              <a:rPr lang="en-US" altLang="en-US" dirty="0" err="1">
                <a:solidFill>
                  <a:schemeClr val="tx2"/>
                </a:solidFill>
              </a:rPr>
              <a:t>trình</a:t>
            </a:r>
            <a:r>
              <a:rPr lang="en-US" altLang="en-US" dirty="0">
                <a:solidFill>
                  <a:schemeClr val="tx2"/>
                </a:solidFill>
              </a:rPr>
              <a:t> </a:t>
            </a:r>
            <a:r>
              <a:rPr lang="en-US" altLang="en-US" dirty="0" err="1">
                <a:solidFill>
                  <a:schemeClr val="tx2"/>
                </a:solidFill>
              </a:rPr>
              <a:t>truyền</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lúc</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ít</a:t>
            </a:r>
            <a:r>
              <a:rPr lang="en-US" altLang="en-US" dirty="0">
                <a:solidFill>
                  <a:schemeClr val="tx2"/>
                </a:solidFill>
              </a:rPr>
              <a:t> </a:t>
            </a:r>
            <a:r>
              <a:rPr lang="en-US" altLang="en-US" dirty="0" err="1">
                <a:solidFill>
                  <a:schemeClr val="tx2"/>
                </a:solidFill>
              </a:rPr>
              <a:t>nhất</a:t>
            </a:r>
            <a:r>
              <a:rPr lang="en-US" altLang="en-US" dirty="0">
                <a:solidFill>
                  <a:schemeClr val="tx2"/>
                </a:solidFill>
              </a:rPr>
              <a:t> </a:t>
            </a:r>
            <a:r>
              <a:rPr lang="en-US" altLang="en-US" dirty="0" err="1">
                <a:solidFill>
                  <a:schemeClr val="tx2"/>
                </a:solidFill>
              </a:rPr>
              <a:t>một</a:t>
            </a:r>
            <a:r>
              <a:rPr lang="en-US" altLang="en-US" dirty="0">
                <a:solidFill>
                  <a:schemeClr val="tx2"/>
                </a:solidFill>
              </a:rPr>
              <a:t> router </a:t>
            </a:r>
            <a:r>
              <a:rPr lang="en-US" altLang="en-US" dirty="0" err="1">
                <a:solidFill>
                  <a:schemeClr val="tx2"/>
                </a:solidFill>
              </a:rPr>
              <a:t>chạy</a:t>
            </a:r>
            <a:r>
              <a:rPr lang="en-US" altLang="en-US" dirty="0">
                <a:solidFill>
                  <a:schemeClr val="tx2"/>
                </a:solidFill>
              </a:rPr>
              <a:t> </a:t>
            </a:r>
            <a:r>
              <a:rPr lang="en-US" altLang="en-US" dirty="0" err="1">
                <a:solidFill>
                  <a:schemeClr val="tx2"/>
                </a:solidFill>
              </a:rPr>
              <a:t>cả</a:t>
            </a:r>
            <a:r>
              <a:rPr lang="en-US" altLang="en-US" dirty="0">
                <a:solidFill>
                  <a:schemeClr val="tx2"/>
                </a:solidFill>
              </a:rPr>
              <a:t> 2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Tuy</a:t>
            </a:r>
            <a:r>
              <a:rPr lang="en-US" altLang="en-US" dirty="0">
                <a:solidFill>
                  <a:schemeClr val="tx2"/>
                </a:solidFill>
              </a:rPr>
              <a:t> </a:t>
            </a:r>
            <a:r>
              <a:rPr lang="en-US" altLang="en-US" dirty="0" err="1">
                <a:solidFill>
                  <a:schemeClr val="tx2"/>
                </a:solidFill>
              </a:rPr>
              <a:t>nhiên</a:t>
            </a:r>
            <a:r>
              <a:rPr lang="en-US" altLang="en-US" dirty="0">
                <a:solidFill>
                  <a:schemeClr val="tx2"/>
                </a:solidFill>
              </a:rPr>
              <a:t>, do </a:t>
            </a:r>
            <a:r>
              <a:rPr lang="en-US" altLang="en-US" dirty="0" err="1">
                <a:solidFill>
                  <a:schemeClr val="tx2"/>
                </a:solidFill>
              </a:rPr>
              <a:t>mỗi</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cách</a:t>
            </a:r>
            <a:r>
              <a:rPr lang="en-US" altLang="en-US" dirty="0">
                <a:solidFill>
                  <a:schemeClr val="tx2"/>
                </a:solidFill>
              </a:rPr>
              <a:t> </a:t>
            </a:r>
            <a:r>
              <a:rPr lang="en-US" altLang="en-US" dirty="0" err="1">
                <a:solidFill>
                  <a:schemeClr val="tx2"/>
                </a:solidFill>
              </a:rPr>
              <a:t>chọn</a:t>
            </a:r>
            <a:r>
              <a:rPr lang="en-US" altLang="en-US" dirty="0">
                <a:solidFill>
                  <a:schemeClr val="tx2"/>
                </a:solidFill>
              </a:rPr>
              <a:t> metric </a:t>
            </a:r>
            <a:r>
              <a:rPr lang="en-US" altLang="en-US" dirty="0" err="1">
                <a:solidFill>
                  <a:schemeClr val="tx2"/>
                </a:solidFill>
              </a:rPr>
              <a:t>khác</a:t>
            </a:r>
            <a:r>
              <a:rPr lang="en-US" altLang="en-US" dirty="0">
                <a:solidFill>
                  <a:schemeClr val="tx2"/>
                </a:solidFill>
              </a:rPr>
              <a:t> </a:t>
            </a:r>
            <a:r>
              <a:rPr lang="en-US" altLang="en-US" dirty="0" err="1">
                <a:solidFill>
                  <a:schemeClr val="tx2"/>
                </a:solidFill>
              </a:rPr>
              <a:t>nhau</a:t>
            </a:r>
            <a:r>
              <a:rPr lang="en-US" altLang="en-US" dirty="0">
                <a:solidFill>
                  <a:schemeClr val="tx2"/>
                </a:solidFill>
              </a:rPr>
              <a:t> </a:t>
            </a:r>
            <a:r>
              <a:rPr lang="en-US" altLang="en-US" dirty="0" err="1">
                <a:solidFill>
                  <a:schemeClr val="tx2"/>
                </a:solidFill>
              </a:rPr>
              <a:t>nên</a:t>
            </a:r>
            <a:r>
              <a:rPr lang="en-US" altLang="en-US" dirty="0">
                <a:solidFill>
                  <a:schemeClr val="tx2"/>
                </a:solidFill>
              </a:rPr>
              <a:t> router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thể</a:t>
            </a:r>
            <a:r>
              <a:rPr lang="en-US" altLang="en-US" dirty="0">
                <a:solidFill>
                  <a:schemeClr val="tx2"/>
                </a:solidFill>
              </a:rPr>
              <a:t> </a:t>
            </a:r>
            <a:r>
              <a:rPr lang="en-US" altLang="en-US" dirty="0" err="1">
                <a:solidFill>
                  <a:schemeClr val="tx2"/>
                </a:solidFill>
              </a:rPr>
              <a:t>dựa</a:t>
            </a:r>
            <a:r>
              <a:rPr lang="en-US" altLang="en-US" dirty="0">
                <a:solidFill>
                  <a:schemeClr val="tx2"/>
                </a:solidFill>
              </a:rPr>
              <a:t> </a:t>
            </a:r>
            <a:r>
              <a:rPr lang="en-US" altLang="en-US" dirty="0" err="1">
                <a:solidFill>
                  <a:schemeClr val="tx2"/>
                </a:solidFill>
              </a:rPr>
              <a:t>vào</a:t>
            </a:r>
            <a:r>
              <a:rPr lang="en-US" altLang="en-US" dirty="0">
                <a:solidFill>
                  <a:schemeClr val="tx2"/>
                </a:solidFill>
              </a:rPr>
              <a:t> metric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chọn</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mà</a:t>
            </a:r>
            <a:r>
              <a:rPr lang="en-US" altLang="en-US" dirty="0">
                <a:solidFill>
                  <a:schemeClr val="tx2"/>
                </a:solidFill>
              </a:rPr>
              <a:t> </a:t>
            </a:r>
            <a:r>
              <a:rPr lang="en-US" altLang="en-US" dirty="0" err="1">
                <a:solidFill>
                  <a:schemeClr val="tx2"/>
                </a:solidFill>
              </a:rPr>
              <a:t>phải</a:t>
            </a:r>
            <a:r>
              <a:rPr lang="en-US" altLang="en-US" dirty="0">
                <a:solidFill>
                  <a:schemeClr val="tx2"/>
                </a:solidFill>
              </a:rPr>
              <a:t> </a:t>
            </a:r>
            <a:r>
              <a:rPr lang="en-US" altLang="en-US" dirty="0" err="1">
                <a:solidFill>
                  <a:schemeClr val="tx2"/>
                </a:solidFill>
              </a:rPr>
              <a:t>dùng</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số</a:t>
            </a:r>
            <a:r>
              <a:rPr lang="en-US" altLang="en-US" dirty="0">
                <a:solidFill>
                  <a:schemeClr val="tx2"/>
                </a:solidFill>
              </a:rPr>
              <a:t> </a:t>
            </a:r>
            <a:r>
              <a:rPr lang="en-US" altLang="en-US" dirty="0" err="1">
                <a:solidFill>
                  <a:schemeClr val="tx2"/>
                </a:solidFill>
              </a:rPr>
              <a:t>khác</a:t>
            </a:r>
            <a:r>
              <a:rPr lang="en-US" altLang="en-US" dirty="0">
                <a:solidFill>
                  <a:schemeClr val="tx2"/>
                </a:solidFill>
              </a:rPr>
              <a:t> </a:t>
            </a:r>
            <a:r>
              <a:rPr lang="en-US" altLang="en-US" dirty="0" err="1">
                <a:solidFill>
                  <a:schemeClr val="tx2"/>
                </a:solidFill>
              </a:rPr>
              <a:t>gọi</a:t>
            </a:r>
            <a:r>
              <a:rPr lang="en-US" altLang="en-US" dirty="0">
                <a:solidFill>
                  <a:schemeClr val="tx2"/>
                </a:solidFill>
              </a:rPr>
              <a:t> </a:t>
            </a:r>
            <a:r>
              <a:rPr lang="en-US" altLang="en-US" dirty="0" err="1">
                <a:solidFill>
                  <a:schemeClr val="tx2"/>
                </a:solidFill>
              </a:rPr>
              <a:t>là</a:t>
            </a:r>
            <a:r>
              <a:rPr lang="en-US" altLang="en-US" dirty="0">
                <a:solidFill>
                  <a:schemeClr val="tx2"/>
                </a:solidFill>
              </a:rPr>
              <a:t> Administrative Distance, </a:t>
            </a:r>
            <a:r>
              <a:rPr lang="en-US" altLang="en-US" dirty="0" err="1">
                <a:solidFill>
                  <a:schemeClr val="tx2"/>
                </a:solidFill>
              </a:rPr>
              <a:t>đây</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số</a:t>
            </a:r>
            <a:r>
              <a:rPr lang="en-US" altLang="en-US" dirty="0">
                <a:solidFill>
                  <a:schemeClr val="tx2"/>
                </a:solidFill>
              </a:rPr>
              <a:t> </a:t>
            </a:r>
            <a:r>
              <a:rPr lang="en-US" altLang="en-US" dirty="0" err="1">
                <a:solidFill>
                  <a:schemeClr val="tx2"/>
                </a:solidFill>
              </a:rPr>
              <a:t>nói</a:t>
            </a:r>
            <a:r>
              <a:rPr lang="en-US" altLang="en-US" dirty="0">
                <a:solidFill>
                  <a:schemeClr val="tx2"/>
                </a:solidFill>
              </a:rPr>
              <a:t> </a:t>
            </a:r>
            <a:r>
              <a:rPr lang="en-US" altLang="en-US" dirty="0" err="1">
                <a:solidFill>
                  <a:schemeClr val="tx2"/>
                </a:solidFill>
              </a:rPr>
              <a:t>lên</a:t>
            </a:r>
            <a:r>
              <a:rPr lang="en-US" altLang="en-US" dirty="0">
                <a:solidFill>
                  <a:schemeClr val="tx2"/>
                </a:solidFill>
              </a:rPr>
              <a:t> </a:t>
            </a:r>
            <a:r>
              <a:rPr lang="en-US" altLang="en-US" dirty="0" err="1">
                <a:solidFill>
                  <a:schemeClr val="tx2"/>
                </a:solidFill>
              </a:rPr>
              <a:t>độ</a:t>
            </a:r>
            <a:r>
              <a:rPr lang="en-US" altLang="en-US" dirty="0">
                <a:solidFill>
                  <a:schemeClr val="tx2"/>
                </a:solidFill>
              </a:rPr>
              <a:t> tin </a:t>
            </a:r>
            <a:r>
              <a:rPr lang="en-US" altLang="en-US" dirty="0" err="1">
                <a:solidFill>
                  <a:schemeClr val="tx2"/>
                </a:solidFill>
              </a:rPr>
              <a:t>cậy</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Số</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càng</a:t>
            </a:r>
            <a:r>
              <a:rPr lang="en-US" altLang="en-US" dirty="0">
                <a:solidFill>
                  <a:schemeClr val="tx2"/>
                </a:solidFill>
              </a:rPr>
              <a:t> </a:t>
            </a:r>
            <a:r>
              <a:rPr lang="en-US" altLang="en-US" dirty="0" err="1">
                <a:solidFill>
                  <a:schemeClr val="tx2"/>
                </a:solidFill>
              </a:rPr>
              <a:t>nhỏ</a:t>
            </a:r>
            <a:r>
              <a:rPr lang="en-US" altLang="en-US" dirty="0">
                <a:solidFill>
                  <a:schemeClr val="tx2"/>
                </a:solidFill>
              </a:rPr>
              <a:t> </a:t>
            </a:r>
            <a:r>
              <a:rPr lang="en-US" altLang="en-US" dirty="0" err="1">
                <a:solidFill>
                  <a:schemeClr val="tx2"/>
                </a:solidFill>
              </a:rPr>
              <a:t>càng</a:t>
            </a:r>
            <a:r>
              <a:rPr lang="en-US" altLang="en-US" dirty="0">
                <a:solidFill>
                  <a:schemeClr val="tx2"/>
                </a:solidFill>
              </a:rPr>
              <a:t> </a:t>
            </a:r>
            <a:r>
              <a:rPr lang="en-US" altLang="en-US" dirty="0" err="1">
                <a:solidFill>
                  <a:schemeClr val="tx2"/>
                </a:solidFill>
              </a:rPr>
              <a:t>tốt</a:t>
            </a:r>
            <a:r>
              <a:rPr lang="en-US" altLang="en-US" dirty="0">
                <a:solidFill>
                  <a:schemeClr val="tx2"/>
                </a:solidFill>
              </a:rPr>
              <a:t>. </a:t>
            </a:r>
            <a:r>
              <a:rPr lang="en-US" altLang="en-US" dirty="0" err="1">
                <a:solidFill>
                  <a:schemeClr val="tx2"/>
                </a:solidFill>
              </a:rPr>
              <a:t>Mỗi</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số</a:t>
            </a:r>
            <a:r>
              <a:rPr lang="en-US" altLang="en-US" dirty="0">
                <a:solidFill>
                  <a:schemeClr val="tx2"/>
                </a:solidFill>
              </a:rPr>
              <a:t> AD </a:t>
            </a:r>
            <a:r>
              <a:rPr lang="en-US" altLang="en-US" dirty="0" err="1">
                <a:solidFill>
                  <a:schemeClr val="tx2"/>
                </a:solidFill>
              </a:rPr>
              <a:t>mặc</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riêng</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thể</a:t>
            </a:r>
            <a:r>
              <a:rPr lang="en-US" altLang="en-US" dirty="0">
                <a:solidFill>
                  <a:schemeClr val="tx2"/>
                </a:solidFill>
              </a:rPr>
              <a:t> </a:t>
            </a:r>
            <a:r>
              <a:rPr lang="en-US" altLang="en-US" dirty="0" err="1">
                <a:solidFill>
                  <a:schemeClr val="tx2"/>
                </a:solidFill>
              </a:rPr>
              <a:t>hiện</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dưới</a:t>
            </a:r>
            <a:r>
              <a:rPr lang="en-US" altLang="en-US" dirty="0">
                <a:solidFill>
                  <a:schemeClr val="tx2"/>
                </a:solidFill>
              </a:rPr>
              <a:t> </a:t>
            </a:r>
            <a:r>
              <a:rPr lang="en-US" altLang="en-US" dirty="0" err="1">
                <a:solidFill>
                  <a:schemeClr val="tx2"/>
                </a:solidFill>
              </a:rPr>
              <a:t>đây</a:t>
            </a:r>
            <a:r>
              <a:rPr lang="en-US" altLang="en-US" dirty="0">
                <a:solidFill>
                  <a:schemeClr val="tx2"/>
                </a:solidFill>
              </a:rPr>
              <a:t>: </a:t>
            </a:r>
          </a:p>
        </p:txBody>
      </p:sp>
      <p:sp>
        <p:nvSpPr>
          <p:cNvPr id="9" name="Title 1">
            <a:extLst>
              <a:ext uri="{FF2B5EF4-FFF2-40B4-BE49-F238E27FC236}">
                <a16:creationId xmlns:a16="http://schemas.microsoft.com/office/drawing/2014/main" id="{337C7811-085A-4582-A3BE-B20DC45C05D6}"/>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 CẤU HÌNH ĐỊNH TUYẾN ĐỘNG</a:t>
            </a:r>
            <a:endParaRPr lang="vi-VN" dirty="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012037C0-9CC0-44C3-9E3D-7B8C298CBACA}"/>
              </a:ext>
            </a:extLst>
          </p:cNvPr>
          <p:cNvSpPr>
            <a:spLocks noGrp="1" noChangeArrowheads="1"/>
          </p:cNvSpPr>
          <p:nvPr>
            <p:ph type="body" idx="1"/>
          </p:nvPr>
        </p:nvSpPr>
        <p:spPr>
          <a:xfrm>
            <a:off x="1004888" y="1289436"/>
            <a:ext cx="8267700" cy="457200"/>
          </a:xfrm>
          <a:noFill/>
        </p:spPr>
        <p:txBody>
          <a:bodyPr/>
          <a:lstStyle/>
          <a:p>
            <a:pPr eaLnBrk="1" hangingPunct="1">
              <a:buFont typeface="Wingdings" panose="05000000000000000000" pitchFamily="2" charset="2"/>
              <a:buNone/>
            </a:pPr>
            <a:r>
              <a:rPr lang="en-US" altLang="en-US" b="1" dirty="0">
                <a:solidFill>
                  <a:schemeClr val="tx2"/>
                </a:solidFill>
              </a:rPr>
              <a:t>Metric </a:t>
            </a:r>
            <a:r>
              <a:rPr lang="en-US" altLang="en-US" b="1" dirty="0" err="1">
                <a:solidFill>
                  <a:schemeClr val="tx2"/>
                </a:solidFill>
              </a:rPr>
              <a:t>và</a:t>
            </a:r>
            <a:r>
              <a:rPr lang="en-US" altLang="en-US" b="1" dirty="0">
                <a:solidFill>
                  <a:schemeClr val="tx2"/>
                </a:solidFill>
              </a:rPr>
              <a:t> Administrative Distance (AD)</a:t>
            </a:r>
            <a:r>
              <a:rPr lang="en-US" altLang="en-US" dirty="0">
                <a:solidFill>
                  <a:schemeClr val="tx2"/>
                </a:solidFill>
              </a:rPr>
              <a:t> </a:t>
            </a:r>
            <a:endParaRPr lang="en-US" altLang="en-US" b="1" dirty="0">
              <a:solidFill>
                <a:schemeClr val="tx2"/>
              </a:solidFill>
            </a:endParaRPr>
          </a:p>
        </p:txBody>
      </p:sp>
      <p:sp>
        <p:nvSpPr>
          <p:cNvPr id="31748" name="Rectangle 7">
            <a:extLst>
              <a:ext uri="{FF2B5EF4-FFF2-40B4-BE49-F238E27FC236}">
                <a16:creationId xmlns:a16="http://schemas.microsoft.com/office/drawing/2014/main" id="{F50C4E50-2D53-45B6-B6DA-A92F79A3A332}"/>
              </a:ext>
            </a:extLst>
          </p:cNvPr>
          <p:cNvSpPr>
            <a:spLocks noChangeArrowheads="1"/>
          </p:cNvSpPr>
          <p:nvPr/>
        </p:nvSpPr>
        <p:spPr bwMode="auto">
          <a:xfrm>
            <a:off x="1004888" y="1990908"/>
            <a:ext cx="4727513"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pPr>
            <a:r>
              <a:rPr lang="en-US" altLang="en-US" sz="2500" dirty="0">
                <a:solidFill>
                  <a:schemeClr val="tx2"/>
                </a:solidFill>
              </a:rPr>
              <a:t> Administrative Distance (AD) </a:t>
            </a:r>
          </a:p>
        </p:txBody>
      </p:sp>
      <p:graphicFrame>
        <p:nvGraphicFramePr>
          <p:cNvPr id="155851" name="Group 203">
            <a:extLst>
              <a:ext uri="{FF2B5EF4-FFF2-40B4-BE49-F238E27FC236}">
                <a16:creationId xmlns:a16="http://schemas.microsoft.com/office/drawing/2014/main" id="{5256CEBF-E742-4D07-A7B1-055082FBBA0F}"/>
              </a:ext>
            </a:extLst>
          </p:cNvPr>
          <p:cNvGraphicFramePr>
            <a:graphicFrameLocks noGrp="1"/>
          </p:cNvGraphicFramePr>
          <p:nvPr/>
        </p:nvGraphicFramePr>
        <p:xfrm>
          <a:off x="2795588" y="2697163"/>
          <a:ext cx="6477000" cy="3718008"/>
        </p:xfrm>
        <a:graphic>
          <a:graphicData uri="http://schemas.openxmlformats.org/drawingml/2006/table">
            <a:tbl>
              <a:tblPr/>
              <a:tblGrid>
                <a:gridCol w="4559300">
                  <a:extLst>
                    <a:ext uri="{9D8B030D-6E8A-4147-A177-3AD203B41FA5}">
                      <a16:colId xmlns:a16="http://schemas.microsoft.com/office/drawing/2014/main" val="20000"/>
                    </a:ext>
                  </a:extLst>
                </a:gridCol>
                <a:gridCol w="1917700">
                  <a:extLst>
                    <a:ext uri="{9D8B030D-6E8A-4147-A177-3AD203B41FA5}">
                      <a16:colId xmlns:a16="http://schemas.microsoft.com/office/drawing/2014/main" val="20001"/>
                    </a:ext>
                  </a:extLst>
                </a:gridCol>
              </a:tblGrid>
              <a:tr h="6093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chemeClr val="tx2"/>
                          </a:solidFill>
                          <a:effectLst/>
                          <a:latin typeface="Arial" charset="0"/>
                          <a:cs typeface="Times New Roman" pitchFamily="18" charset="0"/>
                        </a:rPr>
                        <a:t>Route Source</a:t>
                      </a:r>
                      <a:endParaRPr kumimoji="0" lang="en-US" sz="1500" b="1" i="0" u="none" strike="noStrike" cap="none" normalizeH="0" baseline="0">
                        <a:ln>
                          <a:noFill/>
                        </a:ln>
                        <a:solidFill>
                          <a:schemeClr val="tx2"/>
                        </a:solidFill>
                        <a:effectLst/>
                        <a:latin typeface="Arial" charset="0"/>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chemeClr val="tx2"/>
                          </a:solidFill>
                          <a:effectLst/>
                          <a:latin typeface="Arial" charset="0"/>
                          <a:cs typeface="Times New Roman" pitchFamily="18" charset="0"/>
                        </a:rPr>
                        <a:t>Default Distance Values</a:t>
                      </a:r>
                      <a:endParaRPr kumimoji="0" lang="en-US" sz="1500" b="1" i="0" u="none" strike="noStrike" cap="none" normalizeH="0" baseline="0">
                        <a:ln>
                          <a:noFill/>
                        </a:ln>
                        <a:solidFill>
                          <a:schemeClr val="tx2"/>
                        </a:solidFill>
                        <a:effectLst/>
                        <a:latin typeface="Arial" charset="0"/>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31999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chemeClr val="tx2"/>
                          </a:solidFill>
                          <a:effectLst/>
                          <a:latin typeface="Arial" charset="0"/>
                          <a:cs typeface="Times New Roman" pitchFamily="18" charset="0"/>
                        </a:rPr>
                        <a:t>Connected interface</a:t>
                      </a:r>
                      <a:endParaRPr kumimoji="0" lang="en-US" sz="1500" b="1" i="0" u="none" strike="noStrike" cap="none" normalizeH="0" baseline="0">
                        <a:ln>
                          <a:noFill/>
                        </a:ln>
                        <a:solidFill>
                          <a:schemeClr val="tx2"/>
                        </a:solidFill>
                        <a:effectLst/>
                        <a:latin typeface="Arial" charset="0"/>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chemeClr val="tx2"/>
                          </a:solidFill>
                          <a:effectLst/>
                          <a:latin typeface="Arial" charset="0"/>
                          <a:cs typeface="Times New Roman" pitchFamily="18" charset="0"/>
                        </a:rPr>
                        <a:t>0</a:t>
                      </a:r>
                      <a:endParaRPr kumimoji="0" lang="en-US" sz="1500" b="1" i="0" u="none" strike="noStrike" cap="none" normalizeH="0" baseline="0">
                        <a:ln>
                          <a:noFill/>
                        </a:ln>
                        <a:solidFill>
                          <a:schemeClr val="tx2"/>
                        </a:solidFill>
                        <a:effectLst/>
                        <a:latin typeface="Arial" charset="0"/>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31999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chemeClr val="tx2"/>
                          </a:solidFill>
                          <a:effectLst/>
                          <a:latin typeface="Arial" charset="0"/>
                          <a:cs typeface="Times New Roman" pitchFamily="18" charset="0"/>
                        </a:rPr>
                        <a:t>Static route</a:t>
                      </a:r>
                      <a:endParaRPr kumimoji="0" lang="en-US" sz="1500" b="1" i="0" u="none" strike="noStrike" cap="none" normalizeH="0" baseline="0">
                        <a:ln>
                          <a:noFill/>
                        </a:ln>
                        <a:solidFill>
                          <a:schemeClr val="tx2"/>
                        </a:solidFill>
                        <a:effectLst/>
                        <a:latin typeface="Arial" charset="0"/>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chemeClr val="tx2"/>
                          </a:solidFill>
                          <a:effectLst/>
                          <a:latin typeface="Arial" charset="0"/>
                          <a:cs typeface="Times New Roman" pitchFamily="18" charset="0"/>
                        </a:rPr>
                        <a:t>1</a:t>
                      </a:r>
                      <a:endParaRPr kumimoji="0" lang="en-US" sz="1500" b="1" i="0" u="none" strike="noStrike" cap="none" normalizeH="0" baseline="0">
                        <a:ln>
                          <a:noFill/>
                        </a:ln>
                        <a:solidFill>
                          <a:schemeClr val="tx2"/>
                        </a:solidFill>
                        <a:effectLst/>
                        <a:latin typeface="Arial" charset="0"/>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54858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chemeClr val="tx2"/>
                          </a:solidFill>
                          <a:effectLst/>
                          <a:latin typeface="Arial" charset="0"/>
                          <a:cs typeface="Times New Roman" pitchFamily="18" charset="0"/>
                        </a:rPr>
                        <a:t>Enhanced Interior Gateway Routing Protocol (EIGRP) summary route</a:t>
                      </a:r>
                      <a:endParaRPr kumimoji="0" lang="en-US" sz="1500" b="1" i="0" u="none" strike="noStrike" cap="none" normalizeH="0" baseline="0">
                        <a:ln>
                          <a:noFill/>
                        </a:ln>
                        <a:solidFill>
                          <a:schemeClr val="tx2"/>
                        </a:solidFill>
                        <a:effectLst/>
                        <a:latin typeface="Arial" charset="0"/>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chemeClr val="tx2"/>
                          </a:solidFill>
                          <a:effectLst/>
                          <a:latin typeface="Arial" charset="0"/>
                          <a:cs typeface="Times New Roman" pitchFamily="18" charset="0"/>
                        </a:rPr>
                        <a:t>5</a:t>
                      </a:r>
                      <a:endParaRPr kumimoji="0" lang="en-US" sz="1500" b="1" i="0" u="none" strike="noStrike" cap="none" normalizeH="0" baseline="0">
                        <a:ln>
                          <a:noFill/>
                        </a:ln>
                        <a:solidFill>
                          <a:schemeClr val="tx2"/>
                        </a:solidFill>
                        <a:effectLst/>
                        <a:latin typeface="Arial" charset="0"/>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31999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chemeClr val="tx2"/>
                          </a:solidFill>
                          <a:effectLst/>
                          <a:latin typeface="Arial" charset="0"/>
                          <a:cs typeface="Times New Roman" pitchFamily="18" charset="0"/>
                        </a:rPr>
                        <a:t>IGRP</a:t>
                      </a:r>
                      <a:endParaRPr kumimoji="0" lang="en-US" sz="1500" b="1" i="0" u="none" strike="noStrike" cap="none" normalizeH="0" baseline="0">
                        <a:ln>
                          <a:noFill/>
                        </a:ln>
                        <a:solidFill>
                          <a:schemeClr val="tx2"/>
                        </a:solidFill>
                        <a:effectLst/>
                        <a:latin typeface="Arial" charset="0"/>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chemeClr val="tx2"/>
                          </a:solidFill>
                          <a:effectLst/>
                          <a:latin typeface="Arial" charset="0"/>
                          <a:cs typeface="Times New Roman" pitchFamily="18" charset="0"/>
                        </a:rPr>
                        <a:t>100</a:t>
                      </a:r>
                      <a:endParaRPr kumimoji="0" lang="en-US" sz="1500" b="1" i="0" u="none" strike="noStrike" cap="none" normalizeH="0" baseline="0">
                        <a:ln>
                          <a:noFill/>
                        </a:ln>
                        <a:solidFill>
                          <a:schemeClr val="tx2"/>
                        </a:solidFill>
                        <a:effectLst/>
                        <a:latin typeface="Arial" charset="0"/>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31999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chemeClr val="tx2"/>
                          </a:solidFill>
                          <a:effectLst/>
                          <a:latin typeface="Arial" charset="0"/>
                          <a:cs typeface="Times New Roman" pitchFamily="18" charset="0"/>
                        </a:rPr>
                        <a:t>OSPF</a:t>
                      </a:r>
                      <a:endParaRPr kumimoji="0" lang="en-US" sz="1500" b="1" i="0" u="none" strike="noStrike" cap="none" normalizeH="0" baseline="0">
                        <a:ln>
                          <a:noFill/>
                        </a:ln>
                        <a:solidFill>
                          <a:schemeClr val="tx2"/>
                        </a:solidFill>
                        <a:effectLst/>
                        <a:latin typeface="Arial" charset="0"/>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chemeClr val="tx2"/>
                          </a:solidFill>
                          <a:effectLst/>
                          <a:latin typeface="Arial" charset="0"/>
                          <a:cs typeface="Times New Roman" pitchFamily="18" charset="0"/>
                        </a:rPr>
                        <a:t>110</a:t>
                      </a:r>
                      <a:endParaRPr kumimoji="0" lang="en-US" sz="1500" b="1" i="0" u="none" strike="noStrike" cap="none" normalizeH="0" baseline="0">
                        <a:ln>
                          <a:noFill/>
                        </a:ln>
                        <a:solidFill>
                          <a:schemeClr val="tx2"/>
                        </a:solidFill>
                        <a:effectLst/>
                        <a:latin typeface="Arial" charset="0"/>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31999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chemeClr val="tx2"/>
                          </a:solidFill>
                          <a:effectLst/>
                          <a:latin typeface="Arial" charset="0"/>
                          <a:cs typeface="Times New Roman" pitchFamily="18" charset="0"/>
                        </a:rPr>
                        <a:t>Routing Information Protocol (RIP)</a:t>
                      </a:r>
                      <a:endParaRPr kumimoji="0" lang="en-US" sz="1500" b="1" i="0" u="none" strike="noStrike" cap="none" normalizeH="0" baseline="0">
                        <a:ln>
                          <a:noFill/>
                        </a:ln>
                        <a:solidFill>
                          <a:schemeClr val="tx2"/>
                        </a:solidFill>
                        <a:effectLst/>
                        <a:latin typeface="Arial" charset="0"/>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chemeClr val="tx2"/>
                          </a:solidFill>
                          <a:effectLst/>
                          <a:latin typeface="Arial" charset="0"/>
                          <a:cs typeface="Times New Roman" pitchFamily="18" charset="0"/>
                        </a:rPr>
                        <a:t>120</a:t>
                      </a:r>
                      <a:endParaRPr kumimoji="0" lang="en-US" sz="1500" b="1" i="0" u="none" strike="noStrike" cap="none" normalizeH="0" baseline="0">
                        <a:ln>
                          <a:noFill/>
                        </a:ln>
                        <a:solidFill>
                          <a:schemeClr val="tx2"/>
                        </a:solidFill>
                        <a:effectLst/>
                        <a:latin typeface="Arial" charset="0"/>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31999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chemeClr val="tx2"/>
                          </a:solidFill>
                          <a:effectLst/>
                          <a:latin typeface="Arial" charset="0"/>
                          <a:cs typeface="Times New Roman" pitchFamily="18" charset="0"/>
                        </a:rPr>
                        <a:t>On Demand Routing (ODR)</a:t>
                      </a:r>
                      <a:endParaRPr kumimoji="0" lang="en-US" sz="1500" b="1" i="0" u="none" strike="noStrike" cap="none" normalizeH="0" baseline="0">
                        <a:ln>
                          <a:noFill/>
                        </a:ln>
                        <a:solidFill>
                          <a:schemeClr val="tx2"/>
                        </a:solidFill>
                        <a:effectLst/>
                        <a:latin typeface="Arial" charset="0"/>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chemeClr val="tx2"/>
                          </a:solidFill>
                          <a:effectLst/>
                          <a:latin typeface="Arial" charset="0"/>
                          <a:cs typeface="Times New Roman" pitchFamily="18" charset="0"/>
                        </a:rPr>
                        <a:t>160</a:t>
                      </a:r>
                      <a:endParaRPr kumimoji="0" lang="en-US" sz="1500" b="1" i="0" u="none" strike="noStrike" cap="none" normalizeH="0" baseline="0">
                        <a:ln>
                          <a:noFill/>
                        </a:ln>
                        <a:solidFill>
                          <a:schemeClr val="tx2"/>
                        </a:solidFill>
                        <a:effectLst/>
                        <a:latin typeface="Arial" charset="0"/>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31999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chemeClr val="tx2"/>
                          </a:solidFill>
                          <a:effectLst/>
                          <a:latin typeface="Arial" charset="0"/>
                          <a:cs typeface="Times New Roman" pitchFamily="18" charset="0"/>
                        </a:rPr>
                        <a:t>External EIGRP</a:t>
                      </a:r>
                      <a:endParaRPr kumimoji="0" lang="en-US" sz="1500" b="1" i="0" u="none" strike="noStrike" cap="none" normalizeH="0" baseline="0">
                        <a:ln>
                          <a:noFill/>
                        </a:ln>
                        <a:solidFill>
                          <a:schemeClr val="tx2"/>
                        </a:solidFill>
                        <a:effectLst/>
                        <a:latin typeface="Arial" charset="0"/>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chemeClr val="tx2"/>
                          </a:solidFill>
                          <a:effectLst/>
                          <a:latin typeface="Arial" charset="0"/>
                          <a:cs typeface="Times New Roman" pitchFamily="18" charset="0"/>
                        </a:rPr>
                        <a:t>170</a:t>
                      </a:r>
                      <a:endParaRPr kumimoji="0" lang="en-US" sz="1500" b="1" i="0" u="none" strike="noStrike" cap="none" normalizeH="0" baseline="0">
                        <a:ln>
                          <a:noFill/>
                        </a:ln>
                        <a:solidFill>
                          <a:schemeClr val="tx2"/>
                        </a:solidFill>
                        <a:effectLst/>
                        <a:latin typeface="Arial" charset="0"/>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8"/>
                  </a:ext>
                </a:extLst>
              </a:tr>
              <a:tr h="31999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chemeClr val="tx2"/>
                          </a:solidFill>
                          <a:effectLst/>
                          <a:latin typeface="Arial" charset="0"/>
                          <a:cs typeface="Times New Roman" pitchFamily="18" charset="0"/>
                        </a:rPr>
                        <a:t>Unknown*</a:t>
                      </a:r>
                      <a:endParaRPr kumimoji="0" lang="en-US" sz="1500" b="1" i="0" u="none" strike="noStrike" cap="none" normalizeH="0" baseline="0">
                        <a:ln>
                          <a:noFill/>
                        </a:ln>
                        <a:solidFill>
                          <a:schemeClr val="tx2"/>
                        </a:solidFill>
                        <a:effectLst/>
                        <a:latin typeface="Arial" charset="0"/>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chemeClr val="tx2"/>
                          </a:solidFill>
                          <a:effectLst/>
                          <a:latin typeface="Arial" charset="0"/>
                          <a:cs typeface="Times New Roman" pitchFamily="18" charset="0"/>
                        </a:rPr>
                        <a:t>255</a:t>
                      </a:r>
                      <a:endParaRPr kumimoji="0" lang="en-US" sz="1500" b="1" i="0" u="none" strike="noStrike" cap="none" normalizeH="0" baseline="0">
                        <a:ln>
                          <a:noFill/>
                        </a:ln>
                        <a:solidFill>
                          <a:schemeClr val="tx2"/>
                        </a:solidFill>
                        <a:effectLst/>
                        <a:latin typeface="Arial" charset="0"/>
                      </a:endParaRPr>
                    </a:p>
                  </a:txBody>
                  <a:tcPr marT="45702" marB="45702"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9"/>
                  </a:ext>
                </a:extLst>
              </a:tr>
            </a:tbl>
          </a:graphicData>
        </a:graphic>
      </p:graphicFrame>
      <p:sp>
        <p:nvSpPr>
          <p:cNvPr id="10" name="Title 1">
            <a:extLst>
              <a:ext uri="{FF2B5EF4-FFF2-40B4-BE49-F238E27FC236}">
                <a16:creationId xmlns:a16="http://schemas.microsoft.com/office/drawing/2014/main" id="{ECFEF305-E4EB-4742-9518-1663AA3E8D5F}"/>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 CẤU HÌNH ĐỊNH TUYẾN ĐỘNG</a:t>
            </a:r>
            <a:endParaRPr lang="vi-VN" dirty="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ED27D54C-1541-4C86-B618-12A9B314AC89}"/>
              </a:ext>
            </a:extLst>
          </p:cNvPr>
          <p:cNvSpPr>
            <a:spLocks noGrp="1" noChangeArrowheads="1"/>
          </p:cNvSpPr>
          <p:nvPr>
            <p:ph type="body" idx="1"/>
          </p:nvPr>
        </p:nvSpPr>
        <p:spPr>
          <a:xfrm>
            <a:off x="485774" y="1133605"/>
            <a:ext cx="10563225" cy="457200"/>
          </a:xfrm>
          <a:noFill/>
        </p:spPr>
        <p:txBody>
          <a:bodyPr/>
          <a:lstStyle/>
          <a:p>
            <a:pPr eaLnBrk="1" hangingPunct="1">
              <a:buFont typeface="Wingdings" panose="05000000000000000000" pitchFamily="2" charset="2"/>
              <a:buNone/>
            </a:pPr>
            <a:r>
              <a:rPr lang="en-US" altLang="en-US" b="1" dirty="0" err="1">
                <a:solidFill>
                  <a:schemeClr val="tx2"/>
                </a:solidFill>
              </a:rPr>
              <a:t>Các</a:t>
            </a:r>
            <a:r>
              <a:rPr lang="en-US" altLang="en-US" b="1" dirty="0">
                <a:solidFill>
                  <a:schemeClr val="tx2"/>
                </a:solidFill>
              </a:rPr>
              <a:t> </a:t>
            </a:r>
            <a:r>
              <a:rPr lang="en-US" altLang="en-US" b="1" dirty="0" err="1">
                <a:solidFill>
                  <a:schemeClr val="tx2"/>
                </a:solidFill>
              </a:rPr>
              <a:t>thông</a:t>
            </a:r>
            <a:r>
              <a:rPr lang="en-US" altLang="en-US" b="1" dirty="0">
                <a:solidFill>
                  <a:schemeClr val="tx2"/>
                </a:solidFill>
              </a:rPr>
              <a:t> </a:t>
            </a:r>
            <a:r>
              <a:rPr lang="en-US" altLang="en-US" b="1" dirty="0" err="1">
                <a:solidFill>
                  <a:schemeClr val="tx2"/>
                </a:solidFill>
              </a:rPr>
              <a:t>số</a:t>
            </a:r>
            <a:r>
              <a:rPr lang="en-US" altLang="en-US" b="1" dirty="0">
                <a:solidFill>
                  <a:schemeClr val="tx2"/>
                </a:solidFill>
              </a:rPr>
              <a:t> </a:t>
            </a:r>
            <a:r>
              <a:rPr lang="en-US" altLang="en-US" b="1" dirty="0" err="1">
                <a:solidFill>
                  <a:schemeClr val="tx2"/>
                </a:solidFill>
              </a:rPr>
              <a:t>giúp</a:t>
            </a:r>
            <a:r>
              <a:rPr lang="en-US" altLang="en-US" b="1" dirty="0">
                <a:solidFill>
                  <a:schemeClr val="tx2"/>
                </a:solidFill>
              </a:rPr>
              <a:t> </a:t>
            </a:r>
            <a:r>
              <a:rPr lang="en-US" altLang="en-US" b="1" dirty="0" err="1">
                <a:solidFill>
                  <a:schemeClr val="tx2"/>
                </a:solidFill>
              </a:rPr>
              <a:t>tránh</a:t>
            </a:r>
            <a:r>
              <a:rPr lang="en-US" altLang="en-US" b="1" dirty="0">
                <a:solidFill>
                  <a:schemeClr val="tx2"/>
                </a:solidFill>
              </a:rPr>
              <a:t> </a:t>
            </a:r>
            <a:r>
              <a:rPr lang="en-US" altLang="en-US" b="1" dirty="0" err="1">
                <a:solidFill>
                  <a:schemeClr val="tx2"/>
                </a:solidFill>
              </a:rPr>
              <a:t>lập</a:t>
            </a:r>
            <a:r>
              <a:rPr lang="en-US" altLang="en-US" b="1" dirty="0">
                <a:solidFill>
                  <a:schemeClr val="tx2"/>
                </a:solidFill>
              </a:rPr>
              <a:t> </a:t>
            </a:r>
            <a:r>
              <a:rPr lang="en-US" altLang="en-US" b="1" dirty="0" err="1">
                <a:solidFill>
                  <a:schemeClr val="tx2"/>
                </a:solidFill>
              </a:rPr>
              <a:t>trong</a:t>
            </a:r>
            <a:r>
              <a:rPr lang="en-US" altLang="en-US" b="1" dirty="0">
                <a:solidFill>
                  <a:schemeClr val="tx2"/>
                </a:solidFill>
              </a:rPr>
              <a:t> </a:t>
            </a:r>
            <a:r>
              <a:rPr lang="en-US" altLang="en-US" b="1" dirty="0" err="1">
                <a:solidFill>
                  <a:schemeClr val="tx2"/>
                </a:solidFill>
              </a:rPr>
              <a:t>định</a:t>
            </a:r>
            <a:r>
              <a:rPr lang="en-US" altLang="en-US" b="1" dirty="0">
                <a:solidFill>
                  <a:schemeClr val="tx2"/>
                </a:solidFill>
              </a:rPr>
              <a:t> </a:t>
            </a:r>
            <a:r>
              <a:rPr lang="en-US" altLang="en-US" b="1" dirty="0" err="1">
                <a:solidFill>
                  <a:schemeClr val="tx2"/>
                </a:solidFill>
              </a:rPr>
              <a:t>tuyến</a:t>
            </a:r>
            <a:endParaRPr lang="en-US" altLang="en-US" b="1" dirty="0">
              <a:solidFill>
                <a:schemeClr val="tx2"/>
              </a:solidFill>
            </a:endParaRPr>
          </a:p>
        </p:txBody>
      </p:sp>
      <p:sp>
        <p:nvSpPr>
          <p:cNvPr id="32772" name="Rectangle 7">
            <a:extLst>
              <a:ext uri="{FF2B5EF4-FFF2-40B4-BE49-F238E27FC236}">
                <a16:creationId xmlns:a16="http://schemas.microsoft.com/office/drawing/2014/main" id="{B2E96CE1-B4B6-47DD-A4ED-6889C7BEB9BB}"/>
              </a:ext>
            </a:extLst>
          </p:cNvPr>
          <p:cNvSpPr>
            <a:spLocks noChangeArrowheads="1"/>
          </p:cNvSpPr>
          <p:nvPr/>
        </p:nvSpPr>
        <p:spPr bwMode="auto">
          <a:xfrm>
            <a:off x="485774" y="1819205"/>
            <a:ext cx="297180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pPr>
            <a:r>
              <a:rPr lang="en-US" altLang="en-US" sz="2500" dirty="0">
                <a:solidFill>
                  <a:schemeClr val="tx2"/>
                </a:solidFill>
              </a:rPr>
              <a:t> Max Hop Count </a:t>
            </a:r>
          </a:p>
        </p:txBody>
      </p:sp>
      <p:sp>
        <p:nvSpPr>
          <p:cNvPr id="32773" name="Rectangle 9">
            <a:extLst>
              <a:ext uri="{FF2B5EF4-FFF2-40B4-BE49-F238E27FC236}">
                <a16:creationId xmlns:a16="http://schemas.microsoft.com/office/drawing/2014/main" id="{43C8C325-9A4C-4088-85AC-BAF26B2B5DA3}"/>
              </a:ext>
            </a:extLst>
          </p:cNvPr>
          <p:cNvSpPr>
            <a:spLocks noChangeArrowheads="1"/>
          </p:cNvSpPr>
          <p:nvPr/>
        </p:nvSpPr>
        <p:spPr bwMode="auto">
          <a:xfrm>
            <a:off x="645580" y="2203003"/>
            <a:ext cx="11336869" cy="2239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buClrTx/>
              <a:buFontTx/>
              <a:buNone/>
            </a:pPr>
            <a:r>
              <a:rPr lang="en-US" altLang="en-US" dirty="0" err="1">
                <a:solidFill>
                  <a:schemeClr val="tx2"/>
                </a:solidFill>
              </a:rPr>
              <a:t>Là</a:t>
            </a:r>
            <a:r>
              <a:rPr lang="en-US" altLang="en-US" dirty="0">
                <a:solidFill>
                  <a:schemeClr val="tx2"/>
                </a:solidFill>
              </a:rPr>
              <a:t> </a:t>
            </a:r>
            <a:r>
              <a:rPr lang="en-US" altLang="en-US" dirty="0" err="1">
                <a:solidFill>
                  <a:schemeClr val="tx2"/>
                </a:solidFill>
              </a:rPr>
              <a:t>số</a:t>
            </a:r>
            <a:r>
              <a:rPr lang="en-US" altLang="en-US" dirty="0">
                <a:solidFill>
                  <a:schemeClr val="tx2"/>
                </a:solidFill>
              </a:rPr>
              <a:t> router </a:t>
            </a:r>
            <a:r>
              <a:rPr lang="en-US" altLang="en-US" dirty="0" err="1">
                <a:solidFill>
                  <a:schemeClr val="tx2"/>
                </a:solidFill>
              </a:rPr>
              <a:t>tối</a:t>
            </a:r>
            <a:r>
              <a:rPr lang="en-US" altLang="en-US" dirty="0">
                <a:solidFill>
                  <a:schemeClr val="tx2"/>
                </a:solidFill>
              </a:rPr>
              <a:t> </a:t>
            </a:r>
            <a:r>
              <a:rPr lang="en-US" altLang="en-US" dirty="0" err="1">
                <a:solidFill>
                  <a:schemeClr val="tx2"/>
                </a:solidFill>
              </a:rPr>
              <a:t>đa</a:t>
            </a:r>
            <a:r>
              <a:rPr lang="en-US" altLang="en-US" dirty="0">
                <a:solidFill>
                  <a:schemeClr val="tx2"/>
                </a:solidFill>
              </a:rPr>
              <a:t> </a:t>
            </a:r>
            <a:r>
              <a:rPr lang="en-US" altLang="en-US" dirty="0" err="1">
                <a:solidFill>
                  <a:schemeClr val="tx2"/>
                </a:solidFill>
              </a:rPr>
              <a:t>mà</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đi</a:t>
            </a:r>
            <a:r>
              <a:rPr lang="en-US" altLang="en-US" dirty="0">
                <a:solidFill>
                  <a:schemeClr val="tx2"/>
                </a:solidFill>
              </a:rPr>
              <a:t> qua </a:t>
            </a:r>
            <a:r>
              <a:rPr lang="en-US" altLang="en-US" dirty="0" err="1">
                <a:solidFill>
                  <a:schemeClr val="tx2"/>
                </a:solidFill>
              </a:rPr>
              <a:t>trước</a:t>
            </a:r>
            <a:r>
              <a:rPr lang="en-US" altLang="en-US" dirty="0">
                <a:solidFill>
                  <a:schemeClr val="tx2"/>
                </a:solidFill>
              </a:rPr>
              <a:t> </a:t>
            </a:r>
            <a:r>
              <a:rPr lang="en-US" altLang="en-US" dirty="0" err="1">
                <a:solidFill>
                  <a:schemeClr val="tx2"/>
                </a:solidFill>
              </a:rPr>
              <a:t>khi</a:t>
            </a:r>
            <a:r>
              <a:rPr lang="en-US" altLang="en-US" dirty="0">
                <a:solidFill>
                  <a:schemeClr val="tx2"/>
                </a:solidFill>
              </a:rPr>
              <a:t> </a:t>
            </a:r>
            <a:r>
              <a:rPr lang="en-US" altLang="en-US" dirty="0" err="1">
                <a:solidFill>
                  <a:schemeClr val="tx2"/>
                </a:solidFill>
              </a:rPr>
              <a:t>bị</a:t>
            </a:r>
            <a:r>
              <a:rPr lang="en-US" altLang="en-US" dirty="0">
                <a:solidFill>
                  <a:schemeClr val="tx2"/>
                </a:solidFill>
              </a:rPr>
              <a:t> </a:t>
            </a:r>
            <a:r>
              <a:rPr lang="en-US" altLang="en-US" dirty="0" err="1">
                <a:solidFill>
                  <a:schemeClr val="tx2"/>
                </a:solidFill>
              </a:rPr>
              <a:t>hủy</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tránh</a:t>
            </a:r>
            <a:r>
              <a:rPr lang="en-US" altLang="en-US" dirty="0">
                <a:solidFill>
                  <a:schemeClr val="tx2"/>
                </a:solidFill>
              </a:rPr>
              <a:t> </a:t>
            </a:r>
            <a:r>
              <a:rPr lang="en-US" altLang="en-US" dirty="0" err="1">
                <a:solidFill>
                  <a:schemeClr val="tx2"/>
                </a:solidFill>
              </a:rPr>
              <a:t>tình</a:t>
            </a:r>
            <a:r>
              <a:rPr lang="en-US" altLang="en-US" dirty="0">
                <a:solidFill>
                  <a:schemeClr val="tx2"/>
                </a:solidFill>
              </a:rPr>
              <a:t> </a:t>
            </a:r>
            <a:r>
              <a:rPr lang="en-US" altLang="en-US" dirty="0" err="1">
                <a:solidFill>
                  <a:schemeClr val="tx2"/>
                </a:solidFill>
              </a:rPr>
              <a:t>trạng</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a:t>
            </a:r>
            <a:r>
              <a:rPr lang="en-US" altLang="en-US" dirty="0" err="1">
                <a:solidFill>
                  <a:schemeClr val="tx2"/>
                </a:solidFill>
              </a:rPr>
              <a:t>chạy</a:t>
            </a:r>
            <a:r>
              <a:rPr lang="en-US" altLang="en-US" dirty="0">
                <a:solidFill>
                  <a:schemeClr val="tx2"/>
                </a:solidFill>
              </a:rPr>
              <a:t> </a:t>
            </a:r>
            <a:r>
              <a:rPr lang="en-US" altLang="en-US" dirty="0" err="1">
                <a:solidFill>
                  <a:schemeClr val="tx2"/>
                </a:solidFill>
              </a:rPr>
              <a:t>lòng</a:t>
            </a:r>
            <a:r>
              <a:rPr lang="en-US" altLang="en-US" dirty="0">
                <a:solidFill>
                  <a:schemeClr val="tx2"/>
                </a:solidFill>
              </a:rPr>
              <a:t> </a:t>
            </a:r>
            <a:r>
              <a:rPr lang="en-US" altLang="en-US" dirty="0" err="1">
                <a:solidFill>
                  <a:schemeClr val="tx2"/>
                </a:solidFill>
              </a:rPr>
              <a:t>vòng</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mà</a:t>
            </a:r>
            <a:r>
              <a:rPr lang="en-US" altLang="en-US" dirty="0">
                <a:solidFill>
                  <a:schemeClr val="tx2"/>
                </a:solidFill>
              </a:rPr>
              <a:t>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đến</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đích</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số</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dùng</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RIP.</a:t>
            </a:r>
          </a:p>
          <a:p>
            <a:pPr algn="just" eaLnBrk="1" hangingPunct="1">
              <a:lnSpc>
                <a:spcPct val="150000"/>
              </a:lnSpc>
              <a:spcBef>
                <a:spcPct val="0"/>
              </a:spcBef>
              <a:buClrTx/>
              <a:buFontTx/>
              <a:buNone/>
            </a:pPr>
            <a:r>
              <a:rPr lang="en-US" altLang="en-US" dirty="0" err="1">
                <a:solidFill>
                  <a:schemeClr val="tx2"/>
                </a:solidFill>
              </a:rPr>
              <a:t>Với</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RIP, </a:t>
            </a:r>
            <a:r>
              <a:rPr lang="en-US" altLang="en-US" dirty="0" err="1">
                <a:solidFill>
                  <a:schemeClr val="tx2"/>
                </a:solidFill>
              </a:rPr>
              <a:t>số</a:t>
            </a:r>
            <a:r>
              <a:rPr lang="en-US" altLang="en-US" dirty="0">
                <a:solidFill>
                  <a:schemeClr val="tx2"/>
                </a:solidFill>
              </a:rPr>
              <a:t> hop count </a:t>
            </a:r>
            <a:r>
              <a:rPr lang="en-US" altLang="en-US" dirty="0" err="1">
                <a:solidFill>
                  <a:schemeClr val="tx2"/>
                </a:solidFill>
              </a:rPr>
              <a:t>tối</a:t>
            </a:r>
            <a:r>
              <a:rPr lang="en-US" altLang="en-US" dirty="0">
                <a:solidFill>
                  <a:schemeClr val="tx2"/>
                </a:solidFill>
              </a:rPr>
              <a:t> </a:t>
            </a:r>
            <a:r>
              <a:rPr lang="en-US" altLang="en-US" dirty="0" err="1">
                <a:solidFill>
                  <a:schemeClr val="tx2"/>
                </a:solidFill>
              </a:rPr>
              <a:t>đa</a:t>
            </a:r>
            <a:r>
              <a:rPr lang="en-US" altLang="en-US" dirty="0">
                <a:solidFill>
                  <a:schemeClr val="tx2"/>
                </a:solidFill>
              </a:rPr>
              <a:t> </a:t>
            </a:r>
            <a:r>
              <a:rPr lang="en-US" altLang="en-US" dirty="0" err="1">
                <a:solidFill>
                  <a:schemeClr val="tx2"/>
                </a:solidFill>
              </a:rPr>
              <a:t>là</a:t>
            </a:r>
            <a:r>
              <a:rPr lang="en-US" altLang="en-US" dirty="0">
                <a:solidFill>
                  <a:schemeClr val="tx2"/>
                </a:solidFill>
              </a:rPr>
              <a:t> 15 </a:t>
            </a:r>
          </a:p>
        </p:txBody>
      </p:sp>
      <p:sp>
        <p:nvSpPr>
          <p:cNvPr id="32774" name="Rectangle 12">
            <a:extLst>
              <a:ext uri="{FF2B5EF4-FFF2-40B4-BE49-F238E27FC236}">
                <a16:creationId xmlns:a16="http://schemas.microsoft.com/office/drawing/2014/main" id="{1F69EEF3-9F98-41AD-9364-9AB9A6F18196}"/>
              </a:ext>
            </a:extLst>
          </p:cNvPr>
          <p:cNvSpPr>
            <a:spLocks noChangeArrowheads="1"/>
          </p:cNvSpPr>
          <p:nvPr/>
        </p:nvSpPr>
        <p:spPr bwMode="auto">
          <a:xfrm>
            <a:off x="645580" y="4640004"/>
            <a:ext cx="2374368"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pPr>
            <a:r>
              <a:rPr lang="en-US" altLang="en-US" sz="2500" dirty="0">
                <a:solidFill>
                  <a:schemeClr val="tx2"/>
                </a:solidFill>
              </a:rPr>
              <a:t> Split Horizon</a:t>
            </a:r>
          </a:p>
        </p:txBody>
      </p:sp>
      <p:sp>
        <p:nvSpPr>
          <p:cNvPr id="32775" name="Rectangle 13">
            <a:extLst>
              <a:ext uri="{FF2B5EF4-FFF2-40B4-BE49-F238E27FC236}">
                <a16:creationId xmlns:a16="http://schemas.microsoft.com/office/drawing/2014/main" id="{9E2B41CA-04FD-4327-AE72-0123226A0380}"/>
              </a:ext>
            </a:extLst>
          </p:cNvPr>
          <p:cNvSpPr>
            <a:spLocks noChangeArrowheads="1"/>
          </p:cNvSpPr>
          <p:nvPr/>
        </p:nvSpPr>
        <p:spPr bwMode="auto">
          <a:xfrm>
            <a:off x="645580" y="4987151"/>
            <a:ext cx="11336869" cy="113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buClrTx/>
              <a:buFontTx/>
              <a:buNone/>
            </a:pPr>
            <a:r>
              <a:rPr lang="en-US" altLang="en-US" dirty="0">
                <a:solidFill>
                  <a:schemeClr val="tx2"/>
                </a:solidFill>
              </a:rPr>
              <a:t>Split horizon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công</a:t>
            </a:r>
            <a:r>
              <a:rPr lang="en-US" altLang="en-US" dirty="0">
                <a:solidFill>
                  <a:schemeClr val="tx2"/>
                </a:solidFill>
              </a:rPr>
              <a:t> </a:t>
            </a:r>
            <a:r>
              <a:rPr lang="en-US" altLang="en-US" dirty="0" err="1">
                <a:solidFill>
                  <a:schemeClr val="tx2"/>
                </a:solidFill>
              </a:rPr>
              <a:t>nghệ</a:t>
            </a:r>
            <a:r>
              <a:rPr lang="en-US" altLang="en-US" dirty="0">
                <a:solidFill>
                  <a:schemeClr val="tx2"/>
                </a:solidFill>
              </a:rPr>
              <a:t> </a:t>
            </a:r>
            <a:r>
              <a:rPr lang="en-US" altLang="en-US" dirty="0" err="1">
                <a:solidFill>
                  <a:schemeClr val="tx2"/>
                </a:solidFill>
              </a:rPr>
              <a:t>giúp</a:t>
            </a:r>
            <a:r>
              <a:rPr lang="en-US" altLang="en-US" dirty="0">
                <a:solidFill>
                  <a:schemeClr val="tx2"/>
                </a:solidFill>
              </a:rPr>
              <a:t> </a:t>
            </a:r>
            <a:r>
              <a:rPr lang="en-US" altLang="en-US" dirty="0" err="1">
                <a:solidFill>
                  <a:schemeClr val="tx2"/>
                </a:solidFill>
              </a:rPr>
              <a:t>ngăn</a:t>
            </a:r>
            <a:r>
              <a:rPr lang="en-US" altLang="en-US" dirty="0">
                <a:solidFill>
                  <a:schemeClr val="tx2"/>
                </a:solidFill>
              </a:rPr>
              <a:t> </a:t>
            </a:r>
            <a:r>
              <a:rPr lang="en-US" altLang="en-US" dirty="0" err="1">
                <a:solidFill>
                  <a:schemeClr val="tx2"/>
                </a:solidFill>
              </a:rPr>
              <a:t>việc</a:t>
            </a:r>
            <a:r>
              <a:rPr lang="en-US" altLang="en-US" dirty="0">
                <a:solidFill>
                  <a:schemeClr val="tx2"/>
                </a:solidFill>
              </a:rPr>
              <a:t> router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lại</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mà</a:t>
            </a:r>
            <a:r>
              <a:rPr lang="en-US" altLang="en-US" dirty="0">
                <a:solidFill>
                  <a:schemeClr val="tx2"/>
                </a:solidFill>
              </a:rPr>
              <a:t>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vừa</a:t>
            </a:r>
            <a:r>
              <a:rPr lang="en-US" altLang="en-US" dirty="0">
                <a:solidFill>
                  <a:schemeClr val="tx2"/>
                </a:solidFill>
              </a:rPr>
              <a:t> </a:t>
            </a:r>
            <a:r>
              <a:rPr lang="en-US" altLang="en-US" dirty="0" err="1">
                <a:solidFill>
                  <a:schemeClr val="tx2"/>
                </a:solidFill>
              </a:rPr>
              <a:t>học</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trở</a:t>
            </a:r>
            <a:r>
              <a:rPr lang="en-US" altLang="en-US" dirty="0">
                <a:solidFill>
                  <a:schemeClr val="tx2"/>
                </a:solidFill>
              </a:rPr>
              <a:t> </a:t>
            </a:r>
            <a:r>
              <a:rPr lang="en-US" altLang="en-US" dirty="0" err="1">
                <a:solidFill>
                  <a:schemeClr val="tx2"/>
                </a:solidFill>
              </a:rPr>
              <a:t>lại</a:t>
            </a:r>
            <a:r>
              <a:rPr lang="en-US" altLang="en-US" dirty="0">
                <a:solidFill>
                  <a:schemeClr val="tx2"/>
                </a:solidFill>
              </a:rPr>
              <a:t> </a:t>
            </a:r>
            <a:r>
              <a:rPr lang="en-US" altLang="en-US" dirty="0" err="1">
                <a:solidFill>
                  <a:schemeClr val="tx2"/>
                </a:solidFill>
              </a:rPr>
              <a:t>chính</a:t>
            </a:r>
            <a:r>
              <a:rPr lang="en-US" altLang="en-US" dirty="0">
                <a:solidFill>
                  <a:schemeClr val="tx2"/>
                </a:solidFill>
              </a:rPr>
              <a:t> router </a:t>
            </a:r>
            <a:r>
              <a:rPr lang="en-US" altLang="en-US" dirty="0" err="1">
                <a:solidFill>
                  <a:schemeClr val="tx2"/>
                </a:solidFill>
              </a:rPr>
              <a:t>đã</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đó</a:t>
            </a:r>
            <a:r>
              <a:rPr lang="en-US" altLang="en-US" dirty="0">
                <a:solidFill>
                  <a:schemeClr val="tx2"/>
                </a:solidFill>
              </a:rPr>
              <a:t> </a:t>
            </a:r>
            <a:r>
              <a:rPr lang="en-US" altLang="en-US" dirty="0" err="1">
                <a:solidFill>
                  <a:schemeClr val="tx2"/>
                </a:solidFill>
              </a:rPr>
              <a:t>cho</a:t>
            </a:r>
            <a:r>
              <a:rPr lang="en-US" altLang="en-US" dirty="0">
                <a:solidFill>
                  <a:schemeClr val="tx2"/>
                </a:solidFill>
              </a:rPr>
              <a:t> </a:t>
            </a:r>
            <a:r>
              <a:rPr lang="en-US" altLang="en-US" dirty="0" err="1">
                <a:solidFill>
                  <a:schemeClr val="tx2"/>
                </a:solidFill>
              </a:rPr>
              <a:t>nó</a:t>
            </a:r>
            <a:r>
              <a:rPr lang="en-US" altLang="en-US" dirty="0">
                <a:solidFill>
                  <a:schemeClr val="tx2"/>
                </a:solidFill>
              </a:rPr>
              <a:t>.</a:t>
            </a:r>
          </a:p>
        </p:txBody>
      </p:sp>
      <p:sp>
        <p:nvSpPr>
          <p:cNvPr id="11" name="Title 1">
            <a:extLst>
              <a:ext uri="{FF2B5EF4-FFF2-40B4-BE49-F238E27FC236}">
                <a16:creationId xmlns:a16="http://schemas.microsoft.com/office/drawing/2014/main" id="{099F2A95-7B49-4696-A58B-B4D2399260AC}"/>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 CẤU HÌNH ĐỊNH TUYẾN ĐỘNG</a:t>
            </a:r>
            <a:endParaRPr lang="vi-VN" dirty="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009296D6-3933-4F3F-B27A-D3891FA01C0E}"/>
              </a:ext>
            </a:extLst>
          </p:cNvPr>
          <p:cNvSpPr>
            <a:spLocks noGrp="1" noChangeArrowheads="1"/>
          </p:cNvSpPr>
          <p:nvPr>
            <p:ph type="body" idx="1"/>
          </p:nvPr>
        </p:nvSpPr>
        <p:spPr>
          <a:xfrm>
            <a:off x="695325" y="1142699"/>
            <a:ext cx="9639300" cy="457200"/>
          </a:xfrm>
          <a:noFill/>
        </p:spPr>
        <p:txBody>
          <a:bodyPr/>
          <a:lstStyle/>
          <a:p>
            <a:pPr eaLnBrk="1" hangingPunct="1">
              <a:buFont typeface="Wingdings" panose="05000000000000000000" pitchFamily="2" charset="2"/>
              <a:buNone/>
            </a:pPr>
            <a:r>
              <a:rPr lang="en-US" altLang="en-US" b="1" dirty="0" err="1">
                <a:solidFill>
                  <a:schemeClr val="tx2"/>
                </a:solidFill>
              </a:rPr>
              <a:t>Các</a:t>
            </a:r>
            <a:r>
              <a:rPr lang="en-US" altLang="en-US" b="1" dirty="0">
                <a:solidFill>
                  <a:schemeClr val="tx2"/>
                </a:solidFill>
              </a:rPr>
              <a:t> </a:t>
            </a:r>
            <a:r>
              <a:rPr lang="en-US" altLang="en-US" b="1" dirty="0" err="1">
                <a:solidFill>
                  <a:schemeClr val="tx2"/>
                </a:solidFill>
              </a:rPr>
              <a:t>thông</a:t>
            </a:r>
            <a:r>
              <a:rPr lang="en-US" altLang="en-US" b="1" dirty="0">
                <a:solidFill>
                  <a:schemeClr val="tx2"/>
                </a:solidFill>
              </a:rPr>
              <a:t> </a:t>
            </a:r>
            <a:r>
              <a:rPr lang="en-US" altLang="en-US" b="1" dirty="0" err="1">
                <a:solidFill>
                  <a:schemeClr val="tx2"/>
                </a:solidFill>
              </a:rPr>
              <a:t>số</a:t>
            </a:r>
            <a:r>
              <a:rPr lang="en-US" altLang="en-US" b="1" dirty="0">
                <a:solidFill>
                  <a:schemeClr val="tx2"/>
                </a:solidFill>
              </a:rPr>
              <a:t> </a:t>
            </a:r>
            <a:r>
              <a:rPr lang="en-US" altLang="en-US" b="1" dirty="0" err="1">
                <a:solidFill>
                  <a:schemeClr val="tx2"/>
                </a:solidFill>
              </a:rPr>
              <a:t>giúp</a:t>
            </a:r>
            <a:r>
              <a:rPr lang="en-US" altLang="en-US" b="1" dirty="0">
                <a:solidFill>
                  <a:schemeClr val="tx2"/>
                </a:solidFill>
              </a:rPr>
              <a:t> </a:t>
            </a:r>
            <a:r>
              <a:rPr lang="en-US" altLang="en-US" b="1" dirty="0" err="1">
                <a:solidFill>
                  <a:schemeClr val="tx2"/>
                </a:solidFill>
              </a:rPr>
              <a:t>tránh</a:t>
            </a:r>
            <a:r>
              <a:rPr lang="en-US" altLang="en-US" b="1" dirty="0">
                <a:solidFill>
                  <a:schemeClr val="tx2"/>
                </a:solidFill>
              </a:rPr>
              <a:t> </a:t>
            </a:r>
            <a:r>
              <a:rPr lang="en-US" altLang="en-US" b="1" dirty="0" err="1">
                <a:solidFill>
                  <a:schemeClr val="tx2"/>
                </a:solidFill>
              </a:rPr>
              <a:t>lập</a:t>
            </a:r>
            <a:r>
              <a:rPr lang="en-US" altLang="en-US" b="1" dirty="0">
                <a:solidFill>
                  <a:schemeClr val="tx2"/>
                </a:solidFill>
              </a:rPr>
              <a:t> </a:t>
            </a:r>
            <a:r>
              <a:rPr lang="en-US" altLang="en-US" b="1" dirty="0" err="1">
                <a:solidFill>
                  <a:schemeClr val="tx2"/>
                </a:solidFill>
              </a:rPr>
              <a:t>trong</a:t>
            </a:r>
            <a:r>
              <a:rPr lang="en-US" altLang="en-US" b="1" dirty="0">
                <a:solidFill>
                  <a:schemeClr val="tx2"/>
                </a:solidFill>
              </a:rPr>
              <a:t> </a:t>
            </a:r>
            <a:r>
              <a:rPr lang="en-US" altLang="en-US" b="1" dirty="0" err="1">
                <a:solidFill>
                  <a:schemeClr val="tx2"/>
                </a:solidFill>
              </a:rPr>
              <a:t>định</a:t>
            </a:r>
            <a:r>
              <a:rPr lang="en-US" altLang="en-US" b="1" dirty="0">
                <a:solidFill>
                  <a:schemeClr val="tx2"/>
                </a:solidFill>
              </a:rPr>
              <a:t> </a:t>
            </a:r>
            <a:r>
              <a:rPr lang="en-US" altLang="en-US" b="1" dirty="0" err="1">
                <a:solidFill>
                  <a:schemeClr val="tx2"/>
                </a:solidFill>
              </a:rPr>
              <a:t>tuyến</a:t>
            </a:r>
            <a:endParaRPr lang="en-US" altLang="en-US" b="1" dirty="0">
              <a:solidFill>
                <a:schemeClr val="tx2"/>
              </a:solidFill>
            </a:endParaRPr>
          </a:p>
        </p:txBody>
      </p:sp>
      <p:sp>
        <p:nvSpPr>
          <p:cNvPr id="33796" name="Rectangle 10">
            <a:extLst>
              <a:ext uri="{FF2B5EF4-FFF2-40B4-BE49-F238E27FC236}">
                <a16:creationId xmlns:a16="http://schemas.microsoft.com/office/drawing/2014/main" id="{2A4F2A44-2EE3-40E5-934B-585F72738CB5}"/>
              </a:ext>
            </a:extLst>
          </p:cNvPr>
          <p:cNvSpPr>
            <a:spLocks noChangeArrowheads="1"/>
          </p:cNvSpPr>
          <p:nvPr/>
        </p:nvSpPr>
        <p:spPr bwMode="auto">
          <a:xfrm>
            <a:off x="695324" y="2659845"/>
            <a:ext cx="11249025" cy="3347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buClrTx/>
              <a:buFontTx/>
              <a:buNone/>
            </a:pPr>
            <a:r>
              <a:rPr lang="en-US" altLang="en-US" dirty="0" err="1">
                <a:solidFill>
                  <a:schemeClr val="tx2"/>
                </a:solidFill>
              </a:rPr>
              <a:t>Có</a:t>
            </a:r>
            <a:r>
              <a:rPr lang="en-US" altLang="en-US" dirty="0">
                <a:solidFill>
                  <a:schemeClr val="tx2"/>
                </a:solidFill>
              </a:rPr>
              <a:t> 2 </a:t>
            </a:r>
            <a:r>
              <a:rPr lang="en-US" altLang="en-US" dirty="0" err="1">
                <a:solidFill>
                  <a:schemeClr val="tx2"/>
                </a:solidFill>
              </a:rPr>
              <a:t>loại</a:t>
            </a:r>
            <a:r>
              <a:rPr lang="en-US" altLang="en-US" dirty="0">
                <a:solidFill>
                  <a:schemeClr val="tx2"/>
                </a:solidFill>
              </a:rPr>
              <a:t> split horizon </a:t>
            </a:r>
            <a:r>
              <a:rPr lang="en-US" altLang="en-US" dirty="0" err="1">
                <a:solidFill>
                  <a:schemeClr val="tx2"/>
                </a:solidFill>
              </a:rPr>
              <a:t>là</a:t>
            </a:r>
            <a:r>
              <a:rPr lang="en-US" altLang="en-US" dirty="0">
                <a:solidFill>
                  <a:schemeClr val="tx2"/>
                </a:solidFill>
              </a:rPr>
              <a:t> simple split horizon </a:t>
            </a:r>
            <a:r>
              <a:rPr lang="en-US" altLang="en-US" dirty="0" err="1">
                <a:solidFill>
                  <a:schemeClr val="tx2"/>
                </a:solidFill>
              </a:rPr>
              <a:t>và</a:t>
            </a:r>
            <a:r>
              <a:rPr lang="en-US" altLang="en-US" dirty="0">
                <a:solidFill>
                  <a:schemeClr val="tx2"/>
                </a:solidFill>
              </a:rPr>
              <a:t> split horizon </a:t>
            </a:r>
            <a:r>
              <a:rPr lang="en-US" altLang="en-US" dirty="0" err="1">
                <a:solidFill>
                  <a:schemeClr val="tx2"/>
                </a:solidFill>
              </a:rPr>
              <a:t>kết</a:t>
            </a:r>
            <a:r>
              <a:rPr lang="en-US" altLang="en-US" dirty="0">
                <a:solidFill>
                  <a:schemeClr val="tx2"/>
                </a:solidFill>
              </a:rPr>
              <a:t> </a:t>
            </a:r>
            <a:r>
              <a:rPr lang="en-US" altLang="en-US" dirty="0" err="1">
                <a:solidFill>
                  <a:schemeClr val="tx2"/>
                </a:solidFill>
              </a:rPr>
              <a:t>hợp</a:t>
            </a:r>
            <a:r>
              <a:rPr lang="en-US" altLang="en-US" dirty="0">
                <a:solidFill>
                  <a:schemeClr val="tx2"/>
                </a:solidFill>
              </a:rPr>
              <a:t> poisoned reverse.</a:t>
            </a:r>
          </a:p>
          <a:p>
            <a:pPr lvl="1" algn="just" eaLnBrk="1" hangingPunct="1">
              <a:lnSpc>
                <a:spcPct val="150000"/>
              </a:lnSpc>
              <a:spcBef>
                <a:spcPct val="0"/>
              </a:spcBef>
              <a:buClrTx/>
            </a:pPr>
            <a:r>
              <a:rPr lang="en-US" altLang="en-US" sz="2400" dirty="0">
                <a:solidFill>
                  <a:schemeClr val="tx2"/>
                </a:solidFill>
              </a:rPr>
              <a:t> Simple split horizon: </a:t>
            </a:r>
            <a:r>
              <a:rPr lang="en-US" altLang="en-US" sz="2400" dirty="0" err="1">
                <a:solidFill>
                  <a:schemeClr val="tx2"/>
                </a:solidFill>
              </a:rPr>
              <a:t>Khi</a:t>
            </a:r>
            <a:r>
              <a:rPr lang="en-US" altLang="en-US" sz="2400" dirty="0">
                <a:solidFill>
                  <a:schemeClr val="tx2"/>
                </a:solidFill>
              </a:rPr>
              <a:t> </a:t>
            </a:r>
            <a:r>
              <a:rPr lang="en-US" altLang="en-US" sz="2400" dirty="0" err="1">
                <a:solidFill>
                  <a:schemeClr val="tx2"/>
                </a:solidFill>
              </a:rPr>
              <a:t>gửi</a:t>
            </a:r>
            <a:r>
              <a:rPr lang="en-US" altLang="en-US" sz="2400" dirty="0">
                <a:solidFill>
                  <a:schemeClr val="tx2"/>
                </a:solidFill>
              </a:rPr>
              <a:t> </a:t>
            </a:r>
            <a:r>
              <a:rPr lang="en-US" altLang="en-US" sz="2400" dirty="0" err="1">
                <a:solidFill>
                  <a:schemeClr val="tx2"/>
                </a:solidFill>
              </a:rPr>
              <a:t>thông</a:t>
            </a:r>
            <a:r>
              <a:rPr lang="en-US" altLang="en-US" sz="2400" dirty="0">
                <a:solidFill>
                  <a:schemeClr val="tx2"/>
                </a:solidFill>
              </a:rPr>
              <a:t> tin update ra </a:t>
            </a:r>
            <a:r>
              <a:rPr lang="en-US" altLang="en-US" sz="2400" dirty="0" err="1">
                <a:solidFill>
                  <a:schemeClr val="tx2"/>
                </a:solidFill>
              </a:rPr>
              <a:t>ngoài</a:t>
            </a:r>
            <a:r>
              <a:rPr lang="en-US" altLang="en-US" sz="2400" dirty="0">
                <a:solidFill>
                  <a:schemeClr val="tx2"/>
                </a:solidFill>
              </a:rPr>
              <a:t> </a:t>
            </a:r>
            <a:r>
              <a:rPr lang="en-US" altLang="en-US" sz="2400" dirty="0" err="1">
                <a:solidFill>
                  <a:schemeClr val="tx2"/>
                </a:solidFill>
              </a:rPr>
              <a:t>một</a:t>
            </a:r>
            <a:r>
              <a:rPr lang="en-US" altLang="en-US" sz="2400" dirty="0">
                <a:solidFill>
                  <a:schemeClr val="tx2"/>
                </a:solidFill>
              </a:rPr>
              <a:t> interface, </a:t>
            </a:r>
            <a:r>
              <a:rPr lang="en-US" altLang="en-US" sz="2400" dirty="0" err="1">
                <a:solidFill>
                  <a:schemeClr val="tx2"/>
                </a:solidFill>
              </a:rPr>
              <a:t>nó</a:t>
            </a:r>
            <a:r>
              <a:rPr lang="en-US" altLang="en-US" sz="2400" dirty="0">
                <a:solidFill>
                  <a:schemeClr val="tx2"/>
                </a:solidFill>
              </a:rPr>
              <a:t> </a:t>
            </a:r>
            <a:r>
              <a:rPr lang="en-US" altLang="en-US" sz="2400" dirty="0" err="1">
                <a:solidFill>
                  <a:schemeClr val="tx2"/>
                </a:solidFill>
              </a:rPr>
              <a:t>sẽ</a:t>
            </a:r>
            <a:r>
              <a:rPr lang="en-US" altLang="en-US" sz="2400" dirty="0">
                <a:solidFill>
                  <a:schemeClr val="tx2"/>
                </a:solidFill>
              </a:rPr>
              <a:t> </a:t>
            </a:r>
            <a:r>
              <a:rPr lang="en-US" altLang="en-US" sz="2400" dirty="0" err="1">
                <a:solidFill>
                  <a:schemeClr val="tx2"/>
                </a:solidFill>
              </a:rPr>
              <a:t>không</a:t>
            </a:r>
            <a:r>
              <a:rPr lang="en-US" altLang="en-US" sz="2400" dirty="0">
                <a:solidFill>
                  <a:schemeClr val="tx2"/>
                </a:solidFill>
              </a:rPr>
              <a:t> </a:t>
            </a:r>
            <a:r>
              <a:rPr lang="en-US" altLang="en-US" sz="2400" dirty="0" err="1">
                <a:solidFill>
                  <a:schemeClr val="tx2"/>
                </a:solidFill>
              </a:rPr>
              <a:t>gửi</a:t>
            </a:r>
            <a:r>
              <a:rPr lang="en-US" altLang="en-US" sz="2400" dirty="0">
                <a:solidFill>
                  <a:schemeClr val="tx2"/>
                </a:solidFill>
              </a:rPr>
              <a:t> </a:t>
            </a:r>
            <a:r>
              <a:rPr lang="en-US" altLang="en-US" sz="2400" dirty="0" err="1">
                <a:solidFill>
                  <a:schemeClr val="tx2"/>
                </a:solidFill>
              </a:rPr>
              <a:t>các</a:t>
            </a:r>
            <a:r>
              <a:rPr lang="en-US" altLang="en-US" sz="2400" dirty="0">
                <a:solidFill>
                  <a:schemeClr val="tx2"/>
                </a:solidFill>
              </a:rPr>
              <a:t> </a:t>
            </a:r>
            <a:r>
              <a:rPr lang="en-US" altLang="en-US" sz="2400" dirty="0" err="1">
                <a:solidFill>
                  <a:schemeClr val="tx2"/>
                </a:solidFill>
              </a:rPr>
              <a:t>thông</a:t>
            </a:r>
            <a:r>
              <a:rPr lang="en-US" altLang="en-US" sz="2400" dirty="0">
                <a:solidFill>
                  <a:schemeClr val="tx2"/>
                </a:solidFill>
              </a:rPr>
              <a:t> tin </a:t>
            </a:r>
            <a:r>
              <a:rPr lang="en-US" altLang="en-US" sz="2400" dirty="0" err="1">
                <a:solidFill>
                  <a:schemeClr val="tx2"/>
                </a:solidFill>
              </a:rPr>
              <a:t>đã</a:t>
            </a:r>
            <a:r>
              <a:rPr lang="en-US" altLang="en-US" sz="2400" dirty="0">
                <a:solidFill>
                  <a:schemeClr val="tx2"/>
                </a:solidFill>
              </a:rPr>
              <a:t> </a:t>
            </a:r>
            <a:r>
              <a:rPr lang="en-US" altLang="en-US" sz="2400" dirty="0" err="1">
                <a:solidFill>
                  <a:schemeClr val="tx2"/>
                </a:solidFill>
              </a:rPr>
              <a:t>học</a:t>
            </a:r>
            <a:r>
              <a:rPr lang="en-US" altLang="en-US" sz="2400" dirty="0">
                <a:solidFill>
                  <a:schemeClr val="tx2"/>
                </a:solidFill>
              </a:rPr>
              <a:t> </a:t>
            </a:r>
            <a:r>
              <a:rPr lang="en-US" altLang="en-US" sz="2400" dirty="0" err="1">
                <a:solidFill>
                  <a:schemeClr val="tx2"/>
                </a:solidFill>
              </a:rPr>
              <a:t>được</a:t>
            </a:r>
            <a:r>
              <a:rPr lang="en-US" altLang="en-US" sz="2400" dirty="0">
                <a:solidFill>
                  <a:schemeClr val="tx2"/>
                </a:solidFill>
              </a:rPr>
              <a:t> </a:t>
            </a:r>
            <a:r>
              <a:rPr lang="en-US" altLang="en-US" sz="2400" dirty="0" err="1">
                <a:solidFill>
                  <a:schemeClr val="tx2"/>
                </a:solidFill>
              </a:rPr>
              <a:t>trong</a:t>
            </a:r>
            <a:r>
              <a:rPr lang="en-US" altLang="en-US" sz="2400" dirty="0">
                <a:solidFill>
                  <a:schemeClr val="tx2"/>
                </a:solidFill>
              </a:rPr>
              <a:t> interface </a:t>
            </a:r>
            <a:r>
              <a:rPr lang="en-US" altLang="en-US" sz="2400" dirty="0" err="1">
                <a:solidFill>
                  <a:schemeClr val="tx2"/>
                </a:solidFill>
              </a:rPr>
              <a:t>đó</a:t>
            </a:r>
            <a:r>
              <a:rPr lang="en-US" altLang="en-US" sz="2400" dirty="0">
                <a:solidFill>
                  <a:schemeClr val="tx2"/>
                </a:solidFill>
              </a:rPr>
              <a:t>.</a:t>
            </a:r>
          </a:p>
          <a:p>
            <a:pPr lvl="1" algn="just" eaLnBrk="1" hangingPunct="1">
              <a:lnSpc>
                <a:spcPct val="150000"/>
              </a:lnSpc>
              <a:spcBef>
                <a:spcPct val="0"/>
              </a:spcBef>
              <a:buClrTx/>
            </a:pPr>
            <a:r>
              <a:rPr lang="en-US" altLang="en-US" sz="2400" dirty="0">
                <a:solidFill>
                  <a:schemeClr val="tx2"/>
                </a:solidFill>
              </a:rPr>
              <a:t> Split horizon </a:t>
            </a:r>
            <a:r>
              <a:rPr lang="en-US" altLang="en-US" sz="2400" dirty="0" err="1">
                <a:solidFill>
                  <a:schemeClr val="tx2"/>
                </a:solidFill>
              </a:rPr>
              <a:t>kết</a:t>
            </a:r>
            <a:r>
              <a:rPr lang="en-US" altLang="en-US" sz="2400" dirty="0">
                <a:solidFill>
                  <a:schemeClr val="tx2"/>
                </a:solidFill>
              </a:rPr>
              <a:t> </a:t>
            </a:r>
            <a:r>
              <a:rPr lang="en-US" altLang="en-US" sz="2400" dirty="0" err="1">
                <a:solidFill>
                  <a:schemeClr val="tx2"/>
                </a:solidFill>
              </a:rPr>
              <a:t>hợp</a:t>
            </a:r>
            <a:r>
              <a:rPr lang="en-US" altLang="en-US" sz="2400" dirty="0">
                <a:solidFill>
                  <a:schemeClr val="tx2"/>
                </a:solidFill>
              </a:rPr>
              <a:t> poisoned reverse: </a:t>
            </a:r>
            <a:r>
              <a:rPr lang="en-US" altLang="en-US" sz="2400" dirty="0" err="1">
                <a:solidFill>
                  <a:schemeClr val="tx2"/>
                </a:solidFill>
              </a:rPr>
              <a:t>là</a:t>
            </a:r>
            <a:r>
              <a:rPr lang="en-US" altLang="en-US" sz="2400" dirty="0">
                <a:solidFill>
                  <a:schemeClr val="tx2"/>
                </a:solidFill>
              </a:rPr>
              <a:t> </a:t>
            </a:r>
            <a:r>
              <a:rPr lang="en-US" altLang="en-US" sz="2400" dirty="0" err="1">
                <a:solidFill>
                  <a:schemeClr val="tx2"/>
                </a:solidFill>
              </a:rPr>
              <a:t>sự</a:t>
            </a:r>
            <a:r>
              <a:rPr lang="en-US" altLang="en-US" sz="2400" dirty="0">
                <a:solidFill>
                  <a:schemeClr val="tx2"/>
                </a:solidFill>
              </a:rPr>
              <a:t> </a:t>
            </a:r>
            <a:r>
              <a:rPr lang="en-US" altLang="en-US" sz="2400" dirty="0" err="1">
                <a:solidFill>
                  <a:schemeClr val="tx2"/>
                </a:solidFill>
              </a:rPr>
              <a:t>cải</a:t>
            </a:r>
            <a:r>
              <a:rPr lang="en-US" altLang="en-US" sz="2400" dirty="0">
                <a:solidFill>
                  <a:schemeClr val="tx2"/>
                </a:solidFill>
              </a:rPr>
              <a:t> </a:t>
            </a:r>
            <a:r>
              <a:rPr lang="en-US" altLang="en-US" sz="2400" dirty="0" err="1">
                <a:solidFill>
                  <a:schemeClr val="tx2"/>
                </a:solidFill>
              </a:rPr>
              <a:t>thiện</a:t>
            </a:r>
            <a:r>
              <a:rPr lang="en-US" altLang="en-US" sz="2400" dirty="0">
                <a:solidFill>
                  <a:schemeClr val="tx2"/>
                </a:solidFill>
              </a:rPr>
              <a:t> </a:t>
            </a:r>
            <a:r>
              <a:rPr lang="en-US" altLang="en-US" sz="2400" dirty="0" err="1">
                <a:solidFill>
                  <a:schemeClr val="tx2"/>
                </a:solidFill>
              </a:rPr>
              <a:t>của</a:t>
            </a:r>
            <a:r>
              <a:rPr lang="en-US" altLang="en-US" sz="2400" dirty="0">
                <a:solidFill>
                  <a:schemeClr val="tx2"/>
                </a:solidFill>
              </a:rPr>
              <a:t> split horizon, </a:t>
            </a:r>
            <a:r>
              <a:rPr lang="en-US" altLang="en-US" sz="2400" dirty="0" err="1">
                <a:solidFill>
                  <a:schemeClr val="tx2"/>
                </a:solidFill>
              </a:rPr>
              <a:t>cung</a:t>
            </a:r>
            <a:r>
              <a:rPr lang="en-US" altLang="en-US" sz="2400" dirty="0">
                <a:solidFill>
                  <a:schemeClr val="tx2"/>
                </a:solidFill>
              </a:rPr>
              <a:t> </a:t>
            </a:r>
            <a:r>
              <a:rPr lang="en-US" altLang="en-US" sz="2400" dirty="0" err="1">
                <a:solidFill>
                  <a:schemeClr val="tx2"/>
                </a:solidFill>
              </a:rPr>
              <a:t>cấp</a:t>
            </a:r>
            <a:r>
              <a:rPr lang="en-US" altLang="en-US" sz="2400" dirty="0">
                <a:solidFill>
                  <a:schemeClr val="tx2"/>
                </a:solidFill>
              </a:rPr>
              <a:t> </a:t>
            </a:r>
            <a:r>
              <a:rPr lang="en-US" altLang="en-US" sz="2400" dirty="0" err="1">
                <a:solidFill>
                  <a:schemeClr val="tx2"/>
                </a:solidFill>
              </a:rPr>
              <a:t>nhiều</a:t>
            </a:r>
            <a:r>
              <a:rPr lang="en-US" altLang="en-US" sz="2400" dirty="0">
                <a:solidFill>
                  <a:schemeClr val="tx2"/>
                </a:solidFill>
              </a:rPr>
              <a:t> </a:t>
            </a:r>
            <a:r>
              <a:rPr lang="en-US" altLang="en-US" sz="2400" dirty="0" err="1">
                <a:solidFill>
                  <a:schemeClr val="tx2"/>
                </a:solidFill>
              </a:rPr>
              <a:t>thông</a:t>
            </a:r>
            <a:r>
              <a:rPr lang="en-US" altLang="en-US" sz="2400" dirty="0">
                <a:solidFill>
                  <a:schemeClr val="tx2"/>
                </a:solidFill>
              </a:rPr>
              <a:t> tin </a:t>
            </a:r>
            <a:r>
              <a:rPr lang="en-US" altLang="en-US" sz="2400" dirty="0" err="1">
                <a:solidFill>
                  <a:schemeClr val="tx2"/>
                </a:solidFill>
              </a:rPr>
              <a:t>xác</a:t>
            </a:r>
            <a:r>
              <a:rPr lang="en-US" altLang="en-US" sz="2400" dirty="0">
                <a:solidFill>
                  <a:schemeClr val="tx2"/>
                </a:solidFill>
              </a:rPr>
              <a:t> </a:t>
            </a:r>
            <a:r>
              <a:rPr lang="en-US" altLang="en-US" sz="2400" dirty="0" err="1">
                <a:solidFill>
                  <a:schemeClr val="tx2"/>
                </a:solidFill>
              </a:rPr>
              <a:t>thực</a:t>
            </a:r>
            <a:r>
              <a:rPr lang="en-US" altLang="en-US" sz="2400" dirty="0">
                <a:solidFill>
                  <a:schemeClr val="tx2"/>
                </a:solidFill>
              </a:rPr>
              <a:t> </a:t>
            </a:r>
            <a:r>
              <a:rPr lang="en-US" altLang="en-US" sz="2400" dirty="0" err="1">
                <a:solidFill>
                  <a:schemeClr val="tx2"/>
                </a:solidFill>
              </a:rPr>
              <a:t>hơn</a:t>
            </a:r>
            <a:r>
              <a:rPr lang="en-US" altLang="en-US" sz="2400" dirty="0">
                <a:solidFill>
                  <a:schemeClr val="tx2"/>
                </a:solidFill>
              </a:rPr>
              <a:t>. </a:t>
            </a:r>
          </a:p>
        </p:txBody>
      </p:sp>
      <p:sp>
        <p:nvSpPr>
          <p:cNvPr id="33797" name="Rectangle 11">
            <a:extLst>
              <a:ext uri="{FF2B5EF4-FFF2-40B4-BE49-F238E27FC236}">
                <a16:creationId xmlns:a16="http://schemas.microsoft.com/office/drawing/2014/main" id="{79CFB8C2-F8AB-4731-9F44-C5ECB692A10A}"/>
              </a:ext>
            </a:extLst>
          </p:cNvPr>
          <p:cNvSpPr>
            <a:spLocks noChangeArrowheads="1"/>
          </p:cNvSpPr>
          <p:nvPr/>
        </p:nvSpPr>
        <p:spPr bwMode="auto">
          <a:xfrm>
            <a:off x="695325" y="1818573"/>
            <a:ext cx="2374368"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pPr>
            <a:r>
              <a:rPr lang="en-US" altLang="en-US" sz="2500">
                <a:solidFill>
                  <a:schemeClr val="tx2"/>
                </a:solidFill>
              </a:rPr>
              <a:t> Split Horizon</a:t>
            </a:r>
          </a:p>
        </p:txBody>
      </p:sp>
      <p:sp>
        <p:nvSpPr>
          <p:cNvPr id="9" name="Title 1">
            <a:extLst>
              <a:ext uri="{FF2B5EF4-FFF2-40B4-BE49-F238E27FC236}">
                <a16:creationId xmlns:a16="http://schemas.microsoft.com/office/drawing/2014/main" id="{EE4BC033-D967-486B-A426-6631D609DD38}"/>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 CẤU HÌNH ĐỊNH TUYẾN ĐỘNG</a:t>
            </a:r>
            <a:endParaRPr lang="vi-VN" dirty="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98A7DF4E-3831-4897-B206-61907C3A337E}"/>
              </a:ext>
            </a:extLst>
          </p:cNvPr>
          <p:cNvSpPr>
            <a:spLocks noGrp="1" noChangeArrowheads="1"/>
          </p:cNvSpPr>
          <p:nvPr>
            <p:ph type="body" idx="1"/>
          </p:nvPr>
        </p:nvSpPr>
        <p:spPr>
          <a:xfrm>
            <a:off x="561561" y="1160572"/>
            <a:ext cx="8267700" cy="457200"/>
          </a:xfrm>
          <a:noFill/>
        </p:spPr>
        <p:txBody>
          <a:bodyPr/>
          <a:lstStyle/>
          <a:p>
            <a:pPr eaLnBrk="1" hangingPunct="1">
              <a:buFont typeface="Wingdings" panose="05000000000000000000" pitchFamily="2" charset="2"/>
              <a:buNone/>
            </a:pPr>
            <a:r>
              <a:rPr lang="en-US" altLang="en-US" b="1" dirty="0" err="1">
                <a:solidFill>
                  <a:schemeClr val="tx2"/>
                </a:solidFill>
              </a:rPr>
              <a:t>Các</a:t>
            </a:r>
            <a:r>
              <a:rPr lang="en-US" altLang="en-US" b="1" dirty="0">
                <a:solidFill>
                  <a:schemeClr val="tx2"/>
                </a:solidFill>
              </a:rPr>
              <a:t> </a:t>
            </a:r>
            <a:r>
              <a:rPr lang="en-US" altLang="en-US" b="1" dirty="0" err="1">
                <a:solidFill>
                  <a:schemeClr val="tx2"/>
                </a:solidFill>
              </a:rPr>
              <a:t>thông</a:t>
            </a:r>
            <a:r>
              <a:rPr lang="en-US" altLang="en-US" b="1" dirty="0">
                <a:solidFill>
                  <a:schemeClr val="tx2"/>
                </a:solidFill>
              </a:rPr>
              <a:t> </a:t>
            </a:r>
            <a:r>
              <a:rPr lang="en-US" altLang="en-US" b="1" dirty="0" err="1">
                <a:solidFill>
                  <a:schemeClr val="tx2"/>
                </a:solidFill>
              </a:rPr>
              <a:t>số</a:t>
            </a:r>
            <a:r>
              <a:rPr lang="en-US" altLang="en-US" b="1" dirty="0">
                <a:solidFill>
                  <a:schemeClr val="tx2"/>
                </a:solidFill>
              </a:rPr>
              <a:t> </a:t>
            </a:r>
            <a:r>
              <a:rPr lang="en-US" altLang="en-US" b="1" dirty="0" err="1">
                <a:solidFill>
                  <a:schemeClr val="tx2"/>
                </a:solidFill>
              </a:rPr>
              <a:t>giúp</a:t>
            </a:r>
            <a:r>
              <a:rPr lang="en-US" altLang="en-US" b="1" dirty="0">
                <a:solidFill>
                  <a:schemeClr val="tx2"/>
                </a:solidFill>
              </a:rPr>
              <a:t> </a:t>
            </a:r>
            <a:r>
              <a:rPr lang="en-US" altLang="en-US" b="1" dirty="0" err="1">
                <a:solidFill>
                  <a:schemeClr val="tx2"/>
                </a:solidFill>
              </a:rPr>
              <a:t>tránh</a:t>
            </a:r>
            <a:r>
              <a:rPr lang="en-US" altLang="en-US" b="1" dirty="0">
                <a:solidFill>
                  <a:schemeClr val="tx2"/>
                </a:solidFill>
              </a:rPr>
              <a:t> </a:t>
            </a:r>
            <a:r>
              <a:rPr lang="en-US" altLang="en-US" b="1" dirty="0" err="1">
                <a:solidFill>
                  <a:schemeClr val="tx2"/>
                </a:solidFill>
              </a:rPr>
              <a:t>lập</a:t>
            </a:r>
            <a:r>
              <a:rPr lang="en-US" altLang="en-US" b="1" dirty="0">
                <a:solidFill>
                  <a:schemeClr val="tx2"/>
                </a:solidFill>
              </a:rPr>
              <a:t> </a:t>
            </a:r>
            <a:r>
              <a:rPr lang="en-US" altLang="en-US" b="1" dirty="0" err="1">
                <a:solidFill>
                  <a:schemeClr val="tx2"/>
                </a:solidFill>
              </a:rPr>
              <a:t>trong</a:t>
            </a:r>
            <a:r>
              <a:rPr lang="en-US" altLang="en-US" b="1" dirty="0">
                <a:solidFill>
                  <a:schemeClr val="tx2"/>
                </a:solidFill>
              </a:rPr>
              <a:t> </a:t>
            </a:r>
            <a:r>
              <a:rPr lang="en-US" altLang="en-US" b="1" dirty="0" err="1">
                <a:solidFill>
                  <a:schemeClr val="tx2"/>
                </a:solidFill>
              </a:rPr>
              <a:t>định</a:t>
            </a:r>
            <a:r>
              <a:rPr lang="en-US" altLang="en-US" b="1" dirty="0">
                <a:solidFill>
                  <a:schemeClr val="tx2"/>
                </a:solidFill>
              </a:rPr>
              <a:t> </a:t>
            </a:r>
            <a:r>
              <a:rPr lang="en-US" altLang="en-US" b="1" dirty="0" err="1">
                <a:solidFill>
                  <a:schemeClr val="tx2"/>
                </a:solidFill>
              </a:rPr>
              <a:t>tuyến</a:t>
            </a:r>
            <a:endParaRPr lang="en-US" altLang="en-US" b="1" dirty="0">
              <a:solidFill>
                <a:schemeClr val="tx2"/>
              </a:solidFill>
            </a:endParaRPr>
          </a:p>
        </p:txBody>
      </p:sp>
      <p:sp>
        <p:nvSpPr>
          <p:cNvPr id="34820" name="Rectangle 7">
            <a:extLst>
              <a:ext uri="{FF2B5EF4-FFF2-40B4-BE49-F238E27FC236}">
                <a16:creationId xmlns:a16="http://schemas.microsoft.com/office/drawing/2014/main" id="{F08C3049-8A7B-4F1C-914C-86B32E9509BC}"/>
              </a:ext>
            </a:extLst>
          </p:cNvPr>
          <p:cNvSpPr>
            <a:spLocks noChangeArrowheads="1"/>
          </p:cNvSpPr>
          <p:nvPr/>
        </p:nvSpPr>
        <p:spPr bwMode="auto">
          <a:xfrm>
            <a:off x="561560" y="2191780"/>
            <a:ext cx="11497089" cy="1685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dirty="0">
                <a:solidFill>
                  <a:schemeClr val="tx2"/>
                </a:solidFill>
              </a:rPr>
              <a:t>Route Poisoning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sử</a:t>
            </a:r>
            <a:r>
              <a:rPr lang="en-US" altLang="en-US" dirty="0">
                <a:solidFill>
                  <a:schemeClr val="tx2"/>
                </a:solidFill>
              </a:rPr>
              <a:t> </a:t>
            </a:r>
            <a:r>
              <a:rPr lang="en-US" altLang="en-US" dirty="0" err="1">
                <a:solidFill>
                  <a:schemeClr val="tx2"/>
                </a:solidFill>
              </a:rPr>
              <a:t>dụng</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tránh</a:t>
            </a:r>
            <a:r>
              <a:rPr lang="en-US" altLang="en-US" dirty="0">
                <a:solidFill>
                  <a:schemeClr val="tx2"/>
                </a:solidFill>
              </a:rPr>
              <a:t> </a:t>
            </a:r>
            <a:r>
              <a:rPr lang="en-US" altLang="en-US" dirty="0" err="1">
                <a:solidFill>
                  <a:schemeClr val="tx2"/>
                </a:solidFill>
              </a:rPr>
              <a:t>xảy</a:t>
            </a:r>
            <a:r>
              <a:rPr lang="en-US" altLang="en-US" dirty="0">
                <a:solidFill>
                  <a:schemeClr val="tx2"/>
                </a:solidFill>
              </a:rPr>
              <a:t> ra </a:t>
            </a:r>
            <a:r>
              <a:rPr lang="en-US" altLang="en-US" dirty="0" err="1">
                <a:solidFill>
                  <a:schemeClr val="tx2"/>
                </a:solidFill>
              </a:rPr>
              <a:t>những</a:t>
            </a:r>
            <a:r>
              <a:rPr lang="en-US" altLang="en-US" dirty="0">
                <a:solidFill>
                  <a:schemeClr val="tx2"/>
                </a:solidFill>
              </a:rPr>
              <a:t> </a:t>
            </a:r>
            <a:r>
              <a:rPr lang="en-US" altLang="en-US" dirty="0" err="1">
                <a:solidFill>
                  <a:schemeClr val="tx2"/>
                </a:solidFill>
              </a:rPr>
              <a:t>vòng</a:t>
            </a:r>
            <a:r>
              <a:rPr lang="en-US" altLang="en-US" dirty="0">
                <a:solidFill>
                  <a:schemeClr val="tx2"/>
                </a:solidFill>
              </a:rPr>
              <a:t> </a:t>
            </a:r>
            <a:r>
              <a:rPr lang="en-US" altLang="en-US" dirty="0" err="1">
                <a:solidFill>
                  <a:schemeClr val="tx2"/>
                </a:solidFill>
              </a:rPr>
              <a:t>lặp</a:t>
            </a:r>
            <a:r>
              <a:rPr lang="en-US" altLang="en-US" dirty="0">
                <a:solidFill>
                  <a:schemeClr val="tx2"/>
                </a:solidFill>
              </a:rPr>
              <a:t> </a:t>
            </a:r>
            <a:r>
              <a:rPr lang="en-US" altLang="en-US" dirty="0" err="1">
                <a:solidFill>
                  <a:schemeClr val="tx2"/>
                </a:solidFill>
              </a:rPr>
              <a:t>lớn</a:t>
            </a:r>
            <a:r>
              <a:rPr lang="en-US" altLang="en-US" dirty="0">
                <a:solidFill>
                  <a:schemeClr val="tx2"/>
                </a:solidFill>
              </a:rPr>
              <a:t>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giúp</a:t>
            </a:r>
            <a:r>
              <a:rPr lang="en-US" altLang="en-US" dirty="0">
                <a:solidFill>
                  <a:schemeClr val="tx2"/>
                </a:solidFill>
              </a:rPr>
              <a:t> </a:t>
            </a:r>
            <a:r>
              <a:rPr lang="en-US" altLang="en-US" dirty="0" err="1">
                <a:solidFill>
                  <a:schemeClr val="tx2"/>
                </a:solidFill>
              </a:rPr>
              <a:t>cho</a:t>
            </a:r>
            <a:r>
              <a:rPr lang="en-US" altLang="en-US" dirty="0">
                <a:solidFill>
                  <a:schemeClr val="tx2"/>
                </a:solidFill>
              </a:rPr>
              <a:t> router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báo</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đã</a:t>
            </a:r>
            <a:r>
              <a:rPr lang="en-US" altLang="en-US" dirty="0">
                <a:solidFill>
                  <a:schemeClr val="tx2"/>
                </a:solidFill>
              </a:rPr>
              <a:t>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truy</a:t>
            </a:r>
            <a:r>
              <a:rPr lang="en-US" altLang="en-US" dirty="0">
                <a:solidFill>
                  <a:schemeClr val="tx2"/>
                </a:solidFill>
              </a:rPr>
              <a:t> </a:t>
            </a:r>
            <a:r>
              <a:rPr lang="en-US" altLang="en-US" dirty="0" err="1">
                <a:solidFill>
                  <a:schemeClr val="tx2"/>
                </a:solidFill>
              </a:rPr>
              <a:t>cập</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bằng</a:t>
            </a:r>
            <a:r>
              <a:rPr lang="en-US" altLang="en-US" dirty="0">
                <a:solidFill>
                  <a:schemeClr val="tx2"/>
                </a:solidFill>
              </a:rPr>
              <a:t> </a:t>
            </a:r>
            <a:r>
              <a:rPr lang="en-US" altLang="en-US" dirty="0" err="1">
                <a:solidFill>
                  <a:schemeClr val="tx2"/>
                </a:solidFill>
              </a:rPr>
              <a:t>cách</a:t>
            </a:r>
            <a:r>
              <a:rPr lang="en-US" altLang="en-US" dirty="0">
                <a:solidFill>
                  <a:schemeClr val="tx2"/>
                </a:solidFill>
              </a:rPr>
              <a:t> </a:t>
            </a:r>
            <a:r>
              <a:rPr lang="en-US" altLang="en-US" dirty="0" err="1">
                <a:solidFill>
                  <a:schemeClr val="tx2"/>
                </a:solidFill>
              </a:rPr>
              <a:t>đặt</a:t>
            </a:r>
            <a:r>
              <a:rPr lang="en-US" altLang="en-US" dirty="0">
                <a:solidFill>
                  <a:schemeClr val="tx2"/>
                </a:solidFill>
              </a:rPr>
              <a:t> </a:t>
            </a:r>
            <a:r>
              <a:rPr lang="en-US" altLang="en-US" dirty="0" err="1">
                <a:solidFill>
                  <a:schemeClr val="tx2"/>
                </a:solidFill>
              </a:rPr>
              <a:t>giá</a:t>
            </a:r>
            <a:r>
              <a:rPr lang="en-US" altLang="en-US" dirty="0">
                <a:solidFill>
                  <a:schemeClr val="tx2"/>
                </a:solidFill>
              </a:rPr>
              <a:t> </a:t>
            </a:r>
            <a:r>
              <a:rPr lang="en-US" altLang="en-US" dirty="0" err="1">
                <a:solidFill>
                  <a:schemeClr val="tx2"/>
                </a:solidFill>
              </a:rPr>
              <a:t>trị</a:t>
            </a:r>
            <a:r>
              <a:rPr lang="en-US" altLang="en-US" dirty="0">
                <a:solidFill>
                  <a:schemeClr val="tx2"/>
                </a:solidFill>
              </a:rPr>
              <a:t> </a:t>
            </a:r>
            <a:r>
              <a:rPr lang="en-US" altLang="en-US" dirty="0" err="1">
                <a:solidFill>
                  <a:schemeClr val="tx2"/>
                </a:solidFill>
              </a:rPr>
              <a:t>cho</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số</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lớn</a:t>
            </a:r>
            <a:r>
              <a:rPr lang="en-US" altLang="en-US" dirty="0">
                <a:solidFill>
                  <a:schemeClr val="tx2"/>
                </a:solidFill>
              </a:rPr>
              <a:t> </a:t>
            </a:r>
            <a:r>
              <a:rPr lang="en-US" altLang="en-US" dirty="0" err="1">
                <a:solidFill>
                  <a:schemeClr val="tx2"/>
                </a:solidFill>
              </a:rPr>
              <a:t>hơn</a:t>
            </a:r>
            <a:r>
              <a:rPr lang="en-US" altLang="en-US" dirty="0">
                <a:solidFill>
                  <a:schemeClr val="tx2"/>
                </a:solidFill>
              </a:rPr>
              <a:t> </a:t>
            </a:r>
            <a:r>
              <a:rPr lang="en-US" altLang="en-US" dirty="0" err="1">
                <a:solidFill>
                  <a:schemeClr val="tx2"/>
                </a:solidFill>
              </a:rPr>
              <a:t>giá</a:t>
            </a:r>
            <a:r>
              <a:rPr lang="en-US" altLang="en-US" dirty="0">
                <a:solidFill>
                  <a:schemeClr val="tx2"/>
                </a:solidFill>
              </a:rPr>
              <a:t> </a:t>
            </a:r>
            <a:r>
              <a:rPr lang="en-US" altLang="en-US" dirty="0" err="1">
                <a:solidFill>
                  <a:schemeClr val="tx2"/>
                </a:solidFill>
              </a:rPr>
              <a:t>trị</a:t>
            </a:r>
            <a:r>
              <a:rPr lang="en-US" altLang="en-US" dirty="0">
                <a:solidFill>
                  <a:schemeClr val="tx2"/>
                </a:solidFill>
              </a:rPr>
              <a:t> </a:t>
            </a:r>
            <a:r>
              <a:rPr lang="en-US" altLang="en-US" dirty="0" err="1">
                <a:solidFill>
                  <a:schemeClr val="tx2"/>
                </a:solidFill>
              </a:rPr>
              <a:t>tối</a:t>
            </a:r>
            <a:r>
              <a:rPr lang="en-US" altLang="en-US" dirty="0">
                <a:solidFill>
                  <a:schemeClr val="tx2"/>
                </a:solidFill>
              </a:rPr>
              <a:t> </a:t>
            </a:r>
            <a:r>
              <a:rPr lang="en-US" altLang="en-US" dirty="0" err="1">
                <a:solidFill>
                  <a:schemeClr val="tx2"/>
                </a:solidFill>
              </a:rPr>
              <a:t>đa</a:t>
            </a:r>
            <a:r>
              <a:rPr lang="en-US" altLang="en-US" dirty="0">
                <a:solidFill>
                  <a:schemeClr val="tx2"/>
                </a:solidFill>
              </a:rPr>
              <a:t>.</a:t>
            </a:r>
          </a:p>
        </p:txBody>
      </p:sp>
      <p:sp>
        <p:nvSpPr>
          <p:cNvPr id="34821" name="Rectangle 8">
            <a:extLst>
              <a:ext uri="{FF2B5EF4-FFF2-40B4-BE49-F238E27FC236}">
                <a16:creationId xmlns:a16="http://schemas.microsoft.com/office/drawing/2014/main" id="{BCDB79E6-FE72-4B65-98D6-71D564A4F60B}"/>
              </a:ext>
            </a:extLst>
          </p:cNvPr>
          <p:cNvSpPr>
            <a:spLocks noChangeArrowheads="1"/>
          </p:cNvSpPr>
          <p:nvPr/>
        </p:nvSpPr>
        <p:spPr bwMode="auto">
          <a:xfrm>
            <a:off x="561561" y="1811382"/>
            <a:ext cx="2908168"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pPr>
            <a:r>
              <a:rPr lang="en-US" altLang="en-US" sz="2500">
                <a:solidFill>
                  <a:schemeClr val="tx2"/>
                </a:solidFill>
              </a:rPr>
              <a:t> Route Poisoning</a:t>
            </a:r>
          </a:p>
        </p:txBody>
      </p:sp>
      <p:sp>
        <p:nvSpPr>
          <p:cNvPr id="34822" name="Rectangle 9">
            <a:extLst>
              <a:ext uri="{FF2B5EF4-FFF2-40B4-BE49-F238E27FC236}">
                <a16:creationId xmlns:a16="http://schemas.microsoft.com/office/drawing/2014/main" id="{B30A6A76-3A90-4546-B5A3-D7CF3BD8E78F}"/>
              </a:ext>
            </a:extLst>
          </p:cNvPr>
          <p:cNvSpPr>
            <a:spLocks noChangeArrowheads="1"/>
          </p:cNvSpPr>
          <p:nvPr/>
        </p:nvSpPr>
        <p:spPr bwMode="auto">
          <a:xfrm>
            <a:off x="561560" y="4035771"/>
            <a:ext cx="2606804"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pPr>
            <a:r>
              <a:rPr lang="en-US" altLang="en-US" sz="2500" dirty="0">
                <a:solidFill>
                  <a:schemeClr val="tx2"/>
                </a:solidFill>
              </a:rPr>
              <a:t> </a:t>
            </a:r>
            <a:r>
              <a:rPr lang="en-US" altLang="en-US" sz="2500" dirty="0" err="1">
                <a:solidFill>
                  <a:schemeClr val="tx2"/>
                </a:solidFill>
              </a:rPr>
              <a:t>Holdown</a:t>
            </a:r>
            <a:r>
              <a:rPr lang="en-US" altLang="en-US" sz="2500" dirty="0">
                <a:solidFill>
                  <a:schemeClr val="tx2"/>
                </a:solidFill>
              </a:rPr>
              <a:t> timer</a:t>
            </a:r>
          </a:p>
        </p:txBody>
      </p:sp>
      <p:sp>
        <p:nvSpPr>
          <p:cNvPr id="34823" name="Rectangle 10">
            <a:extLst>
              <a:ext uri="{FF2B5EF4-FFF2-40B4-BE49-F238E27FC236}">
                <a16:creationId xmlns:a16="http://schemas.microsoft.com/office/drawing/2014/main" id="{CD4C5404-820E-4CC2-B629-79A3AD6CE99C}"/>
              </a:ext>
            </a:extLst>
          </p:cNvPr>
          <p:cNvSpPr>
            <a:spLocks noChangeArrowheads="1"/>
          </p:cNvSpPr>
          <p:nvPr/>
        </p:nvSpPr>
        <p:spPr bwMode="auto">
          <a:xfrm>
            <a:off x="561559" y="4541063"/>
            <a:ext cx="11354216" cy="113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dirty="0" err="1">
                <a:solidFill>
                  <a:schemeClr val="tx2"/>
                </a:solidFill>
              </a:rPr>
              <a:t>Là</a:t>
            </a:r>
            <a:r>
              <a:rPr lang="en-US" altLang="en-US" dirty="0">
                <a:solidFill>
                  <a:schemeClr val="tx2"/>
                </a:solidFill>
              </a:rPr>
              <a:t> </a:t>
            </a:r>
            <a:r>
              <a:rPr lang="en-US" altLang="en-US" dirty="0" err="1">
                <a:solidFill>
                  <a:schemeClr val="tx2"/>
                </a:solidFill>
              </a:rPr>
              <a:t>thời</a:t>
            </a:r>
            <a:r>
              <a:rPr lang="en-US" altLang="en-US" dirty="0">
                <a:solidFill>
                  <a:schemeClr val="tx2"/>
                </a:solidFill>
              </a:rPr>
              <a:t> </a:t>
            </a:r>
            <a:r>
              <a:rPr lang="en-US" altLang="en-US" dirty="0" err="1">
                <a:solidFill>
                  <a:schemeClr val="tx2"/>
                </a:solidFill>
              </a:rPr>
              <a:t>gian</a:t>
            </a:r>
            <a:r>
              <a:rPr lang="en-US" altLang="en-US" dirty="0">
                <a:solidFill>
                  <a:schemeClr val="tx2"/>
                </a:solidFill>
              </a:rPr>
              <a:t> </a:t>
            </a:r>
            <a:r>
              <a:rPr lang="en-US" altLang="en-US" dirty="0" err="1">
                <a:solidFill>
                  <a:schemeClr val="tx2"/>
                </a:solidFill>
              </a:rPr>
              <a:t>chờ</a:t>
            </a:r>
            <a:r>
              <a:rPr lang="en-US" altLang="en-US" dirty="0">
                <a:solidFill>
                  <a:schemeClr val="tx2"/>
                </a:solidFill>
              </a:rPr>
              <a:t> </a:t>
            </a:r>
            <a:r>
              <a:rPr lang="en-US" altLang="en-US" dirty="0" err="1">
                <a:solidFill>
                  <a:schemeClr val="tx2"/>
                </a:solidFill>
              </a:rPr>
              <a:t>của</a:t>
            </a:r>
            <a:r>
              <a:rPr lang="en-US" altLang="en-US" dirty="0">
                <a:solidFill>
                  <a:schemeClr val="tx2"/>
                </a:solidFill>
              </a:rPr>
              <a:t> router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xác</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một</a:t>
            </a:r>
            <a:r>
              <a:rPr lang="en-US" altLang="en-US" dirty="0">
                <a:solidFill>
                  <a:schemeClr val="tx2"/>
                </a:solidFill>
              </a:rPr>
              <a:t> router </a:t>
            </a:r>
            <a:r>
              <a:rPr lang="en-US" altLang="en-US" dirty="0" err="1">
                <a:solidFill>
                  <a:schemeClr val="tx2"/>
                </a:solidFill>
              </a:rPr>
              <a:t>láng</a:t>
            </a:r>
            <a:r>
              <a:rPr lang="en-US" altLang="en-US" dirty="0">
                <a:solidFill>
                  <a:schemeClr val="tx2"/>
                </a:solidFill>
              </a:rPr>
              <a:t> </a:t>
            </a:r>
            <a:r>
              <a:rPr lang="en-US" altLang="en-US" dirty="0" err="1">
                <a:solidFill>
                  <a:schemeClr val="tx2"/>
                </a:solidFill>
              </a:rPr>
              <a:t>giềng</a:t>
            </a:r>
            <a:r>
              <a:rPr lang="en-US" altLang="en-US" dirty="0">
                <a:solidFill>
                  <a:schemeClr val="tx2"/>
                </a:solidFill>
              </a:rPr>
              <a:t>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còn</a:t>
            </a:r>
            <a:r>
              <a:rPr lang="en-US" altLang="en-US" dirty="0">
                <a:solidFill>
                  <a:schemeClr val="tx2"/>
                </a:solidFill>
              </a:rPr>
              <a:t> </a:t>
            </a:r>
            <a:r>
              <a:rPr lang="en-US" altLang="en-US" dirty="0" err="1">
                <a:solidFill>
                  <a:schemeClr val="tx2"/>
                </a:solidFill>
              </a:rPr>
              <a:t>hoạt</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a:t>
            </a:r>
          </a:p>
        </p:txBody>
      </p:sp>
      <p:sp>
        <p:nvSpPr>
          <p:cNvPr id="11" name="Title 1">
            <a:extLst>
              <a:ext uri="{FF2B5EF4-FFF2-40B4-BE49-F238E27FC236}">
                <a16:creationId xmlns:a16="http://schemas.microsoft.com/office/drawing/2014/main" id="{5F252E37-0007-49CC-B110-7DED103713D4}"/>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 CẤU HÌNH ĐỊNH TUYẾN ĐỘNG</a:t>
            </a:r>
            <a:endParaRPr lang="vi-VN" dirty="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1455C6EA-9C99-4173-9270-1B4F17223AE8}"/>
              </a:ext>
            </a:extLst>
          </p:cNvPr>
          <p:cNvSpPr>
            <a:spLocks noGrp="1" noChangeArrowheads="1"/>
          </p:cNvSpPr>
          <p:nvPr>
            <p:ph type="body" idx="1"/>
          </p:nvPr>
        </p:nvSpPr>
        <p:spPr>
          <a:xfrm>
            <a:off x="695324" y="1170374"/>
            <a:ext cx="8905875" cy="457200"/>
          </a:xfrm>
          <a:noFill/>
        </p:spPr>
        <p:txBody>
          <a:bodyPr/>
          <a:lstStyle/>
          <a:p>
            <a:pPr eaLnBrk="1" hangingPunct="1">
              <a:buFont typeface="Wingdings" panose="05000000000000000000" pitchFamily="2" charset="2"/>
              <a:buNone/>
            </a:pPr>
            <a:r>
              <a:rPr lang="en-US" altLang="en-US" b="1" dirty="0" err="1">
                <a:solidFill>
                  <a:schemeClr val="tx2"/>
                </a:solidFill>
              </a:rPr>
              <a:t>Tổng</a:t>
            </a:r>
            <a:r>
              <a:rPr lang="en-US" altLang="en-US" b="1" dirty="0">
                <a:solidFill>
                  <a:schemeClr val="tx2"/>
                </a:solidFill>
              </a:rPr>
              <a:t> </a:t>
            </a:r>
            <a:r>
              <a:rPr lang="en-US" altLang="en-US" b="1" dirty="0" err="1">
                <a:solidFill>
                  <a:schemeClr val="tx2"/>
                </a:solidFill>
              </a:rPr>
              <a:t>hợp</a:t>
            </a:r>
            <a:r>
              <a:rPr lang="en-US" altLang="en-US" b="1" dirty="0">
                <a:solidFill>
                  <a:schemeClr val="tx2"/>
                </a:solidFill>
              </a:rPr>
              <a:t> </a:t>
            </a:r>
            <a:r>
              <a:rPr lang="en-US" altLang="en-US" b="1" dirty="0" err="1">
                <a:solidFill>
                  <a:schemeClr val="tx2"/>
                </a:solidFill>
              </a:rPr>
              <a:t>tuyến</a:t>
            </a:r>
            <a:r>
              <a:rPr lang="en-US" altLang="en-US" b="1" dirty="0">
                <a:solidFill>
                  <a:schemeClr val="tx2"/>
                </a:solidFill>
              </a:rPr>
              <a:t> </a:t>
            </a:r>
            <a:r>
              <a:rPr lang="en-US" altLang="en-US" b="1" dirty="0" err="1">
                <a:solidFill>
                  <a:schemeClr val="tx2"/>
                </a:solidFill>
              </a:rPr>
              <a:t>đường</a:t>
            </a:r>
            <a:r>
              <a:rPr lang="en-US" altLang="en-US" b="1" dirty="0">
                <a:solidFill>
                  <a:schemeClr val="tx2"/>
                </a:solidFill>
              </a:rPr>
              <a:t> - </a:t>
            </a:r>
            <a:r>
              <a:rPr lang="en-US" altLang="en-US" b="1" dirty="0" err="1">
                <a:solidFill>
                  <a:schemeClr val="tx2"/>
                </a:solidFill>
              </a:rPr>
              <a:t>Autosummarization</a:t>
            </a:r>
            <a:endParaRPr lang="en-US" altLang="en-US" b="1" dirty="0">
              <a:solidFill>
                <a:schemeClr val="tx2"/>
              </a:solidFill>
            </a:endParaRPr>
          </a:p>
        </p:txBody>
      </p:sp>
      <p:sp>
        <p:nvSpPr>
          <p:cNvPr id="35844" name="Rectangle 7">
            <a:extLst>
              <a:ext uri="{FF2B5EF4-FFF2-40B4-BE49-F238E27FC236}">
                <a16:creationId xmlns:a16="http://schemas.microsoft.com/office/drawing/2014/main" id="{97215503-F2EC-4489-AC57-6E4A5722AD47}"/>
              </a:ext>
            </a:extLst>
          </p:cNvPr>
          <p:cNvSpPr>
            <a:spLocks noChangeArrowheads="1"/>
          </p:cNvSpPr>
          <p:nvPr/>
        </p:nvSpPr>
        <p:spPr bwMode="auto">
          <a:xfrm>
            <a:off x="695324" y="2184480"/>
            <a:ext cx="11191876" cy="2793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buClrTx/>
              <a:buFontTx/>
              <a:buNone/>
            </a:pPr>
            <a:r>
              <a:rPr lang="en-US" altLang="en-US" dirty="0" err="1">
                <a:solidFill>
                  <a:schemeClr val="tx2"/>
                </a:solidFill>
              </a:rPr>
              <a:t>Chế</a:t>
            </a:r>
            <a:r>
              <a:rPr lang="en-US" altLang="en-US" dirty="0">
                <a:solidFill>
                  <a:schemeClr val="tx2"/>
                </a:solidFill>
              </a:rPr>
              <a:t> </a:t>
            </a:r>
            <a:r>
              <a:rPr lang="en-US" altLang="en-US" dirty="0" err="1">
                <a:solidFill>
                  <a:schemeClr val="tx2"/>
                </a:solidFill>
              </a:rPr>
              <a:t>độ</a:t>
            </a:r>
            <a:r>
              <a:rPr lang="en-US" altLang="en-US" dirty="0">
                <a:solidFill>
                  <a:schemeClr val="tx2"/>
                </a:solidFill>
              </a:rPr>
              <a:t> </a:t>
            </a:r>
            <a:r>
              <a:rPr lang="en-US" altLang="en-US" dirty="0" err="1">
                <a:solidFill>
                  <a:schemeClr val="tx2"/>
                </a:solidFill>
              </a:rPr>
              <a:t>tổng</a:t>
            </a:r>
            <a:r>
              <a:rPr lang="en-US" altLang="en-US" dirty="0">
                <a:solidFill>
                  <a:schemeClr val="tx2"/>
                </a:solidFill>
              </a:rPr>
              <a:t> </a:t>
            </a:r>
            <a:r>
              <a:rPr lang="en-US" altLang="en-US" dirty="0" err="1">
                <a:solidFill>
                  <a:schemeClr val="tx2"/>
                </a:solidFill>
              </a:rPr>
              <a:t>hợp</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nhằm</a:t>
            </a:r>
            <a:r>
              <a:rPr lang="en-US" altLang="en-US" dirty="0">
                <a:solidFill>
                  <a:schemeClr val="tx2"/>
                </a:solidFill>
              </a:rPr>
              <a:t> </a:t>
            </a:r>
            <a:r>
              <a:rPr lang="en-US" altLang="en-US" dirty="0" err="1">
                <a:solidFill>
                  <a:schemeClr val="tx2"/>
                </a:solidFill>
              </a:rPr>
              <a:t>làm</a:t>
            </a:r>
            <a:r>
              <a:rPr lang="en-US" altLang="en-US" dirty="0">
                <a:solidFill>
                  <a:schemeClr val="tx2"/>
                </a:solidFill>
              </a:rPr>
              <a:t> </a:t>
            </a:r>
            <a:r>
              <a:rPr lang="en-US" altLang="en-US" dirty="0" err="1">
                <a:solidFill>
                  <a:schemeClr val="tx2"/>
                </a:solidFill>
              </a:rPr>
              <a:t>cho</a:t>
            </a:r>
            <a:r>
              <a:rPr lang="en-US" altLang="en-US" dirty="0">
                <a:solidFill>
                  <a:schemeClr val="tx2"/>
                </a:solidFill>
              </a:rPr>
              <a:t> dung </a:t>
            </a:r>
            <a:r>
              <a:rPr lang="en-US" altLang="en-US" dirty="0" err="1">
                <a:solidFill>
                  <a:schemeClr val="tx2"/>
                </a:solidFill>
              </a:rPr>
              <a:t>lượng</a:t>
            </a:r>
            <a:r>
              <a:rPr lang="en-US" altLang="en-US" dirty="0">
                <a:solidFill>
                  <a:schemeClr val="tx2"/>
                </a:solidFill>
              </a:rPr>
              <a:t> </a:t>
            </a:r>
            <a:r>
              <a:rPr lang="en-US" altLang="en-US" dirty="0" err="1">
                <a:solidFill>
                  <a:schemeClr val="tx2"/>
                </a:solidFill>
              </a:rPr>
              <a:t>gói</a:t>
            </a:r>
            <a:r>
              <a:rPr lang="en-US" altLang="en-US" dirty="0">
                <a:solidFill>
                  <a:schemeClr val="tx2"/>
                </a:solidFill>
              </a:rPr>
              <a:t> </a:t>
            </a:r>
            <a:r>
              <a:rPr lang="en-US" altLang="en-US" dirty="0" err="1">
                <a:solidFill>
                  <a:schemeClr val="tx2"/>
                </a:solidFill>
              </a:rPr>
              <a:t>cập</a:t>
            </a:r>
            <a:r>
              <a:rPr lang="en-US" altLang="en-US" dirty="0">
                <a:solidFill>
                  <a:schemeClr val="tx2"/>
                </a:solidFill>
              </a:rPr>
              <a:t> </a:t>
            </a:r>
            <a:r>
              <a:rPr lang="en-US" altLang="en-US" dirty="0" err="1">
                <a:solidFill>
                  <a:schemeClr val="tx2"/>
                </a:solidFill>
              </a:rPr>
              <a:t>nhật</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nhỏ</a:t>
            </a:r>
            <a:r>
              <a:rPr lang="en-US" altLang="en-US" dirty="0">
                <a:solidFill>
                  <a:schemeClr val="tx2"/>
                </a:solidFill>
              </a:rPr>
              <a:t> </a:t>
            </a:r>
            <a:r>
              <a:rPr lang="en-US" altLang="en-US" dirty="0" err="1">
                <a:solidFill>
                  <a:schemeClr val="tx2"/>
                </a:solidFill>
              </a:rPr>
              <a:t>hơn</a:t>
            </a:r>
            <a:r>
              <a:rPr lang="en-US" altLang="en-US" dirty="0">
                <a:solidFill>
                  <a:schemeClr val="tx2"/>
                </a:solidFill>
              </a:rPr>
              <a:t>, </a:t>
            </a:r>
            <a:r>
              <a:rPr lang="en-US" altLang="en-US" dirty="0" err="1">
                <a:solidFill>
                  <a:schemeClr val="tx2"/>
                </a:solidFill>
              </a:rPr>
              <a:t>nhằm</a:t>
            </a:r>
            <a:r>
              <a:rPr lang="en-US" altLang="en-US" dirty="0">
                <a:solidFill>
                  <a:schemeClr val="tx2"/>
                </a:solidFill>
              </a:rPr>
              <a:t> </a:t>
            </a:r>
            <a:r>
              <a:rPr lang="en-US" altLang="en-US" dirty="0" err="1">
                <a:solidFill>
                  <a:schemeClr val="tx2"/>
                </a:solidFill>
              </a:rPr>
              <a:t>tiết</a:t>
            </a:r>
            <a:r>
              <a:rPr lang="en-US" altLang="en-US" dirty="0">
                <a:solidFill>
                  <a:schemeClr val="tx2"/>
                </a:solidFill>
              </a:rPr>
              <a:t> </a:t>
            </a:r>
            <a:r>
              <a:rPr lang="en-US" altLang="en-US" dirty="0" err="1">
                <a:solidFill>
                  <a:schemeClr val="tx2"/>
                </a:solidFill>
              </a:rPr>
              <a:t>kiệm</a:t>
            </a:r>
            <a:r>
              <a:rPr lang="en-US" altLang="en-US" dirty="0">
                <a:solidFill>
                  <a:schemeClr val="tx2"/>
                </a:solidFill>
              </a:rPr>
              <a:t> </a:t>
            </a:r>
            <a:r>
              <a:rPr lang="en-US" altLang="en-US" dirty="0" err="1">
                <a:solidFill>
                  <a:schemeClr val="tx2"/>
                </a:solidFill>
              </a:rPr>
              <a:t>băng</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truyền</a:t>
            </a:r>
            <a:r>
              <a:rPr lang="en-US" altLang="en-US" dirty="0">
                <a:solidFill>
                  <a:schemeClr val="tx2"/>
                </a:solidFill>
              </a:rPr>
              <a:t>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tốc</a:t>
            </a:r>
            <a:r>
              <a:rPr lang="en-US" altLang="en-US" dirty="0">
                <a:solidFill>
                  <a:schemeClr val="tx2"/>
                </a:solidFill>
              </a:rPr>
              <a:t> </a:t>
            </a:r>
            <a:r>
              <a:rPr lang="en-US" altLang="en-US" dirty="0" err="1">
                <a:solidFill>
                  <a:schemeClr val="tx2"/>
                </a:solidFill>
              </a:rPr>
              <a:t>độ</a:t>
            </a:r>
            <a:r>
              <a:rPr lang="en-US" altLang="en-US" dirty="0">
                <a:solidFill>
                  <a:schemeClr val="tx2"/>
                </a:solidFill>
              </a:rPr>
              <a:t> </a:t>
            </a:r>
            <a:r>
              <a:rPr lang="en-US" altLang="en-US" dirty="0" err="1">
                <a:solidFill>
                  <a:schemeClr val="tx2"/>
                </a:solidFill>
              </a:rPr>
              <a:t>truyền</a:t>
            </a:r>
            <a:r>
              <a:rPr lang="en-US" altLang="en-US" dirty="0">
                <a:solidFill>
                  <a:schemeClr val="tx2"/>
                </a:solidFill>
              </a:rPr>
              <a:t> tin.</a:t>
            </a:r>
          </a:p>
          <a:p>
            <a:pPr algn="just" eaLnBrk="1" hangingPunct="1">
              <a:lnSpc>
                <a:spcPct val="150000"/>
              </a:lnSpc>
              <a:spcBef>
                <a:spcPct val="0"/>
              </a:spcBef>
              <a:buClrTx/>
              <a:buFontTx/>
              <a:buNone/>
            </a:pPr>
            <a:r>
              <a:rPr lang="en-US" altLang="en-US" dirty="0" err="1">
                <a:solidFill>
                  <a:schemeClr val="tx2"/>
                </a:solidFill>
              </a:rPr>
              <a:t>Có</a:t>
            </a:r>
            <a:r>
              <a:rPr lang="en-US" altLang="en-US" dirty="0">
                <a:solidFill>
                  <a:schemeClr val="tx2"/>
                </a:solidFill>
              </a:rPr>
              <a:t> </a:t>
            </a:r>
            <a:r>
              <a:rPr lang="en-US" altLang="en-US" dirty="0" err="1">
                <a:solidFill>
                  <a:schemeClr val="tx2"/>
                </a:solidFill>
              </a:rPr>
              <a:t>hai</a:t>
            </a:r>
            <a:r>
              <a:rPr lang="en-US" altLang="en-US" dirty="0">
                <a:solidFill>
                  <a:schemeClr val="tx2"/>
                </a:solidFill>
              </a:rPr>
              <a:t> </a:t>
            </a:r>
            <a:r>
              <a:rPr lang="en-US" altLang="en-US" dirty="0" err="1">
                <a:solidFill>
                  <a:schemeClr val="tx2"/>
                </a:solidFill>
              </a:rPr>
              <a:t>chế</a:t>
            </a:r>
            <a:r>
              <a:rPr lang="en-US" altLang="en-US" dirty="0">
                <a:solidFill>
                  <a:schemeClr val="tx2"/>
                </a:solidFill>
              </a:rPr>
              <a:t> </a:t>
            </a:r>
            <a:r>
              <a:rPr lang="en-US" altLang="en-US" dirty="0" err="1">
                <a:solidFill>
                  <a:schemeClr val="tx2"/>
                </a:solidFill>
              </a:rPr>
              <a:t>độ</a:t>
            </a:r>
            <a:r>
              <a:rPr lang="en-US" altLang="en-US" dirty="0">
                <a:solidFill>
                  <a:schemeClr val="tx2"/>
                </a:solidFill>
              </a:rPr>
              <a:t> </a:t>
            </a:r>
            <a:r>
              <a:rPr lang="en-US" altLang="en-US" dirty="0" err="1">
                <a:solidFill>
                  <a:schemeClr val="tx2"/>
                </a:solidFill>
              </a:rPr>
              <a:t>tổng</a:t>
            </a:r>
            <a:r>
              <a:rPr lang="en-US" altLang="en-US" dirty="0">
                <a:solidFill>
                  <a:schemeClr val="tx2"/>
                </a:solidFill>
              </a:rPr>
              <a:t> </a:t>
            </a:r>
            <a:r>
              <a:rPr lang="en-US" altLang="en-US" dirty="0" err="1">
                <a:solidFill>
                  <a:schemeClr val="tx2"/>
                </a:solidFill>
              </a:rPr>
              <a:t>hợp</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tổng</a:t>
            </a:r>
            <a:r>
              <a:rPr lang="en-US" altLang="en-US" dirty="0">
                <a:solidFill>
                  <a:schemeClr val="tx2"/>
                </a:solidFill>
              </a:rPr>
              <a:t> </a:t>
            </a:r>
            <a:r>
              <a:rPr lang="en-US" altLang="en-US" dirty="0" err="1">
                <a:solidFill>
                  <a:schemeClr val="tx2"/>
                </a:solidFill>
              </a:rPr>
              <a:t>hợp</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tự</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 (Auto summarization)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chế</a:t>
            </a:r>
            <a:r>
              <a:rPr lang="en-US" altLang="en-US" dirty="0">
                <a:solidFill>
                  <a:schemeClr val="tx2"/>
                </a:solidFill>
              </a:rPr>
              <a:t> </a:t>
            </a:r>
            <a:r>
              <a:rPr lang="en-US" altLang="en-US" dirty="0" err="1">
                <a:solidFill>
                  <a:schemeClr val="tx2"/>
                </a:solidFill>
              </a:rPr>
              <a:t>độ</a:t>
            </a:r>
            <a:r>
              <a:rPr lang="en-US" altLang="en-US" dirty="0">
                <a:solidFill>
                  <a:schemeClr val="tx2"/>
                </a:solidFill>
              </a:rPr>
              <a:t> </a:t>
            </a:r>
            <a:r>
              <a:rPr lang="en-US" altLang="en-US" dirty="0" err="1">
                <a:solidFill>
                  <a:schemeClr val="tx2"/>
                </a:solidFill>
              </a:rPr>
              <a:t>tổng</a:t>
            </a:r>
            <a:r>
              <a:rPr lang="en-US" altLang="en-US" dirty="0">
                <a:solidFill>
                  <a:schemeClr val="tx2"/>
                </a:solidFill>
              </a:rPr>
              <a:t> </a:t>
            </a:r>
            <a:r>
              <a:rPr lang="en-US" altLang="en-US" dirty="0" err="1">
                <a:solidFill>
                  <a:schemeClr val="tx2"/>
                </a:solidFill>
              </a:rPr>
              <a:t>hợp</a:t>
            </a:r>
            <a:r>
              <a:rPr lang="en-US" altLang="en-US" dirty="0">
                <a:solidFill>
                  <a:schemeClr val="tx2"/>
                </a:solidFill>
              </a:rPr>
              <a:t> </a:t>
            </a:r>
            <a:r>
              <a:rPr lang="en-US" altLang="en-US" dirty="0" err="1">
                <a:solidFill>
                  <a:schemeClr val="tx2"/>
                </a:solidFill>
              </a:rPr>
              <a:t>thủ</a:t>
            </a:r>
            <a:r>
              <a:rPr lang="en-US" altLang="en-US" dirty="0">
                <a:solidFill>
                  <a:schemeClr val="tx2"/>
                </a:solidFill>
              </a:rPr>
              <a:t> </a:t>
            </a:r>
            <a:r>
              <a:rPr lang="en-US" altLang="en-US" dirty="0" err="1">
                <a:solidFill>
                  <a:schemeClr val="tx2"/>
                </a:solidFill>
              </a:rPr>
              <a:t>công</a:t>
            </a:r>
            <a:r>
              <a:rPr lang="en-US" altLang="en-US" dirty="0">
                <a:solidFill>
                  <a:schemeClr val="tx2"/>
                </a:solidFill>
              </a:rPr>
              <a:t> (Manual summarization) </a:t>
            </a:r>
          </a:p>
        </p:txBody>
      </p:sp>
      <p:sp>
        <p:nvSpPr>
          <p:cNvPr id="8" name="Title 1">
            <a:extLst>
              <a:ext uri="{FF2B5EF4-FFF2-40B4-BE49-F238E27FC236}">
                <a16:creationId xmlns:a16="http://schemas.microsoft.com/office/drawing/2014/main" id="{67DD8EBA-C364-43DD-83C3-7BA9446055C3}"/>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 CẤU HÌNH ĐỊNH TUYẾN ĐỘNG</a:t>
            </a:r>
            <a:endParaRPr lang="vi-VN" dirty="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10">
            <a:extLst>
              <a:ext uri="{FF2B5EF4-FFF2-40B4-BE49-F238E27FC236}">
                <a16:creationId xmlns:a16="http://schemas.microsoft.com/office/drawing/2014/main" id="{C8266B4D-87C7-492E-A123-D2C77AE529F1}"/>
              </a:ext>
            </a:extLst>
          </p:cNvPr>
          <p:cNvSpPr>
            <a:spLocks noChangeArrowheads="1"/>
          </p:cNvSpPr>
          <p:nvPr/>
        </p:nvSpPr>
        <p:spPr bwMode="auto">
          <a:xfrm>
            <a:off x="1358349" y="3396926"/>
            <a:ext cx="8534400" cy="456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sz="1800" dirty="0">
                <a:solidFill>
                  <a:schemeClr val="tx2"/>
                </a:solidFill>
              </a:rPr>
              <a:t> -</a:t>
            </a:r>
          </a:p>
        </p:txBody>
      </p:sp>
      <p:sp>
        <p:nvSpPr>
          <p:cNvPr id="8" name="Title 1">
            <a:extLst>
              <a:ext uri="{FF2B5EF4-FFF2-40B4-BE49-F238E27FC236}">
                <a16:creationId xmlns:a16="http://schemas.microsoft.com/office/drawing/2014/main" id="{740BCD92-833E-42F9-803B-477029F32FFB}"/>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III.1 RIP</a:t>
            </a:r>
            <a:endParaRPr lang="vi-VN" dirty="0">
              <a:cs typeface="Times New Roman" pitchFamily="18" charset="0"/>
            </a:endParaRPr>
          </a:p>
        </p:txBody>
      </p:sp>
      <p:sp>
        <p:nvSpPr>
          <p:cNvPr id="3" name="Content Placeholder 2">
            <a:extLst>
              <a:ext uri="{FF2B5EF4-FFF2-40B4-BE49-F238E27FC236}">
                <a16:creationId xmlns:a16="http://schemas.microsoft.com/office/drawing/2014/main" id="{B578E58D-ADAA-417A-937A-7E8F9A1C278E}"/>
              </a:ext>
            </a:extLst>
          </p:cNvPr>
          <p:cNvSpPr>
            <a:spLocks noGrp="1"/>
          </p:cNvSpPr>
          <p:nvPr>
            <p:ph idx="1"/>
          </p:nvPr>
        </p:nvSpPr>
        <p:spPr>
          <a:xfrm>
            <a:off x="268357" y="954158"/>
            <a:ext cx="11767930" cy="5794512"/>
          </a:xfrm>
        </p:spPr>
        <p:txBody>
          <a:bodyPr>
            <a:noAutofit/>
          </a:bodyPr>
          <a:lstStyle/>
          <a:p>
            <a:pPr algn="just"/>
            <a:r>
              <a:rPr lang="en-US" altLang="en-US" sz="3000" dirty="0" err="1"/>
              <a:t>Giới</a:t>
            </a:r>
            <a:r>
              <a:rPr lang="en-US" altLang="en-US" sz="3000" dirty="0"/>
              <a:t> </a:t>
            </a:r>
            <a:r>
              <a:rPr lang="en-US" altLang="en-US" sz="3000" dirty="0" err="1"/>
              <a:t>thiệu</a:t>
            </a:r>
            <a:r>
              <a:rPr lang="en-US" altLang="en-US" sz="3000" dirty="0"/>
              <a:t> </a:t>
            </a:r>
            <a:r>
              <a:rPr lang="en-US" altLang="en-US" sz="3000" dirty="0" err="1"/>
              <a:t>giao</a:t>
            </a:r>
            <a:r>
              <a:rPr lang="en-US" altLang="en-US" sz="3000" dirty="0"/>
              <a:t> </a:t>
            </a:r>
            <a:r>
              <a:rPr lang="en-US" altLang="en-US" sz="3000" dirty="0" err="1"/>
              <a:t>thức</a:t>
            </a:r>
            <a:r>
              <a:rPr lang="en-US" altLang="en-US" sz="3000" dirty="0"/>
              <a:t> RIP</a:t>
            </a:r>
          </a:p>
          <a:p>
            <a:pPr marL="60325" indent="0" algn="just">
              <a:lnSpc>
                <a:spcPct val="150000"/>
              </a:lnSpc>
              <a:spcBef>
                <a:spcPct val="0"/>
              </a:spcBef>
              <a:buNone/>
            </a:pPr>
            <a:r>
              <a:rPr lang="en-US" altLang="en-US" sz="3000" dirty="0"/>
              <a:t>RIP (Routing Information Protocol) </a:t>
            </a:r>
            <a:r>
              <a:rPr lang="en-US" altLang="en-US" sz="3000" dirty="0" err="1"/>
              <a:t>là</a:t>
            </a:r>
            <a:r>
              <a:rPr lang="en-US" altLang="en-US" sz="3000" dirty="0"/>
              <a:t> </a:t>
            </a:r>
            <a:r>
              <a:rPr lang="en-US" altLang="en-US" sz="3000" dirty="0" err="1"/>
              <a:t>giao</a:t>
            </a:r>
            <a:r>
              <a:rPr lang="en-US" altLang="en-US" sz="3000" dirty="0"/>
              <a:t> </a:t>
            </a:r>
            <a:r>
              <a:rPr lang="en-US" altLang="en-US" sz="3000" dirty="0" err="1"/>
              <a:t>thức</a:t>
            </a:r>
            <a:r>
              <a:rPr lang="en-US" altLang="en-US" sz="3000" dirty="0"/>
              <a:t> </a:t>
            </a:r>
            <a:r>
              <a:rPr lang="en-US" altLang="en-US" sz="3000" dirty="0" err="1"/>
              <a:t>cổng</a:t>
            </a:r>
            <a:r>
              <a:rPr lang="en-US" altLang="en-US" sz="3000" dirty="0"/>
              <a:t> </a:t>
            </a:r>
            <a:r>
              <a:rPr lang="en-US" altLang="en-US" sz="3000" dirty="0" err="1"/>
              <a:t>nội</a:t>
            </a:r>
            <a:r>
              <a:rPr lang="en-US" altLang="en-US" sz="3000" dirty="0"/>
              <a:t> </a:t>
            </a:r>
            <a:r>
              <a:rPr lang="en-US" altLang="en-US" sz="3000" dirty="0" err="1"/>
              <a:t>được</a:t>
            </a:r>
            <a:r>
              <a:rPr lang="en-US" altLang="en-US" sz="3000" dirty="0"/>
              <a:t> </a:t>
            </a:r>
            <a:r>
              <a:rPr lang="en-US" altLang="en-US" sz="3000" dirty="0" err="1"/>
              <a:t>thiết</a:t>
            </a:r>
            <a:r>
              <a:rPr lang="en-US" altLang="en-US" sz="3000" dirty="0"/>
              <a:t> </a:t>
            </a:r>
            <a:r>
              <a:rPr lang="en-US" altLang="en-US" sz="3000" dirty="0" err="1"/>
              <a:t>kế</a:t>
            </a:r>
            <a:r>
              <a:rPr lang="en-US" altLang="en-US" sz="3000" dirty="0"/>
              <a:t> </a:t>
            </a:r>
            <a:r>
              <a:rPr lang="en-US" altLang="en-US" sz="3000" dirty="0" err="1"/>
              <a:t>để</a:t>
            </a:r>
            <a:r>
              <a:rPr lang="en-US" altLang="en-US" sz="3000" dirty="0"/>
              <a:t> </a:t>
            </a:r>
            <a:r>
              <a:rPr lang="en-US" altLang="en-US" sz="3000" dirty="0" err="1"/>
              <a:t>sử</a:t>
            </a:r>
            <a:r>
              <a:rPr lang="en-US" altLang="en-US" sz="3000" dirty="0"/>
              <a:t> </a:t>
            </a:r>
            <a:r>
              <a:rPr lang="en-US" altLang="en-US" sz="3000" dirty="0" err="1"/>
              <a:t>dụng</a:t>
            </a:r>
            <a:r>
              <a:rPr lang="en-US" altLang="en-US" sz="3000" dirty="0"/>
              <a:t> </a:t>
            </a:r>
            <a:r>
              <a:rPr lang="en-US" altLang="en-US" sz="3000" dirty="0" err="1"/>
              <a:t>trong</a:t>
            </a:r>
            <a:r>
              <a:rPr lang="en-US" altLang="en-US" sz="3000" dirty="0"/>
              <a:t> </a:t>
            </a:r>
            <a:r>
              <a:rPr lang="en-US" altLang="en-US" sz="3000" dirty="0" err="1"/>
              <a:t>các</a:t>
            </a:r>
            <a:r>
              <a:rPr lang="en-US" altLang="en-US" sz="3000" dirty="0"/>
              <a:t> </a:t>
            </a:r>
            <a:r>
              <a:rPr lang="en-US" altLang="en-US" sz="3000" dirty="0" err="1"/>
              <a:t>hệ</a:t>
            </a:r>
            <a:r>
              <a:rPr lang="en-US" altLang="en-US" sz="3000" dirty="0"/>
              <a:t> </a:t>
            </a:r>
            <a:r>
              <a:rPr lang="en-US" altLang="en-US" sz="3000" dirty="0" err="1"/>
              <a:t>thống</a:t>
            </a:r>
            <a:r>
              <a:rPr lang="en-US" altLang="en-US" sz="3000" dirty="0"/>
              <a:t> </a:t>
            </a:r>
            <a:r>
              <a:rPr lang="en-US" altLang="en-US" sz="3000" dirty="0" err="1"/>
              <a:t>tự</a:t>
            </a:r>
            <a:r>
              <a:rPr lang="en-US" altLang="en-US" sz="3000" dirty="0"/>
              <a:t> </a:t>
            </a:r>
            <a:r>
              <a:rPr lang="en-US" altLang="en-US" sz="3000" dirty="0" err="1"/>
              <a:t>trị</a:t>
            </a:r>
            <a:r>
              <a:rPr lang="en-US" altLang="en-US" sz="3000" dirty="0"/>
              <a:t> </a:t>
            </a:r>
            <a:r>
              <a:rPr lang="en-US" altLang="en-US" sz="3000" dirty="0" err="1"/>
              <a:t>nhỏ</a:t>
            </a:r>
            <a:r>
              <a:rPr lang="en-US" altLang="en-US" sz="3000" dirty="0"/>
              <a:t>.</a:t>
            </a:r>
          </a:p>
          <a:p>
            <a:pPr algn="just">
              <a:lnSpc>
                <a:spcPct val="150000"/>
              </a:lnSpc>
              <a:spcBef>
                <a:spcPct val="0"/>
              </a:spcBef>
              <a:buNone/>
            </a:pPr>
            <a:r>
              <a:rPr lang="en-US" altLang="en-US" sz="3000" dirty="0"/>
              <a:t> - </a:t>
            </a:r>
            <a:r>
              <a:rPr lang="en-US" altLang="en-US" sz="3000" dirty="0" err="1"/>
              <a:t>Nó</a:t>
            </a:r>
            <a:r>
              <a:rPr lang="en-US" altLang="en-US" sz="3000" dirty="0"/>
              <a:t> </a:t>
            </a:r>
            <a:r>
              <a:rPr lang="en-US" altLang="en-US" sz="3000" dirty="0" err="1"/>
              <a:t>xuất</a:t>
            </a:r>
            <a:r>
              <a:rPr lang="en-US" altLang="en-US" sz="3000" dirty="0"/>
              <a:t> </a:t>
            </a:r>
            <a:r>
              <a:rPr lang="en-US" altLang="en-US" sz="3000" dirty="0" err="1"/>
              <a:t>hiện</a:t>
            </a:r>
            <a:r>
              <a:rPr lang="en-US" altLang="en-US" sz="3000" dirty="0"/>
              <a:t> </a:t>
            </a:r>
            <a:r>
              <a:rPr lang="en-US" altLang="en-US" sz="3000" dirty="0" err="1"/>
              <a:t>vào</a:t>
            </a:r>
            <a:r>
              <a:rPr lang="en-US" altLang="en-US" sz="3000" dirty="0"/>
              <a:t> </a:t>
            </a:r>
            <a:r>
              <a:rPr lang="en-US" altLang="en-US" sz="3000" dirty="0" err="1"/>
              <a:t>năm</a:t>
            </a:r>
            <a:r>
              <a:rPr lang="en-US" altLang="en-US" sz="3000" dirty="0"/>
              <a:t> 1970 </a:t>
            </a:r>
            <a:r>
              <a:rPr lang="en-US" altLang="en-US" sz="3000" dirty="0" err="1"/>
              <a:t>bởi</a:t>
            </a:r>
            <a:r>
              <a:rPr lang="en-US" altLang="en-US" sz="3000" dirty="0"/>
              <a:t> Xerox </a:t>
            </a:r>
            <a:r>
              <a:rPr lang="en-US" altLang="en-US" sz="3000" dirty="0" err="1"/>
              <a:t>như</a:t>
            </a:r>
            <a:r>
              <a:rPr lang="en-US" altLang="en-US" sz="3000" dirty="0"/>
              <a:t> </a:t>
            </a:r>
            <a:r>
              <a:rPr lang="en-US" altLang="en-US" sz="3000" dirty="0" err="1"/>
              <a:t>là</a:t>
            </a:r>
            <a:r>
              <a:rPr lang="en-US" altLang="en-US" sz="3000" dirty="0"/>
              <a:t> </a:t>
            </a:r>
            <a:r>
              <a:rPr lang="en-US" altLang="en-US" sz="3000" dirty="0" err="1"/>
              <a:t>một</a:t>
            </a:r>
            <a:r>
              <a:rPr lang="en-US" altLang="en-US" sz="3000" dirty="0"/>
              <a:t> </a:t>
            </a:r>
            <a:r>
              <a:rPr lang="en-US" altLang="en-US" sz="3000" dirty="0" err="1"/>
              <a:t>phần</a:t>
            </a:r>
            <a:r>
              <a:rPr lang="en-US" altLang="en-US" sz="3000" dirty="0"/>
              <a:t> </a:t>
            </a:r>
            <a:r>
              <a:rPr lang="en-US" altLang="en-US" sz="3000" dirty="0" err="1"/>
              <a:t>của</a:t>
            </a:r>
            <a:r>
              <a:rPr lang="en-US" altLang="en-US" sz="3000" dirty="0"/>
              <a:t> </a:t>
            </a:r>
            <a:r>
              <a:rPr lang="en-US" altLang="en-US" sz="3000" dirty="0" err="1"/>
              <a:t>bộ</a:t>
            </a:r>
            <a:r>
              <a:rPr lang="en-US" altLang="en-US" sz="3000" dirty="0"/>
              <a:t> </a:t>
            </a:r>
            <a:r>
              <a:rPr lang="en-US" altLang="en-US" sz="3000" dirty="0" err="1"/>
              <a:t>giao</a:t>
            </a:r>
            <a:r>
              <a:rPr lang="en-US" altLang="en-US" sz="3000" dirty="0"/>
              <a:t> </a:t>
            </a:r>
            <a:r>
              <a:rPr lang="en-US" altLang="en-US" sz="3000" dirty="0" err="1"/>
              <a:t>thức</a:t>
            </a:r>
            <a:r>
              <a:rPr lang="en-US" altLang="en-US" sz="3000" dirty="0"/>
              <a:t> Xerox Networking Services (XNS).</a:t>
            </a:r>
          </a:p>
          <a:p>
            <a:pPr algn="just"/>
            <a:endParaRPr lang="en-US" sz="3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D9CFE-1762-40BF-AD8F-09201D2555D5}"/>
              </a:ext>
            </a:extLst>
          </p:cNvPr>
          <p:cNvSpPr>
            <a:spLocks noGrp="1"/>
          </p:cNvSpPr>
          <p:nvPr>
            <p:ph type="title"/>
          </p:nvPr>
        </p:nvSpPr>
        <p:spPr/>
        <p:txBody>
          <a:bodyPr/>
          <a:lstStyle/>
          <a:p>
            <a:r>
              <a:rPr lang="en-US" dirty="0"/>
              <a:t>III.1. RIP</a:t>
            </a:r>
          </a:p>
        </p:txBody>
      </p:sp>
      <p:sp>
        <p:nvSpPr>
          <p:cNvPr id="3" name="Content Placeholder 2">
            <a:extLst>
              <a:ext uri="{FF2B5EF4-FFF2-40B4-BE49-F238E27FC236}">
                <a16:creationId xmlns:a16="http://schemas.microsoft.com/office/drawing/2014/main" id="{B78E147D-F1D2-40D8-A6D5-A738A60DAB03}"/>
              </a:ext>
            </a:extLst>
          </p:cNvPr>
          <p:cNvSpPr>
            <a:spLocks noGrp="1"/>
          </p:cNvSpPr>
          <p:nvPr>
            <p:ph idx="1"/>
          </p:nvPr>
        </p:nvSpPr>
        <p:spPr/>
        <p:txBody>
          <a:bodyPr/>
          <a:lstStyle/>
          <a:p>
            <a:pPr algn="just">
              <a:lnSpc>
                <a:spcPct val="150000"/>
              </a:lnSpc>
              <a:spcBef>
                <a:spcPct val="0"/>
              </a:spcBef>
              <a:buNone/>
            </a:pPr>
            <a:r>
              <a:rPr lang="en-US" altLang="en-US" dirty="0"/>
              <a:t>- RIP </a:t>
            </a:r>
            <a:r>
              <a:rPr lang="en-US" altLang="en-US" dirty="0" err="1"/>
              <a:t>là</a:t>
            </a:r>
            <a:r>
              <a:rPr lang="en-US" altLang="en-US" dirty="0"/>
              <a:t> </a:t>
            </a:r>
            <a:r>
              <a:rPr lang="en-US" altLang="en-US" dirty="0" err="1"/>
              <a:t>giao</a:t>
            </a:r>
            <a:r>
              <a:rPr lang="en-US" altLang="en-US" dirty="0"/>
              <a:t> </a:t>
            </a:r>
            <a:r>
              <a:rPr lang="en-US" altLang="en-US" dirty="0" err="1"/>
              <a:t>thức</a:t>
            </a:r>
            <a:r>
              <a:rPr lang="en-US" altLang="en-US" dirty="0"/>
              <a:t> </a:t>
            </a:r>
            <a:r>
              <a:rPr lang="en-US" altLang="en-US" dirty="0" err="1"/>
              <a:t>định</a:t>
            </a:r>
            <a:r>
              <a:rPr lang="en-US" altLang="en-US" dirty="0"/>
              <a:t> </a:t>
            </a:r>
            <a:r>
              <a:rPr lang="en-US" altLang="en-US" dirty="0" err="1"/>
              <a:t>tuyến</a:t>
            </a:r>
            <a:r>
              <a:rPr lang="en-US" altLang="en-US" dirty="0"/>
              <a:t> </a:t>
            </a:r>
            <a:r>
              <a:rPr lang="en-US" altLang="en-US" dirty="0" err="1"/>
              <a:t>động</a:t>
            </a:r>
            <a:r>
              <a:rPr lang="en-US" altLang="en-US" dirty="0"/>
              <a:t> </a:t>
            </a:r>
            <a:r>
              <a:rPr lang="en-US" altLang="en-US" dirty="0" err="1"/>
              <a:t>theo</a:t>
            </a:r>
            <a:r>
              <a:rPr lang="en-US" altLang="en-US" dirty="0"/>
              <a:t> vector </a:t>
            </a:r>
            <a:r>
              <a:rPr lang="en-US" altLang="en-US" dirty="0" err="1"/>
              <a:t>khoảng</a:t>
            </a:r>
            <a:r>
              <a:rPr lang="en-US" altLang="en-US" dirty="0"/>
              <a:t> </a:t>
            </a:r>
            <a:r>
              <a:rPr lang="en-US" altLang="en-US" dirty="0" err="1"/>
              <a:t>cách</a:t>
            </a:r>
            <a:r>
              <a:rPr lang="en-US" altLang="en-US" dirty="0"/>
              <a:t>, </a:t>
            </a:r>
            <a:r>
              <a:rPr lang="en-US" altLang="en-US" dirty="0" err="1"/>
              <a:t>sử</a:t>
            </a:r>
            <a:r>
              <a:rPr lang="en-US" altLang="en-US" dirty="0"/>
              <a:t> </a:t>
            </a:r>
            <a:r>
              <a:rPr lang="en-US" altLang="en-US" dirty="0" err="1"/>
              <a:t>dụng</a:t>
            </a:r>
            <a:r>
              <a:rPr lang="en-US" altLang="en-US" dirty="0"/>
              <a:t> </a:t>
            </a:r>
            <a:r>
              <a:rPr lang="en-US" altLang="en-US" dirty="0" err="1"/>
              <a:t>thuật</a:t>
            </a:r>
            <a:r>
              <a:rPr lang="en-US" altLang="en-US" dirty="0"/>
              <a:t> </a:t>
            </a:r>
            <a:r>
              <a:rPr lang="en-US" altLang="en-US" dirty="0" err="1"/>
              <a:t>toán</a:t>
            </a:r>
            <a:r>
              <a:rPr lang="en-US" altLang="en-US" dirty="0"/>
              <a:t> Bellman-Ford </a:t>
            </a:r>
            <a:r>
              <a:rPr lang="en-US" altLang="en-US" dirty="0" err="1"/>
              <a:t>để</a:t>
            </a:r>
            <a:r>
              <a:rPr lang="en-US" altLang="en-US" dirty="0"/>
              <a:t> </a:t>
            </a:r>
            <a:r>
              <a:rPr lang="en-US" altLang="en-US" dirty="0" err="1"/>
              <a:t>xây</a:t>
            </a:r>
            <a:r>
              <a:rPr lang="en-US" altLang="en-US" dirty="0"/>
              <a:t> </a:t>
            </a:r>
            <a:r>
              <a:rPr lang="en-US" altLang="en-US" dirty="0" err="1"/>
              <a:t>dựng</a:t>
            </a:r>
            <a:r>
              <a:rPr lang="en-US" altLang="en-US" dirty="0"/>
              <a:t> </a:t>
            </a:r>
            <a:r>
              <a:rPr lang="en-US" altLang="en-US" dirty="0" err="1"/>
              <a:t>nên</a:t>
            </a:r>
            <a:r>
              <a:rPr lang="en-US" altLang="en-US" dirty="0"/>
              <a:t> </a:t>
            </a:r>
            <a:r>
              <a:rPr lang="en-US" altLang="en-US" dirty="0" err="1"/>
              <a:t>bảng</a:t>
            </a:r>
            <a:r>
              <a:rPr lang="en-US" altLang="en-US" dirty="0"/>
              <a:t> </a:t>
            </a:r>
            <a:r>
              <a:rPr lang="en-US" altLang="en-US" dirty="0" err="1"/>
              <a:t>định</a:t>
            </a:r>
            <a:r>
              <a:rPr lang="en-US" altLang="en-US" dirty="0"/>
              <a:t> </a:t>
            </a:r>
            <a:r>
              <a:rPr lang="en-US" altLang="en-US" dirty="0" err="1"/>
              <a:t>tuyến</a:t>
            </a:r>
            <a:r>
              <a:rPr lang="en-US" altLang="en-US" dirty="0"/>
              <a:t>.</a:t>
            </a:r>
          </a:p>
          <a:p>
            <a:pPr algn="just">
              <a:lnSpc>
                <a:spcPct val="150000"/>
              </a:lnSpc>
              <a:spcBef>
                <a:spcPct val="0"/>
              </a:spcBef>
              <a:buNone/>
            </a:pPr>
            <a:r>
              <a:rPr lang="en-US" altLang="en-US" dirty="0"/>
              <a:t> - </a:t>
            </a:r>
            <a:r>
              <a:rPr lang="en-US" altLang="en-US" dirty="0" err="1"/>
              <a:t>Giao</a:t>
            </a:r>
            <a:r>
              <a:rPr lang="en-US" altLang="en-US" dirty="0"/>
              <a:t> </a:t>
            </a:r>
            <a:r>
              <a:rPr lang="en-US" altLang="en-US" dirty="0" err="1"/>
              <a:t>thức</a:t>
            </a:r>
            <a:r>
              <a:rPr lang="en-US" altLang="en-US" dirty="0"/>
              <a:t> RIP </a:t>
            </a:r>
            <a:r>
              <a:rPr lang="en-US" altLang="en-US" dirty="0" err="1"/>
              <a:t>chạy</a:t>
            </a:r>
            <a:r>
              <a:rPr lang="en-US" altLang="en-US" dirty="0"/>
              <a:t> </a:t>
            </a:r>
            <a:r>
              <a:rPr lang="en-US" altLang="en-US" dirty="0" err="1"/>
              <a:t>trên</a:t>
            </a:r>
            <a:r>
              <a:rPr lang="en-US" altLang="en-US" dirty="0"/>
              <a:t> UDP port 520. </a:t>
            </a:r>
            <a:r>
              <a:rPr lang="en-US" altLang="en-US" dirty="0" err="1"/>
              <a:t>Tất</a:t>
            </a:r>
            <a:r>
              <a:rPr lang="en-US" altLang="en-US" dirty="0"/>
              <a:t> </a:t>
            </a:r>
            <a:r>
              <a:rPr lang="en-US" altLang="en-US" dirty="0" err="1"/>
              <a:t>cả</a:t>
            </a:r>
            <a:r>
              <a:rPr lang="en-US" altLang="en-US" dirty="0"/>
              <a:t> </a:t>
            </a:r>
            <a:r>
              <a:rPr lang="en-US" altLang="en-US" dirty="0" err="1"/>
              <a:t>các</a:t>
            </a:r>
            <a:r>
              <a:rPr lang="en-US" altLang="en-US" dirty="0"/>
              <a:t> </a:t>
            </a:r>
            <a:r>
              <a:rPr lang="en-US" altLang="en-US" dirty="0" err="1"/>
              <a:t>gói</a:t>
            </a:r>
            <a:r>
              <a:rPr lang="en-US" altLang="en-US" dirty="0"/>
              <a:t> tin RIP </a:t>
            </a:r>
            <a:r>
              <a:rPr lang="en-US" altLang="en-US" dirty="0" err="1"/>
              <a:t>được</a:t>
            </a:r>
            <a:r>
              <a:rPr lang="en-US" altLang="en-US" dirty="0"/>
              <a:t> </a:t>
            </a:r>
            <a:r>
              <a:rPr lang="en-US" altLang="en-US" dirty="0" err="1"/>
              <a:t>đóng</a:t>
            </a:r>
            <a:r>
              <a:rPr lang="en-US" altLang="en-US" dirty="0"/>
              <a:t> </a:t>
            </a:r>
            <a:r>
              <a:rPr lang="en-US" altLang="en-US" dirty="0" err="1"/>
              <a:t>gói</a:t>
            </a:r>
            <a:r>
              <a:rPr lang="en-US" altLang="en-US" dirty="0"/>
              <a:t> </a:t>
            </a:r>
            <a:r>
              <a:rPr lang="en-US" altLang="en-US" dirty="0" err="1"/>
              <a:t>trong</a:t>
            </a:r>
            <a:r>
              <a:rPr lang="en-US" altLang="en-US" dirty="0"/>
              <a:t> 1 RIP segment </a:t>
            </a:r>
            <a:r>
              <a:rPr lang="en-US" altLang="en-US" dirty="0" err="1"/>
              <a:t>với</a:t>
            </a:r>
            <a:r>
              <a:rPr lang="en-US" altLang="en-US" dirty="0"/>
              <a:t> source port </a:t>
            </a:r>
            <a:r>
              <a:rPr lang="en-US" altLang="en-US" dirty="0" err="1"/>
              <a:t>và</a:t>
            </a:r>
            <a:r>
              <a:rPr lang="en-US" altLang="en-US" dirty="0"/>
              <a:t> destination port </a:t>
            </a:r>
            <a:r>
              <a:rPr lang="en-US" altLang="en-US" dirty="0" err="1"/>
              <a:t>là</a:t>
            </a:r>
            <a:r>
              <a:rPr lang="en-US" altLang="en-US" dirty="0"/>
              <a:t> 520. </a:t>
            </a:r>
          </a:p>
          <a:p>
            <a:endParaRPr lang="en-US" dirty="0"/>
          </a:p>
        </p:txBody>
      </p:sp>
    </p:spTree>
    <p:extLst>
      <p:ext uri="{BB962C8B-B14F-4D97-AF65-F5344CB8AC3E}">
        <p14:creationId xmlns:p14="http://schemas.microsoft.com/office/powerpoint/2010/main" val="37598659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8AD5CBE-1F15-410B-AC4E-A758700B9B15}"/>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III.1 RIP</a:t>
            </a:r>
            <a:endParaRPr lang="vi-VN" dirty="0">
              <a:cs typeface="Times New Roman" pitchFamily="18" charset="0"/>
            </a:endParaRPr>
          </a:p>
        </p:txBody>
      </p:sp>
      <p:sp>
        <p:nvSpPr>
          <p:cNvPr id="3" name="Content Placeholder 2">
            <a:extLst>
              <a:ext uri="{FF2B5EF4-FFF2-40B4-BE49-F238E27FC236}">
                <a16:creationId xmlns:a16="http://schemas.microsoft.com/office/drawing/2014/main" id="{1044D1C2-8D68-4933-B009-3CBAB129E761}"/>
              </a:ext>
            </a:extLst>
          </p:cNvPr>
          <p:cNvSpPr>
            <a:spLocks noGrp="1"/>
          </p:cNvSpPr>
          <p:nvPr>
            <p:ph idx="1"/>
          </p:nvPr>
        </p:nvSpPr>
        <p:spPr>
          <a:xfrm>
            <a:off x="347869" y="1143001"/>
            <a:ext cx="11370365" cy="5033962"/>
          </a:xfrm>
        </p:spPr>
        <p:txBody>
          <a:bodyPr>
            <a:noAutofit/>
          </a:bodyPr>
          <a:lstStyle/>
          <a:p>
            <a:pPr algn="just"/>
            <a:r>
              <a:rPr lang="en-US" altLang="en-US" dirty="0" err="1"/>
              <a:t>Cơ</a:t>
            </a:r>
            <a:r>
              <a:rPr lang="en-US" altLang="en-US" dirty="0"/>
              <a:t> </a:t>
            </a:r>
            <a:r>
              <a:rPr lang="en-US" altLang="en-US" dirty="0" err="1"/>
              <a:t>chế</a:t>
            </a:r>
            <a:r>
              <a:rPr lang="en-US" altLang="en-US" dirty="0"/>
              <a:t> </a:t>
            </a:r>
            <a:r>
              <a:rPr lang="en-US" altLang="en-US" dirty="0" err="1"/>
              <a:t>hoạt</a:t>
            </a:r>
            <a:r>
              <a:rPr lang="en-US" altLang="en-US" dirty="0"/>
              <a:t> </a:t>
            </a:r>
            <a:r>
              <a:rPr lang="en-US" altLang="en-US" dirty="0" err="1"/>
              <a:t>động</a:t>
            </a:r>
            <a:r>
              <a:rPr lang="en-US" altLang="en-US" dirty="0"/>
              <a:t> </a:t>
            </a:r>
            <a:r>
              <a:rPr lang="en-US" altLang="en-US" dirty="0" err="1"/>
              <a:t>của</a:t>
            </a:r>
            <a:r>
              <a:rPr lang="en-US" altLang="en-US" dirty="0"/>
              <a:t> RIP</a:t>
            </a:r>
          </a:p>
          <a:p>
            <a:pPr algn="just">
              <a:lnSpc>
                <a:spcPct val="150000"/>
              </a:lnSpc>
              <a:spcBef>
                <a:spcPct val="0"/>
              </a:spcBef>
              <a:buNone/>
            </a:pPr>
            <a:r>
              <a:rPr lang="en-US" altLang="en-US" dirty="0"/>
              <a:t> - </a:t>
            </a:r>
            <a:r>
              <a:rPr lang="en-US" altLang="en-US" dirty="0" err="1"/>
              <a:t>Khi</a:t>
            </a:r>
            <a:r>
              <a:rPr lang="en-US" altLang="en-US" dirty="0"/>
              <a:t> </a:t>
            </a:r>
            <a:r>
              <a:rPr lang="en-US" altLang="en-US" dirty="0" err="1"/>
              <a:t>vừa</a:t>
            </a:r>
            <a:r>
              <a:rPr lang="en-US" altLang="en-US" dirty="0"/>
              <a:t> </a:t>
            </a:r>
            <a:r>
              <a:rPr lang="en-US" altLang="en-US" dirty="0" err="1"/>
              <a:t>khởi</a:t>
            </a:r>
            <a:r>
              <a:rPr lang="en-US" altLang="en-US" dirty="0"/>
              <a:t> </a:t>
            </a:r>
            <a:r>
              <a:rPr lang="en-US" altLang="en-US" dirty="0" err="1"/>
              <a:t>động</a:t>
            </a:r>
            <a:r>
              <a:rPr lang="en-US" altLang="en-US" dirty="0"/>
              <a:t>, </a:t>
            </a:r>
            <a:r>
              <a:rPr lang="en-US" altLang="en-US" dirty="0" err="1"/>
              <a:t>các</a:t>
            </a:r>
            <a:r>
              <a:rPr lang="en-US" altLang="en-US" dirty="0"/>
              <a:t> router RIP </a:t>
            </a:r>
            <a:r>
              <a:rPr lang="en-US" altLang="en-US" dirty="0" err="1"/>
              <a:t>sẽ</a:t>
            </a:r>
            <a:r>
              <a:rPr lang="en-US" altLang="en-US" dirty="0"/>
              <a:t> broadcast </a:t>
            </a:r>
            <a:r>
              <a:rPr lang="en-US" altLang="en-US" dirty="0" err="1"/>
              <a:t>các</a:t>
            </a:r>
            <a:r>
              <a:rPr lang="en-US" altLang="en-US" dirty="0"/>
              <a:t> </a:t>
            </a:r>
            <a:r>
              <a:rPr lang="en-US" altLang="en-US" dirty="0" err="1"/>
              <a:t>gói</a:t>
            </a:r>
            <a:r>
              <a:rPr lang="en-US" altLang="en-US" dirty="0"/>
              <a:t> tin Request </a:t>
            </a:r>
            <a:r>
              <a:rPr lang="en-US" altLang="en-US" dirty="0" err="1"/>
              <a:t>trong</a:t>
            </a:r>
            <a:r>
              <a:rPr lang="en-US" altLang="en-US" dirty="0"/>
              <a:t> </a:t>
            </a:r>
            <a:r>
              <a:rPr lang="en-US" altLang="en-US" dirty="0" err="1"/>
              <a:t>mạng</a:t>
            </a:r>
            <a:r>
              <a:rPr lang="en-US" altLang="en-US" dirty="0"/>
              <a:t> </a:t>
            </a:r>
            <a:r>
              <a:rPr lang="en-US" altLang="en-US" dirty="0" err="1"/>
              <a:t>và</a:t>
            </a:r>
            <a:r>
              <a:rPr lang="en-US" altLang="en-US" dirty="0"/>
              <a:t> </a:t>
            </a:r>
            <a:r>
              <a:rPr lang="en-US" altLang="en-US" dirty="0" err="1"/>
              <a:t>lắng</a:t>
            </a:r>
            <a:r>
              <a:rPr lang="en-US" altLang="en-US" dirty="0"/>
              <a:t> </a:t>
            </a:r>
            <a:r>
              <a:rPr lang="en-US" altLang="en-US" dirty="0" err="1"/>
              <a:t>nghe</a:t>
            </a:r>
            <a:r>
              <a:rPr lang="en-US" altLang="en-US" dirty="0"/>
              <a:t> </a:t>
            </a:r>
            <a:r>
              <a:rPr lang="en-US" altLang="en-US" dirty="0" err="1"/>
              <a:t>phản</a:t>
            </a:r>
            <a:r>
              <a:rPr lang="en-US" altLang="en-US" dirty="0"/>
              <a:t> </a:t>
            </a:r>
            <a:r>
              <a:rPr lang="en-US" altLang="en-US" dirty="0" err="1"/>
              <a:t>hồi</a:t>
            </a:r>
            <a:r>
              <a:rPr lang="en-US" altLang="en-US" dirty="0"/>
              <a:t>.</a:t>
            </a:r>
          </a:p>
          <a:p>
            <a:pPr algn="just">
              <a:lnSpc>
                <a:spcPct val="150000"/>
              </a:lnSpc>
              <a:spcBef>
                <a:spcPct val="0"/>
              </a:spcBef>
              <a:buNone/>
            </a:pPr>
            <a:r>
              <a:rPr lang="en-US" altLang="en-US" dirty="0"/>
              <a:t> - </a:t>
            </a:r>
            <a:r>
              <a:rPr lang="en-US" altLang="en-US" dirty="0" err="1"/>
              <a:t>Khi</a:t>
            </a:r>
            <a:r>
              <a:rPr lang="en-US" altLang="en-US" dirty="0"/>
              <a:t> </a:t>
            </a:r>
            <a:r>
              <a:rPr lang="en-US" altLang="en-US" dirty="0" err="1"/>
              <a:t>một</a:t>
            </a:r>
            <a:r>
              <a:rPr lang="en-US" altLang="en-US" dirty="0"/>
              <a:t> router </a:t>
            </a:r>
            <a:r>
              <a:rPr lang="en-US" altLang="en-US" dirty="0" err="1"/>
              <a:t>nhận</a:t>
            </a:r>
            <a:r>
              <a:rPr lang="en-US" altLang="en-US" dirty="0"/>
              <a:t> </a:t>
            </a:r>
            <a:r>
              <a:rPr lang="en-US" altLang="en-US" dirty="0" err="1"/>
              <a:t>được</a:t>
            </a:r>
            <a:r>
              <a:rPr lang="en-US" altLang="en-US" dirty="0"/>
              <a:t> </a:t>
            </a:r>
            <a:r>
              <a:rPr lang="en-US" altLang="en-US" dirty="0" err="1"/>
              <a:t>gói</a:t>
            </a:r>
            <a:r>
              <a:rPr lang="en-US" altLang="en-US" dirty="0"/>
              <a:t> Request, </a:t>
            </a:r>
            <a:r>
              <a:rPr lang="en-US" altLang="en-US" dirty="0" err="1"/>
              <a:t>nó</a:t>
            </a:r>
            <a:r>
              <a:rPr lang="en-US" altLang="en-US" dirty="0"/>
              <a:t> </a:t>
            </a:r>
            <a:r>
              <a:rPr lang="en-US" altLang="en-US" dirty="0" err="1"/>
              <a:t>sẽ</a:t>
            </a:r>
            <a:r>
              <a:rPr lang="en-US" altLang="en-US" dirty="0"/>
              <a:t> </a:t>
            </a:r>
            <a:r>
              <a:rPr lang="en-US" altLang="en-US" dirty="0" err="1"/>
              <a:t>gửi</a:t>
            </a:r>
            <a:r>
              <a:rPr lang="en-US" altLang="en-US" dirty="0"/>
              <a:t> </a:t>
            </a:r>
            <a:r>
              <a:rPr lang="en-US" altLang="en-US" dirty="0" err="1"/>
              <a:t>trả</a:t>
            </a:r>
            <a:r>
              <a:rPr lang="en-US" altLang="en-US" dirty="0"/>
              <a:t> </a:t>
            </a:r>
            <a:r>
              <a:rPr lang="en-US" altLang="en-US" dirty="0" err="1"/>
              <a:t>lại</a:t>
            </a:r>
            <a:r>
              <a:rPr lang="en-US" altLang="en-US" dirty="0"/>
              <a:t> </a:t>
            </a:r>
            <a:r>
              <a:rPr lang="en-US" altLang="en-US" dirty="0" err="1"/>
              <a:t>toàn</a:t>
            </a:r>
            <a:r>
              <a:rPr lang="en-US" altLang="en-US" dirty="0"/>
              <a:t> </a:t>
            </a:r>
            <a:r>
              <a:rPr lang="en-US" altLang="en-US" dirty="0" err="1"/>
              <a:t>bộ</a:t>
            </a:r>
            <a:r>
              <a:rPr lang="en-US" altLang="en-US" dirty="0"/>
              <a:t> </a:t>
            </a:r>
            <a:r>
              <a:rPr lang="en-US" altLang="en-US" dirty="0" err="1"/>
              <a:t>bảng</a:t>
            </a:r>
            <a:r>
              <a:rPr lang="en-US" altLang="en-US" dirty="0"/>
              <a:t> </a:t>
            </a:r>
            <a:r>
              <a:rPr lang="en-US" altLang="en-US" dirty="0" err="1"/>
              <a:t>định</a:t>
            </a:r>
            <a:r>
              <a:rPr lang="en-US" altLang="en-US" dirty="0"/>
              <a:t> </a:t>
            </a:r>
            <a:r>
              <a:rPr lang="en-US" altLang="en-US" dirty="0" err="1"/>
              <a:t>tuyến</a:t>
            </a:r>
            <a:r>
              <a:rPr lang="en-US" altLang="en-US" dirty="0"/>
              <a:t> </a:t>
            </a:r>
            <a:r>
              <a:rPr lang="en-US" altLang="en-US" dirty="0" err="1"/>
              <a:t>của</a:t>
            </a:r>
            <a:r>
              <a:rPr lang="en-US" altLang="en-US" dirty="0"/>
              <a:t> </a:t>
            </a:r>
            <a:r>
              <a:rPr lang="en-US" altLang="en-US" dirty="0" err="1"/>
              <a:t>nó</a:t>
            </a:r>
            <a:r>
              <a:rPr lang="en-US" altLang="en-US" dirty="0"/>
              <a:t> </a:t>
            </a:r>
            <a:r>
              <a:rPr lang="en-US" altLang="en-US" dirty="0" err="1"/>
              <a:t>bằng</a:t>
            </a:r>
            <a:r>
              <a:rPr lang="en-US" altLang="en-US" dirty="0"/>
              <a:t> multicast.</a:t>
            </a:r>
          </a:p>
          <a:p>
            <a:pPr algn="just">
              <a:lnSpc>
                <a:spcPct val="150000"/>
              </a:lnSpc>
              <a:spcBef>
                <a:spcPct val="0"/>
              </a:spcBef>
              <a:buNone/>
            </a:pPr>
            <a:r>
              <a:rPr lang="en-US" altLang="en-US" dirty="0"/>
              <a:t> </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63925-B506-4940-A0BB-DD171F4079A4}"/>
              </a:ext>
            </a:extLst>
          </p:cNvPr>
          <p:cNvSpPr>
            <a:spLocks noGrp="1"/>
          </p:cNvSpPr>
          <p:nvPr>
            <p:ph type="title"/>
          </p:nvPr>
        </p:nvSpPr>
        <p:spPr/>
        <p:txBody>
          <a:bodyPr/>
          <a:lstStyle/>
          <a:p>
            <a:r>
              <a:rPr lang="en-US" dirty="0">
                <a:latin typeface="Times New Roman" pitchFamily="18" charset="0"/>
                <a:cs typeface="Times New Roman" pitchFamily="18" charset="0"/>
              </a:rPr>
              <a:t>III.1 RIP</a:t>
            </a:r>
            <a:endParaRPr lang="en-US" dirty="0"/>
          </a:p>
        </p:txBody>
      </p:sp>
      <p:sp>
        <p:nvSpPr>
          <p:cNvPr id="3" name="Content Placeholder 2">
            <a:extLst>
              <a:ext uri="{FF2B5EF4-FFF2-40B4-BE49-F238E27FC236}">
                <a16:creationId xmlns:a16="http://schemas.microsoft.com/office/drawing/2014/main" id="{50945DA0-FAB4-424F-B411-35CC08F6942E}"/>
              </a:ext>
            </a:extLst>
          </p:cNvPr>
          <p:cNvSpPr>
            <a:spLocks noGrp="1"/>
          </p:cNvSpPr>
          <p:nvPr>
            <p:ph idx="1"/>
          </p:nvPr>
        </p:nvSpPr>
        <p:spPr/>
        <p:txBody>
          <a:bodyPr/>
          <a:lstStyle/>
          <a:p>
            <a:pPr algn="just">
              <a:lnSpc>
                <a:spcPct val="150000"/>
              </a:lnSpc>
              <a:spcBef>
                <a:spcPct val="0"/>
              </a:spcBef>
              <a:buNone/>
            </a:pPr>
            <a:r>
              <a:rPr lang="en-US" altLang="en-US" dirty="0"/>
              <a:t>- Sau </a:t>
            </a:r>
            <a:r>
              <a:rPr lang="en-US" altLang="en-US" dirty="0" err="1"/>
              <a:t>khi</a:t>
            </a:r>
            <a:r>
              <a:rPr lang="en-US" altLang="en-US" dirty="0"/>
              <a:t> </a:t>
            </a:r>
            <a:r>
              <a:rPr lang="en-US" altLang="en-US" dirty="0" err="1"/>
              <a:t>nhận</a:t>
            </a:r>
            <a:r>
              <a:rPr lang="en-US" altLang="en-US" dirty="0"/>
              <a:t> </a:t>
            </a:r>
            <a:r>
              <a:rPr lang="en-US" altLang="en-US" dirty="0" err="1"/>
              <a:t>được</a:t>
            </a:r>
            <a:r>
              <a:rPr lang="en-US" altLang="en-US" dirty="0"/>
              <a:t> </a:t>
            </a:r>
            <a:r>
              <a:rPr lang="en-US" altLang="en-US" dirty="0" err="1"/>
              <a:t>bảng</a:t>
            </a:r>
            <a:r>
              <a:rPr lang="en-US" altLang="en-US" dirty="0"/>
              <a:t> </a:t>
            </a:r>
            <a:r>
              <a:rPr lang="en-US" altLang="en-US" dirty="0" err="1"/>
              <a:t>định</a:t>
            </a:r>
            <a:r>
              <a:rPr lang="en-US" altLang="en-US" dirty="0"/>
              <a:t> </a:t>
            </a:r>
            <a:r>
              <a:rPr lang="en-US" altLang="en-US" dirty="0" err="1"/>
              <a:t>tuyến</a:t>
            </a:r>
            <a:endParaRPr lang="en-US" altLang="en-US" dirty="0"/>
          </a:p>
          <a:p>
            <a:pPr lvl="1" algn="just">
              <a:lnSpc>
                <a:spcPct val="150000"/>
              </a:lnSpc>
              <a:spcBef>
                <a:spcPct val="0"/>
              </a:spcBef>
            </a:pPr>
            <a:r>
              <a:rPr lang="en-US" altLang="en-US" dirty="0"/>
              <a:t> </a:t>
            </a:r>
            <a:r>
              <a:rPr lang="en-US" altLang="en-US" dirty="0" err="1"/>
              <a:t>Nếu</a:t>
            </a:r>
            <a:r>
              <a:rPr lang="en-US" altLang="en-US" dirty="0"/>
              <a:t> </a:t>
            </a:r>
            <a:r>
              <a:rPr lang="en-US" altLang="en-US" dirty="0" err="1"/>
              <a:t>nó</a:t>
            </a:r>
            <a:r>
              <a:rPr lang="en-US" altLang="en-US" dirty="0"/>
              <a:t> </a:t>
            </a:r>
            <a:r>
              <a:rPr lang="en-US" altLang="en-US" dirty="0" err="1"/>
              <a:t>nhận</a:t>
            </a:r>
            <a:r>
              <a:rPr lang="en-US" altLang="en-US" dirty="0"/>
              <a:t> </a:t>
            </a:r>
            <a:r>
              <a:rPr lang="en-US" altLang="en-US" dirty="0" err="1"/>
              <a:t>được</a:t>
            </a:r>
            <a:r>
              <a:rPr lang="en-US" altLang="en-US" dirty="0"/>
              <a:t> 1 route </a:t>
            </a:r>
            <a:r>
              <a:rPr lang="en-US" altLang="en-US" dirty="0" err="1"/>
              <a:t>đã</a:t>
            </a:r>
            <a:r>
              <a:rPr lang="en-US" altLang="en-US" dirty="0"/>
              <a:t> </a:t>
            </a:r>
            <a:r>
              <a:rPr lang="en-US" altLang="en-US" dirty="0" err="1"/>
              <a:t>tồn</a:t>
            </a:r>
            <a:r>
              <a:rPr lang="en-US" altLang="en-US" dirty="0"/>
              <a:t> </a:t>
            </a:r>
            <a:r>
              <a:rPr lang="en-US" altLang="en-US" dirty="0" err="1"/>
              <a:t>tại</a:t>
            </a:r>
            <a:r>
              <a:rPr lang="en-US" altLang="en-US" dirty="0"/>
              <a:t> </a:t>
            </a:r>
            <a:r>
              <a:rPr lang="en-US" altLang="en-US" dirty="0" err="1"/>
              <a:t>trong</a:t>
            </a:r>
            <a:r>
              <a:rPr lang="en-US" altLang="en-US" dirty="0"/>
              <a:t> </a:t>
            </a:r>
            <a:r>
              <a:rPr lang="en-US" altLang="en-US" dirty="0" err="1"/>
              <a:t>bảng</a:t>
            </a:r>
            <a:r>
              <a:rPr lang="en-US" altLang="en-US" dirty="0"/>
              <a:t> </a:t>
            </a:r>
            <a:r>
              <a:rPr lang="en-US" altLang="en-US" dirty="0" err="1"/>
              <a:t>định</a:t>
            </a:r>
            <a:r>
              <a:rPr lang="en-US" altLang="en-US" dirty="0"/>
              <a:t> </a:t>
            </a:r>
            <a:r>
              <a:rPr lang="en-US" altLang="en-US" dirty="0" err="1"/>
              <a:t>tuyến</a:t>
            </a:r>
            <a:r>
              <a:rPr lang="en-US" altLang="en-US" dirty="0"/>
              <a:t> </a:t>
            </a:r>
            <a:r>
              <a:rPr lang="en-US" altLang="en-US" dirty="0" err="1"/>
              <a:t>của</a:t>
            </a:r>
            <a:r>
              <a:rPr lang="en-US" altLang="en-US" dirty="0"/>
              <a:t> </a:t>
            </a:r>
            <a:r>
              <a:rPr lang="en-US" altLang="en-US" dirty="0" err="1"/>
              <a:t>nó</a:t>
            </a:r>
            <a:r>
              <a:rPr lang="en-US" altLang="en-US" dirty="0"/>
              <a:t>, </a:t>
            </a:r>
            <a:r>
              <a:rPr lang="en-US" altLang="en-US" dirty="0" err="1"/>
              <a:t>nó</a:t>
            </a:r>
            <a:r>
              <a:rPr lang="en-US" altLang="en-US" dirty="0"/>
              <a:t> </a:t>
            </a:r>
            <a:r>
              <a:rPr lang="en-US" altLang="en-US" dirty="0" err="1"/>
              <a:t>sẽ</a:t>
            </a:r>
            <a:r>
              <a:rPr lang="en-US" altLang="en-US" dirty="0"/>
              <a:t> </a:t>
            </a:r>
            <a:r>
              <a:rPr lang="en-US" altLang="en-US" dirty="0" err="1"/>
              <a:t>xem</a:t>
            </a:r>
            <a:r>
              <a:rPr lang="en-US" altLang="en-US" dirty="0"/>
              <a:t> </a:t>
            </a:r>
            <a:r>
              <a:rPr lang="en-US" altLang="en-US" dirty="0" err="1"/>
              <a:t>xét</a:t>
            </a:r>
            <a:r>
              <a:rPr lang="en-US" altLang="en-US" dirty="0"/>
              <a:t> </a:t>
            </a:r>
            <a:r>
              <a:rPr lang="en-US" altLang="en-US" dirty="0" err="1"/>
              <a:t>chỉ</a:t>
            </a:r>
            <a:r>
              <a:rPr lang="en-US" altLang="en-US" dirty="0"/>
              <a:t> </a:t>
            </a:r>
            <a:r>
              <a:rPr lang="en-US" altLang="en-US" dirty="0" err="1"/>
              <a:t>số</a:t>
            </a:r>
            <a:r>
              <a:rPr lang="en-US" altLang="en-US" dirty="0"/>
              <a:t> hop </a:t>
            </a:r>
            <a:r>
              <a:rPr lang="en-US" altLang="en-US" dirty="0" err="1"/>
              <a:t>của</a:t>
            </a:r>
            <a:r>
              <a:rPr lang="en-US" altLang="en-US" dirty="0"/>
              <a:t> route </a:t>
            </a:r>
            <a:r>
              <a:rPr lang="en-US" altLang="en-US" dirty="0" err="1"/>
              <a:t>vừa</a:t>
            </a:r>
            <a:r>
              <a:rPr lang="en-US" altLang="en-US" dirty="0"/>
              <a:t> </a:t>
            </a:r>
            <a:r>
              <a:rPr lang="en-US" altLang="en-US" dirty="0" err="1"/>
              <a:t>nhận</a:t>
            </a:r>
            <a:r>
              <a:rPr lang="en-US" altLang="en-US" dirty="0"/>
              <a:t> </a:t>
            </a:r>
            <a:r>
              <a:rPr lang="en-US" altLang="en-US" dirty="0" err="1"/>
              <a:t>được</a:t>
            </a:r>
            <a:r>
              <a:rPr lang="en-US" altLang="en-US" dirty="0"/>
              <a:t>, </a:t>
            </a:r>
            <a:r>
              <a:rPr lang="en-US" altLang="en-US" dirty="0" err="1"/>
              <a:t>nếu</a:t>
            </a:r>
            <a:r>
              <a:rPr lang="en-US" altLang="en-US" dirty="0"/>
              <a:t> </a:t>
            </a:r>
            <a:r>
              <a:rPr lang="en-US" altLang="en-US" dirty="0" err="1"/>
              <a:t>chỉ</a:t>
            </a:r>
            <a:r>
              <a:rPr lang="en-US" altLang="en-US" dirty="0"/>
              <a:t> </a:t>
            </a:r>
            <a:r>
              <a:rPr lang="en-US" altLang="en-US" dirty="0" err="1"/>
              <a:t>số</a:t>
            </a:r>
            <a:r>
              <a:rPr lang="en-US" altLang="en-US" dirty="0"/>
              <a:t> hop </a:t>
            </a:r>
            <a:r>
              <a:rPr lang="en-US" altLang="en-US" dirty="0" err="1"/>
              <a:t>nhận</a:t>
            </a:r>
            <a:r>
              <a:rPr lang="en-US" altLang="en-US" dirty="0"/>
              <a:t> </a:t>
            </a:r>
            <a:r>
              <a:rPr lang="en-US" altLang="en-US" dirty="0" err="1"/>
              <a:t>được</a:t>
            </a:r>
            <a:r>
              <a:rPr lang="en-US" altLang="en-US" dirty="0"/>
              <a:t> </a:t>
            </a:r>
            <a:r>
              <a:rPr lang="en-US" altLang="en-US" dirty="0" err="1"/>
              <a:t>thấp</a:t>
            </a:r>
            <a:r>
              <a:rPr lang="en-US" altLang="en-US" dirty="0"/>
              <a:t> </a:t>
            </a:r>
            <a:r>
              <a:rPr lang="en-US" altLang="en-US" dirty="0" err="1"/>
              <a:t>hơn</a:t>
            </a:r>
            <a:r>
              <a:rPr lang="en-US" altLang="en-US" dirty="0"/>
              <a:t> hop </a:t>
            </a:r>
            <a:r>
              <a:rPr lang="en-US" altLang="en-US" dirty="0" err="1"/>
              <a:t>trong</a:t>
            </a:r>
            <a:r>
              <a:rPr lang="en-US" altLang="en-US" dirty="0"/>
              <a:t> </a:t>
            </a:r>
            <a:r>
              <a:rPr lang="en-US" altLang="en-US" dirty="0" err="1"/>
              <a:t>bảng</a:t>
            </a:r>
            <a:r>
              <a:rPr lang="en-US" altLang="en-US" dirty="0"/>
              <a:t> </a:t>
            </a:r>
            <a:r>
              <a:rPr lang="en-US" altLang="en-US" dirty="0" err="1"/>
              <a:t>định</a:t>
            </a:r>
            <a:r>
              <a:rPr lang="en-US" altLang="en-US" dirty="0"/>
              <a:t> </a:t>
            </a:r>
            <a:r>
              <a:rPr lang="en-US" altLang="en-US" dirty="0" err="1"/>
              <a:t>tuyến</a:t>
            </a:r>
            <a:r>
              <a:rPr lang="en-US" altLang="en-US" dirty="0"/>
              <a:t>, </a:t>
            </a:r>
            <a:r>
              <a:rPr lang="en-US" altLang="en-US" dirty="0" err="1"/>
              <a:t>nó</a:t>
            </a:r>
            <a:r>
              <a:rPr lang="en-US" altLang="en-US" dirty="0"/>
              <a:t> </a:t>
            </a:r>
            <a:r>
              <a:rPr lang="en-US" altLang="en-US" dirty="0" err="1"/>
              <a:t>sẽ</a:t>
            </a:r>
            <a:r>
              <a:rPr lang="en-US" altLang="en-US" dirty="0"/>
              <a:t> </a:t>
            </a:r>
            <a:r>
              <a:rPr lang="en-US" altLang="en-US" dirty="0" err="1"/>
              <a:t>cập</a:t>
            </a:r>
            <a:r>
              <a:rPr lang="en-US" altLang="en-US" dirty="0"/>
              <a:t> </a:t>
            </a:r>
            <a:r>
              <a:rPr lang="en-US" altLang="en-US" dirty="0" err="1"/>
              <a:t>nhật</a:t>
            </a:r>
            <a:r>
              <a:rPr lang="en-US" altLang="en-US" dirty="0"/>
              <a:t> </a:t>
            </a:r>
            <a:r>
              <a:rPr lang="en-US" altLang="en-US" dirty="0" err="1"/>
              <a:t>thông</a:t>
            </a:r>
            <a:r>
              <a:rPr lang="en-US" altLang="en-US" dirty="0"/>
              <a:t> tin route </a:t>
            </a:r>
            <a:r>
              <a:rPr lang="en-US" altLang="en-US" dirty="0" err="1"/>
              <a:t>đó</a:t>
            </a:r>
            <a:r>
              <a:rPr lang="en-US" altLang="en-US" dirty="0"/>
              <a:t> </a:t>
            </a:r>
            <a:r>
              <a:rPr lang="en-US" altLang="en-US" dirty="0" err="1"/>
              <a:t>vào</a:t>
            </a:r>
            <a:r>
              <a:rPr lang="en-US" altLang="en-US" dirty="0"/>
              <a:t> </a:t>
            </a:r>
            <a:r>
              <a:rPr lang="en-US" altLang="en-US" dirty="0" err="1"/>
              <a:t>bảng</a:t>
            </a:r>
            <a:r>
              <a:rPr lang="en-US" altLang="en-US" dirty="0"/>
              <a:t> </a:t>
            </a:r>
            <a:r>
              <a:rPr lang="en-US" altLang="en-US" dirty="0" err="1"/>
              <a:t>định</a:t>
            </a:r>
            <a:r>
              <a:rPr lang="en-US" altLang="en-US" dirty="0"/>
              <a:t> </a:t>
            </a:r>
            <a:r>
              <a:rPr lang="en-US" altLang="en-US" dirty="0" err="1"/>
              <a:t>tuyến</a:t>
            </a:r>
            <a:r>
              <a:rPr lang="en-US" altLang="en-US" dirty="0"/>
              <a:t> </a:t>
            </a:r>
            <a:r>
              <a:rPr lang="en-US" altLang="en-US" dirty="0" err="1"/>
              <a:t>của</a:t>
            </a:r>
            <a:r>
              <a:rPr lang="en-US" altLang="en-US" dirty="0"/>
              <a:t> </a:t>
            </a:r>
            <a:r>
              <a:rPr lang="en-US" altLang="en-US" dirty="0" err="1"/>
              <a:t>nó</a:t>
            </a:r>
            <a:r>
              <a:rPr lang="en-US" altLang="en-US" dirty="0"/>
              <a:t>.</a:t>
            </a:r>
          </a:p>
          <a:p>
            <a:pPr lvl="1" algn="just">
              <a:lnSpc>
                <a:spcPct val="150000"/>
              </a:lnSpc>
              <a:spcBef>
                <a:spcPct val="0"/>
              </a:spcBef>
            </a:pPr>
            <a:r>
              <a:rPr lang="en-US" altLang="en-US" dirty="0"/>
              <a:t> </a:t>
            </a:r>
            <a:r>
              <a:rPr lang="en-US" altLang="en-US" dirty="0" err="1"/>
              <a:t>Nếu</a:t>
            </a:r>
            <a:r>
              <a:rPr lang="en-US" altLang="en-US" dirty="0"/>
              <a:t> </a:t>
            </a:r>
            <a:r>
              <a:rPr lang="en-US" altLang="en-US" dirty="0" err="1"/>
              <a:t>nó</a:t>
            </a:r>
            <a:r>
              <a:rPr lang="en-US" altLang="en-US" dirty="0"/>
              <a:t> </a:t>
            </a:r>
            <a:r>
              <a:rPr lang="en-US" altLang="en-US" dirty="0" err="1"/>
              <a:t>nhận</a:t>
            </a:r>
            <a:r>
              <a:rPr lang="en-US" altLang="en-US" dirty="0"/>
              <a:t> </a:t>
            </a:r>
            <a:r>
              <a:rPr lang="en-US" altLang="en-US" dirty="0" err="1"/>
              <a:t>được</a:t>
            </a:r>
            <a:r>
              <a:rPr lang="en-US" altLang="en-US" dirty="0"/>
              <a:t> </a:t>
            </a:r>
            <a:r>
              <a:rPr lang="en-US" altLang="en-US" dirty="0" err="1"/>
              <a:t>một</a:t>
            </a:r>
            <a:r>
              <a:rPr lang="en-US" altLang="en-US" dirty="0"/>
              <a:t> route </a:t>
            </a:r>
            <a:r>
              <a:rPr lang="en-US" altLang="en-US" dirty="0" err="1"/>
              <a:t>mới</a:t>
            </a:r>
            <a:r>
              <a:rPr lang="en-US" altLang="en-US" dirty="0"/>
              <a:t>, </a:t>
            </a:r>
            <a:r>
              <a:rPr lang="en-US" altLang="en-US" dirty="0" err="1"/>
              <a:t>nó</a:t>
            </a:r>
            <a:r>
              <a:rPr lang="en-US" altLang="en-US" dirty="0"/>
              <a:t> </a:t>
            </a:r>
            <a:r>
              <a:rPr lang="en-US" altLang="en-US" dirty="0" err="1"/>
              <a:t>sẽ</a:t>
            </a:r>
            <a:r>
              <a:rPr lang="en-US" altLang="en-US" dirty="0"/>
              <a:t> </a:t>
            </a:r>
            <a:r>
              <a:rPr lang="en-US" altLang="en-US" dirty="0" err="1"/>
              <a:t>cập</a:t>
            </a:r>
            <a:r>
              <a:rPr lang="en-US" altLang="en-US" dirty="0"/>
              <a:t> </a:t>
            </a:r>
            <a:r>
              <a:rPr lang="en-US" altLang="en-US" dirty="0" err="1"/>
              <a:t>nhật</a:t>
            </a:r>
            <a:r>
              <a:rPr lang="en-US" altLang="en-US" dirty="0"/>
              <a:t> route </a:t>
            </a:r>
            <a:r>
              <a:rPr lang="en-US" altLang="en-US" dirty="0" err="1"/>
              <a:t>đó</a:t>
            </a:r>
            <a:r>
              <a:rPr lang="en-US" altLang="en-US" dirty="0"/>
              <a:t> </a:t>
            </a:r>
            <a:r>
              <a:rPr lang="en-US" altLang="en-US" dirty="0" err="1"/>
              <a:t>vào</a:t>
            </a:r>
            <a:r>
              <a:rPr lang="en-US" altLang="en-US" dirty="0"/>
              <a:t> </a:t>
            </a:r>
            <a:r>
              <a:rPr lang="en-US" altLang="en-US" dirty="0" err="1"/>
              <a:t>bảng</a:t>
            </a:r>
            <a:r>
              <a:rPr lang="en-US" altLang="en-US" dirty="0"/>
              <a:t> </a:t>
            </a:r>
            <a:r>
              <a:rPr lang="en-US" altLang="en-US" dirty="0" err="1"/>
              <a:t>định</a:t>
            </a:r>
            <a:r>
              <a:rPr lang="en-US" altLang="en-US" dirty="0"/>
              <a:t> </a:t>
            </a:r>
            <a:r>
              <a:rPr lang="en-US" altLang="en-US" dirty="0" err="1"/>
              <a:t>tuyến</a:t>
            </a:r>
            <a:r>
              <a:rPr lang="en-US" altLang="en-US" dirty="0"/>
              <a:t> </a:t>
            </a:r>
            <a:r>
              <a:rPr lang="en-US" altLang="en-US" dirty="0" err="1"/>
              <a:t>của</a:t>
            </a:r>
            <a:r>
              <a:rPr lang="en-US" altLang="en-US" dirty="0"/>
              <a:t> </a:t>
            </a:r>
            <a:r>
              <a:rPr lang="en-US" altLang="en-US" dirty="0" err="1"/>
              <a:t>nó</a:t>
            </a:r>
            <a:r>
              <a:rPr lang="en-US" altLang="en-US" dirty="0"/>
              <a:t>.</a:t>
            </a:r>
          </a:p>
          <a:p>
            <a:endParaRPr lang="en-US" dirty="0"/>
          </a:p>
        </p:txBody>
      </p:sp>
    </p:spTree>
    <p:extLst>
      <p:ext uri="{BB962C8B-B14F-4D97-AF65-F5344CB8AC3E}">
        <p14:creationId xmlns:p14="http://schemas.microsoft.com/office/powerpoint/2010/main" val="3971924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6">
            <a:extLst>
              <a:ext uri="{FF2B5EF4-FFF2-40B4-BE49-F238E27FC236}">
                <a16:creationId xmlns:a16="http://schemas.microsoft.com/office/drawing/2014/main" id="{280DFA03-183F-45FE-87D9-3107DC5DE9B3}"/>
              </a:ext>
            </a:extLst>
          </p:cNvPr>
          <p:cNvSpPr>
            <a:spLocks noGrp="1" noChangeArrowheads="1"/>
          </p:cNvSpPr>
          <p:nvPr>
            <p:ph type="body" idx="1"/>
          </p:nvPr>
        </p:nvSpPr>
        <p:spPr>
          <a:xfrm>
            <a:off x="1663148" y="1665428"/>
            <a:ext cx="8267700" cy="457200"/>
          </a:xfrm>
          <a:noFill/>
        </p:spPr>
        <p:txBody>
          <a:bodyPr>
            <a:normAutofit fontScale="92500" lnSpcReduction="20000"/>
          </a:bodyPr>
          <a:lstStyle/>
          <a:p>
            <a:pPr algn="ctr" eaLnBrk="1" hangingPunct="1">
              <a:buFont typeface="Wingdings" panose="05000000000000000000" pitchFamily="2" charset="2"/>
              <a:buNone/>
            </a:pPr>
            <a:r>
              <a:rPr lang="en-US" altLang="en-US" b="1" dirty="0" err="1">
                <a:solidFill>
                  <a:schemeClr val="tx2"/>
                </a:solidFill>
              </a:rPr>
              <a:t>Cấu</a:t>
            </a:r>
            <a:r>
              <a:rPr lang="en-US" altLang="en-US" b="1" dirty="0">
                <a:solidFill>
                  <a:schemeClr val="tx2"/>
                </a:solidFill>
              </a:rPr>
              <a:t> </a:t>
            </a:r>
            <a:r>
              <a:rPr lang="en-US" altLang="en-US" b="1" dirty="0" err="1">
                <a:solidFill>
                  <a:schemeClr val="tx2"/>
                </a:solidFill>
              </a:rPr>
              <a:t>trúc</a:t>
            </a:r>
            <a:r>
              <a:rPr lang="en-US" altLang="en-US" b="1" dirty="0">
                <a:solidFill>
                  <a:schemeClr val="tx2"/>
                </a:solidFill>
              </a:rPr>
              <a:t> </a:t>
            </a:r>
            <a:r>
              <a:rPr lang="en-US" altLang="en-US" b="1" dirty="0" err="1">
                <a:solidFill>
                  <a:schemeClr val="tx2"/>
                </a:solidFill>
              </a:rPr>
              <a:t>gói</a:t>
            </a:r>
            <a:r>
              <a:rPr lang="en-US" altLang="en-US" b="1" dirty="0">
                <a:solidFill>
                  <a:schemeClr val="tx2"/>
                </a:solidFill>
              </a:rPr>
              <a:t> tin RIP</a:t>
            </a:r>
          </a:p>
        </p:txBody>
      </p:sp>
      <p:sp>
        <p:nvSpPr>
          <p:cNvPr id="43012" name="Rectangle 8">
            <a:extLst>
              <a:ext uri="{FF2B5EF4-FFF2-40B4-BE49-F238E27FC236}">
                <a16:creationId xmlns:a16="http://schemas.microsoft.com/office/drawing/2014/main" id="{62824A54-F972-4626-A4B8-2AF23E7EDCAC}"/>
              </a:ext>
            </a:extLst>
          </p:cNvPr>
          <p:cNvSpPr>
            <a:spLocks noChangeArrowheads="1"/>
          </p:cNvSpPr>
          <p:nvPr/>
        </p:nvSpPr>
        <p:spPr bwMode="auto">
          <a:xfrm>
            <a:off x="1953807" y="2167216"/>
            <a:ext cx="474585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ClrTx/>
              <a:buFontTx/>
              <a:buNone/>
            </a:pPr>
            <a:r>
              <a:rPr lang="en-US" altLang="en-US" sz="1800" dirty="0" err="1">
                <a:solidFill>
                  <a:schemeClr val="tx2"/>
                </a:solidFill>
              </a:rPr>
              <a:t>Cấu</a:t>
            </a:r>
            <a:r>
              <a:rPr lang="en-US" altLang="en-US" sz="1800" dirty="0">
                <a:solidFill>
                  <a:schemeClr val="tx2"/>
                </a:solidFill>
              </a:rPr>
              <a:t> </a:t>
            </a:r>
            <a:r>
              <a:rPr lang="en-US" altLang="en-US" sz="1800" dirty="0" err="1">
                <a:solidFill>
                  <a:schemeClr val="tx2"/>
                </a:solidFill>
              </a:rPr>
              <a:t>trúc</a:t>
            </a:r>
            <a:r>
              <a:rPr lang="en-US" altLang="en-US" sz="1800" dirty="0">
                <a:solidFill>
                  <a:schemeClr val="tx2"/>
                </a:solidFill>
              </a:rPr>
              <a:t> 1 </a:t>
            </a:r>
            <a:r>
              <a:rPr lang="en-US" altLang="en-US" sz="1800" dirty="0" err="1">
                <a:solidFill>
                  <a:schemeClr val="tx2"/>
                </a:solidFill>
              </a:rPr>
              <a:t>gói</a:t>
            </a:r>
            <a:r>
              <a:rPr lang="en-US" altLang="en-US" sz="1800" dirty="0">
                <a:solidFill>
                  <a:schemeClr val="tx2"/>
                </a:solidFill>
              </a:rPr>
              <a:t> tin RIP </a:t>
            </a:r>
            <a:r>
              <a:rPr lang="en-US" altLang="en-US" sz="1800" dirty="0" err="1">
                <a:solidFill>
                  <a:schemeClr val="tx2"/>
                </a:solidFill>
              </a:rPr>
              <a:t>có</a:t>
            </a:r>
            <a:r>
              <a:rPr lang="en-US" altLang="en-US" sz="1800" dirty="0">
                <a:solidFill>
                  <a:schemeClr val="tx2"/>
                </a:solidFill>
              </a:rPr>
              <a:t> </a:t>
            </a:r>
            <a:r>
              <a:rPr lang="en-US" altLang="en-US" sz="1800" dirty="0" err="1">
                <a:solidFill>
                  <a:schemeClr val="tx2"/>
                </a:solidFill>
              </a:rPr>
              <a:t>dạng</a:t>
            </a:r>
            <a:r>
              <a:rPr lang="en-US" altLang="en-US" sz="1800" dirty="0">
                <a:solidFill>
                  <a:schemeClr val="tx2"/>
                </a:solidFill>
              </a:rPr>
              <a:t> </a:t>
            </a:r>
            <a:r>
              <a:rPr lang="en-US" altLang="en-US" sz="1800" dirty="0" err="1">
                <a:solidFill>
                  <a:schemeClr val="tx2"/>
                </a:solidFill>
              </a:rPr>
              <a:t>như</a:t>
            </a:r>
            <a:r>
              <a:rPr lang="en-US" altLang="en-US" sz="1800" dirty="0">
                <a:solidFill>
                  <a:schemeClr val="tx2"/>
                </a:solidFill>
              </a:rPr>
              <a:t> </a:t>
            </a:r>
            <a:r>
              <a:rPr lang="en-US" altLang="en-US" sz="1800" dirty="0" err="1">
                <a:solidFill>
                  <a:schemeClr val="tx2"/>
                </a:solidFill>
              </a:rPr>
              <a:t>hình</a:t>
            </a:r>
            <a:r>
              <a:rPr lang="en-US" altLang="en-US" sz="1800" dirty="0">
                <a:solidFill>
                  <a:schemeClr val="tx2"/>
                </a:solidFill>
              </a:rPr>
              <a:t> </a:t>
            </a:r>
            <a:r>
              <a:rPr lang="en-US" altLang="en-US" sz="1800" dirty="0" err="1">
                <a:solidFill>
                  <a:schemeClr val="tx2"/>
                </a:solidFill>
              </a:rPr>
              <a:t>sau</a:t>
            </a:r>
            <a:r>
              <a:rPr lang="en-US" altLang="en-US" sz="1800" dirty="0">
                <a:solidFill>
                  <a:schemeClr val="tx2"/>
                </a:solidFill>
              </a:rPr>
              <a:t>:</a:t>
            </a:r>
          </a:p>
        </p:txBody>
      </p:sp>
      <p:pic>
        <p:nvPicPr>
          <p:cNvPr id="43013" name="Picture 13" descr="untitled">
            <a:extLst>
              <a:ext uri="{FF2B5EF4-FFF2-40B4-BE49-F238E27FC236}">
                <a16:creationId xmlns:a16="http://schemas.microsoft.com/office/drawing/2014/main" id="{F60DE793-49B9-418A-A07C-D4EA183089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4313" y="2535239"/>
            <a:ext cx="5791200" cy="3881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a:extLst>
              <a:ext uri="{FF2B5EF4-FFF2-40B4-BE49-F238E27FC236}">
                <a16:creationId xmlns:a16="http://schemas.microsoft.com/office/drawing/2014/main" id="{3D867953-F268-4F35-BFAB-F7482E063CAB}"/>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III.1 RIP</a:t>
            </a:r>
            <a:endParaRPr lang="vi-VN" dirty="0">
              <a:cs typeface="Times New Roman"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6">
            <a:extLst>
              <a:ext uri="{FF2B5EF4-FFF2-40B4-BE49-F238E27FC236}">
                <a16:creationId xmlns:a16="http://schemas.microsoft.com/office/drawing/2014/main" id="{DDB9CF9C-FA87-493C-A3BA-03DFCFEE0A0D}"/>
              </a:ext>
            </a:extLst>
          </p:cNvPr>
          <p:cNvSpPr>
            <a:spLocks noGrp="1" noChangeArrowheads="1"/>
          </p:cNvSpPr>
          <p:nvPr>
            <p:ph type="body" idx="1"/>
          </p:nvPr>
        </p:nvSpPr>
        <p:spPr>
          <a:xfrm>
            <a:off x="904461" y="1251809"/>
            <a:ext cx="8267700" cy="457200"/>
          </a:xfrm>
          <a:noFill/>
        </p:spPr>
        <p:txBody>
          <a:bodyPr/>
          <a:lstStyle/>
          <a:p>
            <a:pPr eaLnBrk="1" hangingPunct="1">
              <a:buFont typeface="Wingdings" panose="05000000000000000000" pitchFamily="2" charset="2"/>
              <a:buNone/>
            </a:pPr>
            <a:r>
              <a:rPr lang="en-US" altLang="en-US" b="1" dirty="0" err="1">
                <a:solidFill>
                  <a:schemeClr val="tx2"/>
                </a:solidFill>
              </a:rPr>
              <a:t>Các</a:t>
            </a:r>
            <a:r>
              <a:rPr lang="en-US" altLang="en-US" b="1" dirty="0">
                <a:solidFill>
                  <a:schemeClr val="tx2"/>
                </a:solidFill>
              </a:rPr>
              <a:t> </a:t>
            </a:r>
            <a:r>
              <a:rPr lang="en-US" altLang="en-US" b="1" dirty="0" err="1">
                <a:solidFill>
                  <a:schemeClr val="tx2"/>
                </a:solidFill>
              </a:rPr>
              <a:t>thông</a:t>
            </a:r>
            <a:r>
              <a:rPr lang="en-US" altLang="en-US" b="1" dirty="0">
                <a:solidFill>
                  <a:schemeClr val="tx2"/>
                </a:solidFill>
              </a:rPr>
              <a:t> </a:t>
            </a:r>
            <a:r>
              <a:rPr lang="en-US" altLang="en-US" b="1" dirty="0" err="1">
                <a:solidFill>
                  <a:schemeClr val="tx2"/>
                </a:solidFill>
              </a:rPr>
              <a:t>số</a:t>
            </a:r>
            <a:r>
              <a:rPr lang="en-US" altLang="en-US" b="1" dirty="0">
                <a:solidFill>
                  <a:schemeClr val="tx2"/>
                </a:solidFill>
              </a:rPr>
              <a:t> </a:t>
            </a:r>
            <a:r>
              <a:rPr lang="en-US" altLang="en-US" b="1" dirty="0" err="1">
                <a:solidFill>
                  <a:schemeClr val="tx2"/>
                </a:solidFill>
              </a:rPr>
              <a:t>thời</a:t>
            </a:r>
            <a:r>
              <a:rPr lang="en-US" altLang="en-US" b="1" dirty="0">
                <a:solidFill>
                  <a:schemeClr val="tx2"/>
                </a:solidFill>
              </a:rPr>
              <a:t> </a:t>
            </a:r>
            <a:r>
              <a:rPr lang="en-US" altLang="en-US" b="1" dirty="0" err="1">
                <a:solidFill>
                  <a:schemeClr val="tx2"/>
                </a:solidFill>
              </a:rPr>
              <a:t>gian</a:t>
            </a:r>
            <a:r>
              <a:rPr lang="en-US" altLang="en-US" b="1" dirty="0">
                <a:solidFill>
                  <a:schemeClr val="tx2"/>
                </a:solidFill>
              </a:rPr>
              <a:t> </a:t>
            </a:r>
            <a:r>
              <a:rPr lang="en-US" altLang="en-US" b="1" dirty="0" err="1">
                <a:solidFill>
                  <a:schemeClr val="tx2"/>
                </a:solidFill>
              </a:rPr>
              <a:t>của</a:t>
            </a:r>
            <a:r>
              <a:rPr lang="en-US" altLang="en-US" b="1" dirty="0">
                <a:solidFill>
                  <a:schemeClr val="tx2"/>
                </a:solidFill>
              </a:rPr>
              <a:t> RIP</a:t>
            </a:r>
          </a:p>
        </p:txBody>
      </p:sp>
      <p:sp>
        <p:nvSpPr>
          <p:cNvPr id="37892" name="Rectangle 8">
            <a:extLst>
              <a:ext uri="{FF2B5EF4-FFF2-40B4-BE49-F238E27FC236}">
                <a16:creationId xmlns:a16="http://schemas.microsoft.com/office/drawing/2014/main" id="{5E2F5C71-DD15-4071-945D-64B8791AFEE2}"/>
              </a:ext>
            </a:extLst>
          </p:cNvPr>
          <p:cNvSpPr>
            <a:spLocks noChangeArrowheads="1"/>
          </p:cNvSpPr>
          <p:nvPr/>
        </p:nvSpPr>
        <p:spPr bwMode="auto">
          <a:xfrm>
            <a:off x="904461" y="1995085"/>
            <a:ext cx="3286477"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pPr>
            <a:r>
              <a:rPr lang="en-US" altLang="en-US" sz="2500" dirty="0">
                <a:solidFill>
                  <a:schemeClr val="tx2"/>
                </a:solidFill>
              </a:rPr>
              <a:t> Route update timer</a:t>
            </a:r>
          </a:p>
        </p:txBody>
      </p:sp>
      <p:sp>
        <p:nvSpPr>
          <p:cNvPr id="37893" name="Rectangle 9">
            <a:extLst>
              <a:ext uri="{FF2B5EF4-FFF2-40B4-BE49-F238E27FC236}">
                <a16:creationId xmlns:a16="http://schemas.microsoft.com/office/drawing/2014/main" id="{7E71D50D-CEE7-48FD-ACD2-0E28C8566C0E}"/>
              </a:ext>
            </a:extLst>
          </p:cNvPr>
          <p:cNvSpPr>
            <a:spLocks noChangeArrowheads="1"/>
          </p:cNvSpPr>
          <p:nvPr/>
        </p:nvSpPr>
        <p:spPr bwMode="auto">
          <a:xfrm>
            <a:off x="904461" y="2355075"/>
            <a:ext cx="11068464" cy="113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a:solidFill>
                  <a:schemeClr val="tx2"/>
                </a:solidFill>
              </a:rPr>
              <a:t>Là khoảng thời gian định kỳ trao đổi thông tin định tuyến của router ra tất cả các router khác. Giá trị thời gian này mặc định là 30 giây.</a:t>
            </a:r>
          </a:p>
        </p:txBody>
      </p:sp>
      <p:sp>
        <p:nvSpPr>
          <p:cNvPr id="37894" name="Rectangle 10">
            <a:extLst>
              <a:ext uri="{FF2B5EF4-FFF2-40B4-BE49-F238E27FC236}">
                <a16:creationId xmlns:a16="http://schemas.microsoft.com/office/drawing/2014/main" id="{22A9D970-F229-463B-B902-7805BD2726DA}"/>
              </a:ext>
            </a:extLst>
          </p:cNvPr>
          <p:cNvSpPr>
            <a:spLocks noChangeArrowheads="1"/>
          </p:cNvSpPr>
          <p:nvPr/>
        </p:nvSpPr>
        <p:spPr bwMode="auto">
          <a:xfrm>
            <a:off x="904461" y="3521899"/>
            <a:ext cx="3212739"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pPr>
            <a:r>
              <a:rPr lang="en-US" altLang="en-US" sz="2500" dirty="0">
                <a:solidFill>
                  <a:schemeClr val="tx2"/>
                </a:solidFill>
              </a:rPr>
              <a:t> Route invalid timer</a:t>
            </a:r>
          </a:p>
        </p:txBody>
      </p:sp>
      <p:sp>
        <p:nvSpPr>
          <p:cNvPr id="37895" name="Rectangle 11">
            <a:extLst>
              <a:ext uri="{FF2B5EF4-FFF2-40B4-BE49-F238E27FC236}">
                <a16:creationId xmlns:a16="http://schemas.microsoft.com/office/drawing/2014/main" id="{3C1528EC-2CB3-434C-842C-B6224A6C9439}"/>
              </a:ext>
            </a:extLst>
          </p:cNvPr>
          <p:cNvSpPr>
            <a:spLocks noChangeArrowheads="1"/>
          </p:cNvSpPr>
          <p:nvPr/>
        </p:nvSpPr>
        <p:spPr bwMode="auto">
          <a:xfrm>
            <a:off x="904460" y="4022482"/>
            <a:ext cx="11068463" cy="2239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dirty="0" err="1">
                <a:solidFill>
                  <a:schemeClr val="tx2"/>
                </a:solidFill>
              </a:rPr>
              <a:t>Là</a:t>
            </a:r>
            <a:r>
              <a:rPr lang="en-US" altLang="en-US" dirty="0">
                <a:solidFill>
                  <a:schemeClr val="tx2"/>
                </a:solidFill>
              </a:rPr>
              <a:t> </a:t>
            </a:r>
            <a:r>
              <a:rPr lang="en-US" altLang="en-US" dirty="0" err="1">
                <a:solidFill>
                  <a:schemeClr val="tx2"/>
                </a:solidFill>
              </a:rPr>
              <a:t>khoảng</a:t>
            </a:r>
            <a:r>
              <a:rPr lang="en-US" altLang="en-US" dirty="0">
                <a:solidFill>
                  <a:schemeClr val="tx2"/>
                </a:solidFill>
              </a:rPr>
              <a:t> </a:t>
            </a:r>
            <a:r>
              <a:rPr lang="en-US" altLang="en-US" dirty="0" err="1">
                <a:solidFill>
                  <a:schemeClr val="tx2"/>
                </a:solidFill>
              </a:rPr>
              <a:t>thời</a:t>
            </a:r>
            <a:r>
              <a:rPr lang="en-US" altLang="en-US" dirty="0">
                <a:solidFill>
                  <a:schemeClr val="tx2"/>
                </a:solidFill>
              </a:rPr>
              <a:t> </a:t>
            </a:r>
            <a:r>
              <a:rPr lang="en-US" altLang="en-US" dirty="0" err="1">
                <a:solidFill>
                  <a:schemeClr val="tx2"/>
                </a:solidFill>
              </a:rPr>
              <a:t>gian</a:t>
            </a:r>
            <a:r>
              <a:rPr lang="en-US" altLang="en-US" dirty="0">
                <a:solidFill>
                  <a:schemeClr val="tx2"/>
                </a:solidFill>
              </a:rPr>
              <a:t> </a:t>
            </a:r>
            <a:r>
              <a:rPr lang="en-US" altLang="en-US" dirty="0" err="1">
                <a:solidFill>
                  <a:schemeClr val="tx2"/>
                </a:solidFill>
              </a:rPr>
              <a:t>trôi</a:t>
            </a:r>
            <a:r>
              <a:rPr lang="en-US" altLang="en-US" dirty="0">
                <a:solidFill>
                  <a:schemeClr val="tx2"/>
                </a:solidFill>
              </a:rPr>
              <a:t> qua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xác</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là</a:t>
            </a:r>
            <a:r>
              <a:rPr lang="en-US" altLang="en-US" dirty="0">
                <a:solidFill>
                  <a:schemeClr val="tx2"/>
                </a:solidFill>
              </a:rPr>
              <a:t> invalid.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bắt</a:t>
            </a:r>
            <a:r>
              <a:rPr lang="en-US" altLang="en-US" dirty="0">
                <a:solidFill>
                  <a:schemeClr val="tx2"/>
                </a:solidFill>
              </a:rPr>
              <a:t> </a:t>
            </a:r>
            <a:r>
              <a:rPr lang="en-US" altLang="en-US" dirty="0" err="1">
                <a:solidFill>
                  <a:schemeClr val="tx2"/>
                </a:solidFill>
              </a:rPr>
              <a:t>đầu</a:t>
            </a:r>
            <a:r>
              <a:rPr lang="en-US" altLang="en-US" dirty="0">
                <a:solidFill>
                  <a:schemeClr val="tx2"/>
                </a:solidFill>
              </a:rPr>
              <a:t> </a:t>
            </a:r>
            <a:r>
              <a:rPr lang="en-US" altLang="en-US" dirty="0" err="1">
                <a:solidFill>
                  <a:schemeClr val="tx2"/>
                </a:solidFill>
              </a:rPr>
              <a:t>nếu</a:t>
            </a:r>
            <a:r>
              <a:rPr lang="en-US" altLang="en-US" dirty="0">
                <a:solidFill>
                  <a:schemeClr val="tx2"/>
                </a:solidFill>
              </a:rPr>
              <a:t> </a:t>
            </a:r>
            <a:r>
              <a:rPr lang="en-US" altLang="en-US" dirty="0" err="1">
                <a:solidFill>
                  <a:schemeClr val="tx2"/>
                </a:solidFill>
              </a:rPr>
              <a:t>hết</a:t>
            </a:r>
            <a:r>
              <a:rPr lang="en-US" altLang="en-US" dirty="0">
                <a:solidFill>
                  <a:schemeClr val="tx2"/>
                </a:solidFill>
              </a:rPr>
              <a:t> </a:t>
            </a:r>
            <a:r>
              <a:rPr lang="en-US" altLang="en-US" dirty="0" err="1">
                <a:solidFill>
                  <a:schemeClr val="tx2"/>
                </a:solidFill>
              </a:rPr>
              <a:t>thời</a:t>
            </a:r>
            <a:r>
              <a:rPr lang="en-US" altLang="en-US" dirty="0">
                <a:solidFill>
                  <a:schemeClr val="tx2"/>
                </a:solidFill>
              </a:rPr>
              <a:t> </a:t>
            </a:r>
            <a:r>
              <a:rPr lang="en-US" altLang="en-US" dirty="0" err="1">
                <a:solidFill>
                  <a:schemeClr val="tx2"/>
                </a:solidFill>
              </a:rPr>
              <a:t>gian</a:t>
            </a:r>
            <a:r>
              <a:rPr lang="en-US" altLang="en-US" dirty="0">
                <a:solidFill>
                  <a:schemeClr val="tx2"/>
                </a:solidFill>
              </a:rPr>
              <a:t> hold time </a:t>
            </a:r>
            <a:r>
              <a:rPr lang="en-US" altLang="en-US" dirty="0" err="1">
                <a:solidFill>
                  <a:schemeClr val="tx2"/>
                </a:solidFill>
              </a:rPr>
              <a:t>mà</a:t>
            </a:r>
            <a:r>
              <a:rPr lang="en-US" altLang="en-US" dirty="0">
                <a:solidFill>
                  <a:schemeClr val="tx2"/>
                </a:solidFill>
              </a:rPr>
              <a:t>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nhận</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update, </a:t>
            </a:r>
            <a:r>
              <a:rPr lang="en-US" altLang="en-US" dirty="0" err="1">
                <a:solidFill>
                  <a:schemeClr val="tx2"/>
                </a:solidFill>
              </a:rPr>
              <a:t>sau</a:t>
            </a:r>
            <a:r>
              <a:rPr lang="en-US" altLang="en-US" dirty="0">
                <a:solidFill>
                  <a:schemeClr val="tx2"/>
                </a:solidFill>
              </a:rPr>
              <a:t> </a:t>
            </a:r>
            <a:r>
              <a:rPr lang="en-US" altLang="en-US" dirty="0" err="1">
                <a:solidFill>
                  <a:schemeClr val="tx2"/>
                </a:solidFill>
              </a:rPr>
              <a:t>khoảng</a:t>
            </a:r>
            <a:r>
              <a:rPr lang="en-US" altLang="en-US" dirty="0">
                <a:solidFill>
                  <a:schemeClr val="tx2"/>
                </a:solidFill>
              </a:rPr>
              <a:t> </a:t>
            </a:r>
            <a:r>
              <a:rPr lang="en-US" altLang="en-US" dirty="0" err="1">
                <a:solidFill>
                  <a:schemeClr val="tx2"/>
                </a:solidFill>
              </a:rPr>
              <a:t>thời</a:t>
            </a:r>
            <a:r>
              <a:rPr lang="en-US" altLang="en-US" dirty="0">
                <a:solidFill>
                  <a:schemeClr val="tx2"/>
                </a:solidFill>
              </a:rPr>
              <a:t> </a:t>
            </a:r>
            <a:r>
              <a:rPr lang="en-US" altLang="en-US" dirty="0" err="1">
                <a:solidFill>
                  <a:schemeClr val="tx2"/>
                </a:solidFill>
              </a:rPr>
              <a:t>gian</a:t>
            </a:r>
            <a:r>
              <a:rPr lang="en-US" altLang="en-US" dirty="0">
                <a:solidFill>
                  <a:schemeClr val="tx2"/>
                </a:solidFill>
              </a:rPr>
              <a:t> </a:t>
            </a:r>
            <a:r>
              <a:rPr lang="en-US" altLang="en-US" i="1" dirty="0">
                <a:solidFill>
                  <a:schemeClr val="tx2"/>
                </a:solidFill>
              </a:rPr>
              <a:t>route invalid timer</a:t>
            </a:r>
            <a:r>
              <a:rPr lang="en-US" altLang="en-US" dirty="0">
                <a:solidFill>
                  <a:schemeClr val="tx2"/>
                </a:solidFill>
              </a:rPr>
              <a:t>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bản</a:t>
            </a:r>
            <a:r>
              <a:rPr lang="en-US" altLang="en-US" dirty="0">
                <a:solidFill>
                  <a:schemeClr val="tx2"/>
                </a:solidFill>
              </a:rPr>
              <a:t> tin update </a:t>
            </a:r>
            <a:r>
              <a:rPr lang="en-US" altLang="en-US" dirty="0" err="1">
                <a:solidFill>
                  <a:schemeClr val="tx2"/>
                </a:solidFill>
              </a:rPr>
              <a:t>tới</a:t>
            </a:r>
            <a:r>
              <a:rPr lang="en-US" altLang="en-US" dirty="0">
                <a:solidFill>
                  <a:schemeClr val="tx2"/>
                </a:solidFill>
              </a:rPr>
              <a:t> </a:t>
            </a:r>
            <a:r>
              <a:rPr lang="en-US" altLang="en-US" dirty="0" err="1">
                <a:solidFill>
                  <a:schemeClr val="tx2"/>
                </a:solidFill>
              </a:rPr>
              <a:t>tất</a:t>
            </a:r>
            <a:r>
              <a:rPr lang="en-US" altLang="en-US" dirty="0">
                <a:solidFill>
                  <a:schemeClr val="tx2"/>
                </a:solidFill>
              </a:rPr>
              <a:t> </a:t>
            </a:r>
            <a:r>
              <a:rPr lang="en-US" altLang="en-US" dirty="0" err="1">
                <a:solidFill>
                  <a:schemeClr val="tx2"/>
                </a:solidFill>
              </a:rPr>
              <a:t>cả</a:t>
            </a:r>
            <a:r>
              <a:rPr lang="en-US" altLang="en-US" dirty="0">
                <a:solidFill>
                  <a:schemeClr val="tx2"/>
                </a:solidFill>
              </a:rPr>
              <a:t> </a:t>
            </a:r>
            <a:r>
              <a:rPr lang="en-US" altLang="en-US" dirty="0" err="1">
                <a:solidFill>
                  <a:schemeClr val="tx2"/>
                </a:solidFill>
              </a:rPr>
              <a:t>các</a:t>
            </a:r>
            <a:r>
              <a:rPr lang="en-US" altLang="en-US" dirty="0">
                <a:solidFill>
                  <a:schemeClr val="tx2"/>
                </a:solidFill>
              </a:rPr>
              <a:t> active interface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đó</a:t>
            </a:r>
            <a:r>
              <a:rPr lang="en-US" altLang="en-US" dirty="0">
                <a:solidFill>
                  <a:schemeClr val="tx2"/>
                </a:solidFill>
              </a:rPr>
              <a:t> </a:t>
            </a:r>
            <a:r>
              <a:rPr lang="en-US" altLang="en-US" dirty="0" err="1">
                <a:solidFill>
                  <a:schemeClr val="tx2"/>
                </a:solidFill>
              </a:rPr>
              <a:t>là</a:t>
            </a:r>
            <a:r>
              <a:rPr lang="en-US" altLang="en-US" dirty="0">
                <a:solidFill>
                  <a:schemeClr val="tx2"/>
                </a:solidFill>
              </a:rPr>
              <a:t> invalid. </a:t>
            </a:r>
          </a:p>
        </p:txBody>
      </p:sp>
      <p:sp>
        <p:nvSpPr>
          <p:cNvPr id="11" name="Title 1">
            <a:extLst>
              <a:ext uri="{FF2B5EF4-FFF2-40B4-BE49-F238E27FC236}">
                <a16:creationId xmlns:a16="http://schemas.microsoft.com/office/drawing/2014/main" id="{F3B0A530-9948-48B4-A162-E5BB7DE86388}"/>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III.1 RIP</a:t>
            </a:r>
            <a:endParaRPr lang="vi-VN" dirty="0">
              <a:cs typeface="Times New Roman"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6">
            <a:extLst>
              <a:ext uri="{FF2B5EF4-FFF2-40B4-BE49-F238E27FC236}">
                <a16:creationId xmlns:a16="http://schemas.microsoft.com/office/drawing/2014/main" id="{7BD7EBEB-6BF5-4F19-941A-6C810C62CD54}"/>
              </a:ext>
            </a:extLst>
          </p:cNvPr>
          <p:cNvSpPr>
            <a:spLocks noGrp="1" noChangeArrowheads="1"/>
          </p:cNvSpPr>
          <p:nvPr>
            <p:ph type="body" idx="1"/>
          </p:nvPr>
        </p:nvSpPr>
        <p:spPr>
          <a:xfrm>
            <a:off x="904461" y="1289436"/>
            <a:ext cx="8267700" cy="457200"/>
          </a:xfrm>
          <a:noFill/>
        </p:spPr>
        <p:txBody>
          <a:bodyPr/>
          <a:lstStyle/>
          <a:p>
            <a:pPr eaLnBrk="1" hangingPunct="1">
              <a:buFont typeface="Wingdings" panose="05000000000000000000" pitchFamily="2" charset="2"/>
              <a:buNone/>
            </a:pPr>
            <a:r>
              <a:rPr lang="en-US" altLang="en-US" b="1" dirty="0" err="1">
                <a:solidFill>
                  <a:schemeClr val="tx2"/>
                </a:solidFill>
              </a:rPr>
              <a:t>Các</a:t>
            </a:r>
            <a:r>
              <a:rPr lang="en-US" altLang="en-US" b="1" dirty="0">
                <a:solidFill>
                  <a:schemeClr val="tx2"/>
                </a:solidFill>
              </a:rPr>
              <a:t> </a:t>
            </a:r>
            <a:r>
              <a:rPr lang="en-US" altLang="en-US" b="1" dirty="0" err="1">
                <a:solidFill>
                  <a:schemeClr val="tx2"/>
                </a:solidFill>
              </a:rPr>
              <a:t>thông</a:t>
            </a:r>
            <a:r>
              <a:rPr lang="en-US" altLang="en-US" b="1" dirty="0">
                <a:solidFill>
                  <a:schemeClr val="tx2"/>
                </a:solidFill>
              </a:rPr>
              <a:t> </a:t>
            </a:r>
            <a:r>
              <a:rPr lang="en-US" altLang="en-US" b="1" dirty="0" err="1">
                <a:solidFill>
                  <a:schemeClr val="tx2"/>
                </a:solidFill>
              </a:rPr>
              <a:t>số</a:t>
            </a:r>
            <a:r>
              <a:rPr lang="en-US" altLang="en-US" b="1" dirty="0">
                <a:solidFill>
                  <a:schemeClr val="tx2"/>
                </a:solidFill>
              </a:rPr>
              <a:t> </a:t>
            </a:r>
            <a:r>
              <a:rPr lang="en-US" altLang="en-US" b="1" dirty="0" err="1">
                <a:solidFill>
                  <a:schemeClr val="tx2"/>
                </a:solidFill>
              </a:rPr>
              <a:t>thời</a:t>
            </a:r>
            <a:r>
              <a:rPr lang="en-US" altLang="en-US" b="1" dirty="0">
                <a:solidFill>
                  <a:schemeClr val="tx2"/>
                </a:solidFill>
              </a:rPr>
              <a:t> </a:t>
            </a:r>
            <a:r>
              <a:rPr lang="en-US" altLang="en-US" b="1" dirty="0" err="1">
                <a:solidFill>
                  <a:schemeClr val="tx2"/>
                </a:solidFill>
              </a:rPr>
              <a:t>gian</a:t>
            </a:r>
            <a:r>
              <a:rPr lang="en-US" altLang="en-US" b="1" dirty="0">
                <a:solidFill>
                  <a:schemeClr val="tx2"/>
                </a:solidFill>
              </a:rPr>
              <a:t> </a:t>
            </a:r>
            <a:r>
              <a:rPr lang="en-US" altLang="en-US" b="1" dirty="0" err="1">
                <a:solidFill>
                  <a:schemeClr val="tx2"/>
                </a:solidFill>
              </a:rPr>
              <a:t>của</a:t>
            </a:r>
            <a:r>
              <a:rPr lang="en-US" altLang="en-US" b="1" dirty="0">
                <a:solidFill>
                  <a:schemeClr val="tx2"/>
                </a:solidFill>
              </a:rPr>
              <a:t> RIP</a:t>
            </a:r>
          </a:p>
        </p:txBody>
      </p:sp>
      <p:sp>
        <p:nvSpPr>
          <p:cNvPr id="38916" name="Rectangle 7">
            <a:extLst>
              <a:ext uri="{FF2B5EF4-FFF2-40B4-BE49-F238E27FC236}">
                <a16:creationId xmlns:a16="http://schemas.microsoft.com/office/drawing/2014/main" id="{09AAED3E-D6DC-4492-932B-E6D20BD50B03}"/>
              </a:ext>
            </a:extLst>
          </p:cNvPr>
          <p:cNvSpPr>
            <a:spLocks noChangeArrowheads="1"/>
          </p:cNvSpPr>
          <p:nvPr/>
        </p:nvSpPr>
        <p:spPr bwMode="auto">
          <a:xfrm>
            <a:off x="904461" y="1969284"/>
            <a:ext cx="2606804"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pPr>
            <a:r>
              <a:rPr lang="en-US" altLang="en-US" sz="2500" dirty="0">
                <a:solidFill>
                  <a:schemeClr val="tx2"/>
                </a:solidFill>
              </a:rPr>
              <a:t> </a:t>
            </a:r>
            <a:r>
              <a:rPr lang="en-US" altLang="en-US" sz="2500" dirty="0" err="1">
                <a:solidFill>
                  <a:schemeClr val="tx2"/>
                </a:solidFill>
              </a:rPr>
              <a:t>Holdown</a:t>
            </a:r>
            <a:r>
              <a:rPr lang="en-US" altLang="en-US" sz="2500" dirty="0">
                <a:solidFill>
                  <a:schemeClr val="tx2"/>
                </a:solidFill>
              </a:rPr>
              <a:t> timer</a:t>
            </a:r>
          </a:p>
        </p:txBody>
      </p:sp>
      <p:sp>
        <p:nvSpPr>
          <p:cNvPr id="38917" name="Rectangle 8">
            <a:extLst>
              <a:ext uri="{FF2B5EF4-FFF2-40B4-BE49-F238E27FC236}">
                <a16:creationId xmlns:a16="http://schemas.microsoft.com/office/drawing/2014/main" id="{532A5557-8FE3-444C-BE2D-2AE8B4E64739}"/>
              </a:ext>
            </a:extLst>
          </p:cNvPr>
          <p:cNvSpPr>
            <a:spLocks noChangeArrowheads="1"/>
          </p:cNvSpPr>
          <p:nvPr/>
        </p:nvSpPr>
        <p:spPr bwMode="auto">
          <a:xfrm>
            <a:off x="910526" y="2528780"/>
            <a:ext cx="10995724" cy="3347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buClrTx/>
              <a:buFontTx/>
              <a:buNone/>
            </a:pPr>
            <a:r>
              <a:rPr lang="en-US" altLang="en-US" dirty="0" err="1">
                <a:solidFill>
                  <a:schemeClr val="tx2"/>
                </a:solidFill>
              </a:rPr>
              <a:t>Giá</a:t>
            </a:r>
            <a:r>
              <a:rPr lang="en-US" altLang="en-US" dirty="0">
                <a:solidFill>
                  <a:schemeClr val="tx2"/>
                </a:solidFill>
              </a:rPr>
              <a:t> </a:t>
            </a:r>
            <a:r>
              <a:rPr lang="en-US" altLang="en-US" dirty="0" err="1">
                <a:solidFill>
                  <a:schemeClr val="tx2"/>
                </a:solidFill>
              </a:rPr>
              <a:t>trị</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sử</a:t>
            </a:r>
            <a:r>
              <a:rPr lang="en-US" altLang="en-US" dirty="0">
                <a:solidFill>
                  <a:schemeClr val="tx2"/>
                </a:solidFill>
              </a:rPr>
              <a:t> </a:t>
            </a:r>
            <a:r>
              <a:rPr lang="en-US" altLang="en-US" dirty="0" err="1">
                <a:solidFill>
                  <a:schemeClr val="tx2"/>
                </a:solidFill>
              </a:rPr>
              <a:t>dụng</a:t>
            </a:r>
            <a:r>
              <a:rPr lang="en-US" altLang="en-US" dirty="0">
                <a:solidFill>
                  <a:schemeClr val="tx2"/>
                </a:solidFill>
              </a:rPr>
              <a:t> </a:t>
            </a:r>
            <a:r>
              <a:rPr lang="en-US" altLang="en-US" dirty="0" err="1">
                <a:solidFill>
                  <a:schemeClr val="tx2"/>
                </a:solidFill>
              </a:rPr>
              <a:t>khi</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về</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bị</a:t>
            </a:r>
            <a:r>
              <a:rPr lang="en-US" altLang="en-US" dirty="0">
                <a:solidFill>
                  <a:schemeClr val="tx2"/>
                </a:solidFill>
              </a:rPr>
              <a:t> </a:t>
            </a:r>
            <a:r>
              <a:rPr lang="en-US" altLang="en-US" dirty="0" err="1">
                <a:solidFill>
                  <a:schemeClr val="tx2"/>
                </a:solidFill>
              </a:rPr>
              <a:t>thay</a:t>
            </a:r>
            <a:r>
              <a:rPr lang="en-US" altLang="en-US" dirty="0">
                <a:solidFill>
                  <a:schemeClr val="tx2"/>
                </a:solidFill>
              </a:rPr>
              <a:t> </a:t>
            </a:r>
            <a:r>
              <a:rPr lang="en-US" altLang="en-US" dirty="0" err="1">
                <a:solidFill>
                  <a:schemeClr val="tx2"/>
                </a:solidFill>
              </a:rPr>
              <a:t>đổi</a:t>
            </a:r>
            <a:r>
              <a:rPr lang="en-US" altLang="en-US" dirty="0">
                <a:solidFill>
                  <a:schemeClr val="tx2"/>
                </a:solidFill>
              </a:rPr>
              <a:t>. </a:t>
            </a:r>
            <a:r>
              <a:rPr lang="en-US" altLang="en-US" dirty="0" err="1">
                <a:solidFill>
                  <a:schemeClr val="tx2"/>
                </a:solidFill>
              </a:rPr>
              <a:t>Ngay</a:t>
            </a:r>
            <a:r>
              <a:rPr lang="en-US" altLang="en-US" dirty="0">
                <a:solidFill>
                  <a:schemeClr val="tx2"/>
                </a:solidFill>
              </a:rPr>
              <a:t> </a:t>
            </a:r>
            <a:r>
              <a:rPr lang="en-US" altLang="en-US" dirty="0" err="1">
                <a:solidFill>
                  <a:schemeClr val="tx2"/>
                </a:solidFill>
              </a:rPr>
              <a:t>khi</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mới</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nhận</a:t>
            </a:r>
            <a:r>
              <a:rPr lang="en-US" altLang="en-US" dirty="0">
                <a:solidFill>
                  <a:schemeClr val="tx2"/>
                </a:solidFill>
              </a:rPr>
              <a:t>, router </a:t>
            </a:r>
            <a:r>
              <a:rPr lang="en-US" altLang="en-US" dirty="0" err="1">
                <a:solidFill>
                  <a:schemeClr val="tx2"/>
                </a:solidFill>
              </a:rPr>
              <a:t>đặt</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đó</a:t>
            </a:r>
            <a:r>
              <a:rPr lang="en-US" altLang="en-US" dirty="0">
                <a:solidFill>
                  <a:schemeClr val="tx2"/>
                </a:solidFill>
              </a:rPr>
              <a:t> </a:t>
            </a:r>
            <a:r>
              <a:rPr lang="en-US" altLang="en-US" dirty="0" err="1">
                <a:solidFill>
                  <a:schemeClr val="tx2"/>
                </a:solidFill>
              </a:rPr>
              <a:t>vào</a:t>
            </a:r>
            <a:r>
              <a:rPr lang="en-US" altLang="en-US" dirty="0">
                <a:solidFill>
                  <a:schemeClr val="tx2"/>
                </a:solidFill>
              </a:rPr>
              <a:t> </a:t>
            </a:r>
            <a:r>
              <a:rPr lang="en-US" altLang="en-US" dirty="0" err="1">
                <a:solidFill>
                  <a:schemeClr val="tx2"/>
                </a:solidFill>
              </a:rPr>
              <a:t>trạng</a:t>
            </a:r>
            <a:r>
              <a:rPr lang="en-US" altLang="en-US" dirty="0">
                <a:solidFill>
                  <a:schemeClr val="tx2"/>
                </a:solidFill>
              </a:rPr>
              <a:t> </a:t>
            </a:r>
            <a:r>
              <a:rPr lang="en-US" altLang="en-US" dirty="0" err="1">
                <a:solidFill>
                  <a:schemeClr val="tx2"/>
                </a:solidFill>
              </a:rPr>
              <a:t>thái</a:t>
            </a:r>
            <a:r>
              <a:rPr lang="en-US" altLang="en-US" dirty="0">
                <a:solidFill>
                  <a:schemeClr val="tx2"/>
                </a:solidFill>
              </a:rPr>
              <a:t> hold-down. </a:t>
            </a:r>
            <a:r>
              <a:rPr lang="en-US" altLang="en-US" dirty="0" err="1">
                <a:solidFill>
                  <a:schemeClr val="tx2"/>
                </a:solidFill>
              </a:rPr>
              <a:t>Điều</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nghĩa</a:t>
            </a:r>
            <a:r>
              <a:rPr lang="en-US" altLang="en-US" dirty="0">
                <a:solidFill>
                  <a:schemeClr val="tx2"/>
                </a:solidFill>
              </a:rPr>
              <a:t> </a:t>
            </a:r>
            <a:r>
              <a:rPr lang="en-US" altLang="en-US" dirty="0" err="1">
                <a:solidFill>
                  <a:schemeClr val="tx2"/>
                </a:solidFill>
              </a:rPr>
              <a:t>là</a:t>
            </a:r>
            <a:r>
              <a:rPr lang="en-US" altLang="en-US" dirty="0">
                <a:solidFill>
                  <a:schemeClr val="tx2"/>
                </a:solidFill>
              </a:rPr>
              <a:t> router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quảng</a:t>
            </a:r>
            <a:r>
              <a:rPr lang="en-US" altLang="en-US" dirty="0">
                <a:solidFill>
                  <a:schemeClr val="tx2"/>
                </a:solidFill>
              </a:rPr>
              <a:t> </a:t>
            </a:r>
            <a:r>
              <a:rPr lang="en-US" altLang="en-US" dirty="0" err="1">
                <a:solidFill>
                  <a:schemeClr val="tx2"/>
                </a:solidFill>
              </a:rPr>
              <a:t>bá</a:t>
            </a:r>
            <a:r>
              <a:rPr lang="en-US" altLang="en-US" dirty="0">
                <a:solidFill>
                  <a:schemeClr val="tx2"/>
                </a:solidFill>
              </a:rPr>
              <a:t> </a:t>
            </a:r>
            <a:r>
              <a:rPr lang="en-US" altLang="en-US" dirty="0" err="1">
                <a:solidFill>
                  <a:schemeClr val="tx2"/>
                </a:solidFill>
              </a:rPr>
              <a:t>cũng</a:t>
            </a:r>
            <a:r>
              <a:rPr lang="en-US" altLang="en-US" dirty="0">
                <a:solidFill>
                  <a:schemeClr val="tx2"/>
                </a:solidFill>
              </a:rPr>
              <a:t> </a:t>
            </a:r>
            <a:r>
              <a:rPr lang="en-US" altLang="en-US" dirty="0" err="1">
                <a:solidFill>
                  <a:schemeClr val="tx2"/>
                </a:solidFill>
              </a:rPr>
              <a:t>như</a:t>
            </a:r>
            <a:r>
              <a:rPr lang="en-US" altLang="en-US" dirty="0">
                <a:solidFill>
                  <a:schemeClr val="tx2"/>
                </a:solidFill>
              </a:rPr>
              <a:t>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nhận</a:t>
            </a:r>
            <a:r>
              <a:rPr lang="en-US" altLang="en-US" dirty="0">
                <a:solidFill>
                  <a:schemeClr val="tx2"/>
                </a:solidFill>
              </a:rPr>
              <a:t> </a:t>
            </a:r>
            <a:r>
              <a:rPr lang="en-US" altLang="en-US" dirty="0" err="1">
                <a:solidFill>
                  <a:schemeClr val="tx2"/>
                </a:solidFill>
              </a:rPr>
              <a:t>quảng</a:t>
            </a:r>
            <a:r>
              <a:rPr lang="en-US" altLang="en-US" dirty="0">
                <a:solidFill>
                  <a:schemeClr val="tx2"/>
                </a:solidFill>
              </a:rPr>
              <a:t> </a:t>
            </a:r>
            <a:r>
              <a:rPr lang="en-US" altLang="en-US" dirty="0" err="1">
                <a:solidFill>
                  <a:schemeClr val="tx2"/>
                </a:solidFill>
              </a:rPr>
              <a:t>bá</a:t>
            </a:r>
            <a:r>
              <a:rPr lang="en-US" altLang="en-US" dirty="0">
                <a:solidFill>
                  <a:schemeClr val="tx2"/>
                </a:solidFill>
              </a:rPr>
              <a:t> </a:t>
            </a:r>
            <a:r>
              <a:rPr lang="en-US" altLang="en-US" dirty="0" err="1">
                <a:solidFill>
                  <a:schemeClr val="tx2"/>
                </a:solidFill>
              </a:rPr>
              <a:t>về</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đó</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khoảng</a:t>
            </a:r>
            <a:r>
              <a:rPr lang="en-US" altLang="en-US" dirty="0">
                <a:solidFill>
                  <a:schemeClr val="tx2"/>
                </a:solidFill>
              </a:rPr>
              <a:t> </a:t>
            </a:r>
            <a:r>
              <a:rPr lang="en-US" altLang="en-US" dirty="0" err="1">
                <a:solidFill>
                  <a:schemeClr val="tx2"/>
                </a:solidFill>
              </a:rPr>
              <a:t>thời</a:t>
            </a:r>
            <a:r>
              <a:rPr lang="en-US" altLang="en-US" dirty="0">
                <a:solidFill>
                  <a:schemeClr val="tx2"/>
                </a:solidFill>
              </a:rPr>
              <a:t> </a:t>
            </a:r>
            <a:r>
              <a:rPr lang="en-US" altLang="en-US" dirty="0" err="1">
                <a:solidFill>
                  <a:schemeClr val="tx2"/>
                </a:solidFill>
              </a:rPr>
              <a:t>gian</a:t>
            </a:r>
            <a:r>
              <a:rPr lang="en-US" altLang="en-US" dirty="0">
                <a:solidFill>
                  <a:schemeClr val="tx2"/>
                </a:solidFill>
              </a:rPr>
              <a:t> </a:t>
            </a:r>
            <a:r>
              <a:rPr lang="en-US" altLang="en-US" i="1" dirty="0" err="1">
                <a:solidFill>
                  <a:schemeClr val="tx2"/>
                </a:solidFill>
              </a:rPr>
              <a:t>Holddown</a:t>
            </a:r>
            <a:r>
              <a:rPr lang="en-US" altLang="en-US" i="1" dirty="0">
                <a:solidFill>
                  <a:schemeClr val="tx2"/>
                </a:solidFill>
              </a:rPr>
              <a:t> timer</a:t>
            </a:r>
            <a:r>
              <a:rPr lang="en-US" altLang="en-US" dirty="0">
                <a:solidFill>
                  <a:schemeClr val="tx2"/>
                </a:solidFill>
              </a:rPr>
              <a:t> </a:t>
            </a:r>
            <a:r>
              <a:rPr lang="en-US" altLang="en-US" dirty="0" err="1">
                <a:solidFill>
                  <a:schemeClr val="tx2"/>
                </a:solidFill>
              </a:rPr>
              <a:t>này</a:t>
            </a:r>
            <a:r>
              <a:rPr lang="en-US" altLang="en-US" dirty="0">
                <a:solidFill>
                  <a:schemeClr val="tx2"/>
                </a:solidFill>
              </a:rPr>
              <a:t>. Sau </a:t>
            </a:r>
            <a:r>
              <a:rPr lang="en-US" altLang="en-US" dirty="0" err="1">
                <a:solidFill>
                  <a:schemeClr val="tx2"/>
                </a:solidFill>
              </a:rPr>
              <a:t>khoảng</a:t>
            </a:r>
            <a:r>
              <a:rPr lang="en-US" altLang="en-US" dirty="0">
                <a:solidFill>
                  <a:schemeClr val="tx2"/>
                </a:solidFill>
              </a:rPr>
              <a:t> </a:t>
            </a:r>
            <a:r>
              <a:rPr lang="en-US" altLang="en-US" dirty="0" err="1">
                <a:solidFill>
                  <a:schemeClr val="tx2"/>
                </a:solidFill>
              </a:rPr>
              <a:t>thời</a:t>
            </a:r>
            <a:r>
              <a:rPr lang="en-US" altLang="en-US" dirty="0">
                <a:solidFill>
                  <a:schemeClr val="tx2"/>
                </a:solidFill>
              </a:rPr>
              <a:t> </a:t>
            </a:r>
            <a:r>
              <a:rPr lang="en-US" altLang="en-US" dirty="0" err="1">
                <a:solidFill>
                  <a:schemeClr val="tx2"/>
                </a:solidFill>
              </a:rPr>
              <a:t>gian</a:t>
            </a:r>
            <a:r>
              <a:rPr lang="en-US" altLang="en-US" dirty="0">
                <a:solidFill>
                  <a:schemeClr val="tx2"/>
                </a:solidFill>
              </a:rPr>
              <a:t> </a:t>
            </a:r>
            <a:r>
              <a:rPr lang="en-US" altLang="en-US" dirty="0" err="1">
                <a:solidFill>
                  <a:schemeClr val="tx2"/>
                </a:solidFill>
              </a:rPr>
              <a:t>này</a:t>
            </a:r>
            <a:r>
              <a:rPr lang="en-US" altLang="en-US" dirty="0">
                <a:solidFill>
                  <a:schemeClr val="tx2"/>
                </a:solidFill>
              </a:rPr>
              <a:t> router </a:t>
            </a:r>
            <a:r>
              <a:rPr lang="en-US" altLang="en-US" dirty="0" err="1">
                <a:solidFill>
                  <a:schemeClr val="tx2"/>
                </a:solidFill>
              </a:rPr>
              <a:t>mới</a:t>
            </a:r>
            <a:r>
              <a:rPr lang="en-US" altLang="en-US" dirty="0">
                <a:solidFill>
                  <a:schemeClr val="tx2"/>
                </a:solidFill>
              </a:rPr>
              <a:t> </a:t>
            </a:r>
            <a:r>
              <a:rPr lang="en-US" altLang="en-US" dirty="0" err="1">
                <a:solidFill>
                  <a:schemeClr val="tx2"/>
                </a:solidFill>
              </a:rPr>
              <a:t>nhận</a:t>
            </a:r>
            <a:r>
              <a:rPr lang="en-US" altLang="en-US" dirty="0">
                <a:solidFill>
                  <a:schemeClr val="tx2"/>
                </a:solidFill>
              </a:rPr>
              <a:t>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về</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đó</a:t>
            </a:r>
            <a:r>
              <a:rPr lang="en-US" altLang="en-US" dirty="0">
                <a:solidFill>
                  <a:schemeClr val="tx2"/>
                </a:solidFill>
              </a:rPr>
              <a:t>. </a:t>
            </a:r>
            <a:r>
              <a:rPr lang="en-US" altLang="en-US" dirty="0" err="1">
                <a:solidFill>
                  <a:schemeClr val="tx2"/>
                </a:solidFill>
              </a:rPr>
              <a:t>Tác</a:t>
            </a:r>
            <a:r>
              <a:rPr lang="en-US" altLang="en-US" dirty="0">
                <a:solidFill>
                  <a:schemeClr val="tx2"/>
                </a:solidFill>
              </a:rPr>
              <a:t> </a:t>
            </a:r>
            <a:r>
              <a:rPr lang="en-US" altLang="en-US" dirty="0" err="1">
                <a:solidFill>
                  <a:schemeClr val="tx2"/>
                </a:solidFill>
              </a:rPr>
              <a:t>dụng</a:t>
            </a:r>
            <a:r>
              <a:rPr lang="en-US" altLang="en-US" dirty="0">
                <a:solidFill>
                  <a:schemeClr val="tx2"/>
                </a:solidFill>
              </a:rPr>
              <a:t> </a:t>
            </a:r>
            <a:r>
              <a:rPr lang="en-US" altLang="en-US" dirty="0" err="1">
                <a:solidFill>
                  <a:schemeClr val="tx2"/>
                </a:solidFill>
              </a:rPr>
              <a:t>về</a:t>
            </a:r>
            <a:r>
              <a:rPr lang="en-US" altLang="en-US" dirty="0">
                <a:solidFill>
                  <a:schemeClr val="tx2"/>
                </a:solidFill>
              </a:rPr>
              <a:t> </a:t>
            </a:r>
            <a:r>
              <a:rPr lang="en-US" altLang="en-US" dirty="0" err="1">
                <a:solidFill>
                  <a:schemeClr val="tx2"/>
                </a:solidFill>
              </a:rPr>
              <a:t>giá</a:t>
            </a:r>
            <a:r>
              <a:rPr lang="en-US" altLang="en-US" dirty="0">
                <a:solidFill>
                  <a:schemeClr val="tx2"/>
                </a:solidFill>
              </a:rPr>
              <a:t> </a:t>
            </a:r>
            <a:r>
              <a:rPr lang="en-US" altLang="en-US" dirty="0" err="1">
                <a:solidFill>
                  <a:schemeClr val="tx2"/>
                </a:solidFill>
              </a:rPr>
              <a:t>trị</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giảm</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sai</a:t>
            </a:r>
            <a:r>
              <a:rPr lang="en-US" altLang="en-US" dirty="0">
                <a:solidFill>
                  <a:schemeClr val="tx2"/>
                </a:solidFill>
              </a:rPr>
              <a:t> </a:t>
            </a:r>
            <a:r>
              <a:rPr lang="en-US" altLang="en-US" dirty="0" err="1">
                <a:solidFill>
                  <a:schemeClr val="tx2"/>
                </a:solidFill>
              </a:rPr>
              <a:t>mà</a:t>
            </a:r>
            <a:r>
              <a:rPr lang="en-US" altLang="en-US" dirty="0">
                <a:solidFill>
                  <a:schemeClr val="tx2"/>
                </a:solidFill>
              </a:rPr>
              <a:t> router </a:t>
            </a:r>
            <a:r>
              <a:rPr lang="en-US" altLang="en-US" dirty="0" err="1">
                <a:solidFill>
                  <a:schemeClr val="tx2"/>
                </a:solidFill>
              </a:rPr>
              <a:t>học</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Giá</a:t>
            </a:r>
            <a:r>
              <a:rPr lang="en-US" altLang="en-US" dirty="0">
                <a:solidFill>
                  <a:schemeClr val="tx2"/>
                </a:solidFill>
              </a:rPr>
              <a:t> </a:t>
            </a:r>
            <a:r>
              <a:rPr lang="en-US" altLang="en-US" dirty="0" err="1">
                <a:solidFill>
                  <a:schemeClr val="tx2"/>
                </a:solidFill>
              </a:rPr>
              <a:t>trị</a:t>
            </a:r>
            <a:r>
              <a:rPr lang="en-US" altLang="en-US" dirty="0">
                <a:solidFill>
                  <a:schemeClr val="tx2"/>
                </a:solidFill>
              </a:rPr>
              <a:t> </a:t>
            </a:r>
            <a:r>
              <a:rPr lang="en-US" altLang="en-US" dirty="0" err="1">
                <a:solidFill>
                  <a:schemeClr val="tx2"/>
                </a:solidFill>
              </a:rPr>
              <a:t>mặc</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là</a:t>
            </a:r>
            <a:r>
              <a:rPr lang="en-US" altLang="en-US" dirty="0">
                <a:solidFill>
                  <a:schemeClr val="tx2"/>
                </a:solidFill>
              </a:rPr>
              <a:t> 180 </a:t>
            </a:r>
            <a:r>
              <a:rPr lang="en-US" altLang="en-US" dirty="0" err="1">
                <a:solidFill>
                  <a:schemeClr val="tx2"/>
                </a:solidFill>
              </a:rPr>
              <a:t>giây</a:t>
            </a:r>
            <a:r>
              <a:rPr lang="en-US" altLang="en-US" dirty="0">
                <a:solidFill>
                  <a:schemeClr val="tx2"/>
                </a:solidFill>
              </a:rPr>
              <a:t>. </a:t>
            </a:r>
          </a:p>
        </p:txBody>
      </p:sp>
      <p:sp>
        <p:nvSpPr>
          <p:cNvPr id="9" name="Title 1">
            <a:extLst>
              <a:ext uri="{FF2B5EF4-FFF2-40B4-BE49-F238E27FC236}">
                <a16:creationId xmlns:a16="http://schemas.microsoft.com/office/drawing/2014/main" id="{3809D5AB-5B00-4BA6-9DC2-A8D5BD0E658C}"/>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III.1 RIP</a:t>
            </a:r>
            <a:endParaRPr lang="vi-VN" dirty="0">
              <a:cs typeface="Times New Roman"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6">
            <a:extLst>
              <a:ext uri="{FF2B5EF4-FFF2-40B4-BE49-F238E27FC236}">
                <a16:creationId xmlns:a16="http://schemas.microsoft.com/office/drawing/2014/main" id="{41DEA263-5AA1-4CE1-883E-0654B2981308}"/>
              </a:ext>
            </a:extLst>
          </p:cNvPr>
          <p:cNvSpPr>
            <a:spLocks noGrp="1" noChangeArrowheads="1"/>
          </p:cNvSpPr>
          <p:nvPr>
            <p:ph type="body" idx="1"/>
          </p:nvPr>
        </p:nvSpPr>
        <p:spPr>
          <a:xfrm>
            <a:off x="904461" y="1320991"/>
            <a:ext cx="8267700" cy="457200"/>
          </a:xfrm>
          <a:noFill/>
        </p:spPr>
        <p:txBody>
          <a:bodyPr/>
          <a:lstStyle/>
          <a:p>
            <a:pPr eaLnBrk="1" hangingPunct="1">
              <a:buFont typeface="Wingdings" panose="05000000000000000000" pitchFamily="2" charset="2"/>
              <a:buNone/>
            </a:pPr>
            <a:r>
              <a:rPr lang="en-US" altLang="en-US" b="1" dirty="0" err="1">
                <a:solidFill>
                  <a:schemeClr val="tx2"/>
                </a:solidFill>
              </a:rPr>
              <a:t>Các</a:t>
            </a:r>
            <a:r>
              <a:rPr lang="en-US" altLang="en-US" b="1" dirty="0">
                <a:solidFill>
                  <a:schemeClr val="tx2"/>
                </a:solidFill>
              </a:rPr>
              <a:t> </a:t>
            </a:r>
            <a:r>
              <a:rPr lang="en-US" altLang="en-US" b="1" dirty="0" err="1">
                <a:solidFill>
                  <a:schemeClr val="tx2"/>
                </a:solidFill>
              </a:rPr>
              <a:t>thông</a:t>
            </a:r>
            <a:r>
              <a:rPr lang="en-US" altLang="en-US" b="1" dirty="0">
                <a:solidFill>
                  <a:schemeClr val="tx2"/>
                </a:solidFill>
              </a:rPr>
              <a:t> </a:t>
            </a:r>
            <a:r>
              <a:rPr lang="en-US" altLang="en-US" b="1" dirty="0" err="1">
                <a:solidFill>
                  <a:schemeClr val="tx2"/>
                </a:solidFill>
              </a:rPr>
              <a:t>số</a:t>
            </a:r>
            <a:r>
              <a:rPr lang="en-US" altLang="en-US" b="1" dirty="0">
                <a:solidFill>
                  <a:schemeClr val="tx2"/>
                </a:solidFill>
              </a:rPr>
              <a:t> </a:t>
            </a:r>
            <a:r>
              <a:rPr lang="en-US" altLang="en-US" b="1" dirty="0" err="1">
                <a:solidFill>
                  <a:schemeClr val="tx2"/>
                </a:solidFill>
              </a:rPr>
              <a:t>thời</a:t>
            </a:r>
            <a:r>
              <a:rPr lang="en-US" altLang="en-US" b="1" dirty="0">
                <a:solidFill>
                  <a:schemeClr val="tx2"/>
                </a:solidFill>
              </a:rPr>
              <a:t> </a:t>
            </a:r>
            <a:r>
              <a:rPr lang="en-US" altLang="en-US" b="1" dirty="0" err="1">
                <a:solidFill>
                  <a:schemeClr val="tx2"/>
                </a:solidFill>
              </a:rPr>
              <a:t>gian</a:t>
            </a:r>
            <a:r>
              <a:rPr lang="en-US" altLang="en-US" b="1" dirty="0">
                <a:solidFill>
                  <a:schemeClr val="tx2"/>
                </a:solidFill>
              </a:rPr>
              <a:t> </a:t>
            </a:r>
            <a:r>
              <a:rPr lang="en-US" altLang="en-US" b="1" dirty="0" err="1">
                <a:solidFill>
                  <a:schemeClr val="tx2"/>
                </a:solidFill>
              </a:rPr>
              <a:t>của</a:t>
            </a:r>
            <a:r>
              <a:rPr lang="en-US" altLang="en-US" b="1" dirty="0">
                <a:solidFill>
                  <a:schemeClr val="tx2"/>
                </a:solidFill>
              </a:rPr>
              <a:t> RIP</a:t>
            </a:r>
          </a:p>
        </p:txBody>
      </p:sp>
      <p:sp>
        <p:nvSpPr>
          <p:cNvPr id="39940" name="Rectangle 7">
            <a:extLst>
              <a:ext uri="{FF2B5EF4-FFF2-40B4-BE49-F238E27FC236}">
                <a16:creationId xmlns:a16="http://schemas.microsoft.com/office/drawing/2014/main" id="{EBFD14B3-94F9-4E34-879A-E53B74CAC7C3}"/>
              </a:ext>
            </a:extLst>
          </p:cNvPr>
          <p:cNvSpPr>
            <a:spLocks noChangeArrowheads="1"/>
          </p:cNvSpPr>
          <p:nvPr/>
        </p:nvSpPr>
        <p:spPr bwMode="auto">
          <a:xfrm>
            <a:off x="981076" y="2132797"/>
            <a:ext cx="2983509"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pPr>
            <a:r>
              <a:rPr lang="en-US" altLang="en-US" sz="2500" dirty="0">
                <a:solidFill>
                  <a:schemeClr val="tx2"/>
                </a:solidFill>
              </a:rPr>
              <a:t> Route flush timer</a:t>
            </a:r>
          </a:p>
        </p:txBody>
      </p:sp>
      <p:sp>
        <p:nvSpPr>
          <p:cNvPr id="39941" name="Rectangle 8">
            <a:extLst>
              <a:ext uri="{FF2B5EF4-FFF2-40B4-BE49-F238E27FC236}">
                <a16:creationId xmlns:a16="http://schemas.microsoft.com/office/drawing/2014/main" id="{84FEB161-31F5-4CA5-8FCD-0D6784396ECC}"/>
              </a:ext>
            </a:extLst>
          </p:cNvPr>
          <p:cNvSpPr>
            <a:spLocks noChangeArrowheads="1"/>
          </p:cNvSpPr>
          <p:nvPr/>
        </p:nvSpPr>
        <p:spPr bwMode="auto">
          <a:xfrm>
            <a:off x="904460" y="2561491"/>
            <a:ext cx="11039889" cy="2239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buClrTx/>
              <a:buFontTx/>
              <a:buNone/>
            </a:pPr>
            <a:r>
              <a:rPr lang="en-US" altLang="en-US" dirty="0" err="1">
                <a:solidFill>
                  <a:schemeClr val="tx2"/>
                </a:solidFill>
              </a:rPr>
              <a:t>Là</a:t>
            </a:r>
            <a:r>
              <a:rPr lang="en-US" altLang="en-US" dirty="0">
                <a:solidFill>
                  <a:schemeClr val="tx2"/>
                </a:solidFill>
              </a:rPr>
              <a:t> </a:t>
            </a:r>
            <a:r>
              <a:rPr lang="en-US" altLang="en-US" dirty="0" err="1">
                <a:solidFill>
                  <a:schemeClr val="tx2"/>
                </a:solidFill>
              </a:rPr>
              <a:t>khoảng</a:t>
            </a:r>
            <a:r>
              <a:rPr lang="en-US" altLang="en-US" dirty="0">
                <a:solidFill>
                  <a:schemeClr val="tx2"/>
                </a:solidFill>
              </a:rPr>
              <a:t> </a:t>
            </a:r>
            <a:r>
              <a:rPr lang="en-US" altLang="en-US" dirty="0" err="1">
                <a:solidFill>
                  <a:schemeClr val="tx2"/>
                </a:solidFill>
              </a:rPr>
              <a:t>thời</a:t>
            </a:r>
            <a:r>
              <a:rPr lang="en-US" altLang="en-US" dirty="0">
                <a:solidFill>
                  <a:schemeClr val="tx2"/>
                </a:solidFill>
              </a:rPr>
              <a:t> </a:t>
            </a:r>
            <a:r>
              <a:rPr lang="en-US" altLang="en-US" dirty="0" err="1">
                <a:solidFill>
                  <a:schemeClr val="tx2"/>
                </a:solidFill>
              </a:rPr>
              <a:t>gian</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tính</a:t>
            </a:r>
            <a:r>
              <a:rPr lang="en-US" altLang="en-US" dirty="0">
                <a:solidFill>
                  <a:schemeClr val="tx2"/>
                </a:solidFill>
              </a:rPr>
              <a:t> </a:t>
            </a:r>
            <a:r>
              <a:rPr lang="en-US" altLang="en-US" dirty="0" err="1">
                <a:solidFill>
                  <a:schemeClr val="tx2"/>
                </a:solidFill>
              </a:rPr>
              <a:t>từ</a:t>
            </a:r>
            <a:r>
              <a:rPr lang="en-US" altLang="en-US" dirty="0">
                <a:solidFill>
                  <a:schemeClr val="tx2"/>
                </a:solidFill>
              </a:rPr>
              <a:t> </a:t>
            </a:r>
            <a:r>
              <a:rPr lang="en-US" altLang="en-US" dirty="0" err="1">
                <a:solidFill>
                  <a:schemeClr val="tx2"/>
                </a:solidFill>
              </a:rPr>
              <a:t>khi</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ở </a:t>
            </a:r>
            <a:r>
              <a:rPr lang="en-US" altLang="en-US" dirty="0" err="1">
                <a:solidFill>
                  <a:schemeClr val="tx2"/>
                </a:solidFill>
              </a:rPr>
              <a:t>trạng</a:t>
            </a:r>
            <a:r>
              <a:rPr lang="en-US" altLang="en-US" dirty="0">
                <a:solidFill>
                  <a:schemeClr val="tx2"/>
                </a:solidFill>
              </a:rPr>
              <a:t> </a:t>
            </a:r>
            <a:r>
              <a:rPr lang="en-US" altLang="en-US" dirty="0" err="1">
                <a:solidFill>
                  <a:schemeClr val="tx2"/>
                </a:solidFill>
              </a:rPr>
              <a:t>thái</a:t>
            </a:r>
            <a:r>
              <a:rPr lang="en-US" altLang="en-US" dirty="0">
                <a:solidFill>
                  <a:schemeClr val="tx2"/>
                </a:solidFill>
              </a:rPr>
              <a:t>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hợp</a:t>
            </a:r>
            <a:r>
              <a:rPr lang="en-US" altLang="en-US" dirty="0">
                <a:solidFill>
                  <a:schemeClr val="tx2"/>
                </a:solidFill>
              </a:rPr>
              <a:t> </a:t>
            </a:r>
            <a:r>
              <a:rPr lang="en-US" altLang="en-US" dirty="0" err="1">
                <a:solidFill>
                  <a:schemeClr val="tx2"/>
                </a:solidFill>
              </a:rPr>
              <a:t>lệ</a:t>
            </a:r>
            <a:r>
              <a:rPr lang="en-US" altLang="en-US" dirty="0">
                <a:solidFill>
                  <a:schemeClr val="tx2"/>
                </a:solidFill>
              </a:rPr>
              <a:t> </a:t>
            </a:r>
            <a:r>
              <a:rPr lang="en-US" altLang="en-US" dirty="0" err="1">
                <a:solidFill>
                  <a:schemeClr val="tx2"/>
                </a:solidFill>
              </a:rPr>
              <a:t>đến</a:t>
            </a:r>
            <a:r>
              <a:rPr lang="en-US" altLang="en-US" dirty="0">
                <a:solidFill>
                  <a:schemeClr val="tx2"/>
                </a:solidFill>
              </a:rPr>
              <a:t> </a:t>
            </a:r>
            <a:r>
              <a:rPr lang="en-US" altLang="en-US" dirty="0" err="1">
                <a:solidFill>
                  <a:schemeClr val="tx2"/>
                </a:solidFill>
              </a:rPr>
              <a:t>khi</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bị</a:t>
            </a:r>
            <a:r>
              <a:rPr lang="en-US" altLang="en-US" dirty="0">
                <a:solidFill>
                  <a:schemeClr val="tx2"/>
                </a:solidFill>
              </a:rPr>
              <a:t> </a:t>
            </a:r>
            <a:r>
              <a:rPr lang="en-US" altLang="en-US" dirty="0" err="1">
                <a:solidFill>
                  <a:schemeClr val="tx2"/>
                </a:solidFill>
              </a:rPr>
              <a:t>xoá</a:t>
            </a:r>
            <a:r>
              <a:rPr lang="en-US" altLang="en-US" dirty="0">
                <a:solidFill>
                  <a:schemeClr val="tx2"/>
                </a:solidFill>
              </a:rPr>
              <a:t> </a:t>
            </a:r>
            <a:r>
              <a:rPr lang="en-US" altLang="en-US" dirty="0" err="1">
                <a:solidFill>
                  <a:schemeClr val="tx2"/>
                </a:solidFill>
              </a:rPr>
              <a:t>khỏi</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Giá</a:t>
            </a:r>
            <a:r>
              <a:rPr lang="en-US" altLang="en-US" dirty="0">
                <a:solidFill>
                  <a:schemeClr val="tx2"/>
                </a:solidFill>
              </a:rPr>
              <a:t> </a:t>
            </a:r>
            <a:r>
              <a:rPr lang="en-US" altLang="en-US" dirty="0" err="1">
                <a:solidFill>
                  <a:schemeClr val="tx2"/>
                </a:solidFill>
              </a:rPr>
              <a:t>trị</a:t>
            </a:r>
            <a:r>
              <a:rPr lang="en-US" altLang="en-US" dirty="0">
                <a:solidFill>
                  <a:schemeClr val="tx2"/>
                </a:solidFill>
              </a:rPr>
              <a:t> </a:t>
            </a:r>
            <a:r>
              <a:rPr lang="en-US" altLang="en-US" i="1" dirty="0">
                <a:solidFill>
                  <a:schemeClr val="tx2"/>
                </a:solidFill>
              </a:rPr>
              <a:t>Route invalid timer</a:t>
            </a:r>
            <a:r>
              <a:rPr lang="en-US" altLang="en-US" dirty="0">
                <a:solidFill>
                  <a:schemeClr val="tx2"/>
                </a:solidFill>
              </a:rPr>
              <a:t> </a:t>
            </a:r>
            <a:r>
              <a:rPr lang="en-US" altLang="en-US" dirty="0" err="1">
                <a:solidFill>
                  <a:schemeClr val="tx2"/>
                </a:solidFill>
              </a:rPr>
              <a:t>phải</a:t>
            </a:r>
            <a:r>
              <a:rPr lang="en-US" altLang="en-US" dirty="0">
                <a:solidFill>
                  <a:schemeClr val="tx2"/>
                </a:solidFill>
              </a:rPr>
              <a:t> </a:t>
            </a:r>
            <a:r>
              <a:rPr lang="en-US" altLang="en-US" dirty="0" err="1">
                <a:solidFill>
                  <a:schemeClr val="tx2"/>
                </a:solidFill>
              </a:rPr>
              <a:t>nhỏ</a:t>
            </a:r>
            <a:r>
              <a:rPr lang="en-US" altLang="en-US" dirty="0">
                <a:solidFill>
                  <a:schemeClr val="tx2"/>
                </a:solidFill>
              </a:rPr>
              <a:t> </a:t>
            </a:r>
            <a:r>
              <a:rPr lang="en-US" altLang="en-US" dirty="0" err="1">
                <a:solidFill>
                  <a:schemeClr val="tx2"/>
                </a:solidFill>
              </a:rPr>
              <a:t>hơn</a:t>
            </a:r>
            <a:r>
              <a:rPr lang="en-US" altLang="en-US" dirty="0">
                <a:solidFill>
                  <a:schemeClr val="tx2"/>
                </a:solidFill>
              </a:rPr>
              <a:t> </a:t>
            </a:r>
            <a:r>
              <a:rPr lang="en-US" altLang="en-US" dirty="0" err="1">
                <a:solidFill>
                  <a:schemeClr val="tx2"/>
                </a:solidFill>
              </a:rPr>
              <a:t>giá</a:t>
            </a:r>
            <a:r>
              <a:rPr lang="en-US" altLang="en-US" dirty="0">
                <a:solidFill>
                  <a:schemeClr val="tx2"/>
                </a:solidFill>
              </a:rPr>
              <a:t> </a:t>
            </a:r>
            <a:r>
              <a:rPr lang="en-US" altLang="en-US" dirty="0" err="1">
                <a:solidFill>
                  <a:schemeClr val="tx2"/>
                </a:solidFill>
              </a:rPr>
              <a:t>trị</a:t>
            </a:r>
            <a:r>
              <a:rPr lang="en-US" altLang="en-US" dirty="0">
                <a:solidFill>
                  <a:schemeClr val="tx2"/>
                </a:solidFill>
              </a:rPr>
              <a:t> </a:t>
            </a:r>
            <a:r>
              <a:rPr lang="en-US" altLang="en-US" i="1" dirty="0">
                <a:solidFill>
                  <a:schemeClr val="tx2"/>
                </a:solidFill>
              </a:rPr>
              <a:t>Route flush timer</a:t>
            </a:r>
            <a:r>
              <a:rPr lang="en-US" altLang="en-US" dirty="0">
                <a:solidFill>
                  <a:schemeClr val="tx2"/>
                </a:solidFill>
              </a:rPr>
              <a:t> </a:t>
            </a:r>
            <a:r>
              <a:rPr lang="en-US" altLang="en-US" dirty="0" err="1">
                <a:solidFill>
                  <a:schemeClr val="tx2"/>
                </a:solidFill>
              </a:rPr>
              <a:t>vì</a:t>
            </a:r>
            <a:r>
              <a:rPr lang="en-US" altLang="en-US" dirty="0">
                <a:solidFill>
                  <a:schemeClr val="tx2"/>
                </a:solidFill>
              </a:rPr>
              <a:t> router </a:t>
            </a:r>
            <a:r>
              <a:rPr lang="en-US" altLang="en-US" dirty="0" err="1">
                <a:solidFill>
                  <a:schemeClr val="tx2"/>
                </a:solidFill>
              </a:rPr>
              <a:t>cần</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báo</a:t>
            </a:r>
            <a:r>
              <a:rPr lang="en-US" altLang="en-US" dirty="0">
                <a:solidFill>
                  <a:schemeClr val="tx2"/>
                </a:solidFill>
              </a:rPr>
              <a:t> </a:t>
            </a:r>
            <a:r>
              <a:rPr lang="en-US" altLang="en-US" dirty="0" err="1">
                <a:solidFill>
                  <a:schemeClr val="tx2"/>
                </a:solidFill>
              </a:rPr>
              <a:t>tới</a:t>
            </a:r>
            <a:r>
              <a:rPr lang="en-US" altLang="en-US" dirty="0">
                <a:solidFill>
                  <a:schemeClr val="tx2"/>
                </a:solidFill>
              </a:rPr>
              <a:t> neighbor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về</a:t>
            </a:r>
            <a:r>
              <a:rPr lang="en-US" altLang="en-US" dirty="0">
                <a:solidFill>
                  <a:schemeClr val="tx2"/>
                </a:solidFill>
              </a:rPr>
              <a:t> </a:t>
            </a:r>
            <a:r>
              <a:rPr lang="en-US" altLang="en-US" dirty="0" err="1">
                <a:solidFill>
                  <a:schemeClr val="tx2"/>
                </a:solidFill>
              </a:rPr>
              <a:t>trạng</a:t>
            </a:r>
            <a:r>
              <a:rPr lang="en-US" altLang="en-US" dirty="0">
                <a:solidFill>
                  <a:schemeClr val="tx2"/>
                </a:solidFill>
              </a:rPr>
              <a:t> </a:t>
            </a:r>
            <a:r>
              <a:rPr lang="en-US" altLang="en-US" dirty="0" err="1">
                <a:solidFill>
                  <a:schemeClr val="tx2"/>
                </a:solidFill>
              </a:rPr>
              <a:t>thái</a:t>
            </a:r>
            <a:r>
              <a:rPr lang="en-US" altLang="en-US" dirty="0">
                <a:solidFill>
                  <a:schemeClr val="tx2"/>
                </a:solidFill>
              </a:rPr>
              <a:t> invalid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đó</a:t>
            </a:r>
            <a:r>
              <a:rPr lang="en-US" altLang="en-US" dirty="0">
                <a:solidFill>
                  <a:schemeClr val="tx2"/>
                </a:solidFill>
              </a:rPr>
              <a:t> </a:t>
            </a:r>
            <a:r>
              <a:rPr lang="en-US" altLang="en-US" dirty="0" err="1">
                <a:solidFill>
                  <a:schemeClr val="tx2"/>
                </a:solidFill>
              </a:rPr>
              <a:t>trước</a:t>
            </a:r>
            <a:r>
              <a:rPr lang="en-US" altLang="en-US" dirty="0">
                <a:solidFill>
                  <a:schemeClr val="tx2"/>
                </a:solidFill>
              </a:rPr>
              <a:t> </a:t>
            </a:r>
            <a:r>
              <a:rPr lang="en-US" altLang="en-US" dirty="0" err="1">
                <a:solidFill>
                  <a:schemeClr val="tx2"/>
                </a:solidFill>
              </a:rPr>
              <a:t>khi</a:t>
            </a:r>
            <a:r>
              <a:rPr lang="en-US" altLang="en-US" dirty="0">
                <a:solidFill>
                  <a:schemeClr val="tx2"/>
                </a:solidFill>
              </a:rPr>
              <a:t> local routing </a:t>
            </a:r>
            <a:r>
              <a:rPr lang="en-US" altLang="en-US" dirty="0" err="1">
                <a:solidFill>
                  <a:schemeClr val="tx2"/>
                </a:solidFill>
              </a:rPr>
              <a:t>được</a:t>
            </a:r>
            <a:r>
              <a:rPr lang="en-US" altLang="en-US" dirty="0">
                <a:solidFill>
                  <a:schemeClr val="tx2"/>
                </a:solidFill>
              </a:rPr>
              <a:t> update. </a:t>
            </a:r>
          </a:p>
        </p:txBody>
      </p:sp>
      <p:sp>
        <p:nvSpPr>
          <p:cNvPr id="9" name="Title 1">
            <a:extLst>
              <a:ext uri="{FF2B5EF4-FFF2-40B4-BE49-F238E27FC236}">
                <a16:creationId xmlns:a16="http://schemas.microsoft.com/office/drawing/2014/main" id="{A5D2E106-C626-41BF-BA3E-B3A0168FDC00}"/>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III.1 RIP</a:t>
            </a:r>
            <a:endParaRPr lang="vi-VN" dirty="0">
              <a:cs typeface="Times New Roman"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6">
            <a:extLst>
              <a:ext uri="{FF2B5EF4-FFF2-40B4-BE49-F238E27FC236}">
                <a16:creationId xmlns:a16="http://schemas.microsoft.com/office/drawing/2014/main" id="{06BC5A75-1493-4BA3-9602-8FB3E6D4EC19}"/>
              </a:ext>
            </a:extLst>
          </p:cNvPr>
          <p:cNvSpPr>
            <a:spLocks noGrp="1" noChangeArrowheads="1"/>
          </p:cNvSpPr>
          <p:nvPr>
            <p:ph type="body" idx="1"/>
          </p:nvPr>
        </p:nvSpPr>
        <p:spPr>
          <a:xfrm>
            <a:off x="904461" y="1209261"/>
            <a:ext cx="8267700" cy="457200"/>
          </a:xfrm>
          <a:noFill/>
        </p:spPr>
        <p:txBody>
          <a:bodyPr/>
          <a:lstStyle/>
          <a:p>
            <a:pPr eaLnBrk="1" hangingPunct="1">
              <a:buFont typeface="Wingdings" panose="05000000000000000000" pitchFamily="2" charset="2"/>
              <a:buNone/>
            </a:pPr>
            <a:r>
              <a:rPr lang="en-US" altLang="en-US" b="1" dirty="0" err="1">
                <a:solidFill>
                  <a:schemeClr val="tx2"/>
                </a:solidFill>
              </a:rPr>
              <a:t>Các</a:t>
            </a:r>
            <a:r>
              <a:rPr lang="en-US" altLang="en-US" b="1" dirty="0">
                <a:solidFill>
                  <a:schemeClr val="tx2"/>
                </a:solidFill>
              </a:rPr>
              <a:t> </a:t>
            </a:r>
            <a:r>
              <a:rPr lang="en-US" altLang="en-US" b="1" dirty="0" err="1">
                <a:solidFill>
                  <a:schemeClr val="tx2"/>
                </a:solidFill>
              </a:rPr>
              <a:t>loại</a:t>
            </a:r>
            <a:r>
              <a:rPr lang="en-US" altLang="en-US" b="1" dirty="0">
                <a:solidFill>
                  <a:schemeClr val="tx2"/>
                </a:solidFill>
              </a:rPr>
              <a:t> </a:t>
            </a:r>
            <a:r>
              <a:rPr lang="en-US" altLang="en-US" b="1" dirty="0" err="1">
                <a:solidFill>
                  <a:schemeClr val="tx2"/>
                </a:solidFill>
              </a:rPr>
              <a:t>gói</a:t>
            </a:r>
            <a:r>
              <a:rPr lang="en-US" altLang="en-US" b="1" dirty="0">
                <a:solidFill>
                  <a:schemeClr val="tx2"/>
                </a:solidFill>
              </a:rPr>
              <a:t> tin RIP</a:t>
            </a:r>
          </a:p>
        </p:txBody>
      </p:sp>
      <p:sp>
        <p:nvSpPr>
          <p:cNvPr id="40964" name="Rectangle 7">
            <a:extLst>
              <a:ext uri="{FF2B5EF4-FFF2-40B4-BE49-F238E27FC236}">
                <a16:creationId xmlns:a16="http://schemas.microsoft.com/office/drawing/2014/main" id="{B64C92E6-ACF5-4F72-8AAB-71D9056DEFEB}"/>
              </a:ext>
            </a:extLst>
          </p:cNvPr>
          <p:cNvSpPr>
            <a:spLocks noChangeArrowheads="1"/>
          </p:cNvSpPr>
          <p:nvPr/>
        </p:nvSpPr>
        <p:spPr bwMode="auto">
          <a:xfrm>
            <a:off x="867569" y="1831976"/>
            <a:ext cx="3252788"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pPr>
            <a:r>
              <a:rPr lang="en-US" altLang="en-US" sz="2500" dirty="0">
                <a:solidFill>
                  <a:schemeClr val="tx2"/>
                </a:solidFill>
              </a:rPr>
              <a:t> Request message</a:t>
            </a:r>
          </a:p>
        </p:txBody>
      </p:sp>
      <p:sp>
        <p:nvSpPr>
          <p:cNvPr id="40965" name="Rectangle 8">
            <a:extLst>
              <a:ext uri="{FF2B5EF4-FFF2-40B4-BE49-F238E27FC236}">
                <a16:creationId xmlns:a16="http://schemas.microsoft.com/office/drawing/2014/main" id="{0C52BDB9-3CB0-45AA-9E09-D94C3C6B0A3B}"/>
              </a:ext>
            </a:extLst>
          </p:cNvPr>
          <p:cNvSpPr>
            <a:spLocks noChangeArrowheads="1"/>
          </p:cNvSpPr>
          <p:nvPr/>
        </p:nvSpPr>
        <p:spPr bwMode="auto">
          <a:xfrm>
            <a:off x="904460" y="2225301"/>
            <a:ext cx="10906539" cy="1685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buClrTx/>
              <a:buFontTx/>
              <a:buNone/>
            </a:pPr>
            <a:r>
              <a:rPr lang="en-US" altLang="en-US" dirty="0" err="1">
                <a:solidFill>
                  <a:schemeClr val="tx2"/>
                </a:solidFill>
              </a:rPr>
              <a:t>Dùng</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yêu</a:t>
            </a:r>
            <a:r>
              <a:rPr lang="en-US" altLang="en-US" dirty="0">
                <a:solidFill>
                  <a:schemeClr val="tx2"/>
                </a:solidFill>
              </a:rPr>
              <a:t> </a:t>
            </a:r>
            <a:r>
              <a:rPr lang="en-US" altLang="en-US" dirty="0" err="1">
                <a:solidFill>
                  <a:schemeClr val="tx2"/>
                </a:solidFill>
              </a:rPr>
              <a:t>cầu</a:t>
            </a:r>
            <a:r>
              <a:rPr lang="en-US" altLang="en-US" dirty="0">
                <a:solidFill>
                  <a:schemeClr val="tx2"/>
                </a:solidFill>
              </a:rPr>
              <a:t> 1 router </a:t>
            </a:r>
            <a:r>
              <a:rPr lang="en-US" altLang="en-US" dirty="0" err="1">
                <a:solidFill>
                  <a:schemeClr val="tx2"/>
                </a:solidFill>
              </a:rPr>
              <a:t>hàng</a:t>
            </a:r>
            <a:r>
              <a:rPr lang="en-US" altLang="en-US" dirty="0">
                <a:solidFill>
                  <a:schemeClr val="tx2"/>
                </a:solidFill>
              </a:rPr>
              <a:t> </a:t>
            </a:r>
            <a:r>
              <a:rPr lang="en-US" altLang="en-US" dirty="0" err="1">
                <a:solidFill>
                  <a:schemeClr val="tx2"/>
                </a:solidFill>
              </a:rPr>
              <a:t>xóm</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về</a:t>
            </a:r>
            <a:r>
              <a:rPr lang="en-US" altLang="en-US" dirty="0">
                <a:solidFill>
                  <a:schemeClr val="tx2"/>
                </a:solidFill>
              </a:rPr>
              <a:t> vector </a:t>
            </a:r>
            <a:r>
              <a:rPr lang="en-US" altLang="en-US" dirty="0" err="1">
                <a:solidFill>
                  <a:schemeClr val="tx2"/>
                </a:solidFill>
              </a:rPr>
              <a:t>khoảng</a:t>
            </a:r>
            <a:r>
              <a:rPr lang="en-US" altLang="en-US" dirty="0">
                <a:solidFill>
                  <a:schemeClr val="tx2"/>
                </a:solidFill>
              </a:rPr>
              <a:t> </a:t>
            </a:r>
            <a:r>
              <a:rPr lang="en-US" altLang="en-US" dirty="0" err="1">
                <a:solidFill>
                  <a:schemeClr val="tx2"/>
                </a:solidFill>
              </a:rPr>
              <a:t>cách</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Request </a:t>
            </a:r>
            <a:r>
              <a:rPr lang="en-US" altLang="en-US" dirty="0" err="1">
                <a:solidFill>
                  <a:schemeClr val="tx2"/>
                </a:solidFill>
              </a:rPr>
              <a:t>cũng</a:t>
            </a:r>
            <a:r>
              <a:rPr lang="en-US" altLang="en-US" dirty="0">
                <a:solidFill>
                  <a:schemeClr val="tx2"/>
                </a:solidFill>
              </a:rPr>
              <a:t> </a:t>
            </a:r>
            <a:r>
              <a:rPr lang="en-US" altLang="en-US" dirty="0" err="1">
                <a:solidFill>
                  <a:schemeClr val="tx2"/>
                </a:solidFill>
              </a:rPr>
              <a:t>chứa</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cho</a:t>
            </a:r>
            <a:r>
              <a:rPr lang="en-US" altLang="en-US" dirty="0">
                <a:solidFill>
                  <a:schemeClr val="tx2"/>
                </a:solidFill>
              </a:rPr>
              <a:t> </a:t>
            </a:r>
            <a:r>
              <a:rPr lang="en-US" altLang="en-US" dirty="0" err="1">
                <a:solidFill>
                  <a:schemeClr val="tx2"/>
                </a:solidFill>
              </a:rPr>
              <a:t>biết</a:t>
            </a:r>
            <a:r>
              <a:rPr lang="en-US" altLang="en-US" dirty="0">
                <a:solidFill>
                  <a:schemeClr val="tx2"/>
                </a:solidFill>
              </a:rPr>
              <a:t> </a:t>
            </a:r>
            <a:r>
              <a:rPr lang="en-US" altLang="en-US" dirty="0" err="1">
                <a:solidFill>
                  <a:schemeClr val="tx2"/>
                </a:solidFill>
              </a:rPr>
              <a:t>yêu</a:t>
            </a:r>
            <a:r>
              <a:rPr lang="en-US" altLang="en-US" dirty="0">
                <a:solidFill>
                  <a:schemeClr val="tx2"/>
                </a:solidFill>
              </a:rPr>
              <a:t> </a:t>
            </a:r>
            <a:r>
              <a:rPr lang="en-US" altLang="en-US" dirty="0" err="1">
                <a:solidFill>
                  <a:schemeClr val="tx2"/>
                </a:solidFill>
              </a:rPr>
              <a:t>cầu</a:t>
            </a:r>
            <a:r>
              <a:rPr lang="en-US" altLang="en-US" dirty="0">
                <a:solidFill>
                  <a:schemeClr val="tx2"/>
                </a:solidFill>
              </a:rPr>
              <a:t> </a:t>
            </a:r>
            <a:r>
              <a:rPr lang="en-US" altLang="en-US" dirty="0" err="1">
                <a:solidFill>
                  <a:schemeClr val="tx2"/>
                </a:solidFill>
              </a:rPr>
              <a:t>gửi</a:t>
            </a:r>
            <a:r>
              <a:rPr lang="en-US" altLang="en-US" dirty="0">
                <a:solidFill>
                  <a:schemeClr val="tx2"/>
                </a:solidFill>
              </a:rPr>
              <a:t> 1 </a:t>
            </a:r>
            <a:r>
              <a:rPr lang="en-US" altLang="en-US" dirty="0" err="1">
                <a:solidFill>
                  <a:schemeClr val="tx2"/>
                </a:solidFill>
              </a:rPr>
              <a:t>phần</a:t>
            </a:r>
            <a:r>
              <a:rPr lang="en-US" altLang="en-US" dirty="0">
                <a:solidFill>
                  <a:schemeClr val="tx2"/>
                </a:solidFill>
              </a:rPr>
              <a:t> hay </a:t>
            </a:r>
            <a:r>
              <a:rPr lang="en-US" altLang="en-US" dirty="0" err="1">
                <a:solidFill>
                  <a:schemeClr val="tx2"/>
                </a:solidFill>
              </a:rPr>
              <a:t>toàn</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định</a:t>
            </a:r>
            <a:endParaRPr lang="en-US" altLang="en-US" dirty="0">
              <a:solidFill>
                <a:schemeClr val="tx2"/>
              </a:solidFill>
            </a:endParaRPr>
          </a:p>
        </p:txBody>
      </p:sp>
      <p:sp>
        <p:nvSpPr>
          <p:cNvPr id="40966" name="Rectangle 9">
            <a:extLst>
              <a:ext uri="{FF2B5EF4-FFF2-40B4-BE49-F238E27FC236}">
                <a16:creationId xmlns:a16="http://schemas.microsoft.com/office/drawing/2014/main" id="{77F69795-98BD-460F-A9C0-7A7E068568CE}"/>
              </a:ext>
            </a:extLst>
          </p:cNvPr>
          <p:cNvSpPr>
            <a:spLocks noChangeArrowheads="1"/>
          </p:cNvSpPr>
          <p:nvPr/>
        </p:nvSpPr>
        <p:spPr bwMode="auto">
          <a:xfrm>
            <a:off x="904460" y="3911147"/>
            <a:ext cx="351631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pPr>
            <a:r>
              <a:rPr lang="en-US" altLang="en-US" sz="2500" dirty="0">
                <a:solidFill>
                  <a:schemeClr val="tx2"/>
                </a:solidFill>
              </a:rPr>
              <a:t> Response message</a:t>
            </a:r>
          </a:p>
        </p:txBody>
      </p:sp>
      <p:sp>
        <p:nvSpPr>
          <p:cNvPr id="40967" name="Rectangle 10">
            <a:extLst>
              <a:ext uri="{FF2B5EF4-FFF2-40B4-BE49-F238E27FC236}">
                <a16:creationId xmlns:a16="http://schemas.microsoft.com/office/drawing/2014/main" id="{3550C4F4-8649-4261-A56E-D2AAD62095A0}"/>
              </a:ext>
            </a:extLst>
          </p:cNvPr>
          <p:cNvSpPr>
            <a:spLocks noChangeArrowheads="1"/>
          </p:cNvSpPr>
          <p:nvPr/>
        </p:nvSpPr>
        <p:spPr bwMode="auto">
          <a:xfrm>
            <a:off x="904459" y="4292226"/>
            <a:ext cx="10906539" cy="1685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dirty="0" err="1">
                <a:solidFill>
                  <a:schemeClr val="tx2"/>
                </a:solidFill>
              </a:rPr>
              <a:t>Là</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điệp</a:t>
            </a:r>
            <a:r>
              <a:rPr lang="en-US" altLang="en-US" dirty="0">
                <a:solidFill>
                  <a:schemeClr val="tx2"/>
                </a:solidFill>
              </a:rPr>
              <a:t> </a:t>
            </a:r>
            <a:r>
              <a:rPr lang="en-US" altLang="en-US" dirty="0" err="1">
                <a:solidFill>
                  <a:schemeClr val="tx2"/>
                </a:solidFill>
              </a:rPr>
              <a:t>chứa</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cập</a:t>
            </a:r>
            <a:r>
              <a:rPr lang="en-US" altLang="en-US" dirty="0">
                <a:solidFill>
                  <a:schemeClr val="tx2"/>
                </a:solidFill>
              </a:rPr>
              <a:t> </a:t>
            </a:r>
            <a:r>
              <a:rPr lang="en-US" altLang="en-US" dirty="0" err="1">
                <a:solidFill>
                  <a:schemeClr val="tx2"/>
                </a:solidFill>
              </a:rPr>
              <a:t>nhật</a:t>
            </a:r>
            <a:r>
              <a:rPr lang="en-US" altLang="en-US" dirty="0">
                <a:solidFill>
                  <a:schemeClr val="tx2"/>
                </a:solidFill>
              </a:rPr>
              <a:t> </a:t>
            </a:r>
            <a:r>
              <a:rPr lang="en-US" altLang="en-US" dirty="0" err="1">
                <a:solidFill>
                  <a:schemeClr val="tx2"/>
                </a:solidFill>
              </a:rPr>
              <a:t>về</a:t>
            </a:r>
            <a:r>
              <a:rPr lang="en-US" altLang="en-US" dirty="0">
                <a:solidFill>
                  <a:schemeClr val="tx2"/>
                </a:solidFill>
              </a:rPr>
              <a:t> vector </a:t>
            </a:r>
            <a:r>
              <a:rPr lang="en-US" altLang="en-US" dirty="0" err="1">
                <a:solidFill>
                  <a:schemeClr val="tx2"/>
                </a:solidFill>
              </a:rPr>
              <a:t>khoảng</a:t>
            </a:r>
            <a:r>
              <a:rPr lang="en-US" altLang="en-US" dirty="0">
                <a:solidFill>
                  <a:schemeClr val="tx2"/>
                </a:solidFill>
              </a:rPr>
              <a:t> </a:t>
            </a:r>
            <a:r>
              <a:rPr lang="en-US" altLang="en-US" dirty="0" err="1">
                <a:solidFill>
                  <a:schemeClr val="tx2"/>
                </a:solidFill>
              </a:rPr>
              <a:t>cách</a:t>
            </a:r>
            <a:r>
              <a:rPr lang="en-US" altLang="en-US" dirty="0">
                <a:solidFill>
                  <a:schemeClr val="tx2"/>
                </a:solidFill>
              </a:rPr>
              <a:t>. </a:t>
            </a:r>
            <a:r>
              <a:rPr lang="en-US" altLang="en-US" dirty="0" err="1">
                <a:solidFill>
                  <a:schemeClr val="tx2"/>
                </a:solidFill>
              </a:rPr>
              <a:t>Mặc</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gói</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đi</a:t>
            </a:r>
            <a:r>
              <a:rPr lang="en-US" altLang="en-US" dirty="0">
                <a:solidFill>
                  <a:schemeClr val="tx2"/>
                </a:solidFill>
              </a:rPr>
              <a:t> </a:t>
            </a:r>
            <a:r>
              <a:rPr lang="en-US" altLang="en-US" dirty="0" err="1">
                <a:solidFill>
                  <a:schemeClr val="tx2"/>
                </a:solidFill>
              </a:rPr>
              <a:t>sau</a:t>
            </a:r>
            <a:r>
              <a:rPr lang="en-US" altLang="en-US" dirty="0">
                <a:solidFill>
                  <a:schemeClr val="tx2"/>
                </a:solidFill>
              </a:rPr>
              <a:t> </a:t>
            </a:r>
            <a:r>
              <a:rPr lang="en-US" altLang="en-US" dirty="0" err="1">
                <a:solidFill>
                  <a:schemeClr val="tx2"/>
                </a:solidFill>
              </a:rPr>
              <a:t>mỗi</a:t>
            </a:r>
            <a:r>
              <a:rPr lang="en-US" altLang="en-US" dirty="0">
                <a:solidFill>
                  <a:schemeClr val="tx2"/>
                </a:solidFill>
              </a:rPr>
              <a:t> chu </a:t>
            </a:r>
            <a:r>
              <a:rPr lang="en-US" altLang="en-US" dirty="0" err="1">
                <a:solidFill>
                  <a:schemeClr val="tx2"/>
                </a:solidFill>
              </a:rPr>
              <a:t>kì</a:t>
            </a:r>
            <a:r>
              <a:rPr lang="en-US" altLang="en-US" dirty="0">
                <a:solidFill>
                  <a:schemeClr val="tx2"/>
                </a:solidFill>
              </a:rPr>
              <a:t> 30 </a:t>
            </a:r>
            <a:r>
              <a:rPr lang="en-US" altLang="en-US" dirty="0" err="1">
                <a:solidFill>
                  <a:schemeClr val="tx2"/>
                </a:solidFill>
              </a:rPr>
              <a:t>giây</a:t>
            </a:r>
            <a:r>
              <a:rPr lang="en-US" altLang="en-US" dirty="0">
                <a:solidFill>
                  <a:schemeClr val="tx2"/>
                </a:solidFill>
              </a:rPr>
              <a:t>, </a:t>
            </a:r>
            <a:r>
              <a:rPr lang="en-US" altLang="en-US" dirty="0" err="1">
                <a:solidFill>
                  <a:schemeClr val="tx2"/>
                </a:solidFill>
              </a:rPr>
              <a:t>hoặc</a:t>
            </a:r>
            <a:r>
              <a:rPr lang="en-US" altLang="en-US" dirty="0">
                <a:solidFill>
                  <a:schemeClr val="tx2"/>
                </a:solidFill>
              </a:rPr>
              <a:t> </a:t>
            </a:r>
            <a:r>
              <a:rPr lang="en-US" altLang="en-US" dirty="0" err="1">
                <a:solidFill>
                  <a:schemeClr val="tx2"/>
                </a:solidFill>
              </a:rPr>
              <a:t>khi</a:t>
            </a:r>
            <a:r>
              <a:rPr lang="en-US" altLang="en-US" dirty="0">
                <a:solidFill>
                  <a:schemeClr val="tx2"/>
                </a:solidFill>
              </a:rPr>
              <a:t> </a:t>
            </a:r>
            <a:r>
              <a:rPr lang="en-US" altLang="en-US" dirty="0" err="1">
                <a:solidFill>
                  <a:schemeClr val="tx2"/>
                </a:solidFill>
              </a:rPr>
              <a:t>nhận</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request </a:t>
            </a:r>
            <a:r>
              <a:rPr lang="en-US" altLang="en-US" dirty="0" err="1">
                <a:solidFill>
                  <a:schemeClr val="tx2"/>
                </a:solidFill>
              </a:rPr>
              <a:t>từ</a:t>
            </a:r>
            <a:r>
              <a:rPr lang="en-US" altLang="en-US" dirty="0">
                <a:solidFill>
                  <a:schemeClr val="tx2"/>
                </a:solidFill>
              </a:rPr>
              <a:t> </a:t>
            </a:r>
            <a:r>
              <a:rPr lang="en-US" altLang="en-US" dirty="0" err="1">
                <a:solidFill>
                  <a:schemeClr val="tx2"/>
                </a:solidFill>
              </a:rPr>
              <a:t>một</a:t>
            </a:r>
            <a:r>
              <a:rPr lang="en-US" altLang="en-US" dirty="0">
                <a:solidFill>
                  <a:schemeClr val="tx2"/>
                </a:solidFill>
              </a:rPr>
              <a:t> router </a:t>
            </a:r>
            <a:r>
              <a:rPr lang="en-US" altLang="en-US" dirty="0" err="1">
                <a:solidFill>
                  <a:schemeClr val="tx2"/>
                </a:solidFill>
              </a:rPr>
              <a:t>khác</a:t>
            </a:r>
            <a:r>
              <a:rPr lang="en-US" altLang="en-US" dirty="0">
                <a:solidFill>
                  <a:schemeClr val="tx2"/>
                </a:solidFill>
              </a:rPr>
              <a:t>. </a:t>
            </a:r>
          </a:p>
        </p:txBody>
      </p:sp>
      <p:sp>
        <p:nvSpPr>
          <p:cNvPr id="11" name="Title 1">
            <a:extLst>
              <a:ext uri="{FF2B5EF4-FFF2-40B4-BE49-F238E27FC236}">
                <a16:creationId xmlns:a16="http://schemas.microsoft.com/office/drawing/2014/main" id="{9CA1CE1F-80D5-487C-8776-E9A53D102850}"/>
              </a:ext>
            </a:extLst>
          </p:cNvPr>
          <p:cNvSpPr>
            <a:spLocks noGrp="1"/>
          </p:cNvSpPr>
          <p:nvPr>
            <p:ph type="title"/>
          </p:nvPr>
        </p:nvSpPr>
        <p:spPr>
          <a:xfrm>
            <a:off x="904461" y="256761"/>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III.1 RIP</a:t>
            </a:r>
            <a:endParaRPr lang="vi-VN" dirty="0">
              <a:cs typeface="Times New Roman"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9">
            <a:extLst>
              <a:ext uri="{FF2B5EF4-FFF2-40B4-BE49-F238E27FC236}">
                <a16:creationId xmlns:a16="http://schemas.microsoft.com/office/drawing/2014/main" id="{0F900E65-A33E-46BA-992E-19E62F47A133}"/>
              </a:ext>
            </a:extLst>
          </p:cNvPr>
          <p:cNvSpPr>
            <a:spLocks noChangeArrowheads="1"/>
          </p:cNvSpPr>
          <p:nvPr/>
        </p:nvSpPr>
        <p:spPr bwMode="gray">
          <a:xfrm>
            <a:off x="487017" y="1332429"/>
            <a:ext cx="11489635" cy="4412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buNone/>
            </a:pPr>
            <a:r>
              <a:rPr lang="en-US" altLang="en-US" sz="3000" dirty="0" err="1">
                <a:solidFill>
                  <a:schemeClr val="tx2"/>
                </a:solidFill>
                <a:latin typeface="+mn-lt"/>
              </a:rPr>
              <a:t>Các</a:t>
            </a:r>
            <a:r>
              <a:rPr lang="en-US" altLang="en-US" sz="3000" dirty="0">
                <a:solidFill>
                  <a:schemeClr val="tx2"/>
                </a:solidFill>
                <a:latin typeface="+mn-lt"/>
              </a:rPr>
              <a:t> </a:t>
            </a:r>
            <a:r>
              <a:rPr lang="en-US" altLang="en-US" sz="3000" dirty="0" err="1">
                <a:solidFill>
                  <a:schemeClr val="tx2"/>
                </a:solidFill>
                <a:latin typeface="+mn-lt"/>
              </a:rPr>
              <a:t>trạng</a:t>
            </a:r>
            <a:r>
              <a:rPr lang="en-US" altLang="en-US" sz="3000" dirty="0">
                <a:solidFill>
                  <a:schemeClr val="tx2"/>
                </a:solidFill>
                <a:latin typeface="+mn-lt"/>
              </a:rPr>
              <a:t> </a:t>
            </a:r>
            <a:r>
              <a:rPr lang="en-US" altLang="en-US" sz="3000" dirty="0" err="1">
                <a:solidFill>
                  <a:schemeClr val="tx2"/>
                </a:solidFill>
                <a:latin typeface="+mn-lt"/>
              </a:rPr>
              <a:t>thái</a:t>
            </a:r>
            <a:r>
              <a:rPr lang="en-US" altLang="en-US" sz="3000" dirty="0">
                <a:solidFill>
                  <a:schemeClr val="tx2"/>
                </a:solidFill>
                <a:latin typeface="+mn-lt"/>
              </a:rPr>
              <a:t> </a:t>
            </a:r>
            <a:r>
              <a:rPr lang="en-US" altLang="en-US" sz="3000" dirty="0" err="1">
                <a:solidFill>
                  <a:schemeClr val="tx2"/>
                </a:solidFill>
                <a:latin typeface="+mn-lt"/>
              </a:rPr>
              <a:t>hoạt</a:t>
            </a:r>
            <a:r>
              <a:rPr lang="en-US" altLang="en-US" sz="3000" dirty="0">
                <a:solidFill>
                  <a:schemeClr val="tx2"/>
                </a:solidFill>
                <a:latin typeface="+mn-lt"/>
              </a:rPr>
              <a:t> </a:t>
            </a:r>
            <a:r>
              <a:rPr lang="en-US" altLang="en-US" sz="3000" dirty="0" err="1">
                <a:solidFill>
                  <a:schemeClr val="tx2"/>
                </a:solidFill>
                <a:latin typeface="+mn-lt"/>
              </a:rPr>
              <a:t>động</a:t>
            </a:r>
            <a:r>
              <a:rPr lang="en-US" altLang="en-US" sz="3000" dirty="0">
                <a:solidFill>
                  <a:schemeClr val="tx2"/>
                </a:solidFill>
                <a:latin typeface="+mn-lt"/>
              </a:rPr>
              <a:t> </a:t>
            </a:r>
            <a:r>
              <a:rPr lang="en-US" altLang="en-US" sz="3000" dirty="0" err="1">
                <a:solidFill>
                  <a:schemeClr val="tx2"/>
                </a:solidFill>
                <a:latin typeface="+mn-lt"/>
              </a:rPr>
              <a:t>của</a:t>
            </a:r>
            <a:r>
              <a:rPr lang="en-US" altLang="en-US" sz="3000" dirty="0">
                <a:solidFill>
                  <a:schemeClr val="tx2"/>
                </a:solidFill>
                <a:latin typeface="+mn-lt"/>
              </a:rPr>
              <a:t> router RIP</a:t>
            </a:r>
          </a:p>
          <a:p>
            <a:pPr algn="just">
              <a:buNone/>
            </a:pPr>
            <a:r>
              <a:rPr lang="en-US" altLang="en-US" sz="3000" dirty="0" err="1">
                <a:solidFill>
                  <a:schemeClr val="tx2"/>
                </a:solidFill>
                <a:latin typeface="+mn-lt"/>
              </a:rPr>
              <a:t>Một</a:t>
            </a:r>
            <a:r>
              <a:rPr lang="en-US" altLang="en-US" sz="3000" dirty="0">
                <a:solidFill>
                  <a:schemeClr val="tx2"/>
                </a:solidFill>
                <a:latin typeface="+mn-lt"/>
              </a:rPr>
              <a:t> router </a:t>
            </a:r>
            <a:r>
              <a:rPr lang="en-US" altLang="en-US" sz="3000" dirty="0" err="1">
                <a:solidFill>
                  <a:schemeClr val="tx2"/>
                </a:solidFill>
                <a:latin typeface="+mn-lt"/>
              </a:rPr>
              <a:t>hoạt</a:t>
            </a:r>
            <a:r>
              <a:rPr lang="en-US" altLang="en-US" sz="3000" dirty="0">
                <a:solidFill>
                  <a:schemeClr val="tx2"/>
                </a:solidFill>
                <a:latin typeface="+mn-lt"/>
              </a:rPr>
              <a:t> </a:t>
            </a:r>
            <a:r>
              <a:rPr lang="en-US" altLang="en-US" sz="3000" dirty="0" err="1">
                <a:solidFill>
                  <a:schemeClr val="tx2"/>
                </a:solidFill>
                <a:latin typeface="+mn-lt"/>
              </a:rPr>
              <a:t>động</a:t>
            </a:r>
            <a:r>
              <a:rPr lang="en-US" altLang="en-US" sz="3000" dirty="0">
                <a:solidFill>
                  <a:schemeClr val="tx2"/>
                </a:solidFill>
                <a:latin typeface="+mn-lt"/>
              </a:rPr>
              <a:t> </a:t>
            </a:r>
            <a:r>
              <a:rPr lang="en-US" altLang="en-US" sz="3000" dirty="0" err="1">
                <a:solidFill>
                  <a:schemeClr val="tx2"/>
                </a:solidFill>
                <a:latin typeface="+mn-lt"/>
              </a:rPr>
              <a:t>theo</a:t>
            </a:r>
            <a:r>
              <a:rPr lang="en-US" altLang="en-US" sz="3000" dirty="0">
                <a:solidFill>
                  <a:schemeClr val="tx2"/>
                </a:solidFill>
                <a:latin typeface="+mn-lt"/>
              </a:rPr>
              <a:t> RIP </a:t>
            </a:r>
            <a:r>
              <a:rPr lang="en-US" altLang="en-US" sz="3000" dirty="0" err="1">
                <a:solidFill>
                  <a:schemeClr val="tx2"/>
                </a:solidFill>
                <a:latin typeface="+mn-lt"/>
              </a:rPr>
              <a:t>có</a:t>
            </a:r>
            <a:r>
              <a:rPr lang="en-US" altLang="en-US" sz="3000" dirty="0">
                <a:solidFill>
                  <a:schemeClr val="tx2"/>
                </a:solidFill>
                <a:latin typeface="+mn-lt"/>
              </a:rPr>
              <a:t> </a:t>
            </a:r>
            <a:r>
              <a:rPr lang="en-US" altLang="en-US" sz="3000" dirty="0" err="1">
                <a:solidFill>
                  <a:schemeClr val="tx2"/>
                </a:solidFill>
                <a:latin typeface="+mn-lt"/>
              </a:rPr>
              <a:t>thể</a:t>
            </a:r>
            <a:r>
              <a:rPr lang="en-US" altLang="en-US" sz="3000" dirty="0">
                <a:solidFill>
                  <a:schemeClr val="tx2"/>
                </a:solidFill>
                <a:latin typeface="+mn-lt"/>
              </a:rPr>
              <a:t> </a:t>
            </a:r>
            <a:r>
              <a:rPr lang="en-US" altLang="en-US" sz="3000" dirty="0" err="1">
                <a:solidFill>
                  <a:schemeClr val="tx2"/>
                </a:solidFill>
                <a:latin typeface="+mn-lt"/>
              </a:rPr>
              <a:t>theo</a:t>
            </a:r>
            <a:r>
              <a:rPr lang="en-US" altLang="en-US" sz="3000" dirty="0">
                <a:solidFill>
                  <a:schemeClr val="tx2"/>
                </a:solidFill>
                <a:latin typeface="+mn-lt"/>
              </a:rPr>
              <a:t> 1 </a:t>
            </a:r>
            <a:r>
              <a:rPr lang="en-US" altLang="en-US" sz="3000" dirty="0" err="1">
                <a:solidFill>
                  <a:schemeClr val="tx2"/>
                </a:solidFill>
                <a:latin typeface="+mn-lt"/>
              </a:rPr>
              <a:t>trong</a:t>
            </a:r>
            <a:r>
              <a:rPr lang="en-US" altLang="en-US" sz="3000" dirty="0">
                <a:solidFill>
                  <a:schemeClr val="tx2"/>
                </a:solidFill>
                <a:latin typeface="+mn-lt"/>
              </a:rPr>
              <a:t> 2 </a:t>
            </a:r>
            <a:r>
              <a:rPr lang="en-US" altLang="en-US" sz="3000" dirty="0" err="1">
                <a:solidFill>
                  <a:schemeClr val="tx2"/>
                </a:solidFill>
                <a:latin typeface="+mn-lt"/>
              </a:rPr>
              <a:t>kiểu</a:t>
            </a:r>
            <a:r>
              <a:rPr lang="en-US" altLang="en-US" sz="3000" dirty="0">
                <a:solidFill>
                  <a:schemeClr val="tx2"/>
                </a:solidFill>
                <a:latin typeface="+mn-lt"/>
              </a:rPr>
              <a:t> </a:t>
            </a:r>
            <a:r>
              <a:rPr lang="en-US" altLang="en-US" sz="3000" dirty="0" err="1">
                <a:solidFill>
                  <a:schemeClr val="tx2"/>
                </a:solidFill>
                <a:latin typeface="+mn-lt"/>
              </a:rPr>
              <a:t>sau</a:t>
            </a:r>
            <a:r>
              <a:rPr lang="en-US" altLang="en-US" sz="3000" dirty="0">
                <a:solidFill>
                  <a:schemeClr val="tx2"/>
                </a:solidFill>
                <a:latin typeface="+mn-lt"/>
              </a:rPr>
              <a:t>: </a:t>
            </a:r>
          </a:p>
          <a:p>
            <a:pPr marL="800100" indent="-457200" algn="just"/>
            <a:r>
              <a:rPr lang="en-US" altLang="en-US" sz="3000" dirty="0" err="1">
                <a:solidFill>
                  <a:schemeClr val="tx2"/>
                </a:solidFill>
                <a:latin typeface="+mn-lt"/>
              </a:rPr>
              <a:t>Chủ</a:t>
            </a:r>
            <a:r>
              <a:rPr lang="en-US" altLang="en-US" sz="3000" dirty="0">
                <a:solidFill>
                  <a:schemeClr val="tx2"/>
                </a:solidFill>
                <a:latin typeface="+mn-lt"/>
              </a:rPr>
              <a:t> </a:t>
            </a:r>
            <a:r>
              <a:rPr lang="en-US" altLang="en-US" sz="3000" dirty="0" err="1">
                <a:solidFill>
                  <a:schemeClr val="tx2"/>
                </a:solidFill>
                <a:latin typeface="+mn-lt"/>
              </a:rPr>
              <a:t>động</a:t>
            </a:r>
            <a:r>
              <a:rPr lang="en-US" altLang="en-US" sz="3000" dirty="0">
                <a:solidFill>
                  <a:schemeClr val="tx2"/>
                </a:solidFill>
                <a:latin typeface="+mn-lt"/>
              </a:rPr>
              <a:t>: </a:t>
            </a:r>
            <a:r>
              <a:rPr lang="en-US" altLang="en-US" sz="3000" dirty="0" err="1">
                <a:solidFill>
                  <a:schemeClr val="tx2"/>
                </a:solidFill>
                <a:latin typeface="+mn-lt"/>
              </a:rPr>
              <a:t>các</a:t>
            </a:r>
            <a:r>
              <a:rPr lang="en-US" altLang="en-US" sz="3000" dirty="0">
                <a:solidFill>
                  <a:schemeClr val="tx2"/>
                </a:solidFill>
                <a:latin typeface="+mn-lt"/>
              </a:rPr>
              <a:t> router </a:t>
            </a:r>
            <a:r>
              <a:rPr lang="en-US" altLang="en-US" sz="3000" dirty="0" err="1">
                <a:solidFill>
                  <a:schemeClr val="tx2"/>
                </a:solidFill>
                <a:latin typeface="+mn-lt"/>
              </a:rPr>
              <a:t>sẽ</a:t>
            </a:r>
            <a:r>
              <a:rPr lang="en-US" altLang="en-US" sz="3000" dirty="0">
                <a:solidFill>
                  <a:schemeClr val="tx2"/>
                </a:solidFill>
                <a:latin typeface="+mn-lt"/>
              </a:rPr>
              <a:t> </a:t>
            </a:r>
            <a:r>
              <a:rPr lang="en-US" altLang="en-US" sz="3000" dirty="0" err="1">
                <a:solidFill>
                  <a:schemeClr val="tx2"/>
                </a:solidFill>
                <a:latin typeface="+mn-lt"/>
              </a:rPr>
              <a:t>chủ</a:t>
            </a:r>
            <a:r>
              <a:rPr lang="en-US" altLang="en-US" sz="3000" dirty="0">
                <a:solidFill>
                  <a:schemeClr val="tx2"/>
                </a:solidFill>
                <a:latin typeface="+mn-lt"/>
              </a:rPr>
              <a:t> </a:t>
            </a:r>
            <a:r>
              <a:rPr lang="en-US" altLang="en-US" sz="3000" dirty="0" err="1">
                <a:solidFill>
                  <a:schemeClr val="tx2"/>
                </a:solidFill>
                <a:latin typeface="+mn-lt"/>
              </a:rPr>
              <a:t>động</a:t>
            </a:r>
            <a:r>
              <a:rPr lang="en-US" altLang="en-US" sz="3000" dirty="0">
                <a:solidFill>
                  <a:schemeClr val="tx2"/>
                </a:solidFill>
                <a:latin typeface="+mn-lt"/>
              </a:rPr>
              <a:t> </a:t>
            </a:r>
            <a:r>
              <a:rPr lang="en-US" altLang="en-US" sz="3000" dirty="0" err="1">
                <a:solidFill>
                  <a:schemeClr val="tx2"/>
                </a:solidFill>
                <a:latin typeface="+mn-lt"/>
              </a:rPr>
              <a:t>gửi</a:t>
            </a:r>
            <a:r>
              <a:rPr lang="en-US" altLang="en-US" sz="3000" dirty="0">
                <a:solidFill>
                  <a:schemeClr val="tx2"/>
                </a:solidFill>
                <a:latin typeface="+mn-lt"/>
              </a:rPr>
              <a:t> </a:t>
            </a:r>
            <a:r>
              <a:rPr lang="en-US" altLang="en-US" sz="3000" dirty="0" err="1">
                <a:solidFill>
                  <a:schemeClr val="tx2"/>
                </a:solidFill>
                <a:latin typeface="+mn-lt"/>
              </a:rPr>
              <a:t>thông</a:t>
            </a:r>
            <a:r>
              <a:rPr lang="en-US" altLang="en-US" sz="3000" dirty="0">
                <a:solidFill>
                  <a:schemeClr val="tx2"/>
                </a:solidFill>
                <a:latin typeface="+mn-lt"/>
              </a:rPr>
              <a:t> tin Request </a:t>
            </a:r>
            <a:r>
              <a:rPr lang="en-US" altLang="en-US" sz="3000" dirty="0" err="1">
                <a:solidFill>
                  <a:schemeClr val="tx2"/>
                </a:solidFill>
                <a:latin typeface="+mn-lt"/>
              </a:rPr>
              <a:t>và</a:t>
            </a:r>
            <a:r>
              <a:rPr lang="en-US" altLang="en-US" sz="3000" dirty="0">
                <a:solidFill>
                  <a:schemeClr val="tx2"/>
                </a:solidFill>
                <a:latin typeface="+mn-lt"/>
              </a:rPr>
              <a:t> </a:t>
            </a:r>
            <a:r>
              <a:rPr lang="en-US" altLang="en-US" sz="3000" dirty="0" err="1">
                <a:solidFill>
                  <a:schemeClr val="tx2"/>
                </a:solidFill>
                <a:latin typeface="+mn-lt"/>
              </a:rPr>
              <a:t>nhận</a:t>
            </a:r>
            <a:r>
              <a:rPr lang="en-US" altLang="en-US" sz="3000" dirty="0">
                <a:solidFill>
                  <a:schemeClr val="tx2"/>
                </a:solidFill>
                <a:latin typeface="+mn-lt"/>
              </a:rPr>
              <a:t> </a:t>
            </a:r>
            <a:r>
              <a:rPr lang="en-US" altLang="en-US" sz="3000" dirty="0" err="1">
                <a:solidFill>
                  <a:schemeClr val="tx2"/>
                </a:solidFill>
                <a:latin typeface="+mn-lt"/>
              </a:rPr>
              <a:t>thông</a:t>
            </a:r>
            <a:r>
              <a:rPr lang="en-US" altLang="en-US" sz="3000" dirty="0">
                <a:solidFill>
                  <a:schemeClr val="tx2"/>
                </a:solidFill>
                <a:latin typeface="+mn-lt"/>
              </a:rPr>
              <a:t> tin Response. Router </a:t>
            </a:r>
            <a:r>
              <a:rPr lang="en-US" altLang="en-US" sz="3000" dirty="0" err="1">
                <a:solidFill>
                  <a:schemeClr val="tx2"/>
                </a:solidFill>
                <a:latin typeface="+mn-lt"/>
              </a:rPr>
              <a:t>thường</a:t>
            </a:r>
            <a:r>
              <a:rPr lang="en-US" altLang="en-US" sz="3000" dirty="0">
                <a:solidFill>
                  <a:schemeClr val="tx2"/>
                </a:solidFill>
                <a:latin typeface="+mn-lt"/>
              </a:rPr>
              <a:t> </a:t>
            </a:r>
            <a:r>
              <a:rPr lang="en-US" altLang="en-US" sz="3000" dirty="0" err="1">
                <a:solidFill>
                  <a:schemeClr val="tx2"/>
                </a:solidFill>
                <a:latin typeface="+mn-lt"/>
              </a:rPr>
              <a:t>hoạt</a:t>
            </a:r>
            <a:r>
              <a:rPr lang="en-US" altLang="en-US" sz="3000" dirty="0">
                <a:solidFill>
                  <a:schemeClr val="tx2"/>
                </a:solidFill>
                <a:latin typeface="+mn-lt"/>
              </a:rPr>
              <a:t> </a:t>
            </a:r>
            <a:r>
              <a:rPr lang="en-US" altLang="en-US" sz="3000" dirty="0" err="1">
                <a:solidFill>
                  <a:schemeClr val="tx2"/>
                </a:solidFill>
                <a:latin typeface="+mn-lt"/>
              </a:rPr>
              <a:t>động</a:t>
            </a:r>
            <a:r>
              <a:rPr lang="en-US" altLang="en-US" sz="3000" dirty="0">
                <a:solidFill>
                  <a:schemeClr val="tx2"/>
                </a:solidFill>
                <a:latin typeface="+mn-lt"/>
              </a:rPr>
              <a:t> ở </a:t>
            </a:r>
            <a:r>
              <a:rPr lang="en-US" altLang="en-US" sz="3000" dirty="0" err="1">
                <a:solidFill>
                  <a:schemeClr val="tx2"/>
                </a:solidFill>
                <a:latin typeface="+mn-lt"/>
              </a:rPr>
              <a:t>kiểu</a:t>
            </a:r>
            <a:r>
              <a:rPr lang="en-US" altLang="en-US" sz="3000" dirty="0">
                <a:solidFill>
                  <a:schemeClr val="tx2"/>
                </a:solidFill>
                <a:latin typeface="+mn-lt"/>
              </a:rPr>
              <a:t> </a:t>
            </a:r>
            <a:r>
              <a:rPr lang="en-US" altLang="en-US" sz="3000" dirty="0" err="1">
                <a:solidFill>
                  <a:schemeClr val="tx2"/>
                </a:solidFill>
                <a:latin typeface="+mn-lt"/>
              </a:rPr>
              <a:t>này</a:t>
            </a:r>
            <a:r>
              <a:rPr lang="en-US" altLang="en-US" sz="3000" dirty="0">
                <a:solidFill>
                  <a:schemeClr val="tx2"/>
                </a:solidFill>
                <a:latin typeface="+mn-lt"/>
              </a:rPr>
              <a:t>.</a:t>
            </a:r>
          </a:p>
          <a:p>
            <a:pPr marL="800100" indent="-457200" algn="just"/>
            <a:r>
              <a:rPr lang="en-US" altLang="en-US" sz="3000" dirty="0" err="1">
                <a:solidFill>
                  <a:schemeClr val="tx2"/>
                </a:solidFill>
                <a:latin typeface="+mn-lt"/>
              </a:rPr>
              <a:t>Bị</a:t>
            </a:r>
            <a:r>
              <a:rPr lang="en-US" altLang="en-US" sz="3000" dirty="0">
                <a:solidFill>
                  <a:schemeClr val="tx2"/>
                </a:solidFill>
                <a:latin typeface="+mn-lt"/>
              </a:rPr>
              <a:t> </a:t>
            </a:r>
            <a:r>
              <a:rPr lang="en-US" altLang="en-US" sz="3000" dirty="0" err="1">
                <a:solidFill>
                  <a:schemeClr val="tx2"/>
                </a:solidFill>
                <a:latin typeface="+mn-lt"/>
              </a:rPr>
              <a:t>động</a:t>
            </a:r>
            <a:r>
              <a:rPr lang="en-US" altLang="en-US" sz="3000" dirty="0">
                <a:solidFill>
                  <a:schemeClr val="tx2"/>
                </a:solidFill>
                <a:latin typeface="+mn-lt"/>
              </a:rPr>
              <a:t>: </a:t>
            </a:r>
            <a:r>
              <a:rPr lang="en-US" altLang="en-US" sz="3000" dirty="0" err="1">
                <a:solidFill>
                  <a:schemeClr val="tx2"/>
                </a:solidFill>
                <a:latin typeface="+mn-lt"/>
              </a:rPr>
              <a:t>các</a:t>
            </a:r>
            <a:r>
              <a:rPr lang="en-US" altLang="en-US" sz="3000" dirty="0">
                <a:solidFill>
                  <a:schemeClr val="tx2"/>
                </a:solidFill>
                <a:latin typeface="+mn-lt"/>
              </a:rPr>
              <a:t> router </a:t>
            </a:r>
            <a:r>
              <a:rPr lang="en-US" altLang="en-US" sz="3000" dirty="0" err="1">
                <a:solidFill>
                  <a:schemeClr val="tx2"/>
                </a:solidFill>
                <a:latin typeface="+mn-lt"/>
              </a:rPr>
              <a:t>sẽ</a:t>
            </a:r>
            <a:r>
              <a:rPr lang="en-US" altLang="en-US" sz="3000" dirty="0">
                <a:solidFill>
                  <a:schemeClr val="tx2"/>
                </a:solidFill>
                <a:latin typeface="+mn-lt"/>
              </a:rPr>
              <a:t> </a:t>
            </a:r>
            <a:r>
              <a:rPr lang="en-US" altLang="en-US" sz="3000" dirty="0" err="1">
                <a:solidFill>
                  <a:schemeClr val="tx2"/>
                </a:solidFill>
                <a:latin typeface="+mn-lt"/>
              </a:rPr>
              <a:t>không</a:t>
            </a:r>
            <a:r>
              <a:rPr lang="en-US" altLang="en-US" sz="3000" dirty="0">
                <a:solidFill>
                  <a:schemeClr val="tx2"/>
                </a:solidFill>
                <a:latin typeface="+mn-lt"/>
              </a:rPr>
              <a:t> </a:t>
            </a:r>
            <a:r>
              <a:rPr lang="en-US" altLang="en-US" sz="3000" dirty="0" err="1">
                <a:solidFill>
                  <a:schemeClr val="tx2"/>
                </a:solidFill>
                <a:latin typeface="+mn-lt"/>
              </a:rPr>
              <a:t>chủ</a:t>
            </a:r>
            <a:r>
              <a:rPr lang="en-US" altLang="en-US" sz="3000" dirty="0">
                <a:solidFill>
                  <a:schemeClr val="tx2"/>
                </a:solidFill>
                <a:latin typeface="+mn-lt"/>
              </a:rPr>
              <a:t> </a:t>
            </a:r>
            <a:r>
              <a:rPr lang="en-US" altLang="en-US" sz="3000" dirty="0" err="1">
                <a:solidFill>
                  <a:schemeClr val="tx2"/>
                </a:solidFill>
                <a:latin typeface="+mn-lt"/>
              </a:rPr>
              <a:t>động</a:t>
            </a:r>
            <a:r>
              <a:rPr lang="en-US" altLang="en-US" sz="3000" dirty="0">
                <a:solidFill>
                  <a:schemeClr val="tx2"/>
                </a:solidFill>
                <a:latin typeface="+mn-lt"/>
              </a:rPr>
              <a:t> </a:t>
            </a:r>
            <a:r>
              <a:rPr lang="en-US" altLang="en-US" sz="3000" dirty="0" err="1">
                <a:solidFill>
                  <a:schemeClr val="tx2"/>
                </a:solidFill>
                <a:latin typeface="+mn-lt"/>
              </a:rPr>
              <a:t>gửi</a:t>
            </a:r>
            <a:r>
              <a:rPr lang="en-US" altLang="en-US" sz="3000" dirty="0">
                <a:solidFill>
                  <a:schemeClr val="tx2"/>
                </a:solidFill>
                <a:latin typeface="+mn-lt"/>
              </a:rPr>
              <a:t> </a:t>
            </a:r>
            <a:r>
              <a:rPr lang="en-US" altLang="en-US" sz="3000" dirty="0" err="1">
                <a:solidFill>
                  <a:schemeClr val="tx2"/>
                </a:solidFill>
                <a:latin typeface="+mn-lt"/>
              </a:rPr>
              <a:t>thông</a:t>
            </a:r>
            <a:r>
              <a:rPr lang="en-US" altLang="en-US" sz="3000" dirty="0">
                <a:solidFill>
                  <a:schemeClr val="tx2"/>
                </a:solidFill>
                <a:latin typeface="+mn-lt"/>
              </a:rPr>
              <a:t> tin Request </a:t>
            </a:r>
            <a:r>
              <a:rPr lang="en-US" altLang="en-US" sz="3000" dirty="0" err="1">
                <a:solidFill>
                  <a:schemeClr val="tx2"/>
                </a:solidFill>
                <a:latin typeface="+mn-lt"/>
              </a:rPr>
              <a:t>mà</a:t>
            </a:r>
            <a:r>
              <a:rPr lang="en-US" altLang="en-US" sz="3000" dirty="0">
                <a:solidFill>
                  <a:schemeClr val="tx2"/>
                </a:solidFill>
                <a:latin typeface="+mn-lt"/>
              </a:rPr>
              <a:t> </a:t>
            </a:r>
            <a:r>
              <a:rPr lang="en-US" altLang="en-US" sz="3000" dirty="0" err="1">
                <a:solidFill>
                  <a:schemeClr val="tx2"/>
                </a:solidFill>
                <a:latin typeface="+mn-lt"/>
              </a:rPr>
              <a:t>chỉ</a:t>
            </a:r>
            <a:r>
              <a:rPr lang="en-US" altLang="en-US" sz="3000" dirty="0">
                <a:solidFill>
                  <a:schemeClr val="tx2"/>
                </a:solidFill>
                <a:latin typeface="+mn-lt"/>
              </a:rPr>
              <a:t> </a:t>
            </a:r>
            <a:r>
              <a:rPr lang="en-US" altLang="en-US" sz="3000" dirty="0" err="1">
                <a:solidFill>
                  <a:schemeClr val="tx2"/>
                </a:solidFill>
                <a:latin typeface="+mn-lt"/>
              </a:rPr>
              <a:t>nhận</a:t>
            </a:r>
            <a:r>
              <a:rPr lang="en-US" altLang="en-US" sz="3000" dirty="0">
                <a:solidFill>
                  <a:schemeClr val="tx2"/>
                </a:solidFill>
                <a:latin typeface="+mn-lt"/>
              </a:rPr>
              <a:t> </a:t>
            </a:r>
            <a:r>
              <a:rPr lang="en-US" altLang="en-US" sz="3000" dirty="0" err="1">
                <a:solidFill>
                  <a:schemeClr val="tx2"/>
                </a:solidFill>
                <a:latin typeface="+mn-lt"/>
              </a:rPr>
              <a:t>thông</a:t>
            </a:r>
            <a:r>
              <a:rPr lang="en-US" altLang="en-US" sz="3000" dirty="0">
                <a:solidFill>
                  <a:schemeClr val="tx2"/>
                </a:solidFill>
                <a:latin typeface="+mn-lt"/>
              </a:rPr>
              <a:t> tin Response </a:t>
            </a:r>
            <a:r>
              <a:rPr lang="en-US" altLang="en-US" sz="3000" dirty="0" err="1">
                <a:solidFill>
                  <a:schemeClr val="tx2"/>
                </a:solidFill>
                <a:latin typeface="+mn-lt"/>
              </a:rPr>
              <a:t>từ</a:t>
            </a:r>
            <a:r>
              <a:rPr lang="en-US" altLang="en-US" sz="3000" dirty="0">
                <a:solidFill>
                  <a:schemeClr val="tx2"/>
                </a:solidFill>
                <a:latin typeface="+mn-lt"/>
              </a:rPr>
              <a:t> </a:t>
            </a:r>
            <a:r>
              <a:rPr lang="en-US" altLang="en-US" sz="3000" dirty="0" err="1">
                <a:solidFill>
                  <a:schemeClr val="tx2"/>
                </a:solidFill>
                <a:latin typeface="+mn-lt"/>
              </a:rPr>
              <a:t>các</a:t>
            </a:r>
            <a:r>
              <a:rPr lang="en-US" altLang="en-US" sz="3000" dirty="0">
                <a:solidFill>
                  <a:schemeClr val="tx2"/>
                </a:solidFill>
                <a:latin typeface="+mn-lt"/>
              </a:rPr>
              <a:t> router </a:t>
            </a:r>
            <a:r>
              <a:rPr lang="en-US" altLang="en-US" sz="3000" dirty="0" err="1">
                <a:solidFill>
                  <a:schemeClr val="tx2"/>
                </a:solidFill>
                <a:latin typeface="+mn-lt"/>
              </a:rPr>
              <a:t>khác</a:t>
            </a:r>
            <a:r>
              <a:rPr lang="en-US" altLang="en-US" sz="3000" dirty="0">
                <a:solidFill>
                  <a:schemeClr val="tx2"/>
                </a:solidFill>
                <a:latin typeface="+mn-lt"/>
              </a:rPr>
              <a:t>.</a:t>
            </a:r>
          </a:p>
          <a:p>
            <a:pPr algn="just">
              <a:buNone/>
            </a:pPr>
            <a:endParaRPr lang="en-US" altLang="en-US" sz="3000" dirty="0">
              <a:solidFill>
                <a:schemeClr val="tx2"/>
              </a:solidFill>
              <a:latin typeface="+mn-lt"/>
            </a:endParaRPr>
          </a:p>
        </p:txBody>
      </p:sp>
      <p:sp>
        <p:nvSpPr>
          <p:cNvPr id="10" name="Title 1">
            <a:extLst>
              <a:ext uri="{FF2B5EF4-FFF2-40B4-BE49-F238E27FC236}">
                <a16:creationId xmlns:a16="http://schemas.microsoft.com/office/drawing/2014/main" id="{974BBEF5-9C4F-49BA-B3A9-A8552532B7FC}"/>
              </a:ext>
            </a:extLst>
          </p:cNvPr>
          <p:cNvSpPr>
            <a:spLocks noGrp="1"/>
          </p:cNvSpPr>
          <p:nvPr>
            <p:ph type="title"/>
          </p:nvPr>
        </p:nvSpPr>
        <p:spPr>
          <a:xfrm>
            <a:off x="1081295" y="158370"/>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III.1 RIP</a:t>
            </a:r>
            <a:endParaRPr lang="vi-VN" dirty="0">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6">
            <a:extLst>
              <a:ext uri="{FF2B5EF4-FFF2-40B4-BE49-F238E27FC236}">
                <a16:creationId xmlns:a16="http://schemas.microsoft.com/office/drawing/2014/main" id="{E179FD47-1DDF-4DB6-BAED-7A666470673A}"/>
              </a:ext>
            </a:extLst>
          </p:cNvPr>
          <p:cNvSpPr>
            <a:spLocks noChangeArrowheads="1"/>
          </p:cNvSpPr>
          <p:nvPr/>
        </p:nvSpPr>
        <p:spPr bwMode="gray">
          <a:xfrm>
            <a:off x="1981200" y="1665288"/>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endParaRPr lang="en-US" altLang="en-US" dirty="0">
              <a:solidFill>
                <a:schemeClr val="tx2"/>
              </a:solidFill>
            </a:endParaRPr>
          </a:p>
        </p:txBody>
      </p:sp>
      <p:sp>
        <p:nvSpPr>
          <p:cNvPr id="47108" name="Rectangle 10">
            <a:extLst>
              <a:ext uri="{FF2B5EF4-FFF2-40B4-BE49-F238E27FC236}">
                <a16:creationId xmlns:a16="http://schemas.microsoft.com/office/drawing/2014/main" id="{25478D43-B7B7-4DC5-8B53-974711DB5E14}"/>
              </a:ext>
            </a:extLst>
          </p:cNvPr>
          <p:cNvSpPr>
            <a:spLocks noChangeArrowheads="1"/>
          </p:cNvSpPr>
          <p:nvPr/>
        </p:nvSpPr>
        <p:spPr bwMode="auto">
          <a:xfrm>
            <a:off x="298174" y="935790"/>
            <a:ext cx="11088756" cy="2329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150000"/>
              </a:lnSpc>
              <a:spcBef>
                <a:spcPct val="0"/>
              </a:spcBef>
              <a:buClrTx/>
              <a:buNone/>
            </a:pPr>
            <a:r>
              <a:rPr lang="en-US" altLang="en-US" sz="2500" dirty="0" err="1">
                <a:solidFill>
                  <a:schemeClr val="tx2"/>
                </a:solidFill>
                <a:latin typeface="+mn-lt"/>
              </a:rPr>
              <a:t>Cấu</a:t>
            </a:r>
            <a:r>
              <a:rPr lang="en-US" altLang="en-US" sz="2500" dirty="0">
                <a:solidFill>
                  <a:schemeClr val="tx2"/>
                </a:solidFill>
                <a:latin typeface="+mn-lt"/>
              </a:rPr>
              <a:t> </a:t>
            </a:r>
            <a:r>
              <a:rPr lang="en-US" altLang="en-US" sz="2500" dirty="0" err="1">
                <a:solidFill>
                  <a:schemeClr val="tx2"/>
                </a:solidFill>
                <a:latin typeface="+mn-lt"/>
              </a:rPr>
              <a:t>hình</a:t>
            </a:r>
            <a:r>
              <a:rPr lang="en-US" altLang="en-US" sz="2500" dirty="0">
                <a:solidFill>
                  <a:schemeClr val="tx2"/>
                </a:solidFill>
                <a:latin typeface="+mn-lt"/>
              </a:rPr>
              <a:t> router RIP</a:t>
            </a:r>
          </a:p>
          <a:p>
            <a:pPr algn="just" eaLnBrk="1" hangingPunct="1">
              <a:lnSpc>
                <a:spcPct val="150000"/>
              </a:lnSpc>
              <a:spcBef>
                <a:spcPct val="0"/>
              </a:spcBef>
              <a:buClrTx/>
              <a:buFontTx/>
              <a:buNone/>
            </a:pPr>
            <a:r>
              <a:rPr lang="en-US" altLang="en-US" sz="2500" dirty="0" err="1">
                <a:solidFill>
                  <a:schemeClr val="tx2"/>
                </a:solidFill>
                <a:latin typeface="+mn-lt"/>
              </a:rPr>
              <a:t>Để</a:t>
            </a:r>
            <a:r>
              <a:rPr lang="en-US" altLang="en-US" sz="2500" dirty="0">
                <a:solidFill>
                  <a:schemeClr val="tx2"/>
                </a:solidFill>
                <a:latin typeface="+mn-lt"/>
              </a:rPr>
              <a:t> </a:t>
            </a:r>
            <a:r>
              <a:rPr lang="en-US" altLang="en-US" sz="2500" dirty="0" err="1">
                <a:solidFill>
                  <a:schemeClr val="tx2"/>
                </a:solidFill>
                <a:latin typeface="+mn-lt"/>
              </a:rPr>
              <a:t>cấu</a:t>
            </a:r>
            <a:r>
              <a:rPr lang="en-US" altLang="en-US" sz="2500" dirty="0">
                <a:solidFill>
                  <a:schemeClr val="tx2"/>
                </a:solidFill>
                <a:latin typeface="+mn-lt"/>
              </a:rPr>
              <a:t> </a:t>
            </a:r>
            <a:r>
              <a:rPr lang="en-US" altLang="en-US" sz="2500" dirty="0" err="1">
                <a:solidFill>
                  <a:schemeClr val="tx2"/>
                </a:solidFill>
                <a:latin typeface="+mn-lt"/>
              </a:rPr>
              <a:t>hình</a:t>
            </a:r>
            <a:r>
              <a:rPr lang="en-US" altLang="en-US" sz="2500" dirty="0">
                <a:solidFill>
                  <a:schemeClr val="tx2"/>
                </a:solidFill>
                <a:latin typeface="+mn-lt"/>
              </a:rPr>
              <a:t> 1 router </a:t>
            </a:r>
            <a:r>
              <a:rPr lang="en-US" altLang="en-US" sz="2500" dirty="0" err="1">
                <a:solidFill>
                  <a:schemeClr val="tx2"/>
                </a:solidFill>
                <a:latin typeface="+mn-lt"/>
              </a:rPr>
              <a:t>chạy</a:t>
            </a:r>
            <a:r>
              <a:rPr lang="en-US" altLang="en-US" sz="2500" dirty="0">
                <a:solidFill>
                  <a:schemeClr val="tx2"/>
                </a:solidFill>
                <a:latin typeface="+mn-lt"/>
              </a:rPr>
              <a:t> </a:t>
            </a:r>
            <a:r>
              <a:rPr lang="en-US" altLang="en-US" sz="2500" dirty="0" err="1">
                <a:solidFill>
                  <a:schemeClr val="tx2"/>
                </a:solidFill>
                <a:latin typeface="+mn-lt"/>
              </a:rPr>
              <a:t>giao</a:t>
            </a:r>
            <a:r>
              <a:rPr lang="en-US" altLang="en-US" sz="2500" dirty="0">
                <a:solidFill>
                  <a:schemeClr val="tx2"/>
                </a:solidFill>
                <a:latin typeface="+mn-lt"/>
              </a:rPr>
              <a:t> </a:t>
            </a:r>
            <a:r>
              <a:rPr lang="en-US" altLang="en-US" sz="2500" dirty="0" err="1">
                <a:solidFill>
                  <a:schemeClr val="tx2"/>
                </a:solidFill>
                <a:latin typeface="+mn-lt"/>
              </a:rPr>
              <a:t>thức</a:t>
            </a:r>
            <a:r>
              <a:rPr lang="en-US" altLang="en-US" sz="2500" dirty="0">
                <a:solidFill>
                  <a:schemeClr val="tx2"/>
                </a:solidFill>
                <a:latin typeface="+mn-lt"/>
              </a:rPr>
              <a:t> RIP, ta </a:t>
            </a:r>
            <a:r>
              <a:rPr lang="en-US" altLang="en-US" sz="2500" dirty="0" err="1">
                <a:solidFill>
                  <a:schemeClr val="tx2"/>
                </a:solidFill>
                <a:latin typeface="+mn-lt"/>
              </a:rPr>
              <a:t>dùng</a:t>
            </a:r>
            <a:r>
              <a:rPr lang="en-US" altLang="en-US" sz="2500" dirty="0">
                <a:solidFill>
                  <a:schemeClr val="tx2"/>
                </a:solidFill>
                <a:latin typeface="+mn-lt"/>
              </a:rPr>
              <a:t> </a:t>
            </a:r>
            <a:r>
              <a:rPr lang="en-US" altLang="en-US" sz="2500" dirty="0" err="1">
                <a:solidFill>
                  <a:schemeClr val="tx2"/>
                </a:solidFill>
                <a:latin typeface="+mn-lt"/>
              </a:rPr>
              <a:t>lệnh</a:t>
            </a:r>
            <a:r>
              <a:rPr lang="en-US" altLang="en-US" sz="2500" dirty="0">
                <a:solidFill>
                  <a:schemeClr val="tx2"/>
                </a:solidFill>
                <a:latin typeface="+mn-lt"/>
              </a:rPr>
              <a:t> router rip, </a:t>
            </a:r>
            <a:r>
              <a:rPr lang="en-US" altLang="en-US" sz="2500" dirty="0" err="1">
                <a:solidFill>
                  <a:schemeClr val="tx2"/>
                </a:solidFill>
                <a:latin typeface="+mn-lt"/>
              </a:rPr>
              <a:t>tiếp</a:t>
            </a:r>
            <a:r>
              <a:rPr lang="en-US" altLang="en-US" sz="2500" dirty="0">
                <a:solidFill>
                  <a:schemeClr val="tx2"/>
                </a:solidFill>
                <a:latin typeface="+mn-lt"/>
              </a:rPr>
              <a:t> </a:t>
            </a:r>
            <a:r>
              <a:rPr lang="en-US" altLang="en-US" sz="2500" dirty="0" err="1">
                <a:solidFill>
                  <a:schemeClr val="tx2"/>
                </a:solidFill>
                <a:latin typeface="+mn-lt"/>
              </a:rPr>
              <a:t>theo</a:t>
            </a:r>
            <a:r>
              <a:rPr lang="en-US" altLang="en-US" sz="2500" dirty="0">
                <a:solidFill>
                  <a:schemeClr val="tx2"/>
                </a:solidFill>
                <a:latin typeface="+mn-lt"/>
              </a:rPr>
              <a:t> </a:t>
            </a:r>
            <a:r>
              <a:rPr lang="en-US" altLang="en-US" sz="2500" dirty="0" err="1">
                <a:solidFill>
                  <a:schemeClr val="tx2"/>
                </a:solidFill>
                <a:latin typeface="+mn-lt"/>
              </a:rPr>
              <a:t>là</a:t>
            </a:r>
            <a:r>
              <a:rPr lang="en-US" altLang="en-US" sz="2500" dirty="0">
                <a:solidFill>
                  <a:schemeClr val="tx2"/>
                </a:solidFill>
                <a:latin typeface="+mn-lt"/>
              </a:rPr>
              <a:t> </a:t>
            </a:r>
            <a:r>
              <a:rPr lang="en-US" altLang="en-US" sz="2500" dirty="0" err="1">
                <a:solidFill>
                  <a:schemeClr val="tx2"/>
                </a:solidFill>
                <a:latin typeface="+mn-lt"/>
              </a:rPr>
              <a:t>danh</a:t>
            </a:r>
            <a:r>
              <a:rPr lang="en-US" altLang="en-US" sz="2500" dirty="0">
                <a:solidFill>
                  <a:schemeClr val="tx2"/>
                </a:solidFill>
                <a:latin typeface="+mn-lt"/>
              </a:rPr>
              <a:t> </a:t>
            </a:r>
            <a:r>
              <a:rPr lang="en-US" altLang="en-US" sz="2500" dirty="0" err="1">
                <a:solidFill>
                  <a:schemeClr val="tx2"/>
                </a:solidFill>
                <a:latin typeface="+mn-lt"/>
              </a:rPr>
              <a:t>sách</a:t>
            </a:r>
            <a:r>
              <a:rPr lang="en-US" altLang="en-US" sz="2500" dirty="0">
                <a:solidFill>
                  <a:schemeClr val="tx2"/>
                </a:solidFill>
                <a:latin typeface="+mn-lt"/>
              </a:rPr>
              <a:t> </a:t>
            </a:r>
            <a:r>
              <a:rPr lang="en-US" altLang="en-US" sz="2500" dirty="0" err="1">
                <a:solidFill>
                  <a:schemeClr val="tx2"/>
                </a:solidFill>
                <a:latin typeface="+mn-lt"/>
              </a:rPr>
              <a:t>các</a:t>
            </a:r>
            <a:r>
              <a:rPr lang="en-US" altLang="en-US" sz="2500" dirty="0">
                <a:solidFill>
                  <a:schemeClr val="tx2"/>
                </a:solidFill>
                <a:latin typeface="+mn-lt"/>
              </a:rPr>
              <a:t> </a:t>
            </a:r>
            <a:r>
              <a:rPr lang="en-US" altLang="en-US" sz="2500" dirty="0" err="1">
                <a:solidFill>
                  <a:schemeClr val="tx2"/>
                </a:solidFill>
                <a:latin typeface="+mn-lt"/>
              </a:rPr>
              <a:t>mạng</a:t>
            </a:r>
            <a:r>
              <a:rPr lang="en-US" altLang="en-US" sz="2500" dirty="0">
                <a:solidFill>
                  <a:schemeClr val="tx2"/>
                </a:solidFill>
                <a:latin typeface="+mn-lt"/>
              </a:rPr>
              <a:t> </a:t>
            </a:r>
            <a:r>
              <a:rPr lang="en-US" altLang="en-US" sz="2500" dirty="0" err="1">
                <a:solidFill>
                  <a:schemeClr val="tx2"/>
                </a:solidFill>
                <a:latin typeface="+mn-lt"/>
              </a:rPr>
              <a:t>kết</a:t>
            </a:r>
            <a:r>
              <a:rPr lang="en-US" altLang="en-US" sz="2500" dirty="0">
                <a:solidFill>
                  <a:schemeClr val="tx2"/>
                </a:solidFill>
                <a:latin typeface="+mn-lt"/>
              </a:rPr>
              <a:t> </a:t>
            </a:r>
            <a:r>
              <a:rPr lang="en-US" altLang="en-US" sz="2500" dirty="0" err="1">
                <a:solidFill>
                  <a:schemeClr val="tx2"/>
                </a:solidFill>
                <a:latin typeface="+mn-lt"/>
              </a:rPr>
              <a:t>nối</a:t>
            </a:r>
            <a:r>
              <a:rPr lang="en-US" altLang="en-US" sz="2500" dirty="0">
                <a:solidFill>
                  <a:schemeClr val="tx2"/>
                </a:solidFill>
                <a:latin typeface="+mn-lt"/>
              </a:rPr>
              <a:t> </a:t>
            </a:r>
            <a:r>
              <a:rPr lang="en-US" altLang="en-US" sz="2500" dirty="0" err="1">
                <a:solidFill>
                  <a:schemeClr val="tx2"/>
                </a:solidFill>
                <a:latin typeface="+mn-lt"/>
              </a:rPr>
              <a:t>trực</a:t>
            </a:r>
            <a:r>
              <a:rPr lang="en-US" altLang="en-US" sz="2500" dirty="0">
                <a:solidFill>
                  <a:schemeClr val="tx2"/>
                </a:solidFill>
                <a:latin typeface="+mn-lt"/>
              </a:rPr>
              <a:t> </a:t>
            </a:r>
            <a:r>
              <a:rPr lang="en-US" altLang="en-US" sz="2500" dirty="0" err="1">
                <a:solidFill>
                  <a:schemeClr val="tx2"/>
                </a:solidFill>
                <a:latin typeface="+mn-lt"/>
              </a:rPr>
              <a:t>tiếp</a:t>
            </a:r>
            <a:r>
              <a:rPr lang="en-US" altLang="en-US" sz="2500" dirty="0">
                <a:solidFill>
                  <a:schemeClr val="tx2"/>
                </a:solidFill>
                <a:latin typeface="+mn-lt"/>
              </a:rPr>
              <a:t> </a:t>
            </a:r>
            <a:r>
              <a:rPr lang="en-US" altLang="en-US" sz="2500" dirty="0" err="1">
                <a:solidFill>
                  <a:schemeClr val="tx2"/>
                </a:solidFill>
                <a:latin typeface="+mn-lt"/>
              </a:rPr>
              <a:t>với</a:t>
            </a:r>
            <a:r>
              <a:rPr lang="en-US" altLang="en-US" sz="2500" dirty="0">
                <a:solidFill>
                  <a:schemeClr val="tx2"/>
                </a:solidFill>
                <a:latin typeface="+mn-lt"/>
              </a:rPr>
              <a:t> </a:t>
            </a:r>
            <a:r>
              <a:rPr lang="en-US" altLang="en-US" sz="2500" dirty="0" err="1">
                <a:solidFill>
                  <a:schemeClr val="tx2"/>
                </a:solidFill>
                <a:latin typeface="+mn-lt"/>
              </a:rPr>
              <a:t>nó</a:t>
            </a:r>
            <a:r>
              <a:rPr lang="en-US" altLang="en-US" sz="2500" dirty="0">
                <a:solidFill>
                  <a:schemeClr val="tx2"/>
                </a:solidFill>
                <a:latin typeface="+mn-lt"/>
              </a:rPr>
              <a:t>.</a:t>
            </a:r>
          </a:p>
          <a:p>
            <a:pPr algn="just">
              <a:lnSpc>
                <a:spcPct val="150000"/>
              </a:lnSpc>
              <a:spcBef>
                <a:spcPct val="0"/>
              </a:spcBef>
              <a:buClrTx/>
              <a:buNone/>
            </a:pPr>
            <a:r>
              <a:rPr lang="en-US" altLang="en-US" sz="2500" dirty="0" err="1">
                <a:solidFill>
                  <a:schemeClr val="tx2"/>
                </a:solidFill>
                <a:latin typeface="+mn-lt"/>
              </a:rPr>
              <a:t>Giả</a:t>
            </a:r>
            <a:r>
              <a:rPr lang="en-US" altLang="en-US" sz="2500" dirty="0">
                <a:solidFill>
                  <a:schemeClr val="tx2"/>
                </a:solidFill>
                <a:latin typeface="+mn-lt"/>
              </a:rPr>
              <a:t> </a:t>
            </a:r>
            <a:r>
              <a:rPr lang="en-US" altLang="en-US" sz="2500" dirty="0" err="1">
                <a:solidFill>
                  <a:schemeClr val="tx2"/>
                </a:solidFill>
                <a:latin typeface="+mn-lt"/>
              </a:rPr>
              <a:t>sử</a:t>
            </a:r>
            <a:r>
              <a:rPr lang="en-US" altLang="en-US" sz="2500" dirty="0">
                <a:solidFill>
                  <a:schemeClr val="tx2"/>
                </a:solidFill>
                <a:latin typeface="+mn-lt"/>
              </a:rPr>
              <a:t> ta </a:t>
            </a:r>
            <a:r>
              <a:rPr lang="en-US" altLang="en-US" sz="2500" dirty="0" err="1">
                <a:solidFill>
                  <a:schemeClr val="tx2"/>
                </a:solidFill>
                <a:latin typeface="+mn-lt"/>
              </a:rPr>
              <a:t>có</a:t>
            </a:r>
            <a:r>
              <a:rPr lang="en-US" altLang="en-US" sz="2500" dirty="0">
                <a:solidFill>
                  <a:schemeClr val="tx2"/>
                </a:solidFill>
                <a:latin typeface="+mn-lt"/>
              </a:rPr>
              <a:t> </a:t>
            </a:r>
            <a:r>
              <a:rPr lang="en-US" altLang="en-US" sz="2500" dirty="0" err="1">
                <a:solidFill>
                  <a:schemeClr val="tx2"/>
                </a:solidFill>
                <a:latin typeface="+mn-lt"/>
              </a:rPr>
              <a:t>mô</a:t>
            </a:r>
            <a:r>
              <a:rPr lang="en-US" altLang="en-US" sz="2500" dirty="0">
                <a:solidFill>
                  <a:schemeClr val="tx2"/>
                </a:solidFill>
                <a:latin typeface="+mn-lt"/>
              </a:rPr>
              <a:t> </a:t>
            </a:r>
            <a:r>
              <a:rPr lang="en-US" altLang="en-US" sz="2500" dirty="0" err="1">
                <a:solidFill>
                  <a:schemeClr val="tx2"/>
                </a:solidFill>
                <a:latin typeface="+mn-lt"/>
              </a:rPr>
              <a:t>hình</a:t>
            </a:r>
            <a:r>
              <a:rPr lang="en-US" altLang="en-US" sz="2500" dirty="0">
                <a:solidFill>
                  <a:schemeClr val="tx2"/>
                </a:solidFill>
                <a:latin typeface="+mn-lt"/>
              </a:rPr>
              <a:t> </a:t>
            </a:r>
            <a:r>
              <a:rPr lang="en-US" altLang="en-US" sz="2500" dirty="0" err="1">
                <a:solidFill>
                  <a:schemeClr val="tx2"/>
                </a:solidFill>
                <a:latin typeface="+mn-lt"/>
              </a:rPr>
              <a:t>mạng</a:t>
            </a:r>
            <a:r>
              <a:rPr lang="en-US" altLang="en-US" sz="2500" dirty="0">
                <a:solidFill>
                  <a:schemeClr val="tx2"/>
                </a:solidFill>
                <a:latin typeface="+mn-lt"/>
              </a:rPr>
              <a:t> </a:t>
            </a:r>
            <a:r>
              <a:rPr lang="en-US" altLang="en-US" sz="2500" dirty="0" err="1">
                <a:solidFill>
                  <a:schemeClr val="tx2"/>
                </a:solidFill>
                <a:latin typeface="+mn-lt"/>
              </a:rPr>
              <a:t>như</a:t>
            </a:r>
            <a:r>
              <a:rPr lang="en-US" altLang="en-US" sz="2500" dirty="0">
                <a:solidFill>
                  <a:schemeClr val="tx2"/>
                </a:solidFill>
                <a:latin typeface="+mn-lt"/>
              </a:rPr>
              <a:t> </a:t>
            </a:r>
            <a:r>
              <a:rPr lang="en-US" altLang="en-US" sz="2500" dirty="0" err="1">
                <a:solidFill>
                  <a:schemeClr val="tx2"/>
                </a:solidFill>
                <a:latin typeface="+mn-lt"/>
              </a:rPr>
              <a:t>bên</a:t>
            </a:r>
            <a:r>
              <a:rPr lang="en-US" altLang="en-US" sz="2500" dirty="0">
                <a:solidFill>
                  <a:schemeClr val="tx2"/>
                </a:solidFill>
                <a:latin typeface="+mn-lt"/>
              </a:rPr>
              <a:t> </a:t>
            </a:r>
            <a:r>
              <a:rPr lang="en-US" altLang="en-US" sz="2500" dirty="0" err="1">
                <a:solidFill>
                  <a:schemeClr val="tx2"/>
                </a:solidFill>
                <a:latin typeface="+mn-lt"/>
              </a:rPr>
              <a:t>dưới</a:t>
            </a:r>
            <a:r>
              <a:rPr lang="en-US" altLang="en-US" sz="2500" dirty="0">
                <a:solidFill>
                  <a:schemeClr val="tx2"/>
                </a:solidFill>
                <a:latin typeface="+mn-lt"/>
              </a:rPr>
              <a:t>. </a:t>
            </a:r>
          </a:p>
        </p:txBody>
      </p:sp>
      <p:pic>
        <p:nvPicPr>
          <p:cNvPr id="47109" name="Picture 12" descr="untitled">
            <a:extLst>
              <a:ext uri="{FF2B5EF4-FFF2-40B4-BE49-F238E27FC236}">
                <a16:creationId xmlns:a16="http://schemas.microsoft.com/office/drawing/2014/main" id="{25D1E0A1-DE15-4354-8BE2-FE40F6DF26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7336" y="3174170"/>
            <a:ext cx="6461739" cy="3579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a:extLst>
              <a:ext uri="{FF2B5EF4-FFF2-40B4-BE49-F238E27FC236}">
                <a16:creationId xmlns:a16="http://schemas.microsoft.com/office/drawing/2014/main" id="{9107BDD3-A143-42FC-8EAC-A0545E969F16}"/>
              </a:ext>
            </a:extLst>
          </p:cNvPr>
          <p:cNvSpPr>
            <a:spLocks noGrp="1"/>
          </p:cNvSpPr>
          <p:nvPr>
            <p:ph type="title"/>
          </p:nvPr>
        </p:nvSpPr>
        <p:spPr>
          <a:xfrm>
            <a:off x="447261" y="364290"/>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III.1 RIP</a:t>
            </a:r>
            <a:endParaRPr lang="vi-VN" dirty="0">
              <a:cs typeface="Times New Roman"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6">
            <a:extLst>
              <a:ext uri="{FF2B5EF4-FFF2-40B4-BE49-F238E27FC236}">
                <a16:creationId xmlns:a16="http://schemas.microsoft.com/office/drawing/2014/main" id="{3ED07D60-0FC8-4320-914D-80748F690594}"/>
              </a:ext>
            </a:extLst>
          </p:cNvPr>
          <p:cNvSpPr>
            <a:spLocks noChangeArrowheads="1"/>
          </p:cNvSpPr>
          <p:nvPr/>
        </p:nvSpPr>
        <p:spPr bwMode="gray">
          <a:xfrm>
            <a:off x="1434548" y="988595"/>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Cấu</a:t>
            </a:r>
            <a:r>
              <a:rPr lang="en-US" altLang="en-US" dirty="0">
                <a:solidFill>
                  <a:schemeClr val="tx2"/>
                </a:solidFill>
              </a:rPr>
              <a:t> </a:t>
            </a:r>
            <a:r>
              <a:rPr lang="en-US" altLang="en-US" dirty="0" err="1">
                <a:solidFill>
                  <a:schemeClr val="tx2"/>
                </a:solidFill>
              </a:rPr>
              <a:t>hình</a:t>
            </a:r>
            <a:r>
              <a:rPr lang="en-US" altLang="en-US" dirty="0">
                <a:solidFill>
                  <a:schemeClr val="tx2"/>
                </a:solidFill>
              </a:rPr>
              <a:t> router RIP</a:t>
            </a:r>
          </a:p>
        </p:txBody>
      </p:sp>
      <p:sp>
        <p:nvSpPr>
          <p:cNvPr id="48132" name="Rectangle 7">
            <a:extLst>
              <a:ext uri="{FF2B5EF4-FFF2-40B4-BE49-F238E27FC236}">
                <a16:creationId xmlns:a16="http://schemas.microsoft.com/office/drawing/2014/main" id="{F87361B7-BE6D-478C-8B8B-80A8839719FD}"/>
              </a:ext>
            </a:extLst>
          </p:cNvPr>
          <p:cNvSpPr>
            <a:spLocks noChangeArrowheads="1"/>
          </p:cNvSpPr>
          <p:nvPr/>
        </p:nvSpPr>
        <p:spPr bwMode="auto">
          <a:xfrm>
            <a:off x="1434548" y="1480721"/>
            <a:ext cx="8678862" cy="133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buClrTx/>
              <a:buFontTx/>
              <a:buNone/>
            </a:pPr>
            <a:r>
              <a:rPr lang="en-US" altLang="en-US" sz="1800" dirty="0" err="1">
                <a:solidFill>
                  <a:schemeClr val="tx2"/>
                </a:solidFill>
              </a:rPr>
              <a:t>Cấu</a:t>
            </a:r>
            <a:r>
              <a:rPr lang="en-US" altLang="en-US" sz="1800" dirty="0">
                <a:solidFill>
                  <a:schemeClr val="tx2"/>
                </a:solidFill>
              </a:rPr>
              <a:t> </a:t>
            </a:r>
            <a:r>
              <a:rPr lang="en-US" altLang="en-US" sz="1800" dirty="0" err="1">
                <a:solidFill>
                  <a:schemeClr val="tx2"/>
                </a:solidFill>
              </a:rPr>
              <a:t>hình</a:t>
            </a:r>
            <a:r>
              <a:rPr lang="en-US" altLang="en-US" sz="1800" dirty="0">
                <a:solidFill>
                  <a:schemeClr val="tx2"/>
                </a:solidFill>
              </a:rPr>
              <a:t> </a:t>
            </a:r>
            <a:r>
              <a:rPr lang="en-US" altLang="en-US" sz="1800" dirty="0" err="1">
                <a:solidFill>
                  <a:schemeClr val="tx2"/>
                </a:solidFill>
              </a:rPr>
              <a:t>trên</a:t>
            </a:r>
            <a:r>
              <a:rPr lang="en-US" altLang="en-US" sz="1800" dirty="0">
                <a:solidFill>
                  <a:schemeClr val="tx2"/>
                </a:solidFill>
              </a:rPr>
              <a:t> R1:</a:t>
            </a:r>
          </a:p>
          <a:p>
            <a:pPr lvl="3" eaLnBrk="1" hangingPunct="1">
              <a:lnSpc>
                <a:spcPct val="150000"/>
              </a:lnSpc>
              <a:spcBef>
                <a:spcPct val="0"/>
              </a:spcBef>
              <a:buFontTx/>
              <a:buNone/>
            </a:pPr>
            <a:r>
              <a:rPr lang="en-US" altLang="en-US" sz="1800" i="1" dirty="0">
                <a:solidFill>
                  <a:schemeClr val="tx2"/>
                </a:solidFill>
              </a:rPr>
              <a:t>R1(config)#router rip</a:t>
            </a:r>
          </a:p>
          <a:p>
            <a:pPr lvl="3" eaLnBrk="1" hangingPunct="1">
              <a:lnSpc>
                <a:spcPct val="150000"/>
              </a:lnSpc>
              <a:spcBef>
                <a:spcPct val="0"/>
              </a:spcBef>
              <a:buFontTx/>
              <a:buNone/>
            </a:pPr>
            <a:r>
              <a:rPr lang="en-US" altLang="en-US" sz="1800" i="1" dirty="0">
                <a:solidFill>
                  <a:schemeClr val="tx2"/>
                </a:solidFill>
              </a:rPr>
              <a:t>R1(config-router)#network 172.16.0.0</a:t>
            </a:r>
          </a:p>
        </p:txBody>
      </p:sp>
      <p:pic>
        <p:nvPicPr>
          <p:cNvPr id="48133" name="Picture 9" descr="untitled">
            <a:extLst>
              <a:ext uri="{FF2B5EF4-FFF2-40B4-BE49-F238E27FC236}">
                <a16:creationId xmlns:a16="http://schemas.microsoft.com/office/drawing/2014/main" id="{3DAA7595-0C37-40C5-B7A5-74D2E33A5C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2324" y="2811046"/>
            <a:ext cx="7251109" cy="4017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a:extLst>
              <a:ext uri="{FF2B5EF4-FFF2-40B4-BE49-F238E27FC236}">
                <a16:creationId xmlns:a16="http://schemas.microsoft.com/office/drawing/2014/main" id="{69CF8A73-BEFA-45BE-9082-8F61DE5485A6}"/>
              </a:ext>
            </a:extLst>
          </p:cNvPr>
          <p:cNvSpPr>
            <a:spLocks noGrp="1"/>
          </p:cNvSpPr>
          <p:nvPr>
            <p:ph type="title"/>
          </p:nvPr>
        </p:nvSpPr>
        <p:spPr>
          <a:xfrm>
            <a:off x="1005509" y="11747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III.1 RIP</a:t>
            </a:r>
            <a:endParaRPr lang="vi-VN" dirty="0">
              <a:cs typeface="Times New Roman"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6">
            <a:extLst>
              <a:ext uri="{FF2B5EF4-FFF2-40B4-BE49-F238E27FC236}">
                <a16:creationId xmlns:a16="http://schemas.microsoft.com/office/drawing/2014/main" id="{2B219B09-3DD1-4514-8031-C304FBF3E329}"/>
              </a:ext>
            </a:extLst>
          </p:cNvPr>
          <p:cNvSpPr>
            <a:spLocks noChangeArrowheads="1"/>
          </p:cNvSpPr>
          <p:nvPr/>
        </p:nvSpPr>
        <p:spPr bwMode="gray">
          <a:xfrm>
            <a:off x="1305339" y="882711"/>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Cấu</a:t>
            </a:r>
            <a:r>
              <a:rPr lang="en-US" altLang="en-US" dirty="0">
                <a:solidFill>
                  <a:schemeClr val="tx2"/>
                </a:solidFill>
              </a:rPr>
              <a:t> </a:t>
            </a:r>
            <a:r>
              <a:rPr lang="en-US" altLang="en-US" dirty="0" err="1">
                <a:solidFill>
                  <a:schemeClr val="tx2"/>
                </a:solidFill>
              </a:rPr>
              <a:t>hình</a:t>
            </a:r>
            <a:r>
              <a:rPr lang="en-US" altLang="en-US" dirty="0">
                <a:solidFill>
                  <a:schemeClr val="tx2"/>
                </a:solidFill>
              </a:rPr>
              <a:t> router RIP</a:t>
            </a:r>
          </a:p>
        </p:txBody>
      </p:sp>
      <p:sp>
        <p:nvSpPr>
          <p:cNvPr id="49156" name="Rectangle 7">
            <a:extLst>
              <a:ext uri="{FF2B5EF4-FFF2-40B4-BE49-F238E27FC236}">
                <a16:creationId xmlns:a16="http://schemas.microsoft.com/office/drawing/2014/main" id="{0711CE82-B082-439A-B6FF-AA4D2ECE7C3B}"/>
              </a:ext>
            </a:extLst>
          </p:cNvPr>
          <p:cNvSpPr>
            <a:spLocks noChangeArrowheads="1"/>
          </p:cNvSpPr>
          <p:nvPr/>
        </p:nvSpPr>
        <p:spPr bwMode="auto">
          <a:xfrm>
            <a:off x="1305339" y="1455798"/>
            <a:ext cx="8678862"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ClrTx/>
              <a:buFontTx/>
              <a:buNone/>
            </a:pPr>
            <a:r>
              <a:rPr lang="en-US" altLang="en-US" sz="1800" dirty="0" err="1">
                <a:solidFill>
                  <a:schemeClr val="tx2"/>
                </a:solidFill>
              </a:rPr>
              <a:t>Cấu</a:t>
            </a:r>
            <a:r>
              <a:rPr lang="en-US" altLang="en-US" sz="1800" dirty="0">
                <a:solidFill>
                  <a:schemeClr val="tx2"/>
                </a:solidFill>
              </a:rPr>
              <a:t> </a:t>
            </a:r>
            <a:r>
              <a:rPr lang="en-US" altLang="en-US" sz="1800" dirty="0" err="1">
                <a:solidFill>
                  <a:schemeClr val="tx2"/>
                </a:solidFill>
              </a:rPr>
              <a:t>hình</a:t>
            </a:r>
            <a:r>
              <a:rPr lang="en-US" altLang="en-US" sz="1800" dirty="0">
                <a:solidFill>
                  <a:schemeClr val="tx2"/>
                </a:solidFill>
              </a:rPr>
              <a:t> </a:t>
            </a:r>
            <a:r>
              <a:rPr lang="en-US" altLang="en-US" sz="1800" dirty="0" err="1">
                <a:solidFill>
                  <a:schemeClr val="tx2"/>
                </a:solidFill>
              </a:rPr>
              <a:t>trên</a:t>
            </a:r>
            <a:r>
              <a:rPr lang="en-US" altLang="en-US" sz="1800" dirty="0">
                <a:solidFill>
                  <a:schemeClr val="tx2"/>
                </a:solidFill>
              </a:rPr>
              <a:t> R2:</a:t>
            </a:r>
          </a:p>
          <a:p>
            <a:pPr algn="just" eaLnBrk="1" hangingPunct="1">
              <a:spcBef>
                <a:spcPct val="0"/>
              </a:spcBef>
              <a:buClrTx/>
              <a:buFontTx/>
              <a:buNone/>
            </a:pPr>
            <a:r>
              <a:rPr lang="en-US" altLang="en-US" sz="1800" dirty="0">
                <a:solidFill>
                  <a:schemeClr val="tx2"/>
                </a:solidFill>
              </a:rPr>
              <a:t>		</a:t>
            </a:r>
            <a:r>
              <a:rPr lang="en-US" altLang="en-US" sz="1800" i="1" dirty="0">
                <a:solidFill>
                  <a:schemeClr val="tx2"/>
                </a:solidFill>
              </a:rPr>
              <a:t>R2(config)#router rip</a:t>
            </a:r>
          </a:p>
          <a:p>
            <a:pPr lvl="3" eaLnBrk="1" hangingPunct="1">
              <a:spcBef>
                <a:spcPct val="0"/>
              </a:spcBef>
              <a:buFontTx/>
              <a:buNone/>
            </a:pPr>
            <a:r>
              <a:rPr lang="en-US" altLang="en-US" sz="1800" i="1" dirty="0">
                <a:solidFill>
                  <a:schemeClr val="tx2"/>
                </a:solidFill>
              </a:rPr>
              <a:t>	R2(config-router)#network 172.16.0.0</a:t>
            </a:r>
          </a:p>
          <a:p>
            <a:pPr lvl="3" eaLnBrk="1" hangingPunct="1">
              <a:spcBef>
                <a:spcPct val="0"/>
              </a:spcBef>
              <a:buFontTx/>
              <a:buNone/>
            </a:pPr>
            <a:r>
              <a:rPr lang="en-US" altLang="en-US" sz="1800" i="1" dirty="0">
                <a:solidFill>
                  <a:schemeClr val="tx2"/>
                </a:solidFill>
              </a:rPr>
              <a:t>	R2(config-router)#network 192.168.1.0</a:t>
            </a:r>
          </a:p>
        </p:txBody>
      </p:sp>
      <p:pic>
        <p:nvPicPr>
          <p:cNvPr id="49157" name="Picture 8" descr="untitled">
            <a:extLst>
              <a:ext uri="{FF2B5EF4-FFF2-40B4-BE49-F238E27FC236}">
                <a16:creationId xmlns:a16="http://schemas.microsoft.com/office/drawing/2014/main" id="{27A983A2-566B-4B24-B4FC-3CAEB66786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0044" y="2646423"/>
            <a:ext cx="7389913" cy="4094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a:extLst>
              <a:ext uri="{FF2B5EF4-FFF2-40B4-BE49-F238E27FC236}">
                <a16:creationId xmlns:a16="http://schemas.microsoft.com/office/drawing/2014/main" id="{AE658C87-208E-47AE-B125-56EE05DCA0DB}"/>
              </a:ext>
            </a:extLst>
          </p:cNvPr>
          <p:cNvSpPr>
            <a:spLocks noGrp="1"/>
          </p:cNvSpPr>
          <p:nvPr>
            <p:ph type="title"/>
          </p:nvPr>
        </p:nvSpPr>
        <p:spPr>
          <a:xfrm>
            <a:off x="437322" y="195324"/>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III.1 RIP</a:t>
            </a:r>
            <a:endParaRPr lang="vi-VN" dirty="0">
              <a:cs typeface="Times New Roman"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6">
            <a:extLst>
              <a:ext uri="{FF2B5EF4-FFF2-40B4-BE49-F238E27FC236}">
                <a16:creationId xmlns:a16="http://schemas.microsoft.com/office/drawing/2014/main" id="{118CA1FD-5987-4D98-AD7E-637931716063}"/>
              </a:ext>
            </a:extLst>
          </p:cNvPr>
          <p:cNvSpPr>
            <a:spLocks noChangeArrowheads="1"/>
          </p:cNvSpPr>
          <p:nvPr/>
        </p:nvSpPr>
        <p:spPr bwMode="gray">
          <a:xfrm>
            <a:off x="856422" y="999331"/>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Cấu</a:t>
            </a:r>
            <a:r>
              <a:rPr lang="en-US" altLang="en-US" dirty="0">
                <a:solidFill>
                  <a:schemeClr val="tx2"/>
                </a:solidFill>
              </a:rPr>
              <a:t> </a:t>
            </a:r>
            <a:r>
              <a:rPr lang="en-US" altLang="en-US" dirty="0" err="1">
                <a:solidFill>
                  <a:schemeClr val="tx2"/>
                </a:solidFill>
              </a:rPr>
              <a:t>hình</a:t>
            </a:r>
            <a:r>
              <a:rPr lang="en-US" altLang="en-US" dirty="0">
                <a:solidFill>
                  <a:schemeClr val="tx2"/>
                </a:solidFill>
              </a:rPr>
              <a:t> router RIP</a:t>
            </a:r>
          </a:p>
        </p:txBody>
      </p:sp>
      <p:sp>
        <p:nvSpPr>
          <p:cNvPr id="50180" name="Rectangle 7">
            <a:extLst>
              <a:ext uri="{FF2B5EF4-FFF2-40B4-BE49-F238E27FC236}">
                <a16:creationId xmlns:a16="http://schemas.microsoft.com/office/drawing/2014/main" id="{391CBACA-483A-4963-AE5B-02FCC24FF7F6}"/>
              </a:ext>
            </a:extLst>
          </p:cNvPr>
          <p:cNvSpPr>
            <a:spLocks noChangeArrowheads="1"/>
          </p:cNvSpPr>
          <p:nvPr/>
        </p:nvSpPr>
        <p:spPr bwMode="auto">
          <a:xfrm>
            <a:off x="975347" y="1358107"/>
            <a:ext cx="8678862" cy="1328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a:spcBef>
                <a:spcPct val="20000"/>
              </a:spcBef>
              <a:buChar char="»"/>
              <a:defRPr sz="2000">
                <a:solidFill>
                  <a:schemeClr val="tx1"/>
                </a:solidFill>
                <a:latin typeface="Arial" panose="020B0604020202020204" pitchFamily="34" charset="0"/>
              </a:defRPr>
            </a:lvl5pPr>
            <a:lvl6pPr eaLnBrk="0" fontAlgn="base" hangingPunct="0">
              <a:spcBef>
                <a:spcPct val="20000"/>
              </a:spcBef>
              <a:spcAft>
                <a:spcPct val="0"/>
              </a:spcAft>
              <a:buChar char="»"/>
              <a:defRPr sz="2000">
                <a:solidFill>
                  <a:schemeClr val="tx1"/>
                </a:solidFill>
                <a:latin typeface="Arial" panose="020B0604020202020204" pitchFamily="34" charset="0"/>
              </a:defRPr>
            </a:lvl6pPr>
            <a:lvl7pPr eaLnBrk="0" fontAlgn="base" hangingPunct="0">
              <a:spcBef>
                <a:spcPct val="20000"/>
              </a:spcBef>
              <a:spcAft>
                <a:spcPct val="0"/>
              </a:spcAft>
              <a:buChar char="»"/>
              <a:defRPr sz="2000">
                <a:solidFill>
                  <a:schemeClr val="tx1"/>
                </a:solidFill>
                <a:latin typeface="Arial" panose="020B0604020202020204" pitchFamily="34" charset="0"/>
              </a:defRPr>
            </a:lvl7pPr>
            <a:lvl8pPr eaLnBrk="0" fontAlgn="base" hangingPunct="0">
              <a:spcBef>
                <a:spcPct val="20000"/>
              </a:spcBef>
              <a:spcAft>
                <a:spcPct val="0"/>
              </a:spcAft>
              <a:buChar char="»"/>
              <a:defRPr sz="2000">
                <a:solidFill>
                  <a:schemeClr val="tx1"/>
                </a:solidFill>
                <a:latin typeface="Arial" panose="020B0604020202020204" pitchFamily="34" charset="0"/>
              </a:defRPr>
            </a:lvl8pPr>
            <a:lvl9pPr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buClrTx/>
              <a:buFontTx/>
              <a:buNone/>
            </a:pPr>
            <a:r>
              <a:rPr lang="en-US" altLang="en-US" sz="1800" dirty="0" err="1">
                <a:solidFill>
                  <a:schemeClr val="tx2"/>
                </a:solidFill>
              </a:rPr>
              <a:t>Cấu</a:t>
            </a:r>
            <a:r>
              <a:rPr lang="en-US" altLang="en-US" sz="1800" dirty="0">
                <a:solidFill>
                  <a:schemeClr val="tx2"/>
                </a:solidFill>
              </a:rPr>
              <a:t> </a:t>
            </a:r>
            <a:r>
              <a:rPr lang="en-US" altLang="en-US" sz="1800" dirty="0" err="1">
                <a:solidFill>
                  <a:schemeClr val="tx2"/>
                </a:solidFill>
              </a:rPr>
              <a:t>hình</a:t>
            </a:r>
            <a:r>
              <a:rPr lang="en-US" altLang="en-US" sz="1800" dirty="0">
                <a:solidFill>
                  <a:schemeClr val="tx2"/>
                </a:solidFill>
              </a:rPr>
              <a:t> </a:t>
            </a:r>
            <a:r>
              <a:rPr lang="en-US" altLang="en-US" sz="1800" dirty="0" err="1">
                <a:solidFill>
                  <a:schemeClr val="tx2"/>
                </a:solidFill>
              </a:rPr>
              <a:t>trên</a:t>
            </a:r>
            <a:r>
              <a:rPr lang="en-US" altLang="en-US" sz="1800" dirty="0">
                <a:solidFill>
                  <a:schemeClr val="tx2"/>
                </a:solidFill>
              </a:rPr>
              <a:t> R3:</a:t>
            </a:r>
          </a:p>
          <a:p>
            <a:pPr lvl="4" eaLnBrk="1" hangingPunct="1">
              <a:spcBef>
                <a:spcPct val="0"/>
              </a:spcBef>
              <a:buFontTx/>
              <a:buNone/>
            </a:pPr>
            <a:r>
              <a:rPr lang="en-US" altLang="en-US" sz="1800" i="1" dirty="0">
                <a:solidFill>
                  <a:schemeClr val="tx2"/>
                </a:solidFill>
              </a:rPr>
              <a:t>		R3(config)#router rip</a:t>
            </a:r>
          </a:p>
          <a:p>
            <a:pPr lvl="4" eaLnBrk="1" hangingPunct="1">
              <a:spcBef>
                <a:spcPct val="0"/>
              </a:spcBef>
              <a:buFontTx/>
              <a:buNone/>
            </a:pPr>
            <a:r>
              <a:rPr lang="en-US" altLang="en-US" sz="1800" i="1" dirty="0">
                <a:solidFill>
                  <a:schemeClr val="tx2"/>
                </a:solidFill>
              </a:rPr>
              <a:t>		R3(config-router)#network 192.168.1.0</a:t>
            </a:r>
          </a:p>
          <a:p>
            <a:pPr lvl="4" eaLnBrk="1" hangingPunct="1">
              <a:spcBef>
                <a:spcPct val="0"/>
              </a:spcBef>
              <a:buFontTx/>
              <a:buNone/>
            </a:pPr>
            <a:r>
              <a:rPr lang="en-US" altLang="en-US" sz="1800" i="1" dirty="0">
                <a:solidFill>
                  <a:schemeClr val="tx2"/>
                </a:solidFill>
              </a:rPr>
              <a:t>		R3(config-router)#network 192.168.2.0</a:t>
            </a:r>
            <a:r>
              <a:rPr lang="en-US" altLang="en-US" sz="1800" dirty="0">
                <a:solidFill>
                  <a:schemeClr val="tx2"/>
                </a:solidFill>
              </a:rPr>
              <a:t> </a:t>
            </a:r>
          </a:p>
        </p:txBody>
      </p:sp>
      <p:pic>
        <p:nvPicPr>
          <p:cNvPr id="50181" name="Picture 8" descr="untitled">
            <a:extLst>
              <a:ext uri="{FF2B5EF4-FFF2-40B4-BE49-F238E27FC236}">
                <a16:creationId xmlns:a16="http://schemas.microsoft.com/office/drawing/2014/main" id="{D22B6D72-C697-4539-933A-5EE2ADB557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8070" y="2711677"/>
            <a:ext cx="7272130" cy="40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a:extLst>
              <a:ext uri="{FF2B5EF4-FFF2-40B4-BE49-F238E27FC236}">
                <a16:creationId xmlns:a16="http://schemas.microsoft.com/office/drawing/2014/main" id="{01444D97-261E-4394-BF7F-1A7F40FF5D0D}"/>
              </a:ext>
            </a:extLst>
          </p:cNvPr>
          <p:cNvSpPr>
            <a:spLocks noGrp="1"/>
          </p:cNvSpPr>
          <p:nvPr>
            <p:ph type="title"/>
          </p:nvPr>
        </p:nvSpPr>
        <p:spPr>
          <a:xfrm>
            <a:off x="427383" y="117474"/>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III.1 RIP</a:t>
            </a:r>
            <a:endParaRPr lang="vi-VN" dirty="0">
              <a:cs typeface="Times New Roman"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7">
            <a:extLst>
              <a:ext uri="{FF2B5EF4-FFF2-40B4-BE49-F238E27FC236}">
                <a16:creationId xmlns:a16="http://schemas.microsoft.com/office/drawing/2014/main" id="{95923E2D-BD36-46A7-9233-4FDDA9DBE1A9}"/>
              </a:ext>
            </a:extLst>
          </p:cNvPr>
          <p:cNvSpPr>
            <a:spLocks noChangeArrowheads="1"/>
          </p:cNvSpPr>
          <p:nvPr/>
        </p:nvSpPr>
        <p:spPr bwMode="auto">
          <a:xfrm>
            <a:off x="139148" y="1422377"/>
            <a:ext cx="11757992" cy="464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ClrTx/>
              <a:buNone/>
            </a:pPr>
            <a:r>
              <a:rPr lang="en-US" altLang="en-US" sz="2500" b="1" dirty="0" err="1">
                <a:solidFill>
                  <a:schemeClr val="tx2"/>
                </a:solidFill>
                <a:latin typeface="+mn-lt"/>
              </a:rPr>
              <a:t>Hạn</a:t>
            </a:r>
            <a:r>
              <a:rPr lang="en-US" altLang="en-US" sz="2500" b="1" dirty="0">
                <a:solidFill>
                  <a:schemeClr val="tx2"/>
                </a:solidFill>
                <a:latin typeface="+mn-lt"/>
              </a:rPr>
              <a:t> </a:t>
            </a:r>
            <a:r>
              <a:rPr lang="en-US" altLang="en-US" sz="2500" b="1" dirty="0" err="1">
                <a:solidFill>
                  <a:schemeClr val="tx2"/>
                </a:solidFill>
                <a:latin typeface="+mn-lt"/>
              </a:rPr>
              <a:t>chế</a:t>
            </a:r>
            <a:r>
              <a:rPr lang="en-US" altLang="en-US" sz="2500" b="1" dirty="0">
                <a:solidFill>
                  <a:schemeClr val="tx2"/>
                </a:solidFill>
                <a:latin typeface="+mn-lt"/>
              </a:rPr>
              <a:t> </a:t>
            </a:r>
            <a:r>
              <a:rPr lang="en-US" altLang="en-US" sz="2500" b="1" dirty="0" err="1">
                <a:solidFill>
                  <a:schemeClr val="tx2"/>
                </a:solidFill>
                <a:latin typeface="+mn-lt"/>
              </a:rPr>
              <a:t>của</a:t>
            </a:r>
            <a:r>
              <a:rPr lang="en-US" altLang="en-US" sz="2500" b="1" dirty="0">
                <a:solidFill>
                  <a:schemeClr val="tx2"/>
                </a:solidFill>
                <a:latin typeface="+mn-lt"/>
              </a:rPr>
              <a:t> </a:t>
            </a:r>
            <a:r>
              <a:rPr lang="en-US" altLang="en-US" sz="2500" b="1" dirty="0" err="1">
                <a:solidFill>
                  <a:schemeClr val="tx2"/>
                </a:solidFill>
                <a:latin typeface="+mn-lt"/>
              </a:rPr>
              <a:t>giao</a:t>
            </a:r>
            <a:r>
              <a:rPr lang="en-US" altLang="en-US" sz="2500" b="1" dirty="0">
                <a:solidFill>
                  <a:schemeClr val="tx2"/>
                </a:solidFill>
                <a:latin typeface="+mn-lt"/>
              </a:rPr>
              <a:t> </a:t>
            </a:r>
            <a:r>
              <a:rPr lang="en-US" altLang="en-US" sz="2500" b="1" dirty="0" err="1">
                <a:solidFill>
                  <a:schemeClr val="tx2"/>
                </a:solidFill>
                <a:latin typeface="+mn-lt"/>
              </a:rPr>
              <a:t>thức</a:t>
            </a:r>
            <a:r>
              <a:rPr lang="en-US" altLang="en-US" sz="2500" b="1" dirty="0">
                <a:solidFill>
                  <a:schemeClr val="tx2"/>
                </a:solidFill>
                <a:latin typeface="+mn-lt"/>
              </a:rPr>
              <a:t> RIP</a:t>
            </a:r>
          </a:p>
          <a:p>
            <a:pPr eaLnBrk="1" hangingPunct="1">
              <a:lnSpc>
                <a:spcPct val="150000"/>
              </a:lnSpc>
              <a:spcBef>
                <a:spcPct val="0"/>
              </a:spcBef>
              <a:buClrTx/>
              <a:buFontTx/>
              <a:buNone/>
            </a:pPr>
            <a:r>
              <a:rPr lang="en-US" altLang="en-US" sz="2500" dirty="0">
                <a:solidFill>
                  <a:schemeClr val="tx2"/>
                </a:solidFill>
                <a:latin typeface="+mn-lt"/>
              </a:rPr>
              <a:t>RIP </a:t>
            </a:r>
            <a:r>
              <a:rPr lang="en-US" altLang="en-US" sz="2500" dirty="0" err="1">
                <a:solidFill>
                  <a:schemeClr val="tx2"/>
                </a:solidFill>
                <a:latin typeface="+mn-lt"/>
              </a:rPr>
              <a:t>thường</a:t>
            </a:r>
            <a:r>
              <a:rPr lang="en-US" altLang="en-US" sz="2500" dirty="0">
                <a:solidFill>
                  <a:schemeClr val="tx2"/>
                </a:solidFill>
                <a:latin typeface="+mn-lt"/>
              </a:rPr>
              <a:t> </a:t>
            </a:r>
            <a:r>
              <a:rPr lang="en-US" altLang="en-US" sz="2500" dirty="0" err="1">
                <a:solidFill>
                  <a:schemeClr val="tx2"/>
                </a:solidFill>
                <a:latin typeface="+mn-lt"/>
              </a:rPr>
              <a:t>được</a:t>
            </a:r>
            <a:r>
              <a:rPr lang="en-US" altLang="en-US" sz="2500" dirty="0">
                <a:solidFill>
                  <a:schemeClr val="tx2"/>
                </a:solidFill>
                <a:latin typeface="+mn-lt"/>
              </a:rPr>
              <a:t> </a:t>
            </a:r>
            <a:r>
              <a:rPr lang="en-US" altLang="en-US" sz="2500" dirty="0" err="1">
                <a:solidFill>
                  <a:schemeClr val="tx2"/>
                </a:solidFill>
                <a:latin typeface="+mn-lt"/>
              </a:rPr>
              <a:t>sử</a:t>
            </a:r>
            <a:r>
              <a:rPr lang="en-US" altLang="en-US" sz="2500" dirty="0">
                <a:solidFill>
                  <a:schemeClr val="tx2"/>
                </a:solidFill>
                <a:latin typeface="+mn-lt"/>
              </a:rPr>
              <a:t> </a:t>
            </a:r>
            <a:r>
              <a:rPr lang="en-US" altLang="en-US" sz="2500" dirty="0" err="1">
                <a:solidFill>
                  <a:schemeClr val="tx2"/>
                </a:solidFill>
                <a:latin typeface="+mn-lt"/>
              </a:rPr>
              <a:t>dụng</a:t>
            </a:r>
            <a:r>
              <a:rPr lang="en-US" altLang="en-US" sz="2500" dirty="0">
                <a:solidFill>
                  <a:schemeClr val="tx2"/>
                </a:solidFill>
                <a:latin typeface="+mn-lt"/>
              </a:rPr>
              <a:t> </a:t>
            </a:r>
            <a:r>
              <a:rPr lang="en-US" altLang="en-US" sz="2500" dirty="0" err="1">
                <a:solidFill>
                  <a:schemeClr val="tx2"/>
                </a:solidFill>
                <a:latin typeface="+mn-lt"/>
              </a:rPr>
              <a:t>cho</a:t>
            </a:r>
            <a:r>
              <a:rPr lang="en-US" altLang="en-US" sz="2500" dirty="0">
                <a:solidFill>
                  <a:schemeClr val="tx2"/>
                </a:solidFill>
                <a:latin typeface="+mn-lt"/>
              </a:rPr>
              <a:t> </a:t>
            </a:r>
            <a:r>
              <a:rPr lang="en-US" altLang="en-US" sz="2500" dirty="0" err="1">
                <a:solidFill>
                  <a:schemeClr val="tx2"/>
                </a:solidFill>
                <a:latin typeface="+mn-lt"/>
              </a:rPr>
              <a:t>những</a:t>
            </a:r>
            <a:r>
              <a:rPr lang="en-US" altLang="en-US" sz="2500" dirty="0">
                <a:solidFill>
                  <a:schemeClr val="tx2"/>
                </a:solidFill>
                <a:latin typeface="+mn-lt"/>
              </a:rPr>
              <a:t> </a:t>
            </a:r>
            <a:r>
              <a:rPr lang="en-US" altLang="en-US" sz="2500" dirty="0" err="1">
                <a:solidFill>
                  <a:schemeClr val="tx2"/>
                </a:solidFill>
                <a:latin typeface="+mn-lt"/>
              </a:rPr>
              <a:t>mạng</a:t>
            </a:r>
            <a:r>
              <a:rPr lang="en-US" altLang="en-US" sz="2500" dirty="0">
                <a:solidFill>
                  <a:schemeClr val="tx2"/>
                </a:solidFill>
                <a:latin typeface="+mn-lt"/>
              </a:rPr>
              <a:t> </a:t>
            </a:r>
            <a:r>
              <a:rPr lang="en-US" altLang="en-US" sz="2500" dirty="0" err="1">
                <a:solidFill>
                  <a:schemeClr val="tx2"/>
                </a:solidFill>
                <a:latin typeface="+mn-lt"/>
              </a:rPr>
              <a:t>nhỏ</a:t>
            </a:r>
            <a:r>
              <a:rPr lang="en-US" altLang="en-US" sz="2500" dirty="0">
                <a:solidFill>
                  <a:schemeClr val="tx2"/>
                </a:solidFill>
                <a:latin typeface="+mn-lt"/>
              </a:rPr>
              <a:t> </a:t>
            </a:r>
            <a:r>
              <a:rPr lang="en-US" altLang="en-US" sz="2500" dirty="0" err="1">
                <a:solidFill>
                  <a:schemeClr val="tx2"/>
                </a:solidFill>
                <a:latin typeface="+mn-lt"/>
              </a:rPr>
              <a:t>với</a:t>
            </a:r>
            <a:r>
              <a:rPr lang="en-US" altLang="en-US" sz="2500" dirty="0">
                <a:solidFill>
                  <a:schemeClr val="tx2"/>
                </a:solidFill>
                <a:latin typeface="+mn-lt"/>
              </a:rPr>
              <a:t> </a:t>
            </a:r>
            <a:r>
              <a:rPr lang="en-US" altLang="en-US" sz="2500" dirty="0" err="1">
                <a:solidFill>
                  <a:schemeClr val="tx2"/>
                </a:solidFill>
                <a:latin typeface="+mn-lt"/>
              </a:rPr>
              <a:t>kiến</a:t>
            </a:r>
            <a:r>
              <a:rPr lang="en-US" altLang="en-US" sz="2500" dirty="0">
                <a:solidFill>
                  <a:schemeClr val="tx2"/>
                </a:solidFill>
                <a:latin typeface="+mn-lt"/>
              </a:rPr>
              <a:t> </a:t>
            </a:r>
            <a:r>
              <a:rPr lang="en-US" altLang="en-US" sz="2500" dirty="0" err="1">
                <a:solidFill>
                  <a:schemeClr val="tx2"/>
                </a:solidFill>
                <a:latin typeface="+mn-lt"/>
              </a:rPr>
              <a:t>trúc</a:t>
            </a:r>
            <a:r>
              <a:rPr lang="en-US" altLang="en-US" sz="2500" dirty="0">
                <a:solidFill>
                  <a:schemeClr val="tx2"/>
                </a:solidFill>
                <a:latin typeface="+mn-lt"/>
              </a:rPr>
              <a:t> </a:t>
            </a:r>
            <a:r>
              <a:rPr lang="en-US" altLang="en-US" sz="2500" dirty="0" err="1">
                <a:solidFill>
                  <a:schemeClr val="tx2"/>
                </a:solidFill>
                <a:latin typeface="+mn-lt"/>
              </a:rPr>
              <a:t>đơn</a:t>
            </a:r>
            <a:r>
              <a:rPr lang="en-US" altLang="en-US" sz="2500" dirty="0">
                <a:solidFill>
                  <a:schemeClr val="tx2"/>
                </a:solidFill>
                <a:latin typeface="+mn-lt"/>
              </a:rPr>
              <a:t> </a:t>
            </a:r>
            <a:r>
              <a:rPr lang="en-US" altLang="en-US" sz="2500" dirty="0" err="1">
                <a:solidFill>
                  <a:schemeClr val="tx2"/>
                </a:solidFill>
                <a:latin typeface="+mn-lt"/>
              </a:rPr>
              <a:t>giản</a:t>
            </a:r>
            <a:r>
              <a:rPr lang="en-US" altLang="en-US" sz="2500" dirty="0">
                <a:solidFill>
                  <a:schemeClr val="tx2"/>
                </a:solidFill>
                <a:latin typeface="+mn-lt"/>
              </a:rPr>
              <a:t>, </a:t>
            </a:r>
            <a:r>
              <a:rPr lang="en-US" altLang="en-US" sz="2500" dirty="0" err="1">
                <a:solidFill>
                  <a:schemeClr val="tx2"/>
                </a:solidFill>
                <a:latin typeface="+mn-lt"/>
              </a:rPr>
              <a:t>vì</a:t>
            </a:r>
            <a:r>
              <a:rPr lang="en-US" altLang="en-US" sz="2500" dirty="0">
                <a:solidFill>
                  <a:schemeClr val="tx2"/>
                </a:solidFill>
                <a:latin typeface="+mn-lt"/>
              </a:rPr>
              <a:t> </a:t>
            </a:r>
            <a:r>
              <a:rPr lang="en-US" altLang="en-US" sz="2500" dirty="0" err="1">
                <a:solidFill>
                  <a:schemeClr val="tx2"/>
                </a:solidFill>
                <a:latin typeface="+mn-lt"/>
              </a:rPr>
              <a:t>những</a:t>
            </a:r>
            <a:r>
              <a:rPr lang="en-US" altLang="en-US" sz="2500" dirty="0">
                <a:solidFill>
                  <a:schemeClr val="tx2"/>
                </a:solidFill>
                <a:latin typeface="+mn-lt"/>
              </a:rPr>
              <a:t> </a:t>
            </a:r>
            <a:r>
              <a:rPr lang="en-US" altLang="en-US" sz="2500" dirty="0" err="1">
                <a:solidFill>
                  <a:schemeClr val="tx2"/>
                </a:solidFill>
                <a:latin typeface="+mn-lt"/>
              </a:rPr>
              <a:t>lý</a:t>
            </a:r>
            <a:r>
              <a:rPr lang="en-US" altLang="en-US" sz="2500" dirty="0">
                <a:solidFill>
                  <a:schemeClr val="tx2"/>
                </a:solidFill>
                <a:latin typeface="+mn-lt"/>
              </a:rPr>
              <a:t> do </a:t>
            </a:r>
            <a:r>
              <a:rPr lang="en-US" altLang="en-US" sz="2500" dirty="0" err="1">
                <a:solidFill>
                  <a:schemeClr val="tx2"/>
                </a:solidFill>
                <a:latin typeface="+mn-lt"/>
              </a:rPr>
              <a:t>sau</a:t>
            </a:r>
            <a:r>
              <a:rPr lang="en-US" altLang="en-US" sz="2500" dirty="0">
                <a:solidFill>
                  <a:schemeClr val="tx2"/>
                </a:solidFill>
                <a:latin typeface="+mn-lt"/>
              </a:rPr>
              <a:t>:</a:t>
            </a:r>
          </a:p>
          <a:p>
            <a:pPr eaLnBrk="1" hangingPunct="1">
              <a:lnSpc>
                <a:spcPct val="150000"/>
              </a:lnSpc>
              <a:spcBef>
                <a:spcPct val="0"/>
              </a:spcBef>
              <a:buClrTx/>
              <a:buFontTx/>
              <a:buNone/>
            </a:pPr>
            <a:r>
              <a:rPr lang="en-US" altLang="en-US" sz="2500" dirty="0">
                <a:solidFill>
                  <a:schemeClr val="tx2"/>
                </a:solidFill>
                <a:latin typeface="+mn-lt"/>
              </a:rPr>
              <a:t> - </a:t>
            </a:r>
            <a:r>
              <a:rPr lang="en-US" altLang="en-US" sz="2500" dirty="0" err="1">
                <a:solidFill>
                  <a:schemeClr val="tx2"/>
                </a:solidFill>
                <a:latin typeface="+mn-lt"/>
              </a:rPr>
              <a:t>Giới</a:t>
            </a:r>
            <a:r>
              <a:rPr lang="en-US" altLang="en-US" sz="2500" dirty="0">
                <a:solidFill>
                  <a:schemeClr val="tx2"/>
                </a:solidFill>
                <a:latin typeface="+mn-lt"/>
              </a:rPr>
              <a:t> </a:t>
            </a:r>
            <a:r>
              <a:rPr lang="en-US" altLang="en-US" sz="2500" dirty="0" err="1">
                <a:solidFill>
                  <a:schemeClr val="tx2"/>
                </a:solidFill>
                <a:latin typeface="+mn-lt"/>
              </a:rPr>
              <a:t>hạn</a:t>
            </a:r>
            <a:r>
              <a:rPr lang="en-US" altLang="en-US" sz="2500" dirty="0">
                <a:solidFill>
                  <a:schemeClr val="tx2"/>
                </a:solidFill>
                <a:latin typeface="+mn-lt"/>
              </a:rPr>
              <a:t> </a:t>
            </a:r>
            <a:r>
              <a:rPr lang="en-US" altLang="en-US" sz="2500" dirty="0" err="1">
                <a:solidFill>
                  <a:schemeClr val="tx2"/>
                </a:solidFill>
                <a:latin typeface="+mn-lt"/>
              </a:rPr>
              <a:t>độ</a:t>
            </a:r>
            <a:r>
              <a:rPr lang="en-US" altLang="en-US" sz="2500" dirty="0">
                <a:solidFill>
                  <a:schemeClr val="tx2"/>
                </a:solidFill>
                <a:latin typeface="+mn-lt"/>
              </a:rPr>
              <a:t> </a:t>
            </a:r>
            <a:r>
              <a:rPr lang="en-US" altLang="en-US" sz="2500" dirty="0" err="1">
                <a:solidFill>
                  <a:schemeClr val="tx2"/>
                </a:solidFill>
                <a:latin typeface="+mn-lt"/>
              </a:rPr>
              <a:t>dài</a:t>
            </a:r>
            <a:r>
              <a:rPr lang="en-US" altLang="en-US" sz="2500" dirty="0">
                <a:solidFill>
                  <a:schemeClr val="tx2"/>
                </a:solidFill>
                <a:latin typeface="+mn-lt"/>
              </a:rPr>
              <a:t> </a:t>
            </a:r>
            <a:r>
              <a:rPr lang="en-US" altLang="en-US" sz="2500" dirty="0" err="1">
                <a:solidFill>
                  <a:schemeClr val="tx2"/>
                </a:solidFill>
                <a:latin typeface="+mn-lt"/>
              </a:rPr>
              <a:t>đường</a:t>
            </a:r>
            <a:r>
              <a:rPr lang="en-US" altLang="en-US" sz="2500" dirty="0">
                <a:solidFill>
                  <a:schemeClr val="tx2"/>
                </a:solidFill>
                <a:latin typeface="+mn-lt"/>
              </a:rPr>
              <a:t> </a:t>
            </a:r>
            <a:r>
              <a:rPr lang="en-US" altLang="en-US" sz="2500" dirty="0" err="1">
                <a:solidFill>
                  <a:schemeClr val="tx2"/>
                </a:solidFill>
                <a:latin typeface="+mn-lt"/>
              </a:rPr>
              <a:t>truyền</a:t>
            </a:r>
            <a:r>
              <a:rPr lang="en-US" altLang="en-US" sz="2500" dirty="0">
                <a:solidFill>
                  <a:schemeClr val="tx2"/>
                </a:solidFill>
                <a:latin typeface="+mn-lt"/>
              </a:rPr>
              <a:t>: </a:t>
            </a:r>
            <a:r>
              <a:rPr lang="en-US" altLang="en-US" sz="2500" dirty="0" err="1">
                <a:solidFill>
                  <a:schemeClr val="tx2"/>
                </a:solidFill>
                <a:latin typeface="+mn-lt"/>
              </a:rPr>
              <a:t>số</a:t>
            </a:r>
            <a:r>
              <a:rPr lang="en-US" altLang="en-US" sz="2500" dirty="0">
                <a:solidFill>
                  <a:schemeClr val="tx2"/>
                </a:solidFill>
                <a:latin typeface="+mn-lt"/>
              </a:rPr>
              <a:t> router </a:t>
            </a:r>
            <a:r>
              <a:rPr lang="en-US" altLang="en-US" sz="2500" dirty="0" err="1">
                <a:solidFill>
                  <a:schemeClr val="tx2"/>
                </a:solidFill>
                <a:latin typeface="+mn-lt"/>
              </a:rPr>
              <a:t>tối</a:t>
            </a:r>
            <a:r>
              <a:rPr lang="en-US" altLang="en-US" sz="2500" dirty="0">
                <a:solidFill>
                  <a:schemeClr val="tx2"/>
                </a:solidFill>
                <a:latin typeface="+mn-lt"/>
              </a:rPr>
              <a:t> </a:t>
            </a:r>
            <a:r>
              <a:rPr lang="en-US" altLang="en-US" sz="2500" dirty="0" err="1">
                <a:solidFill>
                  <a:schemeClr val="tx2"/>
                </a:solidFill>
                <a:latin typeface="+mn-lt"/>
              </a:rPr>
              <a:t>đa</a:t>
            </a:r>
            <a:r>
              <a:rPr lang="en-US" altLang="en-US" sz="2500" dirty="0">
                <a:solidFill>
                  <a:schemeClr val="tx2"/>
                </a:solidFill>
                <a:latin typeface="+mn-lt"/>
              </a:rPr>
              <a:t> </a:t>
            </a:r>
            <a:r>
              <a:rPr lang="en-US" altLang="en-US" sz="2500" dirty="0" err="1">
                <a:solidFill>
                  <a:schemeClr val="tx2"/>
                </a:solidFill>
                <a:latin typeface="+mn-lt"/>
              </a:rPr>
              <a:t>mà</a:t>
            </a:r>
            <a:r>
              <a:rPr lang="en-US" altLang="en-US" sz="2500" dirty="0">
                <a:solidFill>
                  <a:schemeClr val="tx2"/>
                </a:solidFill>
                <a:latin typeface="+mn-lt"/>
              </a:rPr>
              <a:t> </a:t>
            </a:r>
            <a:r>
              <a:rPr lang="en-US" altLang="en-US" sz="2500" dirty="0" err="1">
                <a:solidFill>
                  <a:schemeClr val="tx2"/>
                </a:solidFill>
                <a:latin typeface="+mn-lt"/>
              </a:rPr>
              <a:t>gói</a:t>
            </a:r>
            <a:r>
              <a:rPr lang="en-US" altLang="en-US" sz="2500" dirty="0">
                <a:solidFill>
                  <a:schemeClr val="tx2"/>
                </a:solidFill>
                <a:latin typeface="+mn-lt"/>
              </a:rPr>
              <a:t> tin </a:t>
            </a:r>
            <a:r>
              <a:rPr lang="en-US" altLang="en-US" sz="2500" dirty="0" err="1">
                <a:solidFill>
                  <a:schemeClr val="tx2"/>
                </a:solidFill>
                <a:latin typeface="+mn-lt"/>
              </a:rPr>
              <a:t>định</a:t>
            </a:r>
            <a:r>
              <a:rPr lang="en-US" altLang="en-US" sz="2500" dirty="0">
                <a:solidFill>
                  <a:schemeClr val="tx2"/>
                </a:solidFill>
                <a:latin typeface="+mn-lt"/>
              </a:rPr>
              <a:t> </a:t>
            </a:r>
            <a:r>
              <a:rPr lang="en-US" altLang="en-US" sz="2500" dirty="0" err="1">
                <a:solidFill>
                  <a:schemeClr val="tx2"/>
                </a:solidFill>
                <a:latin typeface="+mn-lt"/>
              </a:rPr>
              <a:t>tuyến</a:t>
            </a:r>
            <a:r>
              <a:rPr lang="en-US" altLang="en-US" sz="2500" dirty="0">
                <a:solidFill>
                  <a:schemeClr val="tx2"/>
                </a:solidFill>
                <a:latin typeface="+mn-lt"/>
              </a:rPr>
              <a:t> </a:t>
            </a:r>
            <a:r>
              <a:rPr lang="en-US" altLang="en-US" sz="2500" dirty="0" err="1">
                <a:solidFill>
                  <a:schemeClr val="tx2"/>
                </a:solidFill>
                <a:latin typeface="+mn-lt"/>
              </a:rPr>
              <a:t>có</a:t>
            </a:r>
            <a:r>
              <a:rPr lang="en-US" altLang="en-US" sz="2500" dirty="0">
                <a:solidFill>
                  <a:schemeClr val="tx2"/>
                </a:solidFill>
                <a:latin typeface="+mn-lt"/>
              </a:rPr>
              <a:t> </a:t>
            </a:r>
            <a:r>
              <a:rPr lang="en-US" altLang="en-US" sz="2500" dirty="0" err="1">
                <a:solidFill>
                  <a:schemeClr val="tx2"/>
                </a:solidFill>
                <a:latin typeface="+mn-lt"/>
              </a:rPr>
              <a:t>thể</a:t>
            </a:r>
            <a:r>
              <a:rPr lang="en-US" altLang="en-US" sz="2500" dirty="0">
                <a:solidFill>
                  <a:schemeClr val="tx2"/>
                </a:solidFill>
                <a:latin typeface="+mn-lt"/>
              </a:rPr>
              <a:t> </a:t>
            </a:r>
            <a:r>
              <a:rPr lang="en-US" altLang="en-US" sz="2500" dirty="0" err="1">
                <a:solidFill>
                  <a:schemeClr val="tx2"/>
                </a:solidFill>
                <a:latin typeface="+mn-lt"/>
              </a:rPr>
              <a:t>đi</a:t>
            </a:r>
            <a:r>
              <a:rPr lang="en-US" altLang="en-US" sz="2500" dirty="0">
                <a:solidFill>
                  <a:schemeClr val="tx2"/>
                </a:solidFill>
                <a:latin typeface="+mn-lt"/>
              </a:rPr>
              <a:t> qua </a:t>
            </a:r>
            <a:r>
              <a:rPr lang="en-US" altLang="en-US" sz="2500" dirty="0" err="1">
                <a:solidFill>
                  <a:schemeClr val="tx2"/>
                </a:solidFill>
                <a:latin typeface="+mn-lt"/>
              </a:rPr>
              <a:t>là</a:t>
            </a:r>
            <a:r>
              <a:rPr lang="en-US" altLang="en-US" sz="2500" dirty="0">
                <a:solidFill>
                  <a:schemeClr val="tx2"/>
                </a:solidFill>
                <a:latin typeface="+mn-lt"/>
              </a:rPr>
              <a:t> 15.</a:t>
            </a:r>
          </a:p>
          <a:p>
            <a:pPr eaLnBrk="1" hangingPunct="1">
              <a:lnSpc>
                <a:spcPct val="150000"/>
              </a:lnSpc>
              <a:spcBef>
                <a:spcPct val="0"/>
              </a:spcBef>
              <a:buClrTx/>
              <a:buFontTx/>
              <a:buNone/>
            </a:pPr>
            <a:r>
              <a:rPr lang="en-US" altLang="en-US" sz="2500" dirty="0">
                <a:solidFill>
                  <a:schemeClr val="tx2"/>
                </a:solidFill>
                <a:latin typeface="+mn-lt"/>
              </a:rPr>
              <a:t> - Metric </a:t>
            </a:r>
            <a:r>
              <a:rPr lang="en-US" altLang="en-US" sz="2500" dirty="0" err="1">
                <a:solidFill>
                  <a:schemeClr val="tx2"/>
                </a:solidFill>
                <a:latin typeface="+mn-lt"/>
              </a:rPr>
              <a:t>của</a:t>
            </a:r>
            <a:r>
              <a:rPr lang="en-US" altLang="en-US" sz="2500" dirty="0">
                <a:solidFill>
                  <a:schemeClr val="tx2"/>
                </a:solidFill>
                <a:latin typeface="+mn-lt"/>
              </a:rPr>
              <a:t> RIP </a:t>
            </a:r>
            <a:r>
              <a:rPr lang="en-US" altLang="en-US" sz="2500" dirty="0" err="1">
                <a:solidFill>
                  <a:schemeClr val="tx2"/>
                </a:solidFill>
                <a:latin typeface="+mn-lt"/>
              </a:rPr>
              <a:t>là</a:t>
            </a:r>
            <a:r>
              <a:rPr lang="en-US" altLang="en-US" sz="2500" dirty="0">
                <a:solidFill>
                  <a:schemeClr val="tx2"/>
                </a:solidFill>
                <a:latin typeface="+mn-lt"/>
              </a:rPr>
              <a:t> hop count, </a:t>
            </a:r>
            <a:r>
              <a:rPr lang="en-US" altLang="en-US" sz="2500" dirty="0" err="1">
                <a:solidFill>
                  <a:schemeClr val="tx2"/>
                </a:solidFill>
                <a:latin typeface="+mn-lt"/>
              </a:rPr>
              <a:t>không</a:t>
            </a:r>
            <a:r>
              <a:rPr lang="en-US" altLang="en-US" sz="2500" dirty="0">
                <a:solidFill>
                  <a:schemeClr val="tx2"/>
                </a:solidFill>
                <a:latin typeface="+mn-lt"/>
              </a:rPr>
              <a:t> </a:t>
            </a:r>
            <a:r>
              <a:rPr lang="en-US" altLang="en-US" sz="2500" dirty="0" err="1">
                <a:solidFill>
                  <a:schemeClr val="tx2"/>
                </a:solidFill>
                <a:latin typeface="+mn-lt"/>
              </a:rPr>
              <a:t>quan</a:t>
            </a:r>
            <a:r>
              <a:rPr lang="en-US" altLang="en-US" sz="2500" dirty="0">
                <a:solidFill>
                  <a:schemeClr val="tx2"/>
                </a:solidFill>
                <a:latin typeface="+mn-lt"/>
              </a:rPr>
              <a:t> </a:t>
            </a:r>
            <a:r>
              <a:rPr lang="en-US" altLang="en-US" sz="2500" dirty="0" err="1">
                <a:solidFill>
                  <a:schemeClr val="tx2"/>
                </a:solidFill>
                <a:latin typeface="+mn-lt"/>
              </a:rPr>
              <a:t>tâm</a:t>
            </a:r>
            <a:r>
              <a:rPr lang="en-US" altLang="en-US" sz="2500" dirty="0">
                <a:solidFill>
                  <a:schemeClr val="tx2"/>
                </a:solidFill>
                <a:latin typeface="+mn-lt"/>
              </a:rPr>
              <a:t> </a:t>
            </a:r>
            <a:r>
              <a:rPr lang="en-US" altLang="en-US" sz="2500" dirty="0" err="1">
                <a:solidFill>
                  <a:schemeClr val="tx2"/>
                </a:solidFill>
                <a:latin typeface="+mn-lt"/>
              </a:rPr>
              <a:t>đến</a:t>
            </a:r>
            <a:r>
              <a:rPr lang="en-US" altLang="en-US" sz="2500" dirty="0">
                <a:solidFill>
                  <a:schemeClr val="tx2"/>
                </a:solidFill>
                <a:latin typeface="+mn-lt"/>
              </a:rPr>
              <a:t> </a:t>
            </a:r>
            <a:r>
              <a:rPr lang="en-US" altLang="en-US" sz="2500" dirty="0" err="1">
                <a:solidFill>
                  <a:schemeClr val="tx2"/>
                </a:solidFill>
                <a:latin typeface="+mn-lt"/>
              </a:rPr>
              <a:t>vấn</a:t>
            </a:r>
            <a:r>
              <a:rPr lang="en-US" altLang="en-US" sz="2500" dirty="0">
                <a:solidFill>
                  <a:schemeClr val="tx2"/>
                </a:solidFill>
                <a:latin typeface="+mn-lt"/>
              </a:rPr>
              <a:t> </a:t>
            </a:r>
            <a:r>
              <a:rPr lang="en-US" altLang="en-US" sz="2500" dirty="0" err="1">
                <a:solidFill>
                  <a:schemeClr val="tx2"/>
                </a:solidFill>
                <a:latin typeface="+mn-lt"/>
              </a:rPr>
              <a:t>đề</a:t>
            </a:r>
            <a:r>
              <a:rPr lang="en-US" altLang="en-US" sz="2500" dirty="0">
                <a:solidFill>
                  <a:schemeClr val="tx2"/>
                </a:solidFill>
                <a:latin typeface="+mn-lt"/>
              </a:rPr>
              <a:t> </a:t>
            </a:r>
            <a:r>
              <a:rPr lang="en-US" altLang="en-US" sz="2500" dirty="0" err="1">
                <a:solidFill>
                  <a:schemeClr val="tx2"/>
                </a:solidFill>
                <a:latin typeface="+mn-lt"/>
              </a:rPr>
              <a:t>lưu</a:t>
            </a:r>
            <a:r>
              <a:rPr lang="en-US" altLang="en-US" sz="2500" dirty="0">
                <a:solidFill>
                  <a:schemeClr val="tx2"/>
                </a:solidFill>
                <a:latin typeface="+mn-lt"/>
              </a:rPr>
              <a:t> </a:t>
            </a:r>
            <a:r>
              <a:rPr lang="en-US" altLang="en-US" sz="2500" dirty="0" err="1">
                <a:solidFill>
                  <a:schemeClr val="tx2"/>
                </a:solidFill>
                <a:latin typeface="+mn-lt"/>
              </a:rPr>
              <a:t>lượng</a:t>
            </a:r>
            <a:r>
              <a:rPr lang="en-US" altLang="en-US" sz="2500" dirty="0">
                <a:solidFill>
                  <a:schemeClr val="tx2"/>
                </a:solidFill>
                <a:latin typeface="+mn-lt"/>
              </a:rPr>
              <a:t> </a:t>
            </a:r>
            <a:r>
              <a:rPr lang="en-US" altLang="en-US" sz="2500" dirty="0" err="1">
                <a:solidFill>
                  <a:schemeClr val="tx2"/>
                </a:solidFill>
                <a:latin typeface="+mn-lt"/>
              </a:rPr>
              <a:t>nên</a:t>
            </a:r>
            <a:r>
              <a:rPr lang="en-US" altLang="en-US" sz="2500" dirty="0">
                <a:solidFill>
                  <a:schemeClr val="tx2"/>
                </a:solidFill>
                <a:latin typeface="+mn-lt"/>
              </a:rPr>
              <a:t> </a:t>
            </a:r>
            <a:r>
              <a:rPr lang="en-US" altLang="en-US" sz="2500" dirty="0" err="1">
                <a:solidFill>
                  <a:schemeClr val="tx2"/>
                </a:solidFill>
                <a:latin typeface="+mn-lt"/>
              </a:rPr>
              <a:t>tuyến</a:t>
            </a:r>
            <a:r>
              <a:rPr lang="en-US" altLang="en-US" sz="2500" dirty="0">
                <a:solidFill>
                  <a:schemeClr val="tx2"/>
                </a:solidFill>
                <a:latin typeface="+mn-lt"/>
              </a:rPr>
              <a:t> </a:t>
            </a:r>
            <a:r>
              <a:rPr lang="en-US" altLang="en-US" sz="2500" dirty="0" err="1">
                <a:solidFill>
                  <a:schemeClr val="tx2"/>
                </a:solidFill>
                <a:latin typeface="+mn-lt"/>
              </a:rPr>
              <a:t>đường</a:t>
            </a:r>
            <a:r>
              <a:rPr lang="en-US" altLang="en-US" sz="2500" dirty="0">
                <a:solidFill>
                  <a:schemeClr val="tx2"/>
                </a:solidFill>
                <a:latin typeface="+mn-lt"/>
              </a:rPr>
              <a:t> </a:t>
            </a:r>
            <a:r>
              <a:rPr lang="en-US" altLang="en-US" sz="2500" dirty="0" err="1">
                <a:solidFill>
                  <a:schemeClr val="tx2"/>
                </a:solidFill>
                <a:latin typeface="+mn-lt"/>
              </a:rPr>
              <a:t>mà</a:t>
            </a:r>
            <a:r>
              <a:rPr lang="en-US" altLang="en-US" sz="2500" dirty="0">
                <a:solidFill>
                  <a:schemeClr val="tx2"/>
                </a:solidFill>
                <a:latin typeface="+mn-lt"/>
              </a:rPr>
              <a:t> RIP </a:t>
            </a:r>
            <a:r>
              <a:rPr lang="en-US" altLang="en-US" sz="2500" dirty="0" err="1">
                <a:solidFill>
                  <a:schemeClr val="tx2"/>
                </a:solidFill>
                <a:latin typeface="+mn-lt"/>
              </a:rPr>
              <a:t>chọn</a:t>
            </a:r>
            <a:r>
              <a:rPr lang="en-US" altLang="en-US" sz="2500" dirty="0">
                <a:solidFill>
                  <a:schemeClr val="tx2"/>
                </a:solidFill>
                <a:latin typeface="+mn-lt"/>
              </a:rPr>
              <a:t> </a:t>
            </a:r>
            <a:r>
              <a:rPr lang="en-US" altLang="en-US" sz="2500" dirty="0" err="1">
                <a:solidFill>
                  <a:schemeClr val="tx2"/>
                </a:solidFill>
                <a:latin typeface="+mn-lt"/>
              </a:rPr>
              <a:t>có</a:t>
            </a:r>
            <a:r>
              <a:rPr lang="en-US" altLang="en-US" sz="2500" dirty="0">
                <a:solidFill>
                  <a:schemeClr val="tx2"/>
                </a:solidFill>
                <a:latin typeface="+mn-lt"/>
              </a:rPr>
              <a:t> </a:t>
            </a:r>
            <a:r>
              <a:rPr lang="en-US" altLang="en-US" sz="2500" dirty="0" err="1">
                <a:solidFill>
                  <a:schemeClr val="tx2"/>
                </a:solidFill>
                <a:latin typeface="+mn-lt"/>
              </a:rPr>
              <a:t>thể</a:t>
            </a:r>
            <a:r>
              <a:rPr lang="en-US" altLang="en-US" sz="2500" dirty="0">
                <a:solidFill>
                  <a:schemeClr val="tx2"/>
                </a:solidFill>
                <a:latin typeface="+mn-lt"/>
              </a:rPr>
              <a:t> </a:t>
            </a:r>
            <a:r>
              <a:rPr lang="en-US" altLang="en-US" sz="2500" dirty="0" err="1">
                <a:solidFill>
                  <a:schemeClr val="tx2"/>
                </a:solidFill>
                <a:latin typeface="+mn-lt"/>
              </a:rPr>
              <a:t>chưa</a:t>
            </a:r>
            <a:r>
              <a:rPr lang="en-US" altLang="en-US" sz="2500" dirty="0">
                <a:solidFill>
                  <a:schemeClr val="tx2"/>
                </a:solidFill>
                <a:latin typeface="+mn-lt"/>
              </a:rPr>
              <a:t> </a:t>
            </a:r>
            <a:r>
              <a:rPr lang="en-US" altLang="en-US" sz="2500" dirty="0" err="1">
                <a:solidFill>
                  <a:schemeClr val="tx2"/>
                </a:solidFill>
                <a:latin typeface="+mn-lt"/>
              </a:rPr>
              <a:t>là</a:t>
            </a:r>
            <a:r>
              <a:rPr lang="en-US" altLang="en-US" sz="2500" dirty="0">
                <a:solidFill>
                  <a:schemeClr val="tx2"/>
                </a:solidFill>
                <a:latin typeface="+mn-lt"/>
              </a:rPr>
              <a:t> </a:t>
            </a:r>
            <a:r>
              <a:rPr lang="en-US" altLang="en-US" sz="2500" dirty="0" err="1">
                <a:solidFill>
                  <a:schemeClr val="tx2"/>
                </a:solidFill>
                <a:latin typeface="+mn-lt"/>
              </a:rPr>
              <a:t>tối</a:t>
            </a:r>
            <a:r>
              <a:rPr lang="en-US" altLang="en-US" sz="2500" dirty="0">
                <a:solidFill>
                  <a:schemeClr val="tx2"/>
                </a:solidFill>
                <a:latin typeface="+mn-lt"/>
              </a:rPr>
              <a:t> </a:t>
            </a:r>
            <a:r>
              <a:rPr lang="en-US" altLang="en-US" sz="2500" dirty="0" err="1">
                <a:solidFill>
                  <a:schemeClr val="tx2"/>
                </a:solidFill>
                <a:latin typeface="+mn-lt"/>
              </a:rPr>
              <a:t>ưu</a:t>
            </a:r>
            <a:r>
              <a:rPr lang="en-US" altLang="en-US" sz="2500" dirty="0">
                <a:solidFill>
                  <a:schemeClr val="tx2"/>
                </a:solidFill>
                <a:latin typeface="+mn-lt"/>
              </a:rPr>
              <a:t>.</a:t>
            </a:r>
          </a:p>
          <a:p>
            <a:pPr eaLnBrk="1" hangingPunct="1">
              <a:lnSpc>
                <a:spcPct val="150000"/>
              </a:lnSpc>
              <a:spcBef>
                <a:spcPct val="0"/>
              </a:spcBef>
              <a:buClrTx/>
              <a:buFontTx/>
              <a:buNone/>
            </a:pPr>
            <a:r>
              <a:rPr lang="en-US" altLang="en-US" sz="2500" dirty="0">
                <a:solidFill>
                  <a:schemeClr val="tx2"/>
                </a:solidFill>
                <a:latin typeface="+mn-lt"/>
              </a:rPr>
              <a:t> - </a:t>
            </a:r>
            <a:r>
              <a:rPr lang="en-US" altLang="en-US" sz="2500" dirty="0" err="1">
                <a:solidFill>
                  <a:schemeClr val="tx2"/>
                </a:solidFill>
                <a:latin typeface="+mn-lt"/>
              </a:rPr>
              <a:t>Thời</a:t>
            </a:r>
            <a:r>
              <a:rPr lang="en-US" altLang="en-US" sz="2500" dirty="0">
                <a:solidFill>
                  <a:schemeClr val="tx2"/>
                </a:solidFill>
                <a:latin typeface="+mn-lt"/>
              </a:rPr>
              <a:t> </a:t>
            </a:r>
            <a:r>
              <a:rPr lang="en-US" altLang="en-US" sz="2500" dirty="0" err="1">
                <a:solidFill>
                  <a:schemeClr val="tx2"/>
                </a:solidFill>
                <a:latin typeface="+mn-lt"/>
              </a:rPr>
              <a:t>gian</a:t>
            </a:r>
            <a:r>
              <a:rPr lang="en-US" altLang="en-US" sz="2500" dirty="0">
                <a:solidFill>
                  <a:schemeClr val="tx2"/>
                </a:solidFill>
                <a:latin typeface="+mn-lt"/>
              </a:rPr>
              <a:t> </a:t>
            </a:r>
            <a:r>
              <a:rPr lang="en-US" altLang="en-US" sz="2500" dirty="0" err="1">
                <a:solidFill>
                  <a:schemeClr val="tx2"/>
                </a:solidFill>
                <a:latin typeface="+mn-lt"/>
              </a:rPr>
              <a:t>hội</a:t>
            </a:r>
            <a:r>
              <a:rPr lang="en-US" altLang="en-US" sz="2500" dirty="0">
                <a:solidFill>
                  <a:schemeClr val="tx2"/>
                </a:solidFill>
                <a:latin typeface="+mn-lt"/>
              </a:rPr>
              <a:t> </a:t>
            </a:r>
            <a:r>
              <a:rPr lang="en-US" altLang="en-US" sz="2500" dirty="0" err="1">
                <a:solidFill>
                  <a:schemeClr val="tx2"/>
                </a:solidFill>
                <a:latin typeface="+mn-lt"/>
              </a:rPr>
              <a:t>tụ</a:t>
            </a:r>
            <a:r>
              <a:rPr lang="en-US" altLang="en-US" sz="2500" dirty="0">
                <a:solidFill>
                  <a:schemeClr val="tx2"/>
                </a:solidFill>
                <a:latin typeface="+mn-lt"/>
              </a:rPr>
              <a:t> </a:t>
            </a:r>
            <a:r>
              <a:rPr lang="en-US" altLang="en-US" sz="2500" dirty="0" err="1">
                <a:solidFill>
                  <a:schemeClr val="tx2"/>
                </a:solidFill>
                <a:latin typeface="+mn-lt"/>
              </a:rPr>
              <a:t>chậm</a:t>
            </a:r>
            <a:r>
              <a:rPr lang="en-US" altLang="en-US" sz="2500" dirty="0">
                <a:solidFill>
                  <a:schemeClr val="tx2"/>
                </a:solidFill>
                <a:latin typeface="+mn-lt"/>
              </a:rPr>
              <a:t>.</a:t>
            </a:r>
          </a:p>
          <a:p>
            <a:pPr eaLnBrk="1" hangingPunct="1">
              <a:lnSpc>
                <a:spcPct val="150000"/>
              </a:lnSpc>
              <a:spcBef>
                <a:spcPct val="0"/>
              </a:spcBef>
              <a:buClrTx/>
              <a:buFontTx/>
              <a:buNone/>
            </a:pPr>
            <a:r>
              <a:rPr lang="en-US" altLang="en-US" sz="2500" dirty="0">
                <a:solidFill>
                  <a:schemeClr val="tx2"/>
                </a:solidFill>
                <a:latin typeface="+mn-lt"/>
              </a:rPr>
              <a:t> - </a:t>
            </a:r>
            <a:r>
              <a:rPr lang="en-US" altLang="en-US" sz="2500" dirty="0" err="1">
                <a:solidFill>
                  <a:schemeClr val="tx2"/>
                </a:solidFill>
                <a:latin typeface="+mn-lt"/>
              </a:rPr>
              <a:t>Tốn</a:t>
            </a:r>
            <a:r>
              <a:rPr lang="en-US" altLang="en-US" sz="2500" dirty="0">
                <a:solidFill>
                  <a:schemeClr val="tx2"/>
                </a:solidFill>
                <a:latin typeface="+mn-lt"/>
              </a:rPr>
              <a:t> </a:t>
            </a:r>
            <a:r>
              <a:rPr lang="en-US" altLang="en-US" sz="2500" dirty="0" err="1">
                <a:solidFill>
                  <a:schemeClr val="tx2"/>
                </a:solidFill>
                <a:latin typeface="+mn-lt"/>
              </a:rPr>
              <a:t>nhiều</a:t>
            </a:r>
            <a:r>
              <a:rPr lang="en-US" altLang="en-US" sz="2500" dirty="0">
                <a:solidFill>
                  <a:schemeClr val="tx2"/>
                </a:solidFill>
                <a:latin typeface="+mn-lt"/>
              </a:rPr>
              <a:t> </a:t>
            </a:r>
            <a:r>
              <a:rPr lang="en-US" altLang="en-US" sz="2500" dirty="0" err="1">
                <a:solidFill>
                  <a:schemeClr val="tx2"/>
                </a:solidFill>
                <a:latin typeface="+mn-lt"/>
              </a:rPr>
              <a:t>lưu</a:t>
            </a:r>
            <a:r>
              <a:rPr lang="en-US" altLang="en-US" sz="2500" dirty="0">
                <a:solidFill>
                  <a:schemeClr val="tx2"/>
                </a:solidFill>
                <a:latin typeface="+mn-lt"/>
              </a:rPr>
              <a:t> </a:t>
            </a:r>
            <a:r>
              <a:rPr lang="en-US" altLang="en-US" sz="2500" dirty="0" err="1">
                <a:solidFill>
                  <a:schemeClr val="tx2"/>
                </a:solidFill>
                <a:latin typeface="+mn-lt"/>
              </a:rPr>
              <a:t>lượng</a:t>
            </a:r>
            <a:r>
              <a:rPr lang="en-US" altLang="en-US" sz="2500" dirty="0">
                <a:solidFill>
                  <a:schemeClr val="tx2"/>
                </a:solidFill>
                <a:latin typeface="+mn-lt"/>
              </a:rPr>
              <a:t> </a:t>
            </a:r>
            <a:r>
              <a:rPr lang="en-US" altLang="en-US" sz="2500" dirty="0" err="1">
                <a:solidFill>
                  <a:schemeClr val="tx2"/>
                </a:solidFill>
                <a:latin typeface="+mn-lt"/>
              </a:rPr>
              <a:t>đường</a:t>
            </a:r>
            <a:r>
              <a:rPr lang="en-US" altLang="en-US" sz="2500" dirty="0">
                <a:solidFill>
                  <a:schemeClr val="tx2"/>
                </a:solidFill>
                <a:latin typeface="+mn-lt"/>
              </a:rPr>
              <a:t> </a:t>
            </a:r>
            <a:r>
              <a:rPr lang="en-US" altLang="en-US" sz="2500" dirty="0" err="1">
                <a:solidFill>
                  <a:schemeClr val="tx2"/>
                </a:solidFill>
                <a:latin typeface="+mn-lt"/>
              </a:rPr>
              <a:t>truyền</a:t>
            </a:r>
            <a:r>
              <a:rPr lang="en-US" altLang="en-US" sz="2500" dirty="0">
                <a:solidFill>
                  <a:schemeClr val="tx2"/>
                </a:solidFill>
                <a:latin typeface="+mn-lt"/>
              </a:rPr>
              <a:t> </a:t>
            </a:r>
            <a:r>
              <a:rPr lang="en-US" altLang="en-US" sz="2500" dirty="0" err="1">
                <a:solidFill>
                  <a:schemeClr val="tx2"/>
                </a:solidFill>
                <a:latin typeface="+mn-lt"/>
              </a:rPr>
              <a:t>cần</a:t>
            </a:r>
            <a:r>
              <a:rPr lang="en-US" altLang="en-US" sz="2500" dirty="0">
                <a:solidFill>
                  <a:schemeClr val="tx2"/>
                </a:solidFill>
                <a:latin typeface="+mn-lt"/>
              </a:rPr>
              <a:t> </a:t>
            </a:r>
            <a:r>
              <a:rPr lang="en-US" altLang="en-US" sz="2500" dirty="0" err="1">
                <a:solidFill>
                  <a:schemeClr val="tx2"/>
                </a:solidFill>
                <a:latin typeface="+mn-lt"/>
              </a:rPr>
              <a:t>cho</a:t>
            </a:r>
            <a:r>
              <a:rPr lang="en-US" altLang="en-US" sz="2500" dirty="0">
                <a:solidFill>
                  <a:schemeClr val="tx2"/>
                </a:solidFill>
                <a:latin typeface="+mn-lt"/>
              </a:rPr>
              <a:t> </a:t>
            </a:r>
            <a:r>
              <a:rPr lang="en-US" altLang="en-US" sz="2500" dirty="0" err="1">
                <a:solidFill>
                  <a:schemeClr val="tx2"/>
                </a:solidFill>
                <a:latin typeface="+mn-lt"/>
              </a:rPr>
              <a:t>việc</a:t>
            </a:r>
            <a:r>
              <a:rPr lang="en-US" altLang="en-US" sz="2500" dirty="0">
                <a:solidFill>
                  <a:schemeClr val="tx2"/>
                </a:solidFill>
                <a:latin typeface="+mn-lt"/>
              </a:rPr>
              <a:t> </a:t>
            </a:r>
            <a:r>
              <a:rPr lang="en-US" altLang="en-US" sz="2500" dirty="0" err="1">
                <a:solidFill>
                  <a:schemeClr val="tx2"/>
                </a:solidFill>
                <a:latin typeface="+mn-lt"/>
              </a:rPr>
              <a:t>trao</a:t>
            </a:r>
            <a:r>
              <a:rPr lang="en-US" altLang="en-US" sz="2500" dirty="0">
                <a:solidFill>
                  <a:schemeClr val="tx2"/>
                </a:solidFill>
                <a:latin typeface="+mn-lt"/>
              </a:rPr>
              <a:t> </a:t>
            </a:r>
            <a:r>
              <a:rPr lang="en-US" altLang="en-US" sz="2500" dirty="0" err="1">
                <a:solidFill>
                  <a:schemeClr val="tx2"/>
                </a:solidFill>
                <a:latin typeface="+mn-lt"/>
              </a:rPr>
              <a:t>đổi</a:t>
            </a:r>
            <a:r>
              <a:rPr lang="en-US" altLang="en-US" sz="2500" dirty="0">
                <a:solidFill>
                  <a:schemeClr val="tx2"/>
                </a:solidFill>
                <a:latin typeface="+mn-lt"/>
              </a:rPr>
              <a:t> </a:t>
            </a:r>
            <a:r>
              <a:rPr lang="en-US" altLang="en-US" sz="2500" dirty="0" err="1">
                <a:solidFill>
                  <a:schemeClr val="tx2"/>
                </a:solidFill>
                <a:latin typeface="+mn-lt"/>
              </a:rPr>
              <a:t>thông</a:t>
            </a:r>
            <a:r>
              <a:rPr lang="en-US" altLang="en-US" sz="2500" dirty="0">
                <a:solidFill>
                  <a:schemeClr val="tx2"/>
                </a:solidFill>
                <a:latin typeface="+mn-lt"/>
              </a:rPr>
              <a:t> tin </a:t>
            </a:r>
            <a:r>
              <a:rPr lang="en-US" altLang="en-US" sz="2500" dirty="0" err="1">
                <a:solidFill>
                  <a:schemeClr val="tx2"/>
                </a:solidFill>
                <a:latin typeface="+mn-lt"/>
              </a:rPr>
              <a:t>định</a:t>
            </a:r>
            <a:r>
              <a:rPr lang="en-US" altLang="en-US" sz="2500" dirty="0">
                <a:solidFill>
                  <a:schemeClr val="tx2"/>
                </a:solidFill>
                <a:latin typeface="+mn-lt"/>
              </a:rPr>
              <a:t> </a:t>
            </a:r>
            <a:r>
              <a:rPr lang="en-US" altLang="en-US" sz="2500" dirty="0" err="1">
                <a:solidFill>
                  <a:schemeClr val="tx2"/>
                </a:solidFill>
                <a:latin typeface="+mn-lt"/>
              </a:rPr>
              <a:t>tuyến</a:t>
            </a:r>
            <a:r>
              <a:rPr lang="en-US" altLang="en-US" sz="2500" dirty="0">
                <a:solidFill>
                  <a:schemeClr val="tx2"/>
                </a:solidFill>
                <a:latin typeface="+mn-lt"/>
              </a:rPr>
              <a:t>.</a:t>
            </a:r>
          </a:p>
        </p:txBody>
      </p:sp>
      <p:sp>
        <p:nvSpPr>
          <p:cNvPr id="8" name="Title 1">
            <a:extLst>
              <a:ext uri="{FF2B5EF4-FFF2-40B4-BE49-F238E27FC236}">
                <a16:creationId xmlns:a16="http://schemas.microsoft.com/office/drawing/2014/main" id="{991FB80C-5289-40DC-AA72-05CAC5709B59}"/>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III.1 RIP</a:t>
            </a:r>
            <a:endParaRPr lang="vi-VN" dirty="0">
              <a:cs typeface="Times New Roman"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6">
            <a:extLst>
              <a:ext uri="{FF2B5EF4-FFF2-40B4-BE49-F238E27FC236}">
                <a16:creationId xmlns:a16="http://schemas.microsoft.com/office/drawing/2014/main" id="{276CA9DB-A4AE-4589-8774-2053751BF50C}"/>
              </a:ext>
            </a:extLst>
          </p:cNvPr>
          <p:cNvSpPr>
            <a:spLocks noGrp="1" noChangeArrowheads="1"/>
          </p:cNvSpPr>
          <p:nvPr>
            <p:ph type="body" idx="1"/>
          </p:nvPr>
        </p:nvSpPr>
        <p:spPr>
          <a:xfrm>
            <a:off x="437322" y="1190967"/>
            <a:ext cx="8267700" cy="457200"/>
          </a:xfrm>
          <a:noFill/>
        </p:spPr>
        <p:txBody>
          <a:bodyPr/>
          <a:lstStyle/>
          <a:p>
            <a:pPr eaLnBrk="1" hangingPunct="1">
              <a:buFont typeface="Wingdings" panose="05000000000000000000" pitchFamily="2" charset="2"/>
              <a:buNone/>
            </a:pPr>
            <a:r>
              <a:rPr lang="en-US" altLang="en-US" b="1" dirty="0" err="1">
                <a:solidFill>
                  <a:schemeClr val="tx2"/>
                </a:solidFill>
              </a:rPr>
              <a:t>Giới</a:t>
            </a:r>
            <a:r>
              <a:rPr lang="en-US" altLang="en-US" b="1" dirty="0">
                <a:solidFill>
                  <a:schemeClr val="tx2"/>
                </a:solidFill>
              </a:rPr>
              <a:t> </a:t>
            </a:r>
            <a:r>
              <a:rPr lang="en-US" altLang="en-US" b="1" dirty="0" err="1">
                <a:solidFill>
                  <a:schemeClr val="tx2"/>
                </a:solidFill>
              </a:rPr>
              <a:t>thiệu</a:t>
            </a:r>
            <a:r>
              <a:rPr lang="en-US" altLang="en-US" b="1" dirty="0">
                <a:solidFill>
                  <a:schemeClr val="tx2"/>
                </a:solidFill>
              </a:rPr>
              <a:t> </a:t>
            </a:r>
            <a:r>
              <a:rPr lang="en-US" altLang="en-US" b="1" dirty="0" err="1">
                <a:solidFill>
                  <a:schemeClr val="tx2"/>
                </a:solidFill>
              </a:rPr>
              <a:t>giao</a:t>
            </a:r>
            <a:r>
              <a:rPr lang="en-US" altLang="en-US" b="1" dirty="0">
                <a:solidFill>
                  <a:schemeClr val="tx2"/>
                </a:solidFill>
              </a:rPr>
              <a:t> </a:t>
            </a:r>
            <a:r>
              <a:rPr lang="en-US" altLang="en-US" b="1" dirty="0" err="1">
                <a:solidFill>
                  <a:schemeClr val="tx2"/>
                </a:solidFill>
              </a:rPr>
              <a:t>thức</a:t>
            </a:r>
            <a:r>
              <a:rPr lang="en-US" altLang="en-US" b="1" dirty="0">
                <a:solidFill>
                  <a:schemeClr val="tx2"/>
                </a:solidFill>
              </a:rPr>
              <a:t> RIPv2</a:t>
            </a:r>
          </a:p>
        </p:txBody>
      </p:sp>
      <p:sp>
        <p:nvSpPr>
          <p:cNvPr id="52228" name="Rectangle 7">
            <a:extLst>
              <a:ext uri="{FF2B5EF4-FFF2-40B4-BE49-F238E27FC236}">
                <a16:creationId xmlns:a16="http://schemas.microsoft.com/office/drawing/2014/main" id="{35A4D47F-0773-4183-A506-61ED11554C8B}"/>
              </a:ext>
            </a:extLst>
          </p:cNvPr>
          <p:cNvSpPr>
            <a:spLocks noChangeArrowheads="1"/>
          </p:cNvSpPr>
          <p:nvPr/>
        </p:nvSpPr>
        <p:spPr bwMode="auto">
          <a:xfrm>
            <a:off x="394873" y="1943101"/>
            <a:ext cx="11402253" cy="390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buClrTx/>
              <a:buFontTx/>
              <a:buNone/>
            </a:pPr>
            <a:r>
              <a:rPr lang="en-US" altLang="en-US" dirty="0">
                <a:solidFill>
                  <a:schemeClr val="tx2"/>
                </a:solidFill>
              </a:rPr>
              <a:t>RIPv2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phiên</a:t>
            </a:r>
            <a:r>
              <a:rPr lang="en-US" altLang="en-US" dirty="0">
                <a:solidFill>
                  <a:schemeClr val="tx2"/>
                </a:solidFill>
              </a:rPr>
              <a:t> </a:t>
            </a:r>
            <a:r>
              <a:rPr lang="en-US" altLang="en-US" dirty="0" err="1">
                <a:solidFill>
                  <a:schemeClr val="tx2"/>
                </a:solidFill>
              </a:rPr>
              <a:t>bản</a:t>
            </a:r>
            <a:r>
              <a:rPr lang="en-US" altLang="en-US" dirty="0">
                <a:solidFill>
                  <a:schemeClr val="tx2"/>
                </a:solidFill>
              </a:rPr>
              <a:t> </a:t>
            </a:r>
            <a:r>
              <a:rPr lang="en-US" altLang="en-US" dirty="0" err="1">
                <a:solidFill>
                  <a:schemeClr val="tx2"/>
                </a:solidFill>
              </a:rPr>
              <a:t>mở</a:t>
            </a:r>
            <a:r>
              <a:rPr lang="en-US" altLang="en-US" dirty="0">
                <a:solidFill>
                  <a:schemeClr val="tx2"/>
                </a:solidFill>
              </a:rPr>
              <a:t> </a:t>
            </a:r>
            <a:r>
              <a:rPr lang="en-US" altLang="en-US" dirty="0" err="1">
                <a:solidFill>
                  <a:schemeClr val="tx2"/>
                </a:solidFill>
              </a:rPr>
              <a:t>rộng</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RIP, </a:t>
            </a:r>
            <a:r>
              <a:rPr lang="en-US" altLang="en-US" dirty="0" err="1">
                <a:solidFill>
                  <a:schemeClr val="tx2"/>
                </a:solidFill>
              </a:rPr>
              <a:t>cũng</a:t>
            </a:r>
            <a:r>
              <a:rPr lang="en-US" altLang="en-US" dirty="0">
                <a:solidFill>
                  <a:schemeClr val="tx2"/>
                </a:solidFill>
              </a:rPr>
              <a:t> </a:t>
            </a:r>
            <a:r>
              <a:rPr lang="en-US" altLang="en-US" dirty="0" err="1">
                <a:solidFill>
                  <a:schemeClr val="tx2"/>
                </a:solidFill>
              </a:rPr>
              <a:t>là</a:t>
            </a:r>
            <a:r>
              <a:rPr lang="en-US" altLang="en-US" dirty="0">
                <a:solidFill>
                  <a:schemeClr val="tx2"/>
                </a:solidFill>
              </a:rPr>
              <a:t> 1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theo</a:t>
            </a:r>
            <a:r>
              <a:rPr lang="en-US" altLang="en-US" dirty="0">
                <a:solidFill>
                  <a:schemeClr val="tx2"/>
                </a:solidFill>
              </a:rPr>
              <a:t> vector </a:t>
            </a:r>
            <a:r>
              <a:rPr lang="en-US" altLang="en-US" dirty="0" err="1">
                <a:solidFill>
                  <a:schemeClr val="tx2"/>
                </a:solidFill>
              </a:rPr>
              <a:t>khoảng</a:t>
            </a:r>
            <a:r>
              <a:rPr lang="en-US" altLang="en-US" dirty="0">
                <a:solidFill>
                  <a:schemeClr val="tx2"/>
                </a:solidFill>
              </a:rPr>
              <a:t> </a:t>
            </a:r>
            <a:r>
              <a:rPr lang="en-US" altLang="en-US" dirty="0" err="1">
                <a:solidFill>
                  <a:schemeClr val="tx2"/>
                </a:solidFill>
              </a:rPr>
              <a:t>cách</a:t>
            </a:r>
            <a:r>
              <a:rPr lang="en-US" altLang="en-US" dirty="0">
                <a:solidFill>
                  <a:schemeClr val="tx2"/>
                </a:solidFill>
              </a:rPr>
              <a:t>,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thiết</a:t>
            </a:r>
            <a:r>
              <a:rPr lang="en-US" altLang="en-US" dirty="0">
                <a:solidFill>
                  <a:schemeClr val="tx2"/>
                </a:solidFill>
              </a:rPr>
              <a:t> </a:t>
            </a:r>
            <a:r>
              <a:rPr lang="en-US" altLang="en-US" dirty="0" err="1">
                <a:solidFill>
                  <a:schemeClr val="tx2"/>
                </a:solidFill>
              </a:rPr>
              <a:t>kế</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khắc</a:t>
            </a:r>
            <a:r>
              <a:rPr lang="en-US" altLang="en-US" dirty="0">
                <a:solidFill>
                  <a:schemeClr val="tx2"/>
                </a:solidFill>
              </a:rPr>
              <a:t> </a:t>
            </a:r>
            <a:r>
              <a:rPr lang="en-US" altLang="en-US" dirty="0" err="1">
                <a:solidFill>
                  <a:schemeClr val="tx2"/>
                </a:solidFill>
              </a:rPr>
              <a:t>phục</a:t>
            </a:r>
            <a:r>
              <a:rPr lang="en-US" altLang="en-US" dirty="0">
                <a:solidFill>
                  <a:schemeClr val="tx2"/>
                </a:solidFill>
              </a:rPr>
              <a:t> </a:t>
            </a:r>
            <a:r>
              <a:rPr lang="en-US" altLang="en-US" dirty="0" err="1">
                <a:solidFill>
                  <a:schemeClr val="tx2"/>
                </a:solidFill>
              </a:rPr>
              <a:t>những</a:t>
            </a:r>
            <a:r>
              <a:rPr lang="en-US" altLang="en-US" dirty="0">
                <a:solidFill>
                  <a:schemeClr val="tx2"/>
                </a:solidFill>
              </a:rPr>
              <a:t> </a:t>
            </a:r>
            <a:r>
              <a:rPr lang="en-US" altLang="en-US" dirty="0" err="1">
                <a:solidFill>
                  <a:schemeClr val="tx2"/>
                </a:solidFill>
              </a:rPr>
              <a:t>hạn</a:t>
            </a:r>
            <a:r>
              <a:rPr lang="en-US" altLang="en-US" dirty="0">
                <a:solidFill>
                  <a:schemeClr val="tx2"/>
                </a:solidFill>
              </a:rPr>
              <a:t> </a:t>
            </a:r>
            <a:r>
              <a:rPr lang="en-US" altLang="en-US" dirty="0" err="1">
                <a:solidFill>
                  <a:schemeClr val="tx2"/>
                </a:solidFill>
              </a:rPr>
              <a:t>chế</a:t>
            </a:r>
            <a:r>
              <a:rPr lang="en-US" altLang="en-US" dirty="0">
                <a:solidFill>
                  <a:schemeClr val="tx2"/>
                </a:solidFill>
              </a:rPr>
              <a:t> </a:t>
            </a:r>
            <a:r>
              <a:rPr lang="en-US" altLang="en-US" dirty="0" err="1">
                <a:solidFill>
                  <a:schemeClr val="tx2"/>
                </a:solidFill>
              </a:rPr>
              <a:t>của</a:t>
            </a:r>
            <a:r>
              <a:rPr lang="en-US" altLang="en-US" dirty="0">
                <a:solidFill>
                  <a:schemeClr val="tx2"/>
                </a:solidFill>
              </a:rPr>
              <a:t> RIP1. RIP2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đặc</a:t>
            </a:r>
            <a:r>
              <a:rPr lang="en-US" altLang="en-US" dirty="0">
                <a:solidFill>
                  <a:schemeClr val="tx2"/>
                </a:solidFill>
              </a:rPr>
              <a:t> </a:t>
            </a:r>
            <a:r>
              <a:rPr lang="en-US" altLang="en-US" dirty="0" err="1">
                <a:solidFill>
                  <a:schemeClr val="tx2"/>
                </a:solidFill>
              </a:rPr>
              <a:t>tả</a:t>
            </a:r>
            <a:r>
              <a:rPr lang="en-US" altLang="en-US" dirty="0">
                <a:solidFill>
                  <a:schemeClr val="tx2"/>
                </a:solidFill>
              </a:rPr>
              <a:t> </a:t>
            </a:r>
            <a:r>
              <a:rPr lang="en-US" altLang="en-US" dirty="0" err="1">
                <a:solidFill>
                  <a:schemeClr val="tx2"/>
                </a:solidFill>
              </a:rPr>
              <a:t>trong</a:t>
            </a:r>
            <a:r>
              <a:rPr lang="en-US" altLang="en-US" dirty="0">
                <a:solidFill>
                  <a:schemeClr val="tx2"/>
                </a:solidFill>
              </a:rPr>
              <a:t> RFC1723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công</a:t>
            </a:r>
            <a:r>
              <a:rPr lang="en-US" altLang="en-US" dirty="0">
                <a:solidFill>
                  <a:schemeClr val="tx2"/>
                </a:solidFill>
              </a:rPr>
              <a:t> </a:t>
            </a:r>
            <a:r>
              <a:rPr lang="en-US" altLang="en-US" dirty="0" err="1">
                <a:solidFill>
                  <a:schemeClr val="tx2"/>
                </a:solidFill>
              </a:rPr>
              <a:t>bố</a:t>
            </a:r>
            <a:r>
              <a:rPr lang="en-US" altLang="en-US" dirty="0">
                <a:solidFill>
                  <a:schemeClr val="tx2"/>
                </a:solidFill>
              </a:rPr>
              <a:t> </a:t>
            </a:r>
            <a:r>
              <a:rPr lang="en-US" altLang="en-US" dirty="0" err="1">
                <a:solidFill>
                  <a:schemeClr val="tx2"/>
                </a:solidFill>
              </a:rPr>
              <a:t>vào</a:t>
            </a:r>
            <a:r>
              <a:rPr lang="en-US" altLang="en-US" dirty="0">
                <a:solidFill>
                  <a:schemeClr val="tx2"/>
                </a:solidFill>
              </a:rPr>
              <a:t> </a:t>
            </a:r>
            <a:r>
              <a:rPr lang="en-US" altLang="en-US" dirty="0" err="1">
                <a:solidFill>
                  <a:schemeClr val="tx2"/>
                </a:solidFill>
              </a:rPr>
              <a:t>năm</a:t>
            </a:r>
            <a:r>
              <a:rPr lang="en-US" altLang="en-US" dirty="0">
                <a:solidFill>
                  <a:schemeClr val="tx2"/>
                </a:solidFill>
              </a:rPr>
              <a:t> 1994.</a:t>
            </a:r>
          </a:p>
          <a:p>
            <a:pPr algn="just">
              <a:lnSpc>
                <a:spcPct val="150000"/>
              </a:lnSpc>
              <a:spcBef>
                <a:spcPct val="0"/>
              </a:spcBef>
              <a:buClrTx/>
              <a:buNone/>
            </a:pPr>
            <a:r>
              <a:rPr lang="en-US" altLang="en-US" dirty="0" err="1">
                <a:solidFill>
                  <a:schemeClr val="tx2"/>
                </a:solidFill>
              </a:rPr>
              <a:t>Những</a:t>
            </a:r>
            <a:r>
              <a:rPr lang="en-US" altLang="en-US" dirty="0">
                <a:solidFill>
                  <a:schemeClr val="tx2"/>
                </a:solidFill>
              </a:rPr>
              <a:t> </a:t>
            </a:r>
            <a:r>
              <a:rPr lang="en-US" altLang="en-US" dirty="0" err="1">
                <a:solidFill>
                  <a:schemeClr val="tx2"/>
                </a:solidFill>
              </a:rPr>
              <a:t>cải</a:t>
            </a:r>
            <a:r>
              <a:rPr lang="en-US" altLang="en-US" dirty="0">
                <a:solidFill>
                  <a:schemeClr val="tx2"/>
                </a:solidFill>
              </a:rPr>
              <a:t> </a:t>
            </a:r>
            <a:r>
              <a:rPr lang="en-US" altLang="en-US" dirty="0" err="1">
                <a:solidFill>
                  <a:schemeClr val="tx2"/>
                </a:solidFill>
              </a:rPr>
              <a:t>tiến</a:t>
            </a:r>
            <a:r>
              <a:rPr lang="en-US" altLang="en-US" dirty="0">
                <a:solidFill>
                  <a:schemeClr val="tx2"/>
                </a:solidFill>
              </a:rPr>
              <a:t> </a:t>
            </a:r>
            <a:r>
              <a:rPr lang="en-US" altLang="en-US" dirty="0" err="1">
                <a:solidFill>
                  <a:schemeClr val="tx2"/>
                </a:solidFill>
              </a:rPr>
              <a:t>của</a:t>
            </a:r>
            <a:r>
              <a:rPr lang="en-US" altLang="en-US" dirty="0">
                <a:solidFill>
                  <a:schemeClr val="tx2"/>
                </a:solidFill>
              </a:rPr>
              <a:t> RIP2:</a:t>
            </a:r>
          </a:p>
          <a:p>
            <a:pPr algn="just">
              <a:lnSpc>
                <a:spcPct val="150000"/>
              </a:lnSpc>
              <a:spcBef>
                <a:spcPct val="0"/>
              </a:spcBef>
              <a:buClrTx/>
              <a:buNone/>
            </a:pPr>
            <a:r>
              <a:rPr lang="en-US" altLang="en-US" dirty="0">
                <a:solidFill>
                  <a:schemeClr val="tx2"/>
                </a:solidFill>
              </a:rPr>
              <a:t> - RIPv2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kèm</a:t>
            </a:r>
            <a:r>
              <a:rPr lang="en-US" altLang="en-US" dirty="0">
                <a:solidFill>
                  <a:schemeClr val="tx2"/>
                </a:solidFill>
              </a:rPr>
              <a:t> subnet mask </a:t>
            </a:r>
            <a:r>
              <a:rPr lang="en-US" altLang="en-US" dirty="0" err="1">
                <a:solidFill>
                  <a:schemeClr val="tx2"/>
                </a:solidFill>
              </a:rPr>
              <a:t>theo</a:t>
            </a:r>
            <a:r>
              <a:rPr lang="en-US" altLang="en-US" dirty="0">
                <a:solidFill>
                  <a:schemeClr val="tx2"/>
                </a:solidFill>
              </a:rPr>
              <a:t> </a:t>
            </a:r>
            <a:r>
              <a:rPr lang="en-US" altLang="en-US" dirty="0" err="1">
                <a:solidFill>
                  <a:schemeClr val="tx2"/>
                </a:solidFill>
              </a:rPr>
              <a:t>địa</a:t>
            </a: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nên</a:t>
            </a:r>
            <a:r>
              <a:rPr lang="en-US" altLang="en-US" dirty="0">
                <a:solidFill>
                  <a:schemeClr val="tx2"/>
                </a:solidFill>
              </a:rPr>
              <a:t>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hỗ</a:t>
            </a:r>
            <a:r>
              <a:rPr lang="en-US" altLang="en-US" dirty="0">
                <a:solidFill>
                  <a:schemeClr val="tx2"/>
                </a:solidFill>
              </a:rPr>
              <a:t> </a:t>
            </a:r>
            <a:r>
              <a:rPr lang="en-US" altLang="en-US" dirty="0" err="1">
                <a:solidFill>
                  <a:schemeClr val="tx2"/>
                </a:solidFill>
              </a:rPr>
              <a:t>trợ</a:t>
            </a:r>
            <a:r>
              <a:rPr lang="en-US" altLang="en-US" dirty="0">
                <a:solidFill>
                  <a:schemeClr val="tx2"/>
                </a:solidFill>
              </a:rPr>
              <a:t> chia </a:t>
            </a:r>
            <a:r>
              <a:rPr lang="en-US" altLang="en-US" dirty="0" err="1">
                <a:solidFill>
                  <a:schemeClr val="tx2"/>
                </a:solidFill>
              </a:rPr>
              <a:t>mạng</a:t>
            </a:r>
            <a:r>
              <a:rPr lang="en-US" altLang="en-US" dirty="0">
                <a:solidFill>
                  <a:schemeClr val="tx2"/>
                </a:solidFill>
              </a:rPr>
              <a:t> con (VLSM) </a:t>
            </a:r>
            <a:r>
              <a:rPr lang="en-US" altLang="en-US" dirty="0" err="1">
                <a:solidFill>
                  <a:schemeClr val="tx2"/>
                </a:solidFill>
              </a:rPr>
              <a:t>và</a:t>
            </a:r>
            <a:r>
              <a:rPr lang="en-US" altLang="en-US" dirty="0">
                <a:solidFill>
                  <a:schemeClr val="tx2"/>
                </a:solidFill>
              </a:rPr>
              <a:t> CIDR</a:t>
            </a:r>
          </a:p>
          <a:p>
            <a:pPr algn="just">
              <a:lnSpc>
                <a:spcPct val="150000"/>
              </a:lnSpc>
              <a:spcBef>
                <a:spcPct val="0"/>
              </a:spcBef>
              <a:buClrTx/>
              <a:buNone/>
            </a:pPr>
            <a:r>
              <a:rPr lang="en-US" altLang="en-US" dirty="0">
                <a:solidFill>
                  <a:schemeClr val="tx2"/>
                </a:solidFill>
              </a:rPr>
              <a:t> </a:t>
            </a:r>
          </a:p>
        </p:txBody>
      </p:sp>
      <p:sp>
        <p:nvSpPr>
          <p:cNvPr id="9" name="Title 1">
            <a:extLst>
              <a:ext uri="{FF2B5EF4-FFF2-40B4-BE49-F238E27FC236}">
                <a16:creationId xmlns:a16="http://schemas.microsoft.com/office/drawing/2014/main" id="{98DC07B0-75D4-4DAE-813E-40914333ED05}"/>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III.2 RIPv2</a:t>
            </a:r>
            <a:endParaRPr lang="vi-VN" dirty="0">
              <a:cs typeface="Times New Roman"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16840A-B8A1-4CB5-B3CD-081F0A53A8C7}"/>
              </a:ext>
            </a:extLst>
          </p:cNvPr>
          <p:cNvSpPr>
            <a:spLocks noGrp="1"/>
          </p:cNvSpPr>
          <p:nvPr>
            <p:ph idx="1"/>
          </p:nvPr>
        </p:nvSpPr>
        <p:spPr/>
        <p:txBody>
          <a:bodyPr/>
          <a:lstStyle/>
          <a:p>
            <a:pPr algn="just">
              <a:lnSpc>
                <a:spcPct val="150000"/>
              </a:lnSpc>
              <a:spcBef>
                <a:spcPct val="0"/>
              </a:spcBef>
              <a:buClrTx/>
              <a:buNone/>
            </a:pPr>
            <a:r>
              <a:rPr lang="en-US" altLang="en-US" dirty="0">
                <a:solidFill>
                  <a:schemeClr val="tx2"/>
                </a:solidFill>
              </a:rPr>
              <a:t>- </a:t>
            </a:r>
            <a:r>
              <a:rPr lang="en-US" altLang="en-US" dirty="0" err="1">
                <a:solidFill>
                  <a:schemeClr val="tx2"/>
                </a:solidFill>
              </a:rPr>
              <a:t>Hỗ</a:t>
            </a:r>
            <a:r>
              <a:rPr lang="en-US" altLang="en-US" dirty="0">
                <a:solidFill>
                  <a:schemeClr val="tx2"/>
                </a:solidFill>
              </a:rPr>
              <a:t> </a:t>
            </a:r>
            <a:r>
              <a:rPr lang="en-US" altLang="en-US" dirty="0" err="1">
                <a:solidFill>
                  <a:schemeClr val="tx2"/>
                </a:solidFill>
              </a:rPr>
              <a:t>trợ</a:t>
            </a:r>
            <a:r>
              <a:rPr lang="en-US" altLang="en-US" dirty="0">
                <a:solidFill>
                  <a:schemeClr val="tx2"/>
                </a:solidFill>
              </a:rPr>
              <a:t> </a:t>
            </a:r>
            <a:r>
              <a:rPr lang="en-US" altLang="en-US" dirty="0" err="1">
                <a:solidFill>
                  <a:schemeClr val="tx2"/>
                </a:solidFill>
              </a:rPr>
              <a:t>chứng</a:t>
            </a:r>
            <a:r>
              <a:rPr lang="en-US" altLang="en-US" dirty="0">
                <a:solidFill>
                  <a:schemeClr val="tx2"/>
                </a:solidFill>
              </a:rPr>
              <a:t> </a:t>
            </a:r>
            <a:r>
              <a:rPr lang="en-US" altLang="en-US" dirty="0" err="1">
                <a:solidFill>
                  <a:schemeClr val="tx2"/>
                </a:solidFill>
              </a:rPr>
              <a:t>thực</a:t>
            </a:r>
            <a:endParaRPr lang="en-US" altLang="en-US" dirty="0">
              <a:solidFill>
                <a:schemeClr val="tx2"/>
              </a:solidFill>
            </a:endParaRPr>
          </a:p>
          <a:p>
            <a:pPr algn="just">
              <a:lnSpc>
                <a:spcPct val="150000"/>
              </a:lnSpc>
              <a:spcBef>
                <a:spcPct val="0"/>
              </a:spcBef>
              <a:buClrTx/>
              <a:buNone/>
            </a:pPr>
            <a:r>
              <a:rPr lang="en-US" altLang="en-US" dirty="0">
                <a:solidFill>
                  <a:schemeClr val="tx2"/>
                </a:solidFill>
              </a:rPr>
              <a:t> - RIPv2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theo</a:t>
            </a:r>
            <a:r>
              <a:rPr lang="en-US" altLang="en-US" dirty="0">
                <a:solidFill>
                  <a:schemeClr val="tx2"/>
                </a:solidFill>
              </a:rPr>
              <a:t> </a:t>
            </a:r>
            <a:r>
              <a:rPr lang="en-US" altLang="en-US" dirty="0" err="1">
                <a:solidFill>
                  <a:schemeClr val="tx2"/>
                </a:solidFill>
              </a:rPr>
              <a:t>địa</a:t>
            </a: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đa</a:t>
            </a:r>
            <a:r>
              <a:rPr lang="en-US" altLang="en-US" dirty="0">
                <a:solidFill>
                  <a:schemeClr val="tx2"/>
                </a:solidFill>
              </a:rPr>
              <a:t> </a:t>
            </a:r>
            <a:r>
              <a:rPr lang="en-US" altLang="en-US" dirty="0" err="1">
                <a:solidFill>
                  <a:schemeClr val="tx2"/>
                </a:solidFill>
              </a:rPr>
              <a:t>hướng</a:t>
            </a:r>
            <a:r>
              <a:rPr lang="en-US" altLang="en-US" dirty="0">
                <a:solidFill>
                  <a:schemeClr val="tx2"/>
                </a:solidFill>
              </a:rPr>
              <a:t> 244.0.0.9,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quảng</a:t>
            </a:r>
            <a:r>
              <a:rPr lang="en-US" altLang="en-US" dirty="0">
                <a:solidFill>
                  <a:schemeClr val="tx2"/>
                </a:solidFill>
              </a:rPr>
              <a:t> </a:t>
            </a:r>
            <a:r>
              <a:rPr lang="en-US" altLang="en-US" dirty="0" err="1">
                <a:solidFill>
                  <a:schemeClr val="tx2"/>
                </a:solidFill>
              </a:rPr>
              <a:t>bá</a:t>
            </a:r>
            <a:r>
              <a:rPr lang="en-US" altLang="en-US" dirty="0">
                <a:solidFill>
                  <a:schemeClr val="tx2"/>
                </a:solidFill>
              </a:rPr>
              <a:t> </a:t>
            </a:r>
            <a:r>
              <a:rPr lang="en-US" altLang="en-US" dirty="0" err="1">
                <a:solidFill>
                  <a:schemeClr val="tx2"/>
                </a:solidFill>
              </a:rPr>
              <a:t>như</a:t>
            </a:r>
            <a:r>
              <a:rPr lang="en-US" altLang="en-US" dirty="0">
                <a:solidFill>
                  <a:schemeClr val="tx2"/>
                </a:solidFill>
              </a:rPr>
              <a:t> RIP1, </a:t>
            </a:r>
            <a:r>
              <a:rPr lang="en-US" altLang="en-US" dirty="0" err="1">
                <a:solidFill>
                  <a:schemeClr val="tx2"/>
                </a:solidFill>
              </a:rPr>
              <a:t>điều</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làm</a:t>
            </a:r>
            <a:r>
              <a:rPr lang="en-US" altLang="en-US" dirty="0">
                <a:solidFill>
                  <a:schemeClr val="tx2"/>
                </a:solidFill>
              </a:rPr>
              <a:t> </a:t>
            </a:r>
            <a:r>
              <a:rPr lang="en-US" altLang="en-US" dirty="0" err="1">
                <a:solidFill>
                  <a:schemeClr val="tx2"/>
                </a:solidFill>
              </a:rPr>
              <a:t>giảm</a:t>
            </a:r>
            <a:r>
              <a:rPr lang="en-US" altLang="en-US" dirty="0">
                <a:solidFill>
                  <a:schemeClr val="tx2"/>
                </a:solidFill>
              </a:rPr>
              <a:t> </a:t>
            </a:r>
            <a:r>
              <a:rPr lang="en-US" altLang="en-US" dirty="0" err="1">
                <a:solidFill>
                  <a:schemeClr val="tx2"/>
                </a:solidFill>
              </a:rPr>
              <a:t>tải</a:t>
            </a:r>
            <a:r>
              <a:rPr lang="en-US" altLang="en-US" dirty="0">
                <a:solidFill>
                  <a:schemeClr val="tx2"/>
                </a:solidFill>
              </a:rPr>
              <a:t> </a:t>
            </a:r>
            <a:r>
              <a:rPr lang="en-US" altLang="en-US" dirty="0" err="1">
                <a:solidFill>
                  <a:schemeClr val="tx2"/>
                </a:solidFill>
              </a:rPr>
              <a:t>cho</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trạm</a:t>
            </a:r>
            <a:r>
              <a:rPr lang="en-US" altLang="en-US" dirty="0">
                <a:solidFill>
                  <a:schemeClr val="tx2"/>
                </a:solidFill>
              </a:rPr>
              <a:t>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cần</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bản</a:t>
            </a:r>
            <a:r>
              <a:rPr lang="en-US" altLang="en-US" dirty="0">
                <a:solidFill>
                  <a:schemeClr val="tx2"/>
                </a:solidFill>
              </a:rPr>
              <a:t> tin </a:t>
            </a:r>
            <a:r>
              <a:rPr lang="en-US" altLang="en-US" dirty="0" err="1">
                <a:solidFill>
                  <a:schemeClr val="tx2"/>
                </a:solidFill>
              </a:rPr>
              <a:t>của</a:t>
            </a:r>
            <a:r>
              <a:rPr lang="en-US" altLang="en-US" dirty="0">
                <a:solidFill>
                  <a:schemeClr val="tx2"/>
                </a:solidFill>
              </a:rPr>
              <a:t> RIPv2.</a:t>
            </a:r>
          </a:p>
          <a:p>
            <a:pPr algn="just">
              <a:lnSpc>
                <a:spcPct val="150000"/>
              </a:lnSpc>
              <a:spcBef>
                <a:spcPct val="0"/>
              </a:spcBef>
              <a:buClrTx/>
              <a:buNone/>
            </a:pPr>
            <a:r>
              <a:rPr lang="en-US" altLang="en-US" dirty="0">
                <a:solidFill>
                  <a:schemeClr val="tx2"/>
                </a:solidFill>
              </a:rPr>
              <a:t> - RIPv2 </a:t>
            </a:r>
            <a:r>
              <a:rPr lang="en-US" altLang="en-US" dirty="0" err="1">
                <a:solidFill>
                  <a:schemeClr val="tx2"/>
                </a:solidFill>
              </a:rPr>
              <a:t>tương</a:t>
            </a:r>
            <a:r>
              <a:rPr lang="en-US" altLang="en-US" dirty="0">
                <a:solidFill>
                  <a:schemeClr val="tx2"/>
                </a:solidFill>
              </a:rPr>
              <a:t> </a:t>
            </a:r>
            <a:r>
              <a:rPr lang="en-US" altLang="en-US" dirty="0" err="1">
                <a:solidFill>
                  <a:schemeClr val="tx2"/>
                </a:solidFill>
              </a:rPr>
              <a:t>thích</a:t>
            </a:r>
            <a:r>
              <a:rPr lang="en-US" altLang="en-US" dirty="0">
                <a:solidFill>
                  <a:schemeClr val="tx2"/>
                </a:solidFill>
              </a:rPr>
              <a:t> </a:t>
            </a:r>
            <a:r>
              <a:rPr lang="en-US" altLang="en-US" dirty="0" err="1">
                <a:solidFill>
                  <a:schemeClr val="tx2"/>
                </a:solidFill>
              </a:rPr>
              <a:t>với</a:t>
            </a:r>
            <a:r>
              <a:rPr lang="en-US" altLang="en-US" dirty="0">
                <a:solidFill>
                  <a:schemeClr val="tx2"/>
                </a:solidFill>
              </a:rPr>
              <a:t> RIPv1. Do </a:t>
            </a:r>
            <a:r>
              <a:rPr lang="en-US" altLang="en-US" dirty="0" err="1">
                <a:solidFill>
                  <a:schemeClr val="tx2"/>
                </a:solidFill>
              </a:rPr>
              <a:t>đó</a:t>
            </a:r>
            <a:r>
              <a:rPr lang="en-US" altLang="en-US" dirty="0">
                <a:solidFill>
                  <a:schemeClr val="tx2"/>
                </a:solidFill>
              </a:rPr>
              <a:t> </a:t>
            </a:r>
            <a:r>
              <a:rPr lang="en-US" altLang="en-US" dirty="0" err="1">
                <a:solidFill>
                  <a:schemeClr val="tx2"/>
                </a:solidFill>
              </a:rPr>
              <a:t>số</a:t>
            </a:r>
            <a:r>
              <a:rPr lang="en-US" altLang="en-US" dirty="0">
                <a:solidFill>
                  <a:schemeClr val="tx2"/>
                </a:solidFill>
              </a:rPr>
              <a:t> hop </a:t>
            </a:r>
            <a:r>
              <a:rPr lang="en-US" altLang="en-US" dirty="0" err="1">
                <a:solidFill>
                  <a:schemeClr val="tx2"/>
                </a:solidFill>
              </a:rPr>
              <a:t>tối</a:t>
            </a:r>
            <a:r>
              <a:rPr lang="en-US" altLang="en-US" dirty="0">
                <a:solidFill>
                  <a:schemeClr val="tx2"/>
                </a:solidFill>
              </a:rPr>
              <a:t> </a:t>
            </a:r>
            <a:r>
              <a:rPr lang="en-US" altLang="en-US" dirty="0" err="1">
                <a:solidFill>
                  <a:schemeClr val="tx2"/>
                </a:solidFill>
              </a:rPr>
              <a:t>đa</a:t>
            </a:r>
            <a:r>
              <a:rPr lang="en-US" altLang="en-US" dirty="0">
                <a:solidFill>
                  <a:schemeClr val="tx2"/>
                </a:solidFill>
              </a:rPr>
              <a:t> </a:t>
            </a:r>
            <a:r>
              <a:rPr lang="en-US" altLang="en-US" dirty="0" err="1">
                <a:solidFill>
                  <a:schemeClr val="tx2"/>
                </a:solidFill>
              </a:rPr>
              <a:t>của</a:t>
            </a:r>
            <a:r>
              <a:rPr lang="en-US" altLang="en-US" dirty="0">
                <a:solidFill>
                  <a:schemeClr val="tx2"/>
                </a:solidFill>
              </a:rPr>
              <a:t> RIPv2 </a:t>
            </a:r>
            <a:r>
              <a:rPr lang="en-US" altLang="en-US" dirty="0" err="1">
                <a:solidFill>
                  <a:schemeClr val="tx2"/>
                </a:solidFill>
              </a:rPr>
              <a:t>cũng</a:t>
            </a:r>
            <a:r>
              <a:rPr lang="en-US" altLang="en-US" dirty="0">
                <a:solidFill>
                  <a:schemeClr val="tx2"/>
                </a:solidFill>
              </a:rPr>
              <a:t> </a:t>
            </a:r>
            <a:r>
              <a:rPr lang="en-US" altLang="en-US" dirty="0" err="1">
                <a:solidFill>
                  <a:schemeClr val="tx2"/>
                </a:solidFill>
              </a:rPr>
              <a:t>là</a:t>
            </a:r>
            <a:r>
              <a:rPr lang="en-US" altLang="en-US" dirty="0">
                <a:solidFill>
                  <a:schemeClr val="tx2"/>
                </a:solidFill>
              </a:rPr>
              <a:t> 15.</a:t>
            </a:r>
          </a:p>
          <a:p>
            <a:pPr algn="just"/>
            <a:endParaRPr lang="en-US" dirty="0"/>
          </a:p>
        </p:txBody>
      </p:sp>
      <p:sp>
        <p:nvSpPr>
          <p:cNvPr id="4" name="Title 1">
            <a:extLst>
              <a:ext uri="{FF2B5EF4-FFF2-40B4-BE49-F238E27FC236}">
                <a16:creationId xmlns:a16="http://schemas.microsoft.com/office/drawing/2014/main" id="{48688420-0CFD-47E0-B718-DEDDBB5AB93A}"/>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III.2 RIPv2</a:t>
            </a:r>
            <a:endParaRPr lang="vi-VN" dirty="0">
              <a:cs typeface="Times New Roman" pitchFamily="18" charset="0"/>
            </a:endParaRPr>
          </a:p>
        </p:txBody>
      </p:sp>
    </p:spTree>
    <p:extLst>
      <p:ext uri="{BB962C8B-B14F-4D97-AF65-F5344CB8AC3E}">
        <p14:creationId xmlns:p14="http://schemas.microsoft.com/office/powerpoint/2010/main" val="36300169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6">
            <a:extLst>
              <a:ext uri="{FF2B5EF4-FFF2-40B4-BE49-F238E27FC236}">
                <a16:creationId xmlns:a16="http://schemas.microsoft.com/office/drawing/2014/main" id="{9D7BC886-F9B9-477A-8B16-74681C92A37F}"/>
              </a:ext>
            </a:extLst>
          </p:cNvPr>
          <p:cNvSpPr>
            <a:spLocks noGrp="1" noChangeArrowheads="1"/>
          </p:cNvSpPr>
          <p:nvPr>
            <p:ph type="body" idx="1"/>
          </p:nvPr>
        </p:nvSpPr>
        <p:spPr>
          <a:xfrm>
            <a:off x="437322" y="1076325"/>
            <a:ext cx="8267700" cy="457200"/>
          </a:xfrm>
          <a:noFill/>
        </p:spPr>
        <p:txBody>
          <a:bodyPr/>
          <a:lstStyle/>
          <a:p>
            <a:pPr eaLnBrk="1" hangingPunct="1">
              <a:buFont typeface="Wingdings" panose="05000000000000000000" pitchFamily="2" charset="2"/>
              <a:buNone/>
            </a:pPr>
            <a:r>
              <a:rPr lang="en-US" altLang="en-US" b="1" dirty="0" err="1">
                <a:solidFill>
                  <a:schemeClr val="tx2"/>
                </a:solidFill>
              </a:rPr>
              <a:t>Cấu</a:t>
            </a:r>
            <a:r>
              <a:rPr lang="en-US" altLang="en-US" b="1" dirty="0">
                <a:solidFill>
                  <a:schemeClr val="tx2"/>
                </a:solidFill>
              </a:rPr>
              <a:t> </a:t>
            </a:r>
            <a:r>
              <a:rPr lang="en-US" altLang="en-US" b="1" dirty="0" err="1">
                <a:solidFill>
                  <a:schemeClr val="tx2"/>
                </a:solidFill>
              </a:rPr>
              <a:t>trúc</a:t>
            </a:r>
            <a:r>
              <a:rPr lang="en-US" altLang="en-US" b="1" dirty="0">
                <a:solidFill>
                  <a:schemeClr val="tx2"/>
                </a:solidFill>
              </a:rPr>
              <a:t> </a:t>
            </a:r>
            <a:r>
              <a:rPr lang="en-US" altLang="en-US" b="1" dirty="0" err="1">
                <a:solidFill>
                  <a:schemeClr val="tx2"/>
                </a:solidFill>
              </a:rPr>
              <a:t>gói</a:t>
            </a:r>
            <a:r>
              <a:rPr lang="en-US" altLang="en-US" b="1" dirty="0">
                <a:solidFill>
                  <a:schemeClr val="tx2"/>
                </a:solidFill>
              </a:rPr>
              <a:t> tin RIPv2</a:t>
            </a:r>
          </a:p>
        </p:txBody>
      </p:sp>
      <p:pic>
        <p:nvPicPr>
          <p:cNvPr id="53252" name="Picture 13">
            <a:extLst>
              <a:ext uri="{FF2B5EF4-FFF2-40B4-BE49-F238E27FC236}">
                <a16:creationId xmlns:a16="http://schemas.microsoft.com/office/drawing/2014/main" id="{8E101748-CEF9-4F22-84AE-6E6F490E8B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3750" y="2766143"/>
            <a:ext cx="5179574" cy="392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3" name="Rectangle 14">
            <a:extLst>
              <a:ext uri="{FF2B5EF4-FFF2-40B4-BE49-F238E27FC236}">
                <a16:creationId xmlns:a16="http://schemas.microsoft.com/office/drawing/2014/main" id="{4311342C-8E52-4677-AB2D-AA198541F89C}"/>
              </a:ext>
            </a:extLst>
          </p:cNvPr>
          <p:cNvSpPr>
            <a:spLocks noChangeArrowheads="1"/>
          </p:cNvSpPr>
          <p:nvPr/>
        </p:nvSpPr>
        <p:spPr bwMode="auto">
          <a:xfrm>
            <a:off x="437321" y="1583910"/>
            <a:ext cx="11230803" cy="113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dirty="0" err="1">
                <a:solidFill>
                  <a:schemeClr val="tx2"/>
                </a:solidFill>
              </a:rPr>
              <a:t>Cấu</a:t>
            </a:r>
            <a:r>
              <a:rPr lang="en-US" altLang="en-US" dirty="0">
                <a:solidFill>
                  <a:schemeClr val="tx2"/>
                </a:solidFill>
              </a:rPr>
              <a:t> </a:t>
            </a:r>
            <a:r>
              <a:rPr lang="en-US" altLang="en-US" dirty="0" err="1">
                <a:solidFill>
                  <a:schemeClr val="tx2"/>
                </a:solidFill>
              </a:rPr>
              <a:t>trúc</a:t>
            </a:r>
            <a:r>
              <a:rPr lang="en-US" altLang="en-US" dirty="0">
                <a:solidFill>
                  <a:schemeClr val="tx2"/>
                </a:solidFill>
              </a:rPr>
              <a:t> </a:t>
            </a:r>
            <a:r>
              <a:rPr lang="en-US" altLang="en-US" dirty="0" err="1">
                <a:solidFill>
                  <a:schemeClr val="tx2"/>
                </a:solidFill>
              </a:rPr>
              <a:t>gói</a:t>
            </a:r>
            <a:r>
              <a:rPr lang="en-US" altLang="en-US" dirty="0">
                <a:solidFill>
                  <a:schemeClr val="tx2"/>
                </a:solidFill>
              </a:rPr>
              <a:t> RIPv2 </a:t>
            </a:r>
            <a:r>
              <a:rPr lang="en-US" altLang="en-US" dirty="0" err="1">
                <a:solidFill>
                  <a:schemeClr val="tx2"/>
                </a:solidFill>
              </a:rPr>
              <a:t>cũng</a:t>
            </a:r>
            <a:r>
              <a:rPr lang="en-US" altLang="en-US" dirty="0">
                <a:solidFill>
                  <a:schemeClr val="tx2"/>
                </a:solidFill>
              </a:rPr>
              <a:t> </a:t>
            </a:r>
            <a:r>
              <a:rPr lang="en-US" altLang="en-US" dirty="0" err="1">
                <a:solidFill>
                  <a:schemeClr val="tx2"/>
                </a:solidFill>
              </a:rPr>
              <a:t>tương</a:t>
            </a:r>
            <a:r>
              <a:rPr lang="en-US" altLang="en-US" dirty="0">
                <a:solidFill>
                  <a:schemeClr val="tx2"/>
                </a:solidFill>
              </a:rPr>
              <a:t> </a:t>
            </a:r>
            <a:r>
              <a:rPr lang="en-US" altLang="en-US" dirty="0" err="1">
                <a:solidFill>
                  <a:schemeClr val="tx2"/>
                </a:solidFill>
              </a:rPr>
              <a:t>tự</a:t>
            </a:r>
            <a:r>
              <a:rPr lang="en-US" altLang="en-US" dirty="0">
                <a:solidFill>
                  <a:schemeClr val="tx2"/>
                </a:solidFill>
              </a:rPr>
              <a:t> </a:t>
            </a:r>
            <a:r>
              <a:rPr lang="en-US" altLang="en-US" dirty="0" err="1">
                <a:solidFill>
                  <a:schemeClr val="tx2"/>
                </a:solidFill>
              </a:rPr>
              <a:t>gói</a:t>
            </a:r>
            <a:r>
              <a:rPr lang="en-US" altLang="en-US" dirty="0">
                <a:solidFill>
                  <a:schemeClr val="tx2"/>
                </a:solidFill>
              </a:rPr>
              <a:t> RIPv1,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thể</a:t>
            </a:r>
            <a:r>
              <a:rPr lang="en-US" altLang="en-US" dirty="0">
                <a:solidFill>
                  <a:schemeClr val="tx2"/>
                </a:solidFill>
              </a:rPr>
              <a:t> </a:t>
            </a:r>
            <a:r>
              <a:rPr lang="en-US" altLang="en-US" dirty="0" err="1">
                <a:solidFill>
                  <a:schemeClr val="tx2"/>
                </a:solidFill>
              </a:rPr>
              <a:t>mang</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cập</a:t>
            </a:r>
            <a:r>
              <a:rPr lang="en-US" altLang="en-US" dirty="0">
                <a:solidFill>
                  <a:schemeClr val="tx2"/>
                </a:solidFill>
              </a:rPr>
              <a:t> </a:t>
            </a:r>
            <a:r>
              <a:rPr lang="en-US" altLang="en-US" dirty="0" err="1">
                <a:solidFill>
                  <a:schemeClr val="tx2"/>
                </a:solidFill>
              </a:rPr>
              <a:t>nhật</a:t>
            </a:r>
            <a:r>
              <a:rPr lang="en-US" altLang="en-US" dirty="0">
                <a:solidFill>
                  <a:schemeClr val="tx2"/>
                </a:solidFill>
              </a:rPr>
              <a:t> </a:t>
            </a:r>
            <a:r>
              <a:rPr lang="en-US" altLang="en-US" dirty="0" err="1">
                <a:solidFill>
                  <a:schemeClr val="tx2"/>
                </a:solidFill>
              </a:rPr>
              <a:t>cho</a:t>
            </a:r>
            <a:r>
              <a:rPr lang="en-US" altLang="en-US" dirty="0">
                <a:solidFill>
                  <a:schemeClr val="tx2"/>
                </a:solidFill>
              </a:rPr>
              <a:t> 25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cũng</a:t>
            </a:r>
            <a:r>
              <a:rPr lang="en-US" altLang="en-US" dirty="0">
                <a:solidFill>
                  <a:schemeClr val="tx2"/>
                </a:solidFill>
              </a:rPr>
              <a:t> </a:t>
            </a:r>
            <a:r>
              <a:rPr lang="en-US" altLang="en-US" dirty="0" err="1">
                <a:solidFill>
                  <a:schemeClr val="tx2"/>
                </a:solidFill>
              </a:rPr>
              <a:t>sử</a:t>
            </a:r>
            <a:r>
              <a:rPr lang="en-US" altLang="en-US" dirty="0">
                <a:solidFill>
                  <a:schemeClr val="tx2"/>
                </a:solidFill>
              </a:rPr>
              <a:t> </a:t>
            </a:r>
            <a:r>
              <a:rPr lang="en-US" altLang="en-US" dirty="0" err="1">
                <a:solidFill>
                  <a:schemeClr val="tx2"/>
                </a:solidFill>
              </a:rPr>
              <a:t>dụng</a:t>
            </a:r>
            <a:r>
              <a:rPr lang="en-US" altLang="en-US" dirty="0">
                <a:solidFill>
                  <a:schemeClr val="tx2"/>
                </a:solidFill>
              </a:rPr>
              <a:t> </a:t>
            </a:r>
            <a:r>
              <a:rPr lang="en-US" altLang="en-US" dirty="0" err="1">
                <a:solidFill>
                  <a:schemeClr val="tx2"/>
                </a:solidFill>
              </a:rPr>
              <a:t>cổng</a:t>
            </a:r>
            <a:r>
              <a:rPr lang="en-US" altLang="en-US" dirty="0">
                <a:solidFill>
                  <a:schemeClr val="tx2"/>
                </a:solidFill>
              </a:rPr>
              <a:t> UDP 520. </a:t>
            </a:r>
          </a:p>
        </p:txBody>
      </p:sp>
      <p:sp>
        <p:nvSpPr>
          <p:cNvPr id="9" name="Title 1">
            <a:extLst>
              <a:ext uri="{FF2B5EF4-FFF2-40B4-BE49-F238E27FC236}">
                <a16:creationId xmlns:a16="http://schemas.microsoft.com/office/drawing/2014/main" id="{70954EC9-055A-4BD1-AEF1-E5925B1A665A}"/>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III.2 RIPv2</a:t>
            </a:r>
            <a:endParaRPr lang="vi-VN" dirty="0">
              <a:cs typeface="Times New Roman"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7A566666-7516-495A-B967-2071944D6469}"/>
              </a:ext>
            </a:extLst>
          </p:cNvPr>
          <p:cNvSpPr>
            <a:spLocks noGrp="1" noChangeArrowheads="1"/>
          </p:cNvSpPr>
          <p:nvPr>
            <p:ph type="body" idx="1"/>
          </p:nvPr>
        </p:nvSpPr>
        <p:spPr>
          <a:xfrm>
            <a:off x="437322" y="1172552"/>
            <a:ext cx="8267700" cy="457200"/>
          </a:xfrm>
          <a:noFill/>
        </p:spPr>
        <p:txBody>
          <a:bodyPr/>
          <a:lstStyle/>
          <a:p>
            <a:pPr eaLnBrk="1" hangingPunct="1">
              <a:buFont typeface="Wingdings" panose="05000000000000000000" pitchFamily="2" charset="2"/>
              <a:buNone/>
            </a:pPr>
            <a:r>
              <a:rPr lang="en-US" altLang="en-US" b="1" dirty="0" err="1">
                <a:solidFill>
                  <a:schemeClr val="tx2"/>
                </a:solidFill>
              </a:rPr>
              <a:t>Cấu</a:t>
            </a:r>
            <a:r>
              <a:rPr lang="en-US" altLang="en-US" b="1" dirty="0">
                <a:solidFill>
                  <a:schemeClr val="tx2"/>
                </a:solidFill>
              </a:rPr>
              <a:t> </a:t>
            </a:r>
            <a:r>
              <a:rPr lang="en-US" altLang="en-US" b="1" dirty="0" err="1">
                <a:solidFill>
                  <a:schemeClr val="tx2"/>
                </a:solidFill>
              </a:rPr>
              <a:t>trúc</a:t>
            </a:r>
            <a:r>
              <a:rPr lang="en-US" altLang="en-US" b="1" dirty="0">
                <a:solidFill>
                  <a:schemeClr val="tx2"/>
                </a:solidFill>
              </a:rPr>
              <a:t> </a:t>
            </a:r>
            <a:r>
              <a:rPr lang="en-US" altLang="en-US" b="1" dirty="0" err="1">
                <a:solidFill>
                  <a:schemeClr val="tx2"/>
                </a:solidFill>
              </a:rPr>
              <a:t>gói</a:t>
            </a:r>
            <a:r>
              <a:rPr lang="en-US" altLang="en-US" b="1" dirty="0">
                <a:solidFill>
                  <a:schemeClr val="tx2"/>
                </a:solidFill>
              </a:rPr>
              <a:t> tin RIPv2</a:t>
            </a:r>
          </a:p>
        </p:txBody>
      </p:sp>
      <p:sp>
        <p:nvSpPr>
          <p:cNvPr id="54276" name="Rectangle 8">
            <a:extLst>
              <a:ext uri="{FF2B5EF4-FFF2-40B4-BE49-F238E27FC236}">
                <a16:creationId xmlns:a16="http://schemas.microsoft.com/office/drawing/2014/main" id="{5F1AA931-8BBB-4885-A4A4-00D6DB7CDB04}"/>
              </a:ext>
            </a:extLst>
          </p:cNvPr>
          <p:cNvSpPr>
            <a:spLocks noChangeArrowheads="1"/>
          </p:cNvSpPr>
          <p:nvPr/>
        </p:nvSpPr>
        <p:spPr bwMode="auto">
          <a:xfrm>
            <a:off x="437322" y="1652971"/>
            <a:ext cx="4039428"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dirty="0">
                <a:solidFill>
                  <a:schemeClr val="tx2"/>
                </a:solidFill>
              </a:rPr>
              <a:t>Ý </a:t>
            </a:r>
            <a:r>
              <a:rPr lang="en-US" altLang="en-US" dirty="0" err="1">
                <a:solidFill>
                  <a:schemeClr val="tx2"/>
                </a:solidFill>
              </a:rPr>
              <a:t>nghĩa</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số</a:t>
            </a:r>
            <a:endParaRPr lang="en-US" altLang="en-US" dirty="0">
              <a:solidFill>
                <a:schemeClr val="tx2"/>
              </a:solidFill>
            </a:endParaRPr>
          </a:p>
        </p:txBody>
      </p:sp>
      <p:sp>
        <p:nvSpPr>
          <p:cNvPr id="54277" name="Rectangle 9">
            <a:extLst>
              <a:ext uri="{FF2B5EF4-FFF2-40B4-BE49-F238E27FC236}">
                <a16:creationId xmlns:a16="http://schemas.microsoft.com/office/drawing/2014/main" id="{40B0006B-2A47-4A7F-A41A-100512D625D3}"/>
              </a:ext>
            </a:extLst>
          </p:cNvPr>
          <p:cNvSpPr>
            <a:spLocks noChangeArrowheads="1"/>
          </p:cNvSpPr>
          <p:nvPr/>
        </p:nvSpPr>
        <p:spPr bwMode="auto">
          <a:xfrm>
            <a:off x="437321" y="2188855"/>
            <a:ext cx="11459403" cy="113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
                <a:srgbClr val="9933FF"/>
              </a:buClr>
            </a:pPr>
            <a:r>
              <a:rPr lang="en-US" altLang="en-US" dirty="0">
                <a:solidFill>
                  <a:schemeClr val="tx2"/>
                </a:solidFill>
              </a:rPr>
              <a:t> Command: Ý </a:t>
            </a:r>
            <a:r>
              <a:rPr lang="en-US" altLang="en-US" dirty="0" err="1">
                <a:solidFill>
                  <a:schemeClr val="tx2"/>
                </a:solidFill>
              </a:rPr>
              <a:t>nghĩa</a:t>
            </a:r>
            <a:r>
              <a:rPr lang="en-US" altLang="en-US" dirty="0">
                <a:solidFill>
                  <a:schemeClr val="tx2"/>
                </a:solidFill>
              </a:rPr>
              <a:t> </a:t>
            </a:r>
            <a:r>
              <a:rPr lang="en-US" altLang="en-US" dirty="0" err="1">
                <a:solidFill>
                  <a:schemeClr val="tx2"/>
                </a:solidFill>
              </a:rPr>
              <a:t>tương</a:t>
            </a:r>
            <a:r>
              <a:rPr lang="en-US" altLang="en-US" dirty="0">
                <a:solidFill>
                  <a:schemeClr val="tx2"/>
                </a:solidFill>
              </a:rPr>
              <a:t> </a:t>
            </a:r>
            <a:r>
              <a:rPr lang="en-US" altLang="en-US" dirty="0" err="1">
                <a:solidFill>
                  <a:schemeClr val="tx2"/>
                </a:solidFill>
              </a:rPr>
              <a:t>tự</a:t>
            </a:r>
            <a:r>
              <a:rPr lang="en-US" altLang="en-US" dirty="0">
                <a:solidFill>
                  <a:schemeClr val="tx2"/>
                </a:solidFill>
              </a:rPr>
              <a:t> </a:t>
            </a:r>
            <a:r>
              <a:rPr lang="en-US" altLang="en-US" dirty="0" err="1">
                <a:solidFill>
                  <a:schemeClr val="tx2"/>
                </a:solidFill>
              </a:rPr>
              <a:t>như</a:t>
            </a:r>
            <a:r>
              <a:rPr lang="en-US" altLang="en-US" dirty="0">
                <a:solidFill>
                  <a:schemeClr val="tx2"/>
                </a:solidFill>
              </a:rPr>
              <a:t> RIPv1,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cho</a:t>
            </a:r>
            <a:r>
              <a:rPr lang="en-US" altLang="en-US" dirty="0">
                <a:solidFill>
                  <a:schemeClr val="tx2"/>
                </a:solidFill>
              </a:rPr>
              <a:t> </a:t>
            </a:r>
            <a:r>
              <a:rPr lang="en-US" altLang="en-US" dirty="0" err="1">
                <a:solidFill>
                  <a:schemeClr val="tx2"/>
                </a:solidFill>
              </a:rPr>
              <a:t>biết</a:t>
            </a:r>
            <a:r>
              <a:rPr lang="en-US" altLang="en-US" dirty="0">
                <a:solidFill>
                  <a:schemeClr val="tx2"/>
                </a:solidFill>
              </a:rPr>
              <a:t> </a:t>
            </a:r>
            <a:r>
              <a:rPr lang="en-US" altLang="en-US" dirty="0" err="1">
                <a:solidFill>
                  <a:schemeClr val="tx2"/>
                </a:solidFill>
              </a:rPr>
              <a:t>gói</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gói</a:t>
            </a:r>
            <a:r>
              <a:rPr lang="en-US" altLang="en-US" dirty="0">
                <a:solidFill>
                  <a:schemeClr val="tx2"/>
                </a:solidFill>
              </a:rPr>
              <a:t> </a:t>
            </a:r>
            <a:r>
              <a:rPr lang="en-US" altLang="en-US" dirty="0" err="1">
                <a:solidFill>
                  <a:schemeClr val="tx2"/>
                </a:solidFill>
              </a:rPr>
              <a:t>yêu</a:t>
            </a:r>
            <a:r>
              <a:rPr lang="en-US" altLang="en-US" dirty="0">
                <a:solidFill>
                  <a:schemeClr val="tx2"/>
                </a:solidFill>
              </a:rPr>
              <a:t> </a:t>
            </a:r>
            <a:r>
              <a:rPr lang="en-US" altLang="en-US" dirty="0" err="1">
                <a:solidFill>
                  <a:schemeClr val="tx2"/>
                </a:solidFill>
              </a:rPr>
              <a:t>cầu</a:t>
            </a:r>
            <a:r>
              <a:rPr lang="en-US" altLang="en-US" dirty="0">
                <a:solidFill>
                  <a:schemeClr val="tx2"/>
                </a:solidFill>
              </a:rPr>
              <a:t> hay </a:t>
            </a:r>
            <a:r>
              <a:rPr lang="en-US" altLang="en-US" dirty="0" err="1">
                <a:solidFill>
                  <a:schemeClr val="tx2"/>
                </a:solidFill>
              </a:rPr>
              <a:t>gói</a:t>
            </a:r>
            <a:r>
              <a:rPr lang="en-US" altLang="en-US" dirty="0">
                <a:solidFill>
                  <a:schemeClr val="tx2"/>
                </a:solidFill>
              </a:rPr>
              <a:t> </a:t>
            </a:r>
            <a:r>
              <a:rPr lang="en-US" altLang="en-US" dirty="0" err="1">
                <a:solidFill>
                  <a:schemeClr val="tx2"/>
                </a:solidFill>
              </a:rPr>
              <a:t>trả</a:t>
            </a:r>
            <a:r>
              <a:rPr lang="en-US" altLang="en-US" dirty="0">
                <a:solidFill>
                  <a:schemeClr val="tx2"/>
                </a:solidFill>
              </a:rPr>
              <a:t> </a:t>
            </a:r>
            <a:r>
              <a:rPr lang="en-US" altLang="en-US" dirty="0" err="1">
                <a:solidFill>
                  <a:schemeClr val="tx2"/>
                </a:solidFill>
              </a:rPr>
              <a:t>lời</a:t>
            </a:r>
            <a:r>
              <a:rPr lang="en-US" altLang="en-US" dirty="0">
                <a:solidFill>
                  <a:schemeClr val="tx2"/>
                </a:solidFill>
              </a:rPr>
              <a:t>. </a:t>
            </a:r>
          </a:p>
        </p:txBody>
      </p:sp>
      <p:sp>
        <p:nvSpPr>
          <p:cNvPr id="54278" name="Rectangle 11">
            <a:extLst>
              <a:ext uri="{FF2B5EF4-FFF2-40B4-BE49-F238E27FC236}">
                <a16:creationId xmlns:a16="http://schemas.microsoft.com/office/drawing/2014/main" id="{9CC9D140-0E24-4E72-B461-12FC1AD1DC2B}"/>
              </a:ext>
            </a:extLst>
          </p:cNvPr>
          <p:cNvSpPr>
            <a:spLocks noChangeArrowheads="1"/>
          </p:cNvSpPr>
          <p:nvPr/>
        </p:nvSpPr>
        <p:spPr bwMode="auto">
          <a:xfrm>
            <a:off x="437321" y="3306466"/>
            <a:ext cx="1145940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pPr>
            <a:r>
              <a:rPr lang="en-US" altLang="en-US" dirty="0">
                <a:solidFill>
                  <a:schemeClr val="tx2"/>
                </a:solidFill>
              </a:rPr>
              <a:t> Version: </a:t>
            </a:r>
            <a:r>
              <a:rPr lang="en-US" altLang="en-US" dirty="0" err="1">
                <a:solidFill>
                  <a:schemeClr val="tx2"/>
                </a:solidFill>
              </a:rPr>
              <a:t>phiên</a:t>
            </a:r>
            <a:r>
              <a:rPr lang="en-US" altLang="en-US" dirty="0">
                <a:solidFill>
                  <a:schemeClr val="tx2"/>
                </a:solidFill>
              </a:rPr>
              <a:t> </a:t>
            </a:r>
            <a:r>
              <a:rPr lang="en-US" altLang="en-US" dirty="0" err="1">
                <a:solidFill>
                  <a:schemeClr val="tx2"/>
                </a:solidFill>
              </a:rPr>
              <a:t>bản</a:t>
            </a:r>
            <a:r>
              <a:rPr lang="en-US" altLang="en-US" dirty="0">
                <a:solidFill>
                  <a:schemeClr val="tx2"/>
                </a:solidFill>
              </a:rPr>
              <a:t> RIP </a:t>
            </a:r>
            <a:r>
              <a:rPr lang="en-US" altLang="en-US" dirty="0" err="1">
                <a:solidFill>
                  <a:schemeClr val="tx2"/>
                </a:solidFill>
              </a:rPr>
              <a:t>sử</a:t>
            </a:r>
            <a:r>
              <a:rPr lang="en-US" altLang="en-US" dirty="0">
                <a:solidFill>
                  <a:schemeClr val="tx2"/>
                </a:solidFill>
              </a:rPr>
              <a:t> </a:t>
            </a:r>
            <a:r>
              <a:rPr lang="en-US" altLang="en-US" dirty="0" err="1">
                <a:solidFill>
                  <a:schemeClr val="tx2"/>
                </a:solidFill>
              </a:rPr>
              <a:t>dụng</a:t>
            </a:r>
            <a:r>
              <a:rPr lang="en-US" altLang="en-US" dirty="0">
                <a:solidFill>
                  <a:schemeClr val="tx2"/>
                </a:solidFill>
              </a:rPr>
              <a:t>, </a:t>
            </a:r>
            <a:r>
              <a:rPr lang="en-US" altLang="en-US" dirty="0" err="1">
                <a:solidFill>
                  <a:schemeClr val="tx2"/>
                </a:solidFill>
              </a:rPr>
              <a:t>mang</a:t>
            </a:r>
            <a:r>
              <a:rPr lang="en-US" altLang="en-US" dirty="0">
                <a:solidFill>
                  <a:schemeClr val="tx2"/>
                </a:solidFill>
              </a:rPr>
              <a:t> </a:t>
            </a:r>
            <a:r>
              <a:rPr lang="en-US" altLang="en-US" dirty="0" err="1">
                <a:solidFill>
                  <a:schemeClr val="tx2"/>
                </a:solidFill>
              </a:rPr>
              <a:t>giá</a:t>
            </a:r>
            <a:r>
              <a:rPr lang="en-US" altLang="en-US" dirty="0">
                <a:solidFill>
                  <a:schemeClr val="tx2"/>
                </a:solidFill>
              </a:rPr>
              <a:t> </a:t>
            </a:r>
            <a:r>
              <a:rPr lang="en-US" altLang="en-US" dirty="0" err="1">
                <a:solidFill>
                  <a:schemeClr val="tx2"/>
                </a:solidFill>
              </a:rPr>
              <a:t>trị</a:t>
            </a:r>
            <a:r>
              <a:rPr lang="en-US" altLang="en-US" dirty="0">
                <a:solidFill>
                  <a:schemeClr val="tx2"/>
                </a:solidFill>
              </a:rPr>
              <a:t> 2</a:t>
            </a:r>
          </a:p>
        </p:txBody>
      </p:sp>
      <p:sp>
        <p:nvSpPr>
          <p:cNvPr id="54279" name="Rectangle 13">
            <a:extLst>
              <a:ext uri="{FF2B5EF4-FFF2-40B4-BE49-F238E27FC236}">
                <a16:creationId xmlns:a16="http://schemas.microsoft.com/office/drawing/2014/main" id="{E67B5C12-2D00-4D08-A4DF-4BB1E381EF76}"/>
              </a:ext>
            </a:extLst>
          </p:cNvPr>
          <p:cNvSpPr>
            <a:spLocks noChangeArrowheads="1"/>
          </p:cNvSpPr>
          <p:nvPr/>
        </p:nvSpPr>
        <p:spPr bwMode="auto">
          <a:xfrm>
            <a:off x="437320" y="3737354"/>
            <a:ext cx="1145940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pPr>
            <a:r>
              <a:rPr lang="en-US" altLang="en-US" dirty="0">
                <a:solidFill>
                  <a:schemeClr val="tx2"/>
                </a:solidFill>
              </a:rPr>
              <a:t> Address Family Identifier - AFI :</a:t>
            </a:r>
          </a:p>
        </p:txBody>
      </p:sp>
      <p:sp>
        <p:nvSpPr>
          <p:cNvPr id="54280" name="Rectangle 14">
            <a:extLst>
              <a:ext uri="{FF2B5EF4-FFF2-40B4-BE49-F238E27FC236}">
                <a16:creationId xmlns:a16="http://schemas.microsoft.com/office/drawing/2014/main" id="{403EA30F-DCE4-4226-8C86-8E47E40AA227}"/>
              </a:ext>
            </a:extLst>
          </p:cNvPr>
          <p:cNvSpPr>
            <a:spLocks noChangeArrowheads="1"/>
          </p:cNvSpPr>
          <p:nvPr/>
        </p:nvSpPr>
        <p:spPr bwMode="auto">
          <a:xfrm>
            <a:off x="437320" y="4140106"/>
            <a:ext cx="11459402" cy="1685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dirty="0">
                <a:solidFill>
                  <a:schemeClr val="tx2"/>
                </a:solidFill>
              </a:rPr>
              <a:t>Cho </a:t>
            </a:r>
            <a:r>
              <a:rPr lang="en-US" altLang="en-US" dirty="0" err="1">
                <a:solidFill>
                  <a:schemeClr val="tx2"/>
                </a:solidFill>
              </a:rPr>
              <a:t>biết</a:t>
            </a:r>
            <a:r>
              <a:rPr lang="en-US" altLang="en-US" dirty="0">
                <a:solidFill>
                  <a:schemeClr val="tx2"/>
                </a:solidFill>
              </a:rPr>
              <a:t> </a:t>
            </a:r>
            <a:r>
              <a:rPr lang="en-US" altLang="en-US" dirty="0" err="1">
                <a:solidFill>
                  <a:schemeClr val="tx2"/>
                </a:solidFill>
              </a:rPr>
              <a:t>họ</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sử</a:t>
            </a:r>
            <a:r>
              <a:rPr lang="en-US" altLang="en-US" dirty="0">
                <a:solidFill>
                  <a:schemeClr val="tx2"/>
                </a:solidFill>
              </a:rPr>
              <a:t> </a:t>
            </a:r>
            <a:r>
              <a:rPr lang="en-US" altLang="en-US" dirty="0" err="1">
                <a:solidFill>
                  <a:schemeClr val="tx2"/>
                </a:solidFill>
              </a:rPr>
              <a:t>dụng</a:t>
            </a:r>
            <a:r>
              <a:rPr lang="en-US" altLang="en-US" dirty="0">
                <a:solidFill>
                  <a:schemeClr val="tx2"/>
                </a:solidFill>
              </a:rPr>
              <a:t>. </a:t>
            </a:r>
            <a:r>
              <a:rPr lang="en-US" altLang="en-US" dirty="0" err="1">
                <a:solidFill>
                  <a:schemeClr val="tx2"/>
                </a:solidFill>
              </a:rPr>
              <a:t>Đối</a:t>
            </a:r>
            <a:r>
              <a:rPr lang="en-US" altLang="en-US" dirty="0">
                <a:solidFill>
                  <a:schemeClr val="tx2"/>
                </a:solidFill>
              </a:rPr>
              <a:t> </a:t>
            </a:r>
            <a:r>
              <a:rPr lang="en-US" altLang="en-US" dirty="0" err="1">
                <a:solidFill>
                  <a:schemeClr val="tx2"/>
                </a:solidFill>
              </a:rPr>
              <a:t>với</a:t>
            </a:r>
            <a:r>
              <a:rPr lang="en-US" altLang="en-US" dirty="0">
                <a:solidFill>
                  <a:schemeClr val="tx2"/>
                </a:solidFill>
              </a:rPr>
              <a:t> TCP/IP, </a:t>
            </a:r>
            <a:r>
              <a:rPr lang="en-US" altLang="en-US" dirty="0" err="1">
                <a:solidFill>
                  <a:schemeClr val="tx2"/>
                </a:solidFill>
              </a:rPr>
              <a:t>giá</a:t>
            </a:r>
            <a:r>
              <a:rPr lang="en-US" altLang="en-US" dirty="0">
                <a:solidFill>
                  <a:schemeClr val="tx2"/>
                </a:solidFill>
              </a:rPr>
              <a:t> </a:t>
            </a:r>
            <a:r>
              <a:rPr lang="en-US" altLang="en-US" dirty="0" err="1">
                <a:solidFill>
                  <a:schemeClr val="tx2"/>
                </a:solidFill>
              </a:rPr>
              <a:t>trị</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là</a:t>
            </a:r>
            <a:r>
              <a:rPr lang="en-US" altLang="en-US" dirty="0">
                <a:solidFill>
                  <a:schemeClr val="tx2"/>
                </a:solidFill>
              </a:rPr>
              <a:t> 2.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trường</a:t>
            </a:r>
            <a:r>
              <a:rPr lang="en-US" altLang="en-US" dirty="0">
                <a:solidFill>
                  <a:schemeClr val="tx2"/>
                </a:solidFill>
              </a:rPr>
              <a:t> </a:t>
            </a:r>
            <a:r>
              <a:rPr lang="en-US" altLang="en-US" dirty="0" err="1">
                <a:solidFill>
                  <a:schemeClr val="tx2"/>
                </a:solidFill>
              </a:rPr>
              <a:t>hợp</a:t>
            </a:r>
            <a:r>
              <a:rPr lang="en-US" altLang="en-US" dirty="0">
                <a:solidFill>
                  <a:schemeClr val="tx2"/>
                </a:solidFill>
              </a:rPr>
              <a:t> </a:t>
            </a:r>
            <a:r>
              <a:rPr lang="en-US" altLang="en-US" dirty="0" err="1">
                <a:solidFill>
                  <a:schemeClr val="tx2"/>
                </a:solidFill>
              </a:rPr>
              <a:t>yêu</a:t>
            </a:r>
            <a:r>
              <a:rPr lang="en-US" altLang="en-US" dirty="0">
                <a:solidFill>
                  <a:schemeClr val="tx2"/>
                </a:solidFill>
              </a:rPr>
              <a:t> </a:t>
            </a:r>
            <a:r>
              <a:rPr lang="en-US" altLang="en-US" dirty="0" err="1">
                <a:solidFill>
                  <a:schemeClr val="tx2"/>
                </a:solidFill>
              </a:rPr>
              <a:t>cầu</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đầy</a:t>
            </a:r>
            <a:r>
              <a:rPr lang="en-US" altLang="en-US" dirty="0">
                <a:solidFill>
                  <a:schemeClr val="tx2"/>
                </a:solidFill>
              </a:rPr>
              <a:t> </a:t>
            </a:r>
            <a:r>
              <a:rPr lang="en-US" altLang="en-US" dirty="0" err="1">
                <a:solidFill>
                  <a:schemeClr val="tx2"/>
                </a:solidFill>
              </a:rPr>
              <a:t>đủ</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một</a:t>
            </a:r>
            <a:r>
              <a:rPr lang="en-US" altLang="en-US" dirty="0">
                <a:solidFill>
                  <a:schemeClr val="tx2"/>
                </a:solidFill>
              </a:rPr>
              <a:t> router </a:t>
            </a:r>
            <a:r>
              <a:rPr lang="en-US" altLang="en-US" dirty="0" err="1">
                <a:solidFill>
                  <a:schemeClr val="tx2"/>
                </a:solidFill>
              </a:rPr>
              <a:t>hoặc</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trạm</a:t>
            </a:r>
            <a:r>
              <a:rPr lang="en-US" altLang="en-US" dirty="0">
                <a:solidFill>
                  <a:schemeClr val="tx2"/>
                </a:solidFill>
              </a:rPr>
              <a:t> </a:t>
            </a:r>
            <a:r>
              <a:rPr lang="en-US" altLang="en-US" dirty="0" err="1">
                <a:solidFill>
                  <a:schemeClr val="tx2"/>
                </a:solidFill>
              </a:rPr>
              <a:t>thì</a:t>
            </a:r>
            <a:r>
              <a:rPr lang="en-US" altLang="en-US" dirty="0">
                <a:solidFill>
                  <a:schemeClr val="tx2"/>
                </a:solidFill>
              </a:rPr>
              <a:t> </a:t>
            </a:r>
            <a:r>
              <a:rPr lang="en-US" altLang="en-US" dirty="0" err="1">
                <a:solidFill>
                  <a:schemeClr val="tx2"/>
                </a:solidFill>
              </a:rPr>
              <a:t>trường</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đặt</a:t>
            </a:r>
            <a:r>
              <a:rPr lang="en-US" altLang="en-US" dirty="0">
                <a:solidFill>
                  <a:schemeClr val="tx2"/>
                </a:solidFill>
              </a:rPr>
              <a:t> </a:t>
            </a:r>
            <a:r>
              <a:rPr lang="en-US" altLang="en-US" dirty="0" err="1">
                <a:solidFill>
                  <a:schemeClr val="tx2"/>
                </a:solidFill>
              </a:rPr>
              <a:t>là</a:t>
            </a:r>
            <a:r>
              <a:rPr lang="en-US" altLang="en-US" dirty="0">
                <a:solidFill>
                  <a:schemeClr val="tx2"/>
                </a:solidFill>
              </a:rPr>
              <a:t> 0. </a:t>
            </a:r>
          </a:p>
        </p:txBody>
      </p:sp>
      <p:sp>
        <p:nvSpPr>
          <p:cNvPr id="12" name="Title 1">
            <a:extLst>
              <a:ext uri="{FF2B5EF4-FFF2-40B4-BE49-F238E27FC236}">
                <a16:creationId xmlns:a16="http://schemas.microsoft.com/office/drawing/2014/main" id="{9D9B0EE2-291B-460F-BDE8-3A75D9EE8B5A}"/>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III.2 RIPv2</a:t>
            </a:r>
            <a:endParaRPr lang="vi-VN" dirty="0">
              <a:cs typeface="Times New Roman"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2E2AC666-8FD6-4E9D-AA5A-E4777167304E}"/>
              </a:ext>
            </a:extLst>
          </p:cNvPr>
          <p:cNvSpPr>
            <a:spLocks noGrp="1" noChangeArrowheads="1"/>
          </p:cNvSpPr>
          <p:nvPr>
            <p:ph type="body" idx="1"/>
          </p:nvPr>
        </p:nvSpPr>
        <p:spPr>
          <a:xfrm>
            <a:off x="437322" y="1243059"/>
            <a:ext cx="8267700" cy="457200"/>
          </a:xfrm>
          <a:noFill/>
        </p:spPr>
        <p:txBody>
          <a:bodyPr/>
          <a:lstStyle/>
          <a:p>
            <a:pPr eaLnBrk="1" hangingPunct="1">
              <a:buFont typeface="Wingdings" panose="05000000000000000000" pitchFamily="2" charset="2"/>
              <a:buNone/>
            </a:pPr>
            <a:r>
              <a:rPr lang="en-US" altLang="en-US" b="1" dirty="0" err="1">
                <a:solidFill>
                  <a:schemeClr val="tx2"/>
                </a:solidFill>
              </a:rPr>
              <a:t>Cấu</a:t>
            </a:r>
            <a:r>
              <a:rPr lang="en-US" altLang="en-US" b="1" dirty="0">
                <a:solidFill>
                  <a:schemeClr val="tx2"/>
                </a:solidFill>
              </a:rPr>
              <a:t> </a:t>
            </a:r>
            <a:r>
              <a:rPr lang="en-US" altLang="en-US" b="1" dirty="0" err="1">
                <a:solidFill>
                  <a:schemeClr val="tx2"/>
                </a:solidFill>
              </a:rPr>
              <a:t>trúc</a:t>
            </a:r>
            <a:r>
              <a:rPr lang="en-US" altLang="en-US" b="1" dirty="0">
                <a:solidFill>
                  <a:schemeClr val="tx2"/>
                </a:solidFill>
              </a:rPr>
              <a:t> </a:t>
            </a:r>
            <a:r>
              <a:rPr lang="en-US" altLang="en-US" b="1" dirty="0" err="1">
                <a:solidFill>
                  <a:schemeClr val="tx2"/>
                </a:solidFill>
              </a:rPr>
              <a:t>gói</a:t>
            </a:r>
            <a:r>
              <a:rPr lang="en-US" altLang="en-US" b="1" dirty="0">
                <a:solidFill>
                  <a:schemeClr val="tx2"/>
                </a:solidFill>
              </a:rPr>
              <a:t> tin RIPv2</a:t>
            </a:r>
          </a:p>
        </p:txBody>
      </p:sp>
      <p:sp>
        <p:nvSpPr>
          <p:cNvPr id="55300" name="Rectangle 7">
            <a:extLst>
              <a:ext uri="{FF2B5EF4-FFF2-40B4-BE49-F238E27FC236}">
                <a16:creationId xmlns:a16="http://schemas.microsoft.com/office/drawing/2014/main" id="{4048EFBE-F98B-4651-A38A-89B636166ECA}"/>
              </a:ext>
            </a:extLst>
          </p:cNvPr>
          <p:cNvSpPr>
            <a:spLocks noChangeArrowheads="1"/>
          </p:cNvSpPr>
          <p:nvPr/>
        </p:nvSpPr>
        <p:spPr bwMode="auto">
          <a:xfrm>
            <a:off x="437322" y="1841509"/>
            <a:ext cx="5191125"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dirty="0">
                <a:solidFill>
                  <a:schemeClr val="tx2"/>
                </a:solidFill>
              </a:rPr>
              <a:t>Ý </a:t>
            </a:r>
            <a:r>
              <a:rPr lang="en-US" altLang="en-US" dirty="0" err="1">
                <a:solidFill>
                  <a:schemeClr val="tx2"/>
                </a:solidFill>
              </a:rPr>
              <a:t>nghĩa</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số</a:t>
            </a:r>
            <a:endParaRPr lang="en-US" altLang="en-US" dirty="0">
              <a:solidFill>
                <a:schemeClr val="tx2"/>
              </a:solidFill>
            </a:endParaRPr>
          </a:p>
        </p:txBody>
      </p:sp>
      <p:sp>
        <p:nvSpPr>
          <p:cNvPr id="55301" name="Rectangle 12">
            <a:extLst>
              <a:ext uri="{FF2B5EF4-FFF2-40B4-BE49-F238E27FC236}">
                <a16:creationId xmlns:a16="http://schemas.microsoft.com/office/drawing/2014/main" id="{77324582-0977-4C39-8FD7-AE0F7DE74C02}"/>
              </a:ext>
            </a:extLst>
          </p:cNvPr>
          <p:cNvSpPr>
            <a:spLocks noChangeArrowheads="1"/>
          </p:cNvSpPr>
          <p:nvPr/>
        </p:nvSpPr>
        <p:spPr bwMode="auto">
          <a:xfrm>
            <a:off x="437322" y="2329777"/>
            <a:ext cx="204895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pPr>
            <a:r>
              <a:rPr lang="en-US" altLang="en-US" dirty="0">
                <a:solidFill>
                  <a:schemeClr val="tx2"/>
                </a:solidFill>
              </a:rPr>
              <a:t> Route tag :</a:t>
            </a:r>
          </a:p>
        </p:txBody>
      </p:sp>
      <p:sp>
        <p:nvSpPr>
          <p:cNvPr id="55302" name="Rectangle 13">
            <a:extLst>
              <a:ext uri="{FF2B5EF4-FFF2-40B4-BE49-F238E27FC236}">
                <a16:creationId xmlns:a16="http://schemas.microsoft.com/office/drawing/2014/main" id="{F94DE800-E46C-4001-A71E-9296E1C5BFEE}"/>
              </a:ext>
            </a:extLst>
          </p:cNvPr>
          <p:cNvSpPr>
            <a:spLocks noChangeArrowheads="1"/>
          </p:cNvSpPr>
          <p:nvPr/>
        </p:nvSpPr>
        <p:spPr bwMode="auto">
          <a:xfrm>
            <a:off x="437321" y="2689618"/>
            <a:ext cx="11516553" cy="1685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dirty="0" err="1">
                <a:solidFill>
                  <a:schemeClr val="tx2"/>
                </a:solidFill>
              </a:rPr>
              <a:t>Dùng</a:t>
            </a:r>
            <a:r>
              <a:rPr lang="en-US" altLang="en-US" dirty="0">
                <a:solidFill>
                  <a:schemeClr val="tx2"/>
                </a:solidFill>
              </a:rPr>
              <a:t> </a:t>
            </a:r>
            <a:r>
              <a:rPr lang="en-US" altLang="en-US" dirty="0" err="1">
                <a:solidFill>
                  <a:schemeClr val="tx2"/>
                </a:solidFill>
              </a:rPr>
              <a:t>phân</a:t>
            </a:r>
            <a:r>
              <a:rPr lang="en-US" altLang="en-US" dirty="0">
                <a:solidFill>
                  <a:schemeClr val="tx2"/>
                </a:solidFill>
              </a:rPr>
              <a:t> </a:t>
            </a:r>
            <a:r>
              <a:rPr lang="en-US" altLang="en-US" dirty="0" err="1">
                <a:solidFill>
                  <a:schemeClr val="tx2"/>
                </a:solidFill>
              </a:rPr>
              <a:t>biệt</a:t>
            </a:r>
            <a:r>
              <a:rPr lang="en-US" altLang="en-US" dirty="0">
                <a:solidFill>
                  <a:schemeClr val="tx2"/>
                </a:solidFill>
              </a:rPr>
              <a:t> </a:t>
            </a:r>
            <a:r>
              <a:rPr lang="en-US" altLang="en-US" dirty="0" err="1">
                <a:solidFill>
                  <a:schemeClr val="tx2"/>
                </a:solidFill>
              </a:rPr>
              <a:t>giữa</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trong</a:t>
            </a:r>
            <a:r>
              <a:rPr lang="en-US" altLang="en-US" dirty="0">
                <a:solidFill>
                  <a:schemeClr val="tx2"/>
                </a:solidFill>
              </a:rPr>
              <a:t> (internal route)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ngoài</a:t>
            </a:r>
            <a:r>
              <a:rPr lang="en-US" altLang="en-US" dirty="0">
                <a:solidFill>
                  <a:schemeClr val="tx2"/>
                </a:solidFill>
              </a:rPr>
              <a:t> (external route).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những</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biết</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nhờ</a:t>
            </a:r>
            <a:r>
              <a:rPr lang="en-US" altLang="en-US" dirty="0">
                <a:solidFill>
                  <a:schemeClr val="tx2"/>
                </a:solidFill>
              </a:rPr>
              <a:t> RIP, </a:t>
            </a:r>
            <a:r>
              <a:rPr lang="en-US" altLang="en-US" dirty="0" err="1">
                <a:solidFill>
                  <a:schemeClr val="tx2"/>
                </a:solidFill>
              </a:rPr>
              <a:t>còn</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ngoài</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những</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biết</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nhờ</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khác</a:t>
            </a:r>
            <a:r>
              <a:rPr lang="en-US" altLang="en-US" dirty="0">
                <a:solidFill>
                  <a:schemeClr val="tx2"/>
                </a:solidFill>
              </a:rPr>
              <a:t>. </a:t>
            </a:r>
          </a:p>
        </p:txBody>
      </p:sp>
      <p:sp>
        <p:nvSpPr>
          <p:cNvPr id="55303" name="Rectangle 14">
            <a:extLst>
              <a:ext uri="{FF2B5EF4-FFF2-40B4-BE49-F238E27FC236}">
                <a16:creationId xmlns:a16="http://schemas.microsoft.com/office/drawing/2014/main" id="{AD775AD5-C105-459F-A6EE-592D7A9F0383}"/>
              </a:ext>
            </a:extLst>
          </p:cNvPr>
          <p:cNvSpPr>
            <a:spLocks noChangeArrowheads="1"/>
          </p:cNvSpPr>
          <p:nvPr/>
        </p:nvSpPr>
        <p:spPr bwMode="auto">
          <a:xfrm>
            <a:off x="437321" y="4414891"/>
            <a:ext cx="75351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pPr>
            <a:r>
              <a:rPr lang="en-US" altLang="en-US">
                <a:solidFill>
                  <a:schemeClr val="tx2"/>
                </a:solidFill>
              </a:rPr>
              <a:t> Authentic Type :</a:t>
            </a:r>
          </a:p>
        </p:txBody>
      </p:sp>
      <p:sp>
        <p:nvSpPr>
          <p:cNvPr id="55304" name="Rectangle 15">
            <a:extLst>
              <a:ext uri="{FF2B5EF4-FFF2-40B4-BE49-F238E27FC236}">
                <a16:creationId xmlns:a16="http://schemas.microsoft.com/office/drawing/2014/main" id="{1AE82330-A471-40AC-B28C-0B92374551D0}"/>
              </a:ext>
            </a:extLst>
          </p:cNvPr>
          <p:cNvSpPr>
            <a:spLocks noChangeArrowheads="1"/>
          </p:cNvSpPr>
          <p:nvPr/>
        </p:nvSpPr>
        <p:spPr bwMode="auto">
          <a:xfrm>
            <a:off x="437320" y="4955900"/>
            <a:ext cx="11516553" cy="113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dirty="0" err="1">
                <a:solidFill>
                  <a:schemeClr val="tx2"/>
                </a:solidFill>
              </a:rPr>
              <a:t>Nếu</a:t>
            </a:r>
            <a:r>
              <a:rPr lang="en-US" altLang="en-US" dirty="0">
                <a:solidFill>
                  <a:schemeClr val="tx2"/>
                </a:solidFill>
              </a:rPr>
              <a:t> </a:t>
            </a:r>
            <a:r>
              <a:rPr lang="en-US" altLang="en-US" dirty="0" err="1">
                <a:solidFill>
                  <a:schemeClr val="tx2"/>
                </a:solidFill>
              </a:rPr>
              <a:t>bằng</a:t>
            </a:r>
            <a:r>
              <a:rPr lang="en-US" altLang="en-US" dirty="0">
                <a:solidFill>
                  <a:schemeClr val="tx2"/>
                </a:solidFill>
              </a:rPr>
              <a:t> 0, </a:t>
            </a:r>
            <a:r>
              <a:rPr lang="en-US" altLang="en-US" dirty="0" err="1">
                <a:solidFill>
                  <a:schemeClr val="tx2"/>
                </a:solidFill>
              </a:rPr>
              <a:t>coi</a:t>
            </a:r>
            <a:r>
              <a:rPr lang="en-US" altLang="en-US" dirty="0">
                <a:solidFill>
                  <a:schemeClr val="tx2"/>
                </a:solidFill>
              </a:rPr>
              <a:t> </a:t>
            </a:r>
            <a:r>
              <a:rPr lang="en-US" altLang="en-US" dirty="0" err="1">
                <a:solidFill>
                  <a:schemeClr val="tx2"/>
                </a:solidFill>
              </a:rPr>
              <a:t>như</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chứng</a:t>
            </a:r>
            <a:r>
              <a:rPr lang="en-US" altLang="en-US" dirty="0">
                <a:solidFill>
                  <a:schemeClr val="tx2"/>
                </a:solidFill>
              </a:rPr>
              <a:t> </a:t>
            </a:r>
            <a:r>
              <a:rPr lang="en-US" altLang="en-US" dirty="0" err="1">
                <a:solidFill>
                  <a:schemeClr val="tx2"/>
                </a:solidFill>
              </a:rPr>
              <a:t>thực</a:t>
            </a:r>
            <a:r>
              <a:rPr lang="en-US" altLang="en-US" dirty="0">
                <a:solidFill>
                  <a:schemeClr val="tx2"/>
                </a:solidFill>
              </a:rPr>
              <a:t>, </a:t>
            </a:r>
            <a:r>
              <a:rPr lang="en-US" altLang="en-US" dirty="0" err="1">
                <a:solidFill>
                  <a:schemeClr val="tx2"/>
                </a:solidFill>
              </a:rPr>
              <a:t>nếu</a:t>
            </a:r>
            <a:r>
              <a:rPr lang="en-US" altLang="en-US" dirty="0">
                <a:solidFill>
                  <a:schemeClr val="tx2"/>
                </a:solidFill>
              </a:rPr>
              <a:t> </a:t>
            </a:r>
            <a:r>
              <a:rPr lang="en-US" altLang="en-US" dirty="0" err="1">
                <a:solidFill>
                  <a:schemeClr val="tx2"/>
                </a:solidFill>
              </a:rPr>
              <a:t>bằng</a:t>
            </a:r>
            <a:r>
              <a:rPr lang="en-US" altLang="en-US" dirty="0">
                <a:solidFill>
                  <a:schemeClr val="tx2"/>
                </a:solidFill>
              </a:rPr>
              <a:t> 2 </a:t>
            </a:r>
            <a:r>
              <a:rPr lang="en-US" altLang="en-US" dirty="0" err="1">
                <a:solidFill>
                  <a:schemeClr val="tx2"/>
                </a:solidFill>
              </a:rPr>
              <a:t>thì</a:t>
            </a:r>
            <a:r>
              <a:rPr lang="en-US" altLang="en-US" dirty="0">
                <a:solidFill>
                  <a:schemeClr val="tx2"/>
                </a:solidFill>
              </a:rPr>
              <a:t> </a:t>
            </a:r>
            <a:r>
              <a:rPr lang="en-US" altLang="en-US" dirty="0" err="1">
                <a:solidFill>
                  <a:schemeClr val="tx2"/>
                </a:solidFill>
              </a:rPr>
              <a:t>trường</a:t>
            </a:r>
            <a:r>
              <a:rPr lang="en-US" altLang="en-US" dirty="0">
                <a:solidFill>
                  <a:schemeClr val="tx2"/>
                </a:solidFill>
              </a:rPr>
              <a:t> </a:t>
            </a:r>
            <a:r>
              <a:rPr lang="en-US" altLang="en-US" dirty="0" err="1">
                <a:solidFill>
                  <a:schemeClr val="tx2"/>
                </a:solidFill>
              </a:rPr>
              <a:t>tiếp</a:t>
            </a:r>
            <a:r>
              <a:rPr lang="en-US" altLang="en-US" dirty="0">
                <a:solidFill>
                  <a:schemeClr val="tx2"/>
                </a:solidFill>
              </a:rPr>
              <a:t> </a:t>
            </a:r>
            <a:r>
              <a:rPr lang="en-US" altLang="en-US" dirty="0" err="1">
                <a:solidFill>
                  <a:schemeClr val="tx2"/>
                </a:solidFill>
              </a:rPr>
              <a:t>theo</a:t>
            </a:r>
            <a:r>
              <a:rPr lang="en-US" altLang="en-US" dirty="0">
                <a:solidFill>
                  <a:schemeClr val="tx2"/>
                </a:solidFill>
              </a:rPr>
              <a:t>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mang</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chứng</a:t>
            </a:r>
            <a:r>
              <a:rPr lang="en-US" altLang="en-US" dirty="0">
                <a:solidFill>
                  <a:schemeClr val="tx2"/>
                </a:solidFill>
              </a:rPr>
              <a:t> </a:t>
            </a:r>
            <a:r>
              <a:rPr lang="en-US" altLang="en-US" dirty="0" err="1">
                <a:solidFill>
                  <a:schemeClr val="tx2"/>
                </a:solidFill>
              </a:rPr>
              <a:t>thực</a:t>
            </a:r>
            <a:r>
              <a:rPr lang="en-US" altLang="en-US" dirty="0">
                <a:solidFill>
                  <a:schemeClr val="tx2"/>
                </a:solidFill>
              </a:rPr>
              <a:t>. </a:t>
            </a:r>
          </a:p>
        </p:txBody>
      </p:sp>
      <p:sp>
        <p:nvSpPr>
          <p:cNvPr id="12" name="Title 1">
            <a:extLst>
              <a:ext uri="{FF2B5EF4-FFF2-40B4-BE49-F238E27FC236}">
                <a16:creationId xmlns:a16="http://schemas.microsoft.com/office/drawing/2014/main" id="{A3A14F09-F284-48E2-9A3B-1CA0E1011219}"/>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III.2 RIPv2</a:t>
            </a:r>
            <a:endParaRPr lang="vi-VN" dirty="0">
              <a:cs typeface="Times New Roman"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FF349E97-08CD-4011-BF00-117A76E0033C}"/>
              </a:ext>
            </a:extLst>
          </p:cNvPr>
          <p:cNvSpPr>
            <a:spLocks noGrp="1" noChangeArrowheads="1"/>
          </p:cNvSpPr>
          <p:nvPr>
            <p:ph type="body" idx="1"/>
          </p:nvPr>
        </p:nvSpPr>
        <p:spPr>
          <a:xfrm>
            <a:off x="437322" y="1121790"/>
            <a:ext cx="8267700" cy="457200"/>
          </a:xfrm>
          <a:noFill/>
        </p:spPr>
        <p:txBody>
          <a:bodyPr/>
          <a:lstStyle/>
          <a:p>
            <a:pPr eaLnBrk="1" hangingPunct="1">
              <a:buFont typeface="Wingdings" panose="05000000000000000000" pitchFamily="2" charset="2"/>
              <a:buNone/>
            </a:pPr>
            <a:r>
              <a:rPr lang="en-US" altLang="en-US" b="1" dirty="0" err="1">
                <a:solidFill>
                  <a:schemeClr val="tx2"/>
                </a:solidFill>
              </a:rPr>
              <a:t>Cấu</a:t>
            </a:r>
            <a:r>
              <a:rPr lang="en-US" altLang="en-US" b="1" dirty="0">
                <a:solidFill>
                  <a:schemeClr val="tx2"/>
                </a:solidFill>
              </a:rPr>
              <a:t> </a:t>
            </a:r>
            <a:r>
              <a:rPr lang="en-US" altLang="en-US" b="1" dirty="0" err="1">
                <a:solidFill>
                  <a:schemeClr val="tx2"/>
                </a:solidFill>
              </a:rPr>
              <a:t>trúc</a:t>
            </a:r>
            <a:r>
              <a:rPr lang="en-US" altLang="en-US" b="1" dirty="0">
                <a:solidFill>
                  <a:schemeClr val="tx2"/>
                </a:solidFill>
              </a:rPr>
              <a:t> </a:t>
            </a:r>
            <a:r>
              <a:rPr lang="en-US" altLang="en-US" b="1" dirty="0" err="1">
                <a:solidFill>
                  <a:schemeClr val="tx2"/>
                </a:solidFill>
              </a:rPr>
              <a:t>gói</a:t>
            </a:r>
            <a:r>
              <a:rPr lang="en-US" altLang="en-US" b="1" dirty="0">
                <a:solidFill>
                  <a:schemeClr val="tx2"/>
                </a:solidFill>
              </a:rPr>
              <a:t> tin RIPv2</a:t>
            </a:r>
          </a:p>
        </p:txBody>
      </p:sp>
      <p:sp>
        <p:nvSpPr>
          <p:cNvPr id="56324" name="Rectangle 7">
            <a:extLst>
              <a:ext uri="{FF2B5EF4-FFF2-40B4-BE49-F238E27FC236}">
                <a16:creationId xmlns:a16="http://schemas.microsoft.com/office/drawing/2014/main" id="{7227D792-BDD1-48D3-BE0E-4F1254B011A8}"/>
              </a:ext>
            </a:extLst>
          </p:cNvPr>
          <p:cNvSpPr>
            <a:spLocks noChangeArrowheads="1"/>
          </p:cNvSpPr>
          <p:nvPr/>
        </p:nvSpPr>
        <p:spPr bwMode="auto">
          <a:xfrm>
            <a:off x="437322" y="1551584"/>
            <a:ext cx="3743325"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dirty="0">
                <a:solidFill>
                  <a:schemeClr val="tx2"/>
                </a:solidFill>
              </a:rPr>
              <a:t>Ý </a:t>
            </a:r>
            <a:r>
              <a:rPr lang="en-US" altLang="en-US" dirty="0" err="1">
                <a:solidFill>
                  <a:schemeClr val="tx2"/>
                </a:solidFill>
              </a:rPr>
              <a:t>nghĩa</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số</a:t>
            </a:r>
            <a:endParaRPr lang="en-US" altLang="en-US" dirty="0">
              <a:solidFill>
                <a:schemeClr val="tx2"/>
              </a:solidFill>
            </a:endParaRPr>
          </a:p>
        </p:txBody>
      </p:sp>
      <p:sp>
        <p:nvSpPr>
          <p:cNvPr id="56325" name="Rectangle 8">
            <a:extLst>
              <a:ext uri="{FF2B5EF4-FFF2-40B4-BE49-F238E27FC236}">
                <a16:creationId xmlns:a16="http://schemas.microsoft.com/office/drawing/2014/main" id="{7356CE05-F309-4BF5-8837-E692738467FC}"/>
              </a:ext>
            </a:extLst>
          </p:cNvPr>
          <p:cNvSpPr>
            <a:spLocks noChangeArrowheads="1"/>
          </p:cNvSpPr>
          <p:nvPr/>
        </p:nvSpPr>
        <p:spPr bwMode="auto">
          <a:xfrm>
            <a:off x="437322" y="2129434"/>
            <a:ext cx="1144905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Clr>
                <a:srgbClr val="9933FF"/>
              </a:buClr>
            </a:pPr>
            <a:r>
              <a:rPr lang="en-US" altLang="en-US" dirty="0">
                <a:solidFill>
                  <a:schemeClr val="tx2"/>
                </a:solidFill>
              </a:rPr>
              <a:t> Authentication Data: </a:t>
            </a:r>
            <a:r>
              <a:rPr lang="en-US" altLang="en-US" dirty="0" err="1">
                <a:solidFill>
                  <a:schemeClr val="tx2"/>
                </a:solidFill>
              </a:rPr>
              <a:t>Trường</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chứa</a:t>
            </a:r>
            <a:r>
              <a:rPr lang="en-US" altLang="en-US" dirty="0">
                <a:solidFill>
                  <a:schemeClr val="tx2"/>
                </a:solidFill>
              </a:rPr>
              <a:t> 16 byte password.</a:t>
            </a:r>
          </a:p>
          <a:p>
            <a:pPr algn="just">
              <a:spcBef>
                <a:spcPct val="0"/>
              </a:spcBef>
              <a:buClr>
                <a:srgbClr val="9933FF"/>
              </a:buClr>
            </a:pPr>
            <a:r>
              <a:rPr lang="en-US" altLang="en-US" dirty="0">
                <a:solidFill>
                  <a:schemeClr val="tx2"/>
                </a:solidFill>
              </a:rPr>
              <a:t>IP Address: Cho </a:t>
            </a:r>
            <a:r>
              <a:rPr lang="en-US" altLang="en-US" dirty="0" err="1">
                <a:solidFill>
                  <a:schemeClr val="tx2"/>
                </a:solidFill>
              </a:rPr>
              <a:t>biết</a:t>
            </a:r>
            <a:r>
              <a:rPr lang="en-US" altLang="en-US" dirty="0">
                <a:solidFill>
                  <a:schemeClr val="tx2"/>
                </a:solidFill>
              </a:rPr>
              <a:t> </a:t>
            </a:r>
            <a:r>
              <a:rPr lang="en-US" altLang="en-US" dirty="0" err="1">
                <a:solidFill>
                  <a:schemeClr val="tx2"/>
                </a:solidFill>
              </a:rPr>
              <a:t>địa</a:t>
            </a: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đích</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thể</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địa</a:t>
            </a: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địa</a:t>
            </a: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con </a:t>
            </a:r>
            <a:r>
              <a:rPr lang="en-US" altLang="en-US" dirty="0" err="1">
                <a:solidFill>
                  <a:schemeClr val="tx2"/>
                </a:solidFill>
              </a:rPr>
              <a:t>hoặc</a:t>
            </a:r>
            <a:r>
              <a:rPr lang="en-US" altLang="en-US" dirty="0">
                <a:solidFill>
                  <a:schemeClr val="tx2"/>
                </a:solidFill>
              </a:rPr>
              <a:t> </a:t>
            </a:r>
            <a:r>
              <a:rPr lang="en-US" altLang="en-US" dirty="0" err="1">
                <a:solidFill>
                  <a:schemeClr val="tx2"/>
                </a:solidFill>
              </a:rPr>
              <a:t>địa</a:t>
            </a: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trạm</a:t>
            </a:r>
            <a:r>
              <a:rPr lang="en-US" altLang="en-US" dirty="0">
                <a:solidFill>
                  <a:schemeClr val="tx2"/>
                </a:solidFill>
              </a:rPr>
              <a:t>.</a:t>
            </a:r>
            <a:r>
              <a:rPr lang="en-US" altLang="en-US" dirty="0"/>
              <a:t> </a:t>
            </a:r>
            <a:r>
              <a:rPr lang="en-US" altLang="en-US" dirty="0">
                <a:solidFill>
                  <a:schemeClr val="tx2"/>
                </a:solidFill>
              </a:rPr>
              <a:t> </a:t>
            </a:r>
          </a:p>
          <a:p>
            <a:pPr algn="just">
              <a:spcBef>
                <a:spcPct val="0"/>
              </a:spcBef>
              <a:buClr>
                <a:srgbClr val="9933FF"/>
              </a:buClr>
            </a:pPr>
            <a:r>
              <a:rPr lang="en-US" altLang="en-US" dirty="0">
                <a:solidFill>
                  <a:schemeClr val="tx2"/>
                </a:solidFill>
              </a:rPr>
              <a:t> Subnet mask: </a:t>
            </a:r>
            <a:r>
              <a:rPr lang="en-US" altLang="en-US" dirty="0" err="1">
                <a:solidFill>
                  <a:schemeClr val="tx2"/>
                </a:solidFill>
              </a:rPr>
              <a:t>Gồm</a:t>
            </a:r>
            <a:r>
              <a:rPr lang="en-US" altLang="en-US" dirty="0">
                <a:solidFill>
                  <a:schemeClr val="tx2"/>
                </a:solidFill>
              </a:rPr>
              <a:t> 32 Bit </a:t>
            </a:r>
            <a:r>
              <a:rPr lang="en-US" altLang="en-US" dirty="0" err="1">
                <a:solidFill>
                  <a:schemeClr val="tx2"/>
                </a:solidFill>
              </a:rPr>
              <a:t>mặt</a:t>
            </a:r>
            <a:r>
              <a:rPr lang="en-US" altLang="en-US" dirty="0">
                <a:solidFill>
                  <a:schemeClr val="tx2"/>
                </a:solidFill>
              </a:rPr>
              <a:t> </a:t>
            </a:r>
            <a:r>
              <a:rPr lang="en-US" altLang="en-US" dirty="0" err="1">
                <a:solidFill>
                  <a:schemeClr val="tx2"/>
                </a:solidFill>
              </a:rPr>
              <a:t>nạ</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Trường</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những</a:t>
            </a:r>
            <a:r>
              <a:rPr lang="en-US" altLang="en-US" dirty="0">
                <a:solidFill>
                  <a:schemeClr val="tx2"/>
                </a:solidFill>
              </a:rPr>
              <a:t> </a:t>
            </a:r>
            <a:r>
              <a:rPr lang="en-US" altLang="en-US" dirty="0" err="1">
                <a:solidFill>
                  <a:schemeClr val="tx2"/>
                </a:solidFill>
              </a:rPr>
              <a:t>thay</a:t>
            </a:r>
            <a:r>
              <a:rPr lang="en-US" altLang="en-US" dirty="0">
                <a:solidFill>
                  <a:schemeClr val="tx2"/>
                </a:solidFill>
              </a:rPr>
              <a:t> </a:t>
            </a:r>
            <a:r>
              <a:rPr lang="en-US" altLang="en-US" dirty="0" err="1">
                <a:solidFill>
                  <a:schemeClr val="tx2"/>
                </a:solidFill>
              </a:rPr>
              <a:t>đổi</a:t>
            </a:r>
            <a:r>
              <a:rPr lang="en-US" altLang="en-US" dirty="0">
                <a:solidFill>
                  <a:schemeClr val="tx2"/>
                </a:solidFill>
              </a:rPr>
              <a:t> </a:t>
            </a:r>
            <a:r>
              <a:rPr lang="en-US" altLang="en-US" dirty="0" err="1">
                <a:solidFill>
                  <a:schemeClr val="tx2"/>
                </a:solidFill>
              </a:rPr>
              <a:t>quan</a:t>
            </a:r>
            <a:r>
              <a:rPr lang="en-US" altLang="en-US" dirty="0">
                <a:solidFill>
                  <a:schemeClr val="tx2"/>
                </a:solidFill>
              </a:rPr>
              <a:t> </a:t>
            </a:r>
            <a:r>
              <a:rPr lang="en-US" altLang="en-US" dirty="0" err="1">
                <a:solidFill>
                  <a:schemeClr val="tx2"/>
                </a:solidFill>
              </a:rPr>
              <a:t>trọng</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dạng</a:t>
            </a:r>
            <a:r>
              <a:rPr lang="en-US" altLang="en-US" dirty="0">
                <a:solidFill>
                  <a:schemeClr val="tx2"/>
                </a:solidFill>
              </a:rPr>
              <a:t> </a:t>
            </a:r>
            <a:r>
              <a:rPr lang="en-US" altLang="en-US" dirty="0" err="1">
                <a:solidFill>
                  <a:schemeClr val="tx2"/>
                </a:solidFill>
              </a:rPr>
              <a:t>gói</a:t>
            </a:r>
            <a:r>
              <a:rPr lang="en-US" altLang="en-US" dirty="0">
                <a:solidFill>
                  <a:schemeClr val="tx2"/>
                </a:solidFill>
              </a:rPr>
              <a:t> RIPv2 so </a:t>
            </a:r>
            <a:r>
              <a:rPr lang="en-US" altLang="en-US" dirty="0" err="1">
                <a:solidFill>
                  <a:schemeClr val="tx2"/>
                </a:solidFill>
              </a:rPr>
              <a:t>với</a:t>
            </a:r>
            <a:r>
              <a:rPr lang="en-US" altLang="en-US" dirty="0">
                <a:solidFill>
                  <a:schemeClr val="tx2"/>
                </a:solidFill>
              </a:rPr>
              <a:t> RIPv1. </a:t>
            </a:r>
          </a:p>
          <a:p>
            <a:pPr algn="just">
              <a:spcBef>
                <a:spcPct val="0"/>
              </a:spcBef>
              <a:buClr>
                <a:srgbClr val="9933FF"/>
              </a:buClr>
            </a:pPr>
            <a:r>
              <a:rPr lang="en-US" altLang="en-US" dirty="0">
                <a:solidFill>
                  <a:schemeClr val="tx2"/>
                </a:solidFill>
              </a:rPr>
              <a:t> Next hop: Cho </a:t>
            </a:r>
            <a:r>
              <a:rPr lang="en-US" altLang="en-US" dirty="0" err="1">
                <a:solidFill>
                  <a:schemeClr val="tx2"/>
                </a:solidFill>
              </a:rPr>
              <a:t>biết</a:t>
            </a:r>
            <a:r>
              <a:rPr lang="en-US" altLang="en-US" dirty="0">
                <a:solidFill>
                  <a:schemeClr val="tx2"/>
                </a:solidFill>
              </a:rPr>
              <a:t> </a:t>
            </a:r>
            <a:r>
              <a:rPr lang="en-US" altLang="en-US" dirty="0" err="1">
                <a:solidFill>
                  <a:schemeClr val="tx2"/>
                </a:solidFill>
              </a:rPr>
              <a:t>địa</a:t>
            </a:r>
            <a:r>
              <a:rPr lang="en-US" altLang="en-US" dirty="0">
                <a:solidFill>
                  <a:schemeClr val="tx2"/>
                </a:solidFill>
              </a:rPr>
              <a:t> </a:t>
            </a:r>
            <a:r>
              <a:rPr lang="en-US" altLang="en-US" dirty="0" err="1">
                <a:solidFill>
                  <a:schemeClr val="tx2"/>
                </a:solidFill>
              </a:rPr>
              <a:t>chỉ</a:t>
            </a:r>
            <a:r>
              <a:rPr lang="en-US" altLang="en-US" dirty="0">
                <a:solidFill>
                  <a:schemeClr val="tx2"/>
                </a:solidFill>
              </a:rPr>
              <a:t> IP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bước</a:t>
            </a:r>
            <a:r>
              <a:rPr lang="en-US" altLang="en-US" dirty="0">
                <a:solidFill>
                  <a:schemeClr val="tx2"/>
                </a:solidFill>
              </a:rPr>
              <a:t> </a:t>
            </a:r>
            <a:r>
              <a:rPr lang="en-US" altLang="en-US" dirty="0" err="1">
                <a:solidFill>
                  <a:schemeClr val="tx2"/>
                </a:solidFill>
              </a:rPr>
              <a:t>nhảy</a:t>
            </a:r>
            <a:r>
              <a:rPr lang="en-US" altLang="en-US" dirty="0">
                <a:solidFill>
                  <a:schemeClr val="tx2"/>
                </a:solidFill>
              </a:rPr>
              <a:t> </a:t>
            </a:r>
            <a:r>
              <a:rPr lang="en-US" altLang="en-US" dirty="0" err="1">
                <a:solidFill>
                  <a:schemeClr val="tx2"/>
                </a:solidFill>
              </a:rPr>
              <a:t>tiếp</a:t>
            </a:r>
            <a:r>
              <a:rPr lang="en-US" altLang="en-US" dirty="0">
                <a:solidFill>
                  <a:schemeClr val="tx2"/>
                </a:solidFill>
              </a:rPr>
              <a:t> </a:t>
            </a:r>
            <a:r>
              <a:rPr lang="en-US" altLang="en-US" dirty="0" err="1">
                <a:solidFill>
                  <a:schemeClr val="tx2"/>
                </a:solidFill>
              </a:rPr>
              <a:t>theo</a:t>
            </a:r>
            <a:r>
              <a:rPr lang="en-US" altLang="en-US" dirty="0"/>
              <a:t> </a:t>
            </a:r>
          </a:p>
          <a:p>
            <a:pPr algn="just">
              <a:spcBef>
                <a:spcPct val="0"/>
              </a:spcBef>
              <a:buClr>
                <a:srgbClr val="9933FF"/>
              </a:buClr>
            </a:pPr>
            <a:r>
              <a:rPr lang="en-US" altLang="en-US" dirty="0">
                <a:solidFill>
                  <a:schemeClr val="tx2"/>
                </a:solidFill>
              </a:rPr>
              <a:t>Metric: </a:t>
            </a:r>
            <a:r>
              <a:rPr lang="en-US" altLang="en-US" dirty="0" err="1">
                <a:solidFill>
                  <a:schemeClr val="tx2"/>
                </a:solidFill>
              </a:rPr>
              <a:t>Số</a:t>
            </a:r>
            <a:r>
              <a:rPr lang="en-US" altLang="en-US" dirty="0">
                <a:solidFill>
                  <a:schemeClr val="tx2"/>
                </a:solidFill>
              </a:rPr>
              <a:t> router </a:t>
            </a:r>
            <a:r>
              <a:rPr lang="en-US" altLang="en-US" dirty="0" err="1">
                <a:solidFill>
                  <a:schemeClr val="tx2"/>
                </a:solidFill>
              </a:rPr>
              <a:t>gói</a:t>
            </a:r>
            <a:r>
              <a:rPr lang="en-US" altLang="en-US" dirty="0">
                <a:solidFill>
                  <a:schemeClr val="tx2"/>
                </a:solidFill>
              </a:rPr>
              <a:t> tin </a:t>
            </a:r>
            <a:r>
              <a:rPr lang="en-US" altLang="en-US" dirty="0" err="1">
                <a:solidFill>
                  <a:schemeClr val="tx2"/>
                </a:solidFill>
              </a:rPr>
              <a:t>phải</a:t>
            </a:r>
            <a:r>
              <a:rPr lang="en-US" altLang="en-US" dirty="0">
                <a:solidFill>
                  <a:schemeClr val="tx2"/>
                </a:solidFill>
              </a:rPr>
              <a:t> </a:t>
            </a:r>
            <a:r>
              <a:rPr lang="en-US" altLang="en-US" dirty="0" err="1">
                <a:solidFill>
                  <a:schemeClr val="tx2"/>
                </a:solidFill>
              </a:rPr>
              <a:t>đi</a:t>
            </a:r>
            <a:r>
              <a:rPr lang="en-US" altLang="en-US" dirty="0">
                <a:solidFill>
                  <a:schemeClr val="tx2"/>
                </a:solidFill>
              </a:rPr>
              <a:t> qua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đến</a:t>
            </a:r>
            <a:r>
              <a:rPr lang="en-US" altLang="en-US" dirty="0">
                <a:solidFill>
                  <a:schemeClr val="tx2"/>
                </a:solidFill>
              </a:rPr>
              <a:t> </a:t>
            </a:r>
            <a:r>
              <a:rPr lang="en-US" altLang="en-US" dirty="0" err="1">
                <a:solidFill>
                  <a:schemeClr val="tx2"/>
                </a:solidFill>
              </a:rPr>
              <a:t>đích</a:t>
            </a:r>
            <a:r>
              <a:rPr lang="en-US" altLang="en-US" dirty="0">
                <a:solidFill>
                  <a:schemeClr val="tx2"/>
                </a:solidFill>
              </a:rPr>
              <a:t>. </a:t>
            </a:r>
            <a:r>
              <a:rPr lang="en-US" altLang="en-US" dirty="0" err="1">
                <a:solidFill>
                  <a:schemeClr val="tx2"/>
                </a:solidFill>
              </a:rPr>
              <a:t>Nằm</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khoảng</a:t>
            </a:r>
            <a:r>
              <a:rPr lang="en-US" altLang="en-US" dirty="0">
                <a:solidFill>
                  <a:schemeClr val="tx2"/>
                </a:solidFill>
              </a:rPr>
              <a:t> </a:t>
            </a:r>
            <a:r>
              <a:rPr lang="en-US" altLang="en-US" dirty="0" err="1">
                <a:solidFill>
                  <a:schemeClr val="tx2"/>
                </a:solidFill>
              </a:rPr>
              <a:t>từ</a:t>
            </a:r>
            <a:r>
              <a:rPr lang="en-US" altLang="en-US" dirty="0">
                <a:solidFill>
                  <a:schemeClr val="tx2"/>
                </a:solidFill>
              </a:rPr>
              <a:t> 1 </a:t>
            </a:r>
            <a:r>
              <a:rPr lang="en-US" altLang="en-US" dirty="0" err="1">
                <a:solidFill>
                  <a:schemeClr val="tx2"/>
                </a:solidFill>
              </a:rPr>
              <a:t>đến</a:t>
            </a:r>
            <a:r>
              <a:rPr lang="en-US" altLang="en-US" dirty="0">
                <a:solidFill>
                  <a:schemeClr val="tx2"/>
                </a:solidFill>
              </a:rPr>
              <a:t> 15; </a:t>
            </a:r>
            <a:r>
              <a:rPr lang="en-US" altLang="en-US" dirty="0" err="1">
                <a:solidFill>
                  <a:schemeClr val="tx2"/>
                </a:solidFill>
              </a:rPr>
              <a:t>nếu</a:t>
            </a:r>
            <a:r>
              <a:rPr lang="en-US" altLang="en-US" dirty="0">
                <a:solidFill>
                  <a:schemeClr val="tx2"/>
                </a:solidFill>
              </a:rPr>
              <a:t> </a:t>
            </a:r>
            <a:r>
              <a:rPr lang="en-US" altLang="en-US" dirty="0" err="1">
                <a:solidFill>
                  <a:schemeClr val="tx2"/>
                </a:solidFill>
              </a:rPr>
              <a:t>giá</a:t>
            </a:r>
            <a:r>
              <a:rPr lang="en-US" altLang="en-US" dirty="0">
                <a:solidFill>
                  <a:schemeClr val="tx2"/>
                </a:solidFill>
              </a:rPr>
              <a:t> </a:t>
            </a:r>
            <a:r>
              <a:rPr lang="en-US" altLang="en-US" dirty="0" err="1">
                <a:solidFill>
                  <a:schemeClr val="tx2"/>
                </a:solidFill>
              </a:rPr>
              <a:t>trị</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là</a:t>
            </a:r>
            <a:r>
              <a:rPr lang="en-US" altLang="en-US" dirty="0">
                <a:solidFill>
                  <a:schemeClr val="tx2"/>
                </a:solidFill>
              </a:rPr>
              <a:t> 16 </a:t>
            </a:r>
            <a:r>
              <a:rPr lang="en-US" altLang="en-US" dirty="0" err="1">
                <a:solidFill>
                  <a:schemeClr val="tx2"/>
                </a:solidFill>
              </a:rPr>
              <a:t>thì</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bị</a:t>
            </a:r>
            <a:r>
              <a:rPr lang="en-US" altLang="en-US" dirty="0">
                <a:solidFill>
                  <a:schemeClr val="tx2"/>
                </a:solidFill>
              </a:rPr>
              <a:t> </a:t>
            </a:r>
            <a:r>
              <a:rPr lang="en-US" altLang="en-US" dirty="0" err="1">
                <a:solidFill>
                  <a:schemeClr val="tx2"/>
                </a:solidFill>
              </a:rPr>
              <a:t>coi</a:t>
            </a:r>
            <a:r>
              <a:rPr lang="en-US" altLang="en-US" dirty="0">
                <a:solidFill>
                  <a:schemeClr val="tx2"/>
                </a:solidFill>
              </a:rPr>
              <a:t> </a:t>
            </a:r>
            <a:r>
              <a:rPr lang="en-US" altLang="en-US" dirty="0" err="1">
                <a:solidFill>
                  <a:schemeClr val="tx2"/>
                </a:solidFill>
              </a:rPr>
              <a:t>như</a:t>
            </a:r>
            <a:r>
              <a:rPr lang="en-US" altLang="en-US" dirty="0">
                <a:solidFill>
                  <a:schemeClr val="tx2"/>
                </a:solidFill>
              </a:rPr>
              <a:t>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thể</a:t>
            </a:r>
            <a:r>
              <a:rPr lang="en-US" altLang="en-US" dirty="0">
                <a:solidFill>
                  <a:schemeClr val="tx2"/>
                </a:solidFill>
              </a:rPr>
              <a:t> </a:t>
            </a:r>
            <a:r>
              <a:rPr lang="en-US" altLang="en-US" dirty="0" err="1">
                <a:solidFill>
                  <a:schemeClr val="tx2"/>
                </a:solidFill>
              </a:rPr>
              <a:t>tới</a:t>
            </a:r>
            <a:r>
              <a:rPr lang="en-US" altLang="en-US" dirty="0">
                <a:solidFill>
                  <a:schemeClr val="tx2"/>
                </a:solidFill>
              </a:rPr>
              <a:t>.</a:t>
            </a:r>
          </a:p>
          <a:p>
            <a:pPr algn="just">
              <a:spcBef>
                <a:spcPct val="0"/>
              </a:spcBef>
              <a:buClr>
                <a:srgbClr val="9933FF"/>
              </a:buClr>
            </a:pPr>
            <a:endParaRPr lang="en-US" altLang="en-US" dirty="0"/>
          </a:p>
          <a:p>
            <a:pPr algn="just">
              <a:spcBef>
                <a:spcPct val="0"/>
              </a:spcBef>
              <a:buClr>
                <a:srgbClr val="9933FF"/>
              </a:buClr>
            </a:pPr>
            <a:endParaRPr lang="en-US" altLang="en-US" dirty="0">
              <a:solidFill>
                <a:schemeClr val="tx2"/>
              </a:solidFill>
            </a:endParaRPr>
          </a:p>
        </p:txBody>
      </p:sp>
      <p:sp>
        <p:nvSpPr>
          <p:cNvPr id="56330" name="Rectangle 16">
            <a:extLst>
              <a:ext uri="{FF2B5EF4-FFF2-40B4-BE49-F238E27FC236}">
                <a16:creationId xmlns:a16="http://schemas.microsoft.com/office/drawing/2014/main" id="{15139085-F9CC-4C96-85A9-69474D64B8D7}"/>
              </a:ext>
            </a:extLst>
          </p:cNvPr>
          <p:cNvSpPr>
            <a:spLocks noChangeArrowheads="1"/>
          </p:cNvSpPr>
          <p:nvPr/>
        </p:nvSpPr>
        <p:spPr bwMode="auto">
          <a:xfrm>
            <a:off x="2133600" y="5609402"/>
            <a:ext cx="800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pPr>
            <a:r>
              <a:rPr lang="en-US" altLang="en-US" sz="2000" dirty="0">
                <a:solidFill>
                  <a:schemeClr val="tx2"/>
                </a:solidFill>
              </a:rPr>
              <a:t> </a:t>
            </a:r>
            <a:endParaRPr lang="en-US" altLang="en-US" sz="1800" dirty="0"/>
          </a:p>
        </p:txBody>
      </p:sp>
      <p:sp>
        <p:nvSpPr>
          <p:cNvPr id="14" name="Title 1">
            <a:extLst>
              <a:ext uri="{FF2B5EF4-FFF2-40B4-BE49-F238E27FC236}">
                <a16:creationId xmlns:a16="http://schemas.microsoft.com/office/drawing/2014/main" id="{DA976588-97A5-4F8E-AEBD-BE9B313C88A7}"/>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III.2 RIPv2</a:t>
            </a:r>
            <a:endParaRPr lang="vi-VN" dirty="0">
              <a:cs typeface="Times New Roman"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5D258052-7395-4830-BA7D-339D74A81645}"/>
              </a:ext>
            </a:extLst>
          </p:cNvPr>
          <p:cNvSpPr>
            <a:spLocks noGrp="1" noChangeArrowheads="1"/>
          </p:cNvSpPr>
          <p:nvPr>
            <p:ph type="body" idx="1"/>
          </p:nvPr>
        </p:nvSpPr>
        <p:spPr>
          <a:xfrm>
            <a:off x="437322" y="1385127"/>
            <a:ext cx="8267700" cy="457200"/>
          </a:xfrm>
          <a:noFill/>
        </p:spPr>
        <p:txBody>
          <a:bodyPr/>
          <a:lstStyle/>
          <a:p>
            <a:pPr eaLnBrk="1" hangingPunct="1">
              <a:buFont typeface="Wingdings" panose="05000000000000000000" pitchFamily="2" charset="2"/>
              <a:buNone/>
            </a:pPr>
            <a:r>
              <a:rPr lang="en-US" altLang="en-US" b="1" dirty="0" err="1">
                <a:solidFill>
                  <a:schemeClr val="tx2"/>
                </a:solidFill>
              </a:rPr>
              <a:t>Hoạt</a:t>
            </a:r>
            <a:r>
              <a:rPr lang="en-US" altLang="en-US" b="1" dirty="0">
                <a:solidFill>
                  <a:schemeClr val="tx2"/>
                </a:solidFill>
              </a:rPr>
              <a:t> </a:t>
            </a:r>
            <a:r>
              <a:rPr lang="en-US" altLang="en-US" b="1" dirty="0" err="1">
                <a:solidFill>
                  <a:schemeClr val="tx2"/>
                </a:solidFill>
              </a:rPr>
              <a:t>động</a:t>
            </a:r>
            <a:r>
              <a:rPr lang="en-US" altLang="en-US" b="1" dirty="0">
                <a:solidFill>
                  <a:schemeClr val="tx2"/>
                </a:solidFill>
              </a:rPr>
              <a:t> </a:t>
            </a:r>
            <a:r>
              <a:rPr lang="en-US" altLang="en-US" b="1" dirty="0" err="1">
                <a:solidFill>
                  <a:schemeClr val="tx2"/>
                </a:solidFill>
              </a:rPr>
              <a:t>của</a:t>
            </a:r>
            <a:r>
              <a:rPr lang="en-US" altLang="en-US" b="1" dirty="0">
                <a:solidFill>
                  <a:schemeClr val="tx2"/>
                </a:solidFill>
              </a:rPr>
              <a:t> </a:t>
            </a:r>
            <a:r>
              <a:rPr lang="en-US" altLang="en-US" b="1" dirty="0" err="1">
                <a:solidFill>
                  <a:schemeClr val="tx2"/>
                </a:solidFill>
              </a:rPr>
              <a:t>giao</a:t>
            </a:r>
            <a:r>
              <a:rPr lang="en-US" altLang="en-US" b="1" dirty="0">
                <a:solidFill>
                  <a:schemeClr val="tx2"/>
                </a:solidFill>
              </a:rPr>
              <a:t> </a:t>
            </a:r>
            <a:r>
              <a:rPr lang="en-US" altLang="en-US" b="1" dirty="0" err="1">
                <a:solidFill>
                  <a:schemeClr val="tx2"/>
                </a:solidFill>
              </a:rPr>
              <a:t>thức</a:t>
            </a:r>
            <a:r>
              <a:rPr lang="en-US" altLang="en-US" b="1" dirty="0">
                <a:solidFill>
                  <a:schemeClr val="tx2"/>
                </a:solidFill>
              </a:rPr>
              <a:t> RIPv2</a:t>
            </a:r>
          </a:p>
        </p:txBody>
      </p:sp>
      <p:sp>
        <p:nvSpPr>
          <p:cNvPr id="57348" name="Rectangle 14">
            <a:extLst>
              <a:ext uri="{FF2B5EF4-FFF2-40B4-BE49-F238E27FC236}">
                <a16:creationId xmlns:a16="http://schemas.microsoft.com/office/drawing/2014/main" id="{D6CE9187-93E6-497F-A31B-966378B7B396}"/>
              </a:ext>
            </a:extLst>
          </p:cNvPr>
          <p:cNvSpPr>
            <a:spLocks noChangeArrowheads="1"/>
          </p:cNvSpPr>
          <p:nvPr/>
        </p:nvSpPr>
        <p:spPr bwMode="auto">
          <a:xfrm>
            <a:off x="437321" y="2339240"/>
            <a:ext cx="11497503" cy="2239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dirty="0" err="1">
                <a:solidFill>
                  <a:schemeClr val="tx2"/>
                </a:solidFill>
              </a:rPr>
              <a:t>Hoạt</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 </a:t>
            </a:r>
            <a:r>
              <a:rPr lang="en-US" altLang="en-US" dirty="0" err="1">
                <a:solidFill>
                  <a:schemeClr val="tx2"/>
                </a:solidFill>
              </a:rPr>
              <a:t>của</a:t>
            </a:r>
            <a:r>
              <a:rPr lang="en-US" altLang="en-US" dirty="0">
                <a:solidFill>
                  <a:schemeClr val="tx2"/>
                </a:solidFill>
              </a:rPr>
              <a:t> RIPv2 </a:t>
            </a:r>
            <a:r>
              <a:rPr lang="en-US" altLang="en-US" dirty="0" err="1">
                <a:solidFill>
                  <a:schemeClr val="tx2"/>
                </a:solidFill>
              </a:rPr>
              <a:t>cũng</a:t>
            </a:r>
            <a:r>
              <a:rPr lang="en-US" altLang="en-US" dirty="0">
                <a:solidFill>
                  <a:schemeClr val="tx2"/>
                </a:solidFill>
              </a:rPr>
              <a:t> </a:t>
            </a:r>
            <a:r>
              <a:rPr lang="en-US" altLang="en-US" dirty="0" err="1">
                <a:solidFill>
                  <a:schemeClr val="tx2"/>
                </a:solidFill>
              </a:rPr>
              <a:t>tương</a:t>
            </a:r>
            <a:r>
              <a:rPr lang="en-US" altLang="en-US" dirty="0">
                <a:solidFill>
                  <a:schemeClr val="tx2"/>
                </a:solidFill>
              </a:rPr>
              <a:t> </a:t>
            </a:r>
            <a:r>
              <a:rPr lang="en-US" altLang="en-US" dirty="0" err="1">
                <a:solidFill>
                  <a:schemeClr val="tx2"/>
                </a:solidFill>
              </a:rPr>
              <a:t>tự</a:t>
            </a:r>
            <a:r>
              <a:rPr lang="en-US" altLang="en-US" dirty="0">
                <a:solidFill>
                  <a:schemeClr val="tx2"/>
                </a:solidFill>
              </a:rPr>
              <a:t> </a:t>
            </a:r>
            <a:r>
              <a:rPr lang="en-US" altLang="en-US" dirty="0" err="1">
                <a:solidFill>
                  <a:schemeClr val="tx2"/>
                </a:solidFill>
              </a:rPr>
              <a:t>như</a:t>
            </a:r>
            <a:r>
              <a:rPr lang="en-US" altLang="en-US" dirty="0">
                <a:solidFill>
                  <a:schemeClr val="tx2"/>
                </a:solidFill>
              </a:rPr>
              <a:t> RIPv1, </a:t>
            </a:r>
            <a:r>
              <a:rPr lang="en-US" altLang="en-US" dirty="0" err="1">
                <a:solidFill>
                  <a:schemeClr val="tx2"/>
                </a:solidFill>
              </a:rPr>
              <a:t>điểm</a:t>
            </a:r>
            <a:r>
              <a:rPr lang="en-US" altLang="en-US" dirty="0">
                <a:solidFill>
                  <a:schemeClr val="tx2"/>
                </a:solidFill>
              </a:rPr>
              <a:t> </a:t>
            </a:r>
            <a:r>
              <a:rPr lang="en-US" altLang="en-US" dirty="0" err="1">
                <a:solidFill>
                  <a:schemeClr val="tx2"/>
                </a:solidFill>
              </a:rPr>
              <a:t>khác</a:t>
            </a:r>
            <a:r>
              <a:rPr lang="en-US" altLang="en-US" dirty="0">
                <a:solidFill>
                  <a:schemeClr val="tx2"/>
                </a:solidFill>
              </a:rPr>
              <a:t> </a:t>
            </a:r>
            <a:r>
              <a:rPr lang="en-US" altLang="en-US" dirty="0" err="1">
                <a:solidFill>
                  <a:schemeClr val="tx2"/>
                </a:solidFill>
              </a:rPr>
              <a:t>biệt</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phát</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bằng</a:t>
            </a:r>
            <a:r>
              <a:rPr lang="en-US" altLang="en-US" dirty="0">
                <a:solidFill>
                  <a:schemeClr val="tx2"/>
                </a:solidFill>
              </a:rPr>
              <a:t> </a:t>
            </a:r>
            <a:r>
              <a:rPr lang="en-US" altLang="en-US" dirty="0" err="1">
                <a:solidFill>
                  <a:schemeClr val="tx2"/>
                </a:solidFill>
              </a:rPr>
              <a:t>cách</a:t>
            </a:r>
            <a:r>
              <a:rPr lang="en-US" altLang="en-US" dirty="0">
                <a:solidFill>
                  <a:schemeClr val="tx2"/>
                </a:solidFill>
              </a:rPr>
              <a:t> </a:t>
            </a:r>
            <a:r>
              <a:rPr lang="en-US" altLang="en-US" dirty="0" err="1">
                <a:solidFill>
                  <a:schemeClr val="tx2"/>
                </a:solidFill>
              </a:rPr>
              <a:t>phát</a:t>
            </a:r>
            <a:r>
              <a:rPr lang="en-US" altLang="en-US" dirty="0">
                <a:solidFill>
                  <a:schemeClr val="tx2"/>
                </a:solidFill>
              </a:rPr>
              <a:t> multicast </a:t>
            </a:r>
            <a:r>
              <a:rPr lang="en-US" altLang="en-US" dirty="0" err="1">
                <a:solidFill>
                  <a:schemeClr val="tx2"/>
                </a:solidFill>
              </a:rPr>
              <a:t>theo</a:t>
            </a:r>
            <a:r>
              <a:rPr lang="en-US" altLang="en-US" dirty="0">
                <a:solidFill>
                  <a:schemeClr val="tx2"/>
                </a:solidFill>
              </a:rPr>
              <a:t> </a:t>
            </a:r>
            <a:r>
              <a:rPr lang="en-US" altLang="en-US" dirty="0" err="1">
                <a:solidFill>
                  <a:schemeClr val="tx2"/>
                </a:solidFill>
              </a:rPr>
              <a:t>địa</a:t>
            </a:r>
            <a:r>
              <a:rPr lang="en-US" altLang="en-US" dirty="0">
                <a:solidFill>
                  <a:schemeClr val="tx2"/>
                </a:solidFill>
              </a:rPr>
              <a:t> </a:t>
            </a:r>
            <a:r>
              <a:rPr lang="en-US" altLang="en-US" dirty="0" err="1">
                <a:solidFill>
                  <a:schemeClr val="tx2"/>
                </a:solidFill>
              </a:rPr>
              <a:t>chỉ</a:t>
            </a:r>
            <a:r>
              <a:rPr lang="en-US" altLang="en-US" dirty="0">
                <a:solidFill>
                  <a:schemeClr val="tx2"/>
                </a:solidFill>
              </a:rPr>
              <a:t> 224.0.0.9,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broastcast</a:t>
            </a:r>
            <a:r>
              <a:rPr lang="en-US" altLang="en-US" dirty="0">
                <a:solidFill>
                  <a:schemeClr val="tx2"/>
                </a:solidFill>
              </a:rPr>
              <a:t> </a:t>
            </a:r>
            <a:r>
              <a:rPr lang="en-US" altLang="en-US" dirty="0" err="1">
                <a:solidFill>
                  <a:schemeClr val="tx2"/>
                </a:solidFill>
              </a:rPr>
              <a:t>như</a:t>
            </a:r>
            <a:r>
              <a:rPr lang="en-US" altLang="en-US" dirty="0">
                <a:solidFill>
                  <a:schemeClr val="tx2"/>
                </a:solidFill>
              </a:rPr>
              <a:t> RIPv1. </a:t>
            </a:r>
            <a:r>
              <a:rPr lang="en-US" altLang="en-US" dirty="0" err="1">
                <a:solidFill>
                  <a:schemeClr val="tx2"/>
                </a:solidFill>
              </a:rPr>
              <a:t>Điều</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thuận</a:t>
            </a:r>
            <a:r>
              <a:rPr lang="en-US" altLang="en-US" dirty="0">
                <a:solidFill>
                  <a:schemeClr val="tx2"/>
                </a:solidFill>
              </a:rPr>
              <a:t> </a:t>
            </a:r>
            <a:r>
              <a:rPr lang="en-US" altLang="en-US" dirty="0" err="1">
                <a:solidFill>
                  <a:schemeClr val="tx2"/>
                </a:solidFill>
              </a:rPr>
              <a:t>lợi</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các</a:t>
            </a:r>
            <a:r>
              <a:rPr lang="en-US" altLang="en-US" dirty="0">
                <a:solidFill>
                  <a:schemeClr val="tx2"/>
                </a:solidFill>
              </a:rPr>
              <a:t> router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liên</a:t>
            </a:r>
            <a:r>
              <a:rPr lang="en-US" altLang="en-US" dirty="0">
                <a:solidFill>
                  <a:schemeClr val="tx2"/>
                </a:solidFill>
              </a:rPr>
              <a:t> </a:t>
            </a:r>
            <a:r>
              <a:rPr lang="en-US" altLang="en-US" dirty="0" err="1">
                <a:solidFill>
                  <a:schemeClr val="tx2"/>
                </a:solidFill>
              </a:rPr>
              <a:t>quan</a:t>
            </a:r>
            <a:r>
              <a:rPr lang="en-US" altLang="en-US" dirty="0">
                <a:solidFill>
                  <a:schemeClr val="tx2"/>
                </a:solidFill>
              </a:rPr>
              <a:t>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mất</a:t>
            </a:r>
            <a:r>
              <a:rPr lang="en-US" altLang="en-US" dirty="0">
                <a:solidFill>
                  <a:schemeClr val="tx2"/>
                </a:solidFill>
              </a:rPr>
              <a:t> </a:t>
            </a:r>
            <a:r>
              <a:rPr lang="en-US" altLang="en-US" dirty="0" err="1">
                <a:solidFill>
                  <a:schemeClr val="tx2"/>
                </a:solidFill>
              </a:rPr>
              <a:t>thời</a:t>
            </a:r>
            <a:r>
              <a:rPr lang="en-US" altLang="en-US" dirty="0">
                <a:solidFill>
                  <a:schemeClr val="tx2"/>
                </a:solidFill>
              </a:rPr>
              <a:t> </a:t>
            </a:r>
            <a:r>
              <a:rPr lang="en-US" altLang="en-US" dirty="0" err="1">
                <a:solidFill>
                  <a:schemeClr val="tx2"/>
                </a:solidFill>
              </a:rPr>
              <a:t>gian</a:t>
            </a:r>
            <a:r>
              <a:rPr lang="en-US" altLang="en-US" dirty="0">
                <a:solidFill>
                  <a:schemeClr val="tx2"/>
                </a:solidFill>
              </a:rPr>
              <a:t> </a:t>
            </a:r>
            <a:r>
              <a:rPr lang="en-US" altLang="en-US" dirty="0" err="1">
                <a:solidFill>
                  <a:schemeClr val="tx2"/>
                </a:solidFill>
              </a:rPr>
              <a:t>xử</a:t>
            </a:r>
            <a:r>
              <a:rPr lang="en-US" altLang="en-US" dirty="0">
                <a:solidFill>
                  <a:schemeClr val="tx2"/>
                </a:solidFill>
              </a:rPr>
              <a:t> </a:t>
            </a:r>
            <a:r>
              <a:rPr lang="en-US" altLang="en-US" dirty="0" err="1">
                <a:solidFill>
                  <a:schemeClr val="tx2"/>
                </a:solidFill>
              </a:rPr>
              <a:t>lý</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gói</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của</a:t>
            </a:r>
            <a:r>
              <a:rPr lang="en-US" altLang="en-US" dirty="0">
                <a:solidFill>
                  <a:schemeClr val="tx2"/>
                </a:solidFill>
              </a:rPr>
              <a:t> RIPv2. RIPv2 </a:t>
            </a:r>
            <a:r>
              <a:rPr lang="en-US" altLang="en-US" dirty="0" err="1">
                <a:solidFill>
                  <a:schemeClr val="tx2"/>
                </a:solidFill>
              </a:rPr>
              <a:t>hoạt</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 ở </a:t>
            </a:r>
            <a:r>
              <a:rPr lang="en-US" altLang="en-US" dirty="0" err="1">
                <a:solidFill>
                  <a:schemeClr val="tx2"/>
                </a:solidFill>
              </a:rPr>
              <a:t>cổng</a:t>
            </a:r>
            <a:r>
              <a:rPr lang="en-US" altLang="en-US" dirty="0">
                <a:solidFill>
                  <a:schemeClr val="tx2"/>
                </a:solidFill>
              </a:rPr>
              <a:t> UDP 520 </a:t>
            </a:r>
          </a:p>
        </p:txBody>
      </p:sp>
      <p:sp>
        <p:nvSpPr>
          <p:cNvPr id="8" name="Title 1">
            <a:extLst>
              <a:ext uri="{FF2B5EF4-FFF2-40B4-BE49-F238E27FC236}">
                <a16:creationId xmlns:a16="http://schemas.microsoft.com/office/drawing/2014/main" id="{68B75D62-81BB-4584-9B47-D36C302A11C9}"/>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III.2 RIPv2</a:t>
            </a:r>
            <a:endParaRPr lang="vi-VN" dirty="0">
              <a:cs typeface="Times New Roman"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8">
            <a:extLst>
              <a:ext uri="{FF2B5EF4-FFF2-40B4-BE49-F238E27FC236}">
                <a16:creationId xmlns:a16="http://schemas.microsoft.com/office/drawing/2014/main" id="{8470A508-EA8C-4FF9-9407-8A4A08CF1897}"/>
              </a:ext>
            </a:extLst>
          </p:cNvPr>
          <p:cNvSpPr>
            <a:spLocks noChangeArrowheads="1"/>
          </p:cNvSpPr>
          <p:nvPr/>
        </p:nvSpPr>
        <p:spPr bwMode="gray">
          <a:xfrm>
            <a:off x="437322" y="1266825"/>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Hạn</a:t>
            </a:r>
            <a:r>
              <a:rPr lang="en-US" altLang="en-US" dirty="0">
                <a:solidFill>
                  <a:schemeClr val="tx2"/>
                </a:solidFill>
              </a:rPr>
              <a:t> </a:t>
            </a:r>
            <a:r>
              <a:rPr lang="en-US" altLang="en-US" dirty="0" err="1">
                <a:solidFill>
                  <a:schemeClr val="tx2"/>
                </a:solidFill>
              </a:rPr>
              <a:t>chế</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RIPv2</a:t>
            </a:r>
          </a:p>
        </p:txBody>
      </p:sp>
      <p:sp>
        <p:nvSpPr>
          <p:cNvPr id="58372" name="Rectangle 9">
            <a:extLst>
              <a:ext uri="{FF2B5EF4-FFF2-40B4-BE49-F238E27FC236}">
                <a16:creationId xmlns:a16="http://schemas.microsoft.com/office/drawing/2014/main" id="{495289A4-D51B-469F-94FC-AC27E54D591E}"/>
              </a:ext>
            </a:extLst>
          </p:cNvPr>
          <p:cNvSpPr>
            <a:spLocks noChangeArrowheads="1"/>
          </p:cNvSpPr>
          <p:nvPr/>
        </p:nvSpPr>
        <p:spPr bwMode="auto">
          <a:xfrm>
            <a:off x="437322" y="1764565"/>
            <a:ext cx="11354628" cy="2239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dirty="0">
                <a:solidFill>
                  <a:schemeClr val="tx2"/>
                </a:solidFill>
              </a:rPr>
              <a:t> - RIPv2 </a:t>
            </a:r>
            <a:r>
              <a:rPr lang="en-US" altLang="en-US" dirty="0" err="1">
                <a:solidFill>
                  <a:schemeClr val="tx2"/>
                </a:solidFill>
              </a:rPr>
              <a:t>vẫn</a:t>
            </a:r>
            <a:r>
              <a:rPr lang="en-US" altLang="en-US" dirty="0">
                <a:solidFill>
                  <a:schemeClr val="tx2"/>
                </a:solidFill>
              </a:rPr>
              <a:t> </a:t>
            </a:r>
            <a:r>
              <a:rPr lang="en-US" altLang="en-US" dirty="0" err="1">
                <a:solidFill>
                  <a:schemeClr val="tx2"/>
                </a:solidFill>
              </a:rPr>
              <a:t>còn</a:t>
            </a:r>
            <a:r>
              <a:rPr lang="en-US" altLang="en-US" dirty="0">
                <a:solidFill>
                  <a:schemeClr val="tx2"/>
                </a:solidFill>
              </a:rPr>
              <a:t> </a:t>
            </a:r>
            <a:r>
              <a:rPr lang="en-US" altLang="en-US" dirty="0" err="1">
                <a:solidFill>
                  <a:schemeClr val="tx2"/>
                </a:solidFill>
              </a:rPr>
              <a:t>hạn</a:t>
            </a:r>
            <a:r>
              <a:rPr lang="en-US" altLang="en-US" dirty="0">
                <a:solidFill>
                  <a:schemeClr val="tx2"/>
                </a:solidFill>
              </a:rPr>
              <a:t> </a:t>
            </a:r>
            <a:r>
              <a:rPr lang="en-US" altLang="en-US" dirty="0" err="1">
                <a:solidFill>
                  <a:schemeClr val="tx2"/>
                </a:solidFill>
              </a:rPr>
              <a:t>chế</a:t>
            </a:r>
            <a:r>
              <a:rPr lang="en-US" altLang="en-US" dirty="0">
                <a:solidFill>
                  <a:schemeClr val="tx2"/>
                </a:solidFill>
              </a:rPr>
              <a:t> </a:t>
            </a:r>
            <a:r>
              <a:rPr lang="en-US" altLang="en-US" dirty="0" err="1">
                <a:solidFill>
                  <a:schemeClr val="tx2"/>
                </a:solidFill>
              </a:rPr>
              <a:t>về</a:t>
            </a:r>
            <a:r>
              <a:rPr lang="en-US" altLang="en-US" dirty="0">
                <a:solidFill>
                  <a:schemeClr val="tx2"/>
                </a:solidFill>
              </a:rPr>
              <a:t> </a:t>
            </a:r>
            <a:r>
              <a:rPr lang="en-US" altLang="en-US" dirty="0" err="1">
                <a:solidFill>
                  <a:schemeClr val="tx2"/>
                </a:solidFill>
              </a:rPr>
              <a:t>số</a:t>
            </a:r>
            <a:r>
              <a:rPr lang="en-US" altLang="en-US" dirty="0">
                <a:solidFill>
                  <a:schemeClr val="tx2"/>
                </a:solidFill>
              </a:rPr>
              <a:t> hop count </a:t>
            </a:r>
            <a:r>
              <a:rPr lang="en-US" altLang="en-US" dirty="0" err="1">
                <a:solidFill>
                  <a:schemeClr val="tx2"/>
                </a:solidFill>
              </a:rPr>
              <a:t>là</a:t>
            </a:r>
            <a:r>
              <a:rPr lang="en-US" altLang="en-US" dirty="0">
                <a:solidFill>
                  <a:schemeClr val="tx2"/>
                </a:solidFill>
              </a:rPr>
              <a:t> 15, </a:t>
            </a:r>
            <a:r>
              <a:rPr lang="en-US" altLang="en-US" dirty="0" err="1">
                <a:solidFill>
                  <a:schemeClr val="tx2"/>
                </a:solidFill>
              </a:rPr>
              <a:t>điều</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vẫn</a:t>
            </a:r>
            <a:r>
              <a:rPr lang="en-US" altLang="en-US" dirty="0">
                <a:solidFill>
                  <a:schemeClr val="tx2"/>
                </a:solidFill>
              </a:rPr>
              <a:t> </a:t>
            </a:r>
            <a:r>
              <a:rPr lang="en-US" altLang="en-US" dirty="0" err="1">
                <a:solidFill>
                  <a:schemeClr val="tx2"/>
                </a:solidFill>
              </a:rPr>
              <a:t>làm</a:t>
            </a:r>
            <a:r>
              <a:rPr lang="en-US" altLang="en-US" dirty="0">
                <a:solidFill>
                  <a:schemeClr val="tx2"/>
                </a:solidFill>
              </a:rPr>
              <a:t> RIP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thể</a:t>
            </a:r>
            <a:r>
              <a:rPr lang="en-US" altLang="en-US" dirty="0">
                <a:solidFill>
                  <a:schemeClr val="tx2"/>
                </a:solidFill>
              </a:rPr>
              <a:t> </a:t>
            </a:r>
            <a:r>
              <a:rPr lang="en-US" altLang="en-US" dirty="0" err="1">
                <a:solidFill>
                  <a:schemeClr val="tx2"/>
                </a:solidFill>
              </a:rPr>
              <a:t>sử</a:t>
            </a:r>
            <a:r>
              <a:rPr lang="en-US" altLang="en-US" dirty="0">
                <a:solidFill>
                  <a:schemeClr val="tx2"/>
                </a:solidFill>
              </a:rPr>
              <a:t> </a:t>
            </a:r>
            <a:r>
              <a:rPr lang="en-US" altLang="en-US" dirty="0" err="1">
                <a:solidFill>
                  <a:schemeClr val="tx2"/>
                </a:solidFill>
              </a:rPr>
              <a:t>dụng</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những</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lớn</a:t>
            </a:r>
            <a:r>
              <a:rPr lang="en-US" altLang="en-US" dirty="0">
                <a:solidFill>
                  <a:schemeClr val="tx2"/>
                </a:solidFill>
              </a:rPr>
              <a:t>. </a:t>
            </a:r>
            <a:r>
              <a:rPr lang="en-US" altLang="en-US" dirty="0" err="1">
                <a:solidFill>
                  <a:schemeClr val="tx2"/>
                </a:solidFill>
              </a:rPr>
              <a:t>Ngoài</a:t>
            </a:r>
            <a:r>
              <a:rPr lang="en-US" altLang="en-US" dirty="0">
                <a:solidFill>
                  <a:schemeClr val="tx2"/>
                </a:solidFill>
              </a:rPr>
              <a:t> ra, </a:t>
            </a:r>
            <a:r>
              <a:rPr lang="en-US" altLang="en-US" dirty="0" err="1">
                <a:solidFill>
                  <a:schemeClr val="tx2"/>
                </a:solidFill>
              </a:rPr>
              <a:t>tốc</a:t>
            </a:r>
            <a:r>
              <a:rPr lang="en-US" altLang="en-US" dirty="0">
                <a:solidFill>
                  <a:schemeClr val="tx2"/>
                </a:solidFill>
              </a:rPr>
              <a:t> </a:t>
            </a:r>
            <a:r>
              <a:rPr lang="en-US" altLang="en-US" dirty="0" err="1">
                <a:solidFill>
                  <a:schemeClr val="tx2"/>
                </a:solidFill>
              </a:rPr>
              <a:t>độ</a:t>
            </a:r>
            <a:r>
              <a:rPr lang="en-US" altLang="en-US" dirty="0">
                <a:solidFill>
                  <a:schemeClr val="tx2"/>
                </a:solidFill>
              </a:rPr>
              <a:t> </a:t>
            </a:r>
            <a:r>
              <a:rPr lang="en-US" altLang="en-US" dirty="0" err="1">
                <a:solidFill>
                  <a:schemeClr val="tx2"/>
                </a:solidFill>
              </a:rPr>
              <a:t>hội</a:t>
            </a:r>
            <a:r>
              <a:rPr lang="en-US" altLang="en-US" dirty="0">
                <a:solidFill>
                  <a:schemeClr val="tx2"/>
                </a:solidFill>
              </a:rPr>
              <a:t> </a:t>
            </a:r>
            <a:r>
              <a:rPr lang="en-US" altLang="en-US" dirty="0" err="1">
                <a:solidFill>
                  <a:schemeClr val="tx2"/>
                </a:solidFill>
              </a:rPr>
              <a:t>tụ</a:t>
            </a:r>
            <a:r>
              <a:rPr lang="en-US" altLang="en-US" dirty="0">
                <a:solidFill>
                  <a:schemeClr val="tx2"/>
                </a:solidFill>
              </a:rPr>
              <a:t> </a:t>
            </a:r>
            <a:r>
              <a:rPr lang="en-US" altLang="en-US" dirty="0" err="1">
                <a:solidFill>
                  <a:schemeClr val="tx2"/>
                </a:solidFill>
              </a:rPr>
              <a:t>vẫn</a:t>
            </a:r>
            <a:r>
              <a:rPr lang="en-US" altLang="en-US" dirty="0">
                <a:solidFill>
                  <a:schemeClr val="tx2"/>
                </a:solidFill>
              </a:rPr>
              <a:t> </a:t>
            </a:r>
            <a:r>
              <a:rPr lang="en-US" altLang="en-US" dirty="0" err="1">
                <a:solidFill>
                  <a:schemeClr val="tx2"/>
                </a:solidFill>
              </a:rPr>
              <a:t>còn</a:t>
            </a:r>
            <a:r>
              <a:rPr lang="en-US" altLang="en-US" dirty="0">
                <a:solidFill>
                  <a:schemeClr val="tx2"/>
                </a:solidFill>
              </a:rPr>
              <a:t> </a:t>
            </a:r>
            <a:r>
              <a:rPr lang="en-US" altLang="en-US" dirty="0" err="1">
                <a:solidFill>
                  <a:schemeClr val="tx2"/>
                </a:solidFill>
              </a:rPr>
              <a:t>chậm</a:t>
            </a:r>
            <a:r>
              <a:rPr lang="en-US" altLang="en-US" dirty="0">
                <a:solidFill>
                  <a:schemeClr val="tx2"/>
                </a:solidFill>
              </a:rPr>
              <a:t>.</a:t>
            </a:r>
          </a:p>
          <a:p>
            <a:pPr eaLnBrk="1" hangingPunct="1">
              <a:lnSpc>
                <a:spcPct val="150000"/>
              </a:lnSpc>
              <a:spcBef>
                <a:spcPct val="0"/>
              </a:spcBef>
              <a:buClrTx/>
              <a:buFontTx/>
              <a:buNone/>
            </a:pPr>
            <a:r>
              <a:rPr lang="en-US" altLang="en-US" dirty="0">
                <a:solidFill>
                  <a:schemeClr val="tx2"/>
                </a:solidFill>
              </a:rPr>
              <a:t> - </a:t>
            </a:r>
            <a:r>
              <a:rPr lang="en-US" altLang="en-US" dirty="0" err="1">
                <a:solidFill>
                  <a:schemeClr val="tx2"/>
                </a:solidFill>
              </a:rPr>
              <a:t>Việc</a:t>
            </a:r>
            <a:r>
              <a:rPr lang="en-US" altLang="en-US" dirty="0">
                <a:solidFill>
                  <a:schemeClr val="tx2"/>
                </a:solidFill>
              </a:rPr>
              <a:t> </a:t>
            </a:r>
            <a:r>
              <a:rPr lang="en-US" altLang="en-US" dirty="0" err="1">
                <a:solidFill>
                  <a:schemeClr val="tx2"/>
                </a:solidFill>
              </a:rPr>
              <a:t>chứng</a:t>
            </a:r>
            <a:r>
              <a:rPr lang="en-US" altLang="en-US" dirty="0">
                <a:solidFill>
                  <a:schemeClr val="tx2"/>
                </a:solidFill>
              </a:rPr>
              <a:t> </a:t>
            </a:r>
            <a:r>
              <a:rPr lang="en-US" altLang="en-US" dirty="0" err="1">
                <a:solidFill>
                  <a:schemeClr val="tx2"/>
                </a:solidFill>
              </a:rPr>
              <a:t>thực</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mật</a:t>
            </a:r>
            <a:r>
              <a:rPr lang="en-US" altLang="en-US" dirty="0">
                <a:solidFill>
                  <a:schemeClr val="tx2"/>
                </a:solidFill>
              </a:rPr>
              <a:t> </a:t>
            </a:r>
            <a:r>
              <a:rPr lang="en-US" altLang="en-US" dirty="0" err="1">
                <a:solidFill>
                  <a:schemeClr val="tx2"/>
                </a:solidFill>
              </a:rPr>
              <a:t>khẩu</a:t>
            </a:r>
            <a:r>
              <a:rPr lang="en-US" altLang="en-US" dirty="0">
                <a:solidFill>
                  <a:schemeClr val="tx2"/>
                </a:solidFill>
              </a:rPr>
              <a:t>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mã</a:t>
            </a:r>
            <a:r>
              <a:rPr lang="en-US" altLang="en-US" dirty="0">
                <a:solidFill>
                  <a:schemeClr val="tx2"/>
                </a:solidFill>
              </a:rPr>
              <a:t> </a:t>
            </a:r>
            <a:r>
              <a:rPr lang="en-US" altLang="en-US" dirty="0" err="1">
                <a:solidFill>
                  <a:schemeClr val="tx2"/>
                </a:solidFill>
              </a:rPr>
              <a:t>hóa</a:t>
            </a:r>
            <a:r>
              <a:rPr lang="en-US" altLang="en-US" dirty="0">
                <a:solidFill>
                  <a:schemeClr val="tx2"/>
                </a:solidFill>
              </a:rPr>
              <a:t> </a:t>
            </a:r>
            <a:r>
              <a:rPr lang="en-US" altLang="en-US" dirty="0" err="1">
                <a:solidFill>
                  <a:schemeClr val="tx2"/>
                </a:solidFill>
              </a:rPr>
              <a:t>mà</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truyền</a:t>
            </a:r>
            <a:r>
              <a:rPr lang="en-US" altLang="en-US" dirty="0">
                <a:solidFill>
                  <a:schemeClr val="tx2"/>
                </a:solidFill>
              </a:rPr>
              <a:t> </a:t>
            </a:r>
            <a:r>
              <a:rPr lang="en-US" altLang="en-US" dirty="0" err="1">
                <a:solidFill>
                  <a:schemeClr val="tx2"/>
                </a:solidFill>
              </a:rPr>
              <a:t>dưới</a:t>
            </a:r>
            <a:r>
              <a:rPr lang="en-US" altLang="en-US" dirty="0">
                <a:solidFill>
                  <a:schemeClr val="tx2"/>
                </a:solidFill>
              </a:rPr>
              <a:t> </a:t>
            </a:r>
            <a:r>
              <a:rPr lang="en-US" altLang="en-US" dirty="0" err="1">
                <a:solidFill>
                  <a:schemeClr val="tx2"/>
                </a:solidFill>
              </a:rPr>
              <a:t>dạng</a:t>
            </a:r>
            <a:r>
              <a:rPr lang="en-US" altLang="en-US" dirty="0">
                <a:solidFill>
                  <a:schemeClr val="tx2"/>
                </a:solidFill>
              </a:rPr>
              <a:t> </a:t>
            </a:r>
            <a:r>
              <a:rPr lang="en-US" altLang="en-US" dirty="0" err="1">
                <a:solidFill>
                  <a:schemeClr val="tx2"/>
                </a:solidFill>
              </a:rPr>
              <a:t>kí</a:t>
            </a:r>
            <a:r>
              <a:rPr lang="en-US" altLang="en-US" dirty="0">
                <a:solidFill>
                  <a:schemeClr val="tx2"/>
                </a:solidFill>
              </a:rPr>
              <a:t> </a:t>
            </a:r>
            <a:r>
              <a:rPr lang="en-US" altLang="en-US" dirty="0" err="1">
                <a:solidFill>
                  <a:schemeClr val="tx2"/>
                </a:solidFill>
              </a:rPr>
              <a:t>tự</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thuờng</a:t>
            </a:r>
            <a:r>
              <a:rPr lang="en-US" altLang="en-US" dirty="0">
                <a:solidFill>
                  <a:schemeClr val="tx2"/>
                </a:solidFill>
              </a:rPr>
              <a:t>, </a:t>
            </a:r>
            <a:r>
              <a:rPr lang="en-US" altLang="en-US" dirty="0" err="1">
                <a:solidFill>
                  <a:schemeClr val="tx2"/>
                </a:solidFill>
              </a:rPr>
              <a:t>điều</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dẫn</a:t>
            </a:r>
            <a:r>
              <a:rPr lang="en-US" altLang="en-US" dirty="0">
                <a:solidFill>
                  <a:schemeClr val="tx2"/>
                </a:solidFill>
              </a:rPr>
              <a:t> </a:t>
            </a:r>
            <a:r>
              <a:rPr lang="en-US" altLang="en-US" dirty="0" err="1">
                <a:solidFill>
                  <a:schemeClr val="tx2"/>
                </a:solidFill>
              </a:rPr>
              <a:t>tới</a:t>
            </a:r>
            <a:r>
              <a:rPr lang="en-US" altLang="en-US" dirty="0">
                <a:solidFill>
                  <a:schemeClr val="tx2"/>
                </a:solidFill>
              </a:rPr>
              <a:t> </a:t>
            </a:r>
            <a:r>
              <a:rPr lang="en-US" altLang="en-US" dirty="0" err="1">
                <a:solidFill>
                  <a:schemeClr val="tx2"/>
                </a:solidFill>
              </a:rPr>
              <a:t>nguy</a:t>
            </a:r>
            <a:r>
              <a:rPr lang="en-US" altLang="en-US" dirty="0">
                <a:solidFill>
                  <a:schemeClr val="tx2"/>
                </a:solidFill>
              </a:rPr>
              <a:t> </a:t>
            </a:r>
            <a:r>
              <a:rPr lang="en-US" altLang="en-US" dirty="0" err="1">
                <a:solidFill>
                  <a:schemeClr val="tx2"/>
                </a:solidFill>
              </a:rPr>
              <a:t>cơ</a:t>
            </a:r>
            <a:r>
              <a:rPr lang="en-US" altLang="en-US" dirty="0">
                <a:solidFill>
                  <a:schemeClr val="tx2"/>
                </a:solidFill>
              </a:rPr>
              <a:t> </a:t>
            </a:r>
            <a:r>
              <a:rPr lang="en-US" altLang="en-US" dirty="0" err="1">
                <a:solidFill>
                  <a:schemeClr val="tx2"/>
                </a:solidFill>
              </a:rPr>
              <a:t>dễ</a:t>
            </a:r>
            <a:r>
              <a:rPr lang="en-US" altLang="en-US" dirty="0">
                <a:solidFill>
                  <a:schemeClr val="tx2"/>
                </a:solidFill>
              </a:rPr>
              <a:t> </a:t>
            </a:r>
            <a:r>
              <a:rPr lang="en-US" altLang="en-US" dirty="0" err="1">
                <a:solidFill>
                  <a:schemeClr val="tx2"/>
                </a:solidFill>
              </a:rPr>
              <a:t>bị</a:t>
            </a:r>
            <a:r>
              <a:rPr lang="en-US" altLang="en-US" dirty="0">
                <a:solidFill>
                  <a:schemeClr val="tx2"/>
                </a:solidFill>
              </a:rPr>
              <a:t> </a:t>
            </a:r>
            <a:r>
              <a:rPr lang="en-US" altLang="en-US" dirty="0" err="1">
                <a:solidFill>
                  <a:schemeClr val="tx2"/>
                </a:solidFill>
              </a:rPr>
              <a:t>tấn</a:t>
            </a:r>
            <a:r>
              <a:rPr lang="en-US" altLang="en-US" dirty="0">
                <a:solidFill>
                  <a:schemeClr val="tx2"/>
                </a:solidFill>
              </a:rPr>
              <a:t> </a:t>
            </a:r>
            <a:r>
              <a:rPr lang="en-US" altLang="en-US" dirty="0" err="1">
                <a:solidFill>
                  <a:schemeClr val="tx2"/>
                </a:solidFill>
              </a:rPr>
              <a:t>công</a:t>
            </a:r>
            <a:r>
              <a:rPr lang="en-US" altLang="en-US" dirty="0">
                <a:solidFill>
                  <a:schemeClr val="tx2"/>
                </a:solidFill>
              </a:rPr>
              <a:t>. </a:t>
            </a:r>
          </a:p>
        </p:txBody>
      </p:sp>
      <p:sp>
        <p:nvSpPr>
          <p:cNvPr id="8" name="Title 1">
            <a:extLst>
              <a:ext uri="{FF2B5EF4-FFF2-40B4-BE49-F238E27FC236}">
                <a16:creationId xmlns:a16="http://schemas.microsoft.com/office/drawing/2014/main" id="{59B3B1B9-FD2A-419D-A1C2-A4100B6191BF}"/>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III.2 RIPv2</a:t>
            </a:r>
            <a:endParaRPr lang="vi-VN" dirty="0">
              <a:cs typeface="Times New Roman"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6">
            <a:extLst>
              <a:ext uri="{FF2B5EF4-FFF2-40B4-BE49-F238E27FC236}">
                <a16:creationId xmlns:a16="http://schemas.microsoft.com/office/drawing/2014/main" id="{A55AEBB4-67DC-4668-B395-26854D314FA9}"/>
              </a:ext>
            </a:extLst>
          </p:cNvPr>
          <p:cNvSpPr>
            <a:spLocks noChangeArrowheads="1"/>
          </p:cNvSpPr>
          <p:nvPr/>
        </p:nvSpPr>
        <p:spPr bwMode="gray">
          <a:xfrm>
            <a:off x="437322" y="1228545"/>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Cấu</a:t>
            </a:r>
            <a:r>
              <a:rPr lang="en-US" altLang="en-US" dirty="0">
                <a:solidFill>
                  <a:schemeClr val="tx2"/>
                </a:solidFill>
              </a:rPr>
              <a:t> </a:t>
            </a:r>
            <a:r>
              <a:rPr lang="en-US" altLang="en-US" dirty="0" err="1">
                <a:solidFill>
                  <a:schemeClr val="tx2"/>
                </a:solidFill>
              </a:rPr>
              <a:t>hình</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RIPv2</a:t>
            </a:r>
          </a:p>
        </p:txBody>
      </p:sp>
      <p:sp>
        <p:nvSpPr>
          <p:cNvPr id="59396" name="Rectangle 8">
            <a:extLst>
              <a:ext uri="{FF2B5EF4-FFF2-40B4-BE49-F238E27FC236}">
                <a16:creationId xmlns:a16="http://schemas.microsoft.com/office/drawing/2014/main" id="{5BB68650-748E-4997-8E3A-128EE7D509B5}"/>
              </a:ext>
            </a:extLst>
          </p:cNvPr>
          <p:cNvSpPr>
            <a:spLocks noChangeArrowheads="1"/>
          </p:cNvSpPr>
          <p:nvPr/>
        </p:nvSpPr>
        <p:spPr bwMode="auto">
          <a:xfrm>
            <a:off x="437322" y="1555838"/>
            <a:ext cx="8678862" cy="113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buClrTx/>
              <a:buFontTx/>
              <a:buNone/>
            </a:pPr>
            <a:r>
              <a:rPr lang="en-US" altLang="en-US" dirty="0" err="1">
                <a:solidFill>
                  <a:schemeClr val="tx2"/>
                </a:solidFill>
              </a:rPr>
              <a:t>Việc</a:t>
            </a:r>
            <a:r>
              <a:rPr lang="en-US" altLang="en-US" dirty="0">
                <a:solidFill>
                  <a:schemeClr val="tx2"/>
                </a:solidFill>
              </a:rPr>
              <a:t> </a:t>
            </a:r>
            <a:r>
              <a:rPr lang="en-US" altLang="en-US" dirty="0" err="1">
                <a:solidFill>
                  <a:schemeClr val="tx2"/>
                </a:solidFill>
              </a:rPr>
              <a:t>cấu</a:t>
            </a:r>
            <a:r>
              <a:rPr lang="en-US" altLang="en-US" dirty="0">
                <a:solidFill>
                  <a:schemeClr val="tx2"/>
                </a:solidFill>
              </a:rPr>
              <a:t> </a:t>
            </a:r>
            <a:r>
              <a:rPr lang="en-US" altLang="en-US" dirty="0" err="1">
                <a:solidFill>
                  <a:schemeClr val="tx2"/>
                </a:solidFill>
              </a:rPr>
              <a:t>hình</a:t>
            </a:r>
            <a:r>
              <a:rPr lang="en-US" altLang="en-US" dirty="0">
                <a:solidFill>
                  <a:schemeClr val="tx2"/>
                </a:solidFill>
              </a:rPr>
              <a:t> RIPv2 </a:t>
            </a:r>
            <a:r>
              <a:rPr lang="en-US" altLang="en-US" dirty="0" err="1">
                <a:solidFill>
                  <a:schemeClr val="tx2"/>
                </a:solidFill>
              </a:rPr>
              <a:t>cũng</a:t>
            </a:r>
            <a:r>
              <a:rPr lang="en-US" altLang="en-US" dirty="0">
                <a:solidFill>
                  <a:schemeClr val="tx2"/>
                </a:solidFill>
              </a:rPr>
              <a:t> </a:t>
            </a:r>
            <a:r>
              <a:rPr lang="en-US" altLang="en-US" dirty="0" err="1">
                <a:solidFill>
                  <a:schemeClr val="tx2"/>
                </a:solidFill>
              </a:rPr>
              <a:t>tương</a:t>
            </a:r>
            <a:r>
              <a:rPr lang="en-US" altLang="en-US" dirty="0">
                <a:solidFill>
                  <a:schemeClr val="tx2"/>
                </a:solidFill>
              </a:rPr>
              <a:t> </a:t>
            </a:r>
            <a:r>
              <a:rPr lang="en-US" altLang="en-US" dirty="0" err="1">
                <a:solidFill>
                  <a:schemeClr val="tx2"/>
                </a:solidFill>
              </a:rPr>
              <a:t>tự</a:t>
            </a:r>
            <a:r>
              <a:rPr lang="en-US" altLang="en-US" dirty="0">
                <a:solidFill>
                  <a:schemeClr val="tx2"/>
                </a:solidFill>
              </a:rPr>
              <a:t> </a:t>
            </a:r>
            <a:r>
              <a:rPr lang="en-US" altLang="en-US" dirty="0" err="1">
                <a:solidFill>
                  <a:schemeClr val="tx2"/>
                </a:solidFill>
              </a:rPr>
              <a:t>như</a:t>
            </a:r>
            <a:r>
              <a:rPr lang="en-US" altLang="en-US" dirty="0">
                <a:solidFill>
                  <a:schemeClr val="tx2"/>
                </a:solidFill>
              </a:rPr>
              <a:t> RIPv1, ta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cần</a:t>
            </a:r>
            <a:r>
              <a:rPr lang="en-US" altLang="en-US" dirty="0">
                <a:solidFill>
                  <a:schemeClr val="tx2"/>
                </a:solidFill>
              </a:rPr>
              <a:t> </a:t>
            </a:r>
            <a:r>
              <a:rPr lang="en-US" altLang="en-US" dirty="0" err="1">
                <a:solidFill>
                  <a:schemeClr val="tx2"/>
                </a:solidFill>
              </a:rPr>
              <a:t>bổ</a:t>
            </a:r>
            <a:r>
              <a:rPr lang="en-US" altLang="en-US" dirty="0">
                <a:solidFill>
                  <a:schemeClr val="tx2"/>
                </a:solidFill>
              </a:rPr>
              <a:t> sung </a:t>
            </a:r>
            <a:r>
              <a:rPr lang="en-US" altLang="en-US" dirty="0" err="1">
                <a:solidFill>
                  <a:schemeClr val="tx2"/>
                </a:solidFill>
              </a:rPr>
              <a:t>lệnh</a:t>
            </a: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phiên</a:t>
            </a:r>
            <a:r>
              <a:rPr lang="en-US" altLang="en-US" dirty="0">
                <a:solidFill>
                  <a:schemeClr val="tx2"/>
                </a:solidFill>
              </a:rPr>
              <a:t> </a:t>
            </a:r>
            <a:r>
              <a:rPr lang="en-US" altLang="en-US" dirty="0" err="1">
                <a:solidFill>
                  <a:schemeClr val="tx2"/>
                </a:solidFill>
              </a:rPr>
              <a:t>bản</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sử</a:t>
            </a:r>
            <a:r>
              <a:rPr lang="en-US" altLang="en-US" dirty="0">
                <a:solidFill>
                  <a:schemeClr val="tx2"/>
                </a:solidFill>
              </a:rPr>
              <a:t> </a:t>
            </a:r>
            <a:r>
              <a:rPr lang="en-US" altLang="en-US" dirty="0" err="1">
                <a:solidFill>
                  <a:schemeClr val="tx2"/>
                </a:solidFill>
              </a:rPr>
              <a:t>dụng</a:t>
            </a:r>
            <a:r>
              <a:rPr lang="en-US" altLang="en-US" dirty="0">
                <a:solidFill>
                  <a:schemeClr val="tx2"/>
                </a:solidFill>
              </a:rPr>
              <a:t>. </a:t>
            </a:r>
          </a:p>
        </p:txBody>
      </p:sp>
      <p:sp>
        <p:nvSpPr>
          <p:cNvPr id="59397" name="Rectangle 11">
            <a:extLst>
              <a:ext uri="{FF2B5EF4-FFF2-40B4-BE49-F238E27FC236}">
                <a16:creationId xmlns:a16="http://schemas.microsoft.com/office/drawing/2014/main" id="{238483C7-A8E1-445E-9CF6-DE717EADA34A}"/>
              </a:ext>
            </a:extLst>
          </p:cNvPr>
          <p:cNvSpPr>
            <a:spLocks noChangeArrowheads="1"/>
          </p:cNvSpPr>
          <p:nvPr/>
        </p:nvSpPr>
        <p:spPr bwMode="auto">
          <a:xfrm>
            <a:off x="2378418" y="2969986"/>
            <a:ext cx="632660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en-US" i="1">
                <a:solidFill>
                  <a:schemeClr val="tx2"/>
                </a:solidFill>
              </a:rPr>
              <a:t>Router(config)#router rip</a:t>
            </a:r>
            <a:endParaRPr lang="en-US" altLang="en-US">
              <a:solidFill>
                <a:schemeClr val="tx2"/>
              </a:solidFill>
            </a:endParaRPr>
          </a:p>
          <a:p>
            <a:pPr eaLnBrk="1" hangingPunct="1">
              <a:spcBef>
                <a:spcPct val="0"/>
              </a:spcBef>
              <a:buClrTx/>
              <a:buFontTx/>
              <a:buNone/>
            </a:pPr>
            <a:r>
              <a:rPr lang="en-US" altLang="en-US" i="1">
                <a:solidFill>
                  <a:schemeClr val="tx2"/>
                </a:solidFill>
              </a:rPr>
              <a:t>Router(config)#version 2</a:t>
            </a:r>
            <a:endParaRPr lang="en-US" altLang="en-US">
              <a:solidFill>
                <a:schemeClr val="tx2"/>
              </a:solidFill>
            </a:endParaRPr>
          </a:p>
          <a:p>
            <a:pPr eaLnBrk="1" hangingPunct="1">
              <a:spcBef>
                <a:spcPct val="0"/>
              </a:spcBef>
              <a:buClrTx/>
              <a:buFontTx/>
              <a:buNone/>
            </a:pPr>
            <a:r>
              <a:rPr lang="en-US" altLang="en-US" i="1">
                <a:solidFill>
                  <a:schemeClr val="tx2"/>
                </a:solidFill>
              </a:rPr>
              <a:t>Router(config-router)#network major-network</a:t>
            </a:r>
          </a:p>
        </p:txBody>
      </p:sp>
      <p:sp>
        <p:nvSpPr>
          <p:cNvPr id="9" name="Title 1">
            <a:extLst>
              <a:ext uri="{FF2B5EF4-FFF2-40B4-BE49-F238E27FC236}">
                <a16:creationId xmlns:a16="http://schemas.microsoft.com/office/drawing/2014/main" id="{20972D9C-3FBE-4688-B8BF-9028264DDD10}"/>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III.2 RIPv2</a:t>
            </a:r>
            <a:endParaRPr lang="vi-VN" dirty="0">
              <a:cs typeface="Times New Roman"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6">
            <a:extLst>
              <a:ext uri="{FF2B5EF4-FFF2-40B4-BE49-F238E27FC236}">
                <a16:creationId xmlns:a16="http://schemas.microsoft.com/office/drawing/2014/main" id="{48E94635-1FDA-47B0-A26C-A647460DAE30}"/>
              </a:ext>
            </a:extLst>
          </p:cNvPr>
          <p:cNvSpPr>
            <a:spLocks noChangeArrowheads="1"/>
          </p:cNvSpPr>
          <p:nvPr/>
        </p:nvSpPr>
        <p:spPr bwMode="gray">
          <a:xfrm>
            <a:off x="437322" y="1098716"/>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Tổng</a:t>
            </a:r>
            <a:r>
              <a:rPr lang="en-US" altLang="en-US" dirty="0">
                <a:solidFill>
                  <a:schemeClr val="tx2"/>
                </a:solidFill>
              </a:rPr>
              <a:t> </a:t>
            </a:r>
            <a:r>
              <a:rPr lang="en-US" altLang="en-US" dirty="0" err="1">
                <a:solidFill>
                  <a:schemeClr val="tx2"/>
                </a:solidFill>
              </a:rPr>
              <a:t>quan</a:t>
            </a:r>
            <a:r>
              <a:rPr lang="en-US" altLang="en-US" dirty="0">
                <a:solidFill>
                  <a:schemeClr val="tx2"/>
                </a:solidFill>
              </a:rPr>
              <a:t> </a:t>
            </a:r>
            <a:r>
              <a:rPr lang="en-US" altLang="en-US" dirty="0" err="1">
                <a:solidFill>
                  <a:schemeClr val="tx2"/>
                </a:solidFill>
              </a:rPr>
              <a:t>về</a:t>
            </a:r>
            <a:r>
              <a:rPr lang="en-US" altLang="en-US" dirty="0">
                <a:solidFill>
                  <a:schemeClr val="tx2"/>
                </a:solidFill>
              </a:rPr>
              <a:t> OSPF </a:t>
            </a:r>
          </a:p>
        </p:txBody>
      </p:sp>
      <p:sp>
        <p:nvSpPr>
          <p:cNvPr id="60420" name="Rectangle 9">
            <a:extLst>
              <a:ext uri="{FF2B5EF4-FFF2-40B4-BE49-F238E27FC236}">
                <a16:creationId xmlns:a16="http://schemas.microsoft.com/office/drawing/2014/main" id="{DC9E89C9-B19A-470D-9834-ED25D5BEC524}"/>
              </a:ext>
            </a:extLst>
          </p:cNvPr>
          <p:cNvSpPr>
            <a:spLocks noChangeArrowheads="1"/>
          </p:cNvSpPr>
          <p:nvPr/>
        </p:nvSpPr>
        <p:spPr bwMode="auto">
          <a:xfrm>
            <a:off x="437322" y="1639233"/>
            <a:ext cx="11411778" cy="4455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buClrTx/>
              <a:buFontTx/>
              <a:buNone/>
            </a:pPr>
            <a:r>
              <a:rPr lang="en-US" altLang="en-US" dirty="0">
                <a:solidFill>
                  <a:schemeClr val="tx2"/>
                </a:solidFill>
              </a:rPr>
              <a:t> -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 (Open Shortest Path First)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phát</a:t>
            </a:r>
            <a:r>
              <a:rPr lang="en-US" altLang="en-US" dirty="0">
                <a:solidFill>
                  <a:schemeClr val="tx2"/>
                </a:solidFill>
              </a:rPr>
              <a:t> </a:t>
            </a:r>
            <a:r>
              <a:rPr lang="en-US" altLang="en-US" dirty="0" err="1">
                <a:solidFill>
                  <a:schemeClr val="tx2"/>
                </a:solidFill>
              </a:rPr>
              <a:t>triển</a:t>
            </a:r>
            <a:r>
              <a:rPr lang="en-US" altLang="en-US" dirty="0">
                <a:solidFill>
                  <a:schemeClr val="tx2"/>
                </a:solidFill>
              </a:rPr>
              <a:t> </a:t>
            </a:r>
            <a:r>
              <a:rPr lang="en-US" altLang="en-US" dirty="0" err="1">
                <a:solidFill>
                  <a:schemeClr val="tx2"/>
                </a:solidFill>
              </a:rPr>
              <a:t>bởi</a:t>
            </a:r>
            <a:r>
              <a:rPr lang="en-US" altLang="en-US" dirty="0">
                <a:solidFill>
                  <a:schemeClr val="tx2"/>
                </a:solidFill>
              </a:rPr>
              <a:t> </a:t>
            </a:r>
            <a:r>
              <a:rPr lang="en-US" altLang="en-US" dirty="0" err="1">
                <a:solidFill>
                  <a:schemeClr val="tx2"/>
                </a:solidFill>
              </a:rPr>
              <a:t>tổ</a:t>
            </a:r>
            <a:r>
              <a:rPr lang="en-US" altLang="en-US" dirty="0">
                <a:solidFill>
                  <a:schemeClr val="tx2"/>
                </a:solidFill>
              </a:rPr>
              <a:t> </a:t>
            </a:r>
            <a:r>
              <a:rPr lang="en-US" altLang="en-US" dirty="0" err="1">
                <a:solidFill>
                  <a:schemeClr val="tx2"/>
                </a:solidFill>
              </a:rPr>
              <a:t>chức</a:t>
            </a:r>
            <a:r>
              <a:rPr lang="en-US" altLang="en-US" dirty="0">
                <a:solidFill>
                  <a:schemeClr val="tx2"/>
                </a:solidFill>
              </a:rPr>
              <a:t> I</a:t>
            </a:r>
            <a:r>
              <a:rPr lang="vi-VN" altLang="en-US" dirty="0">
                <a:solidFill>
                  <a:schemeClr val="tx2"/>
                </a:solidFill>
              </a:rPr>
              <a:t>nternet Engineering Task Force (IETF)</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thay</a:t>
            </a:r>
            <a:r>
              <a:rPr lang="en-US" altLang="en-US" dirty="0">
                <a:solidFill>
                  <a:schemeClr val="tx2"/>
                </a:solidFill>
              </a:rPr>
              <a:t> </a:t>
            </a:r>
            <a:r>
              <a:rPr lang="en-US" altLang="en-US" dirty="0" err="1">
                <a:solidFill>
                  <a:schemeClr val="tx2"/>
                </a:solidFill>
              </a:rPr>
              <a:t>thế</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RIP.</a:t>
            </a:r>
          </a:p>
          <a:p>
            <a:pPr algn="just" eaLnBrk="1" hangingPunct="1">
              <a:lnSpc>
                <a:spcPct val="150000"/>
              </a:lnSpc>
              <a:spcBef>
                <a:spcPct val="0"/>
              </a:spcBef>
              <a:buClrTx/>
              <a:buFontTx/>
              <a:buNone/>
            </a:pPr>
            <a:r>
              <a:rPr lang="en-US" altLang="en-US" dirty="0">
                <a:solidFill>
                  <a:schemeClr val="tx2"/>
                </a:solidFill>
              </a:rPr>
              <a:t> - </a:t>
            </a:r>
            <a:r>
              <a:rPr lang="en-US" altLang="en-US" dirty="0" err="1">
                <a:solidFill>
                  <a:schemeClr val="tx2"/>
                </a:solidFill>
              </a:rPr>
              <a:t>Đây</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dựa</a:t>
            </a:r>
            <a:r>
              <a:rPr lang="en-US" altLang="en-US" dirty="0">
                <a:solidFill>
                  <a:schemeClr val="tx2"/>
                </a:solidFill>
              </a:rPr>
              <a:t> </a:t>
            </a:r>
            <a:r>
              <a:rPr lang="en-US" altLang="en-US" dirty="0" err="1">
                <a:solidFill>
                  <a:schemeClr val="tx2"/>
                </a:solidFill>
              </a:rPr>
              <a:t>trên</a:t>
            </a:r>
            <a:r>
              <a:rPr lang="en-US" altLang="en-US" dirty="0">
                <a:solidFill>
                  <a:schemeClr val="tx2"/>
                </a:solidFill>
              </a:rPr>
              <a:t> </a:t>
            </a:r>
            <a:r>
              <a:rPr lang="en-US" altLang="en-US" dirty="0" err="1">
                <a:solidFill>
                  <a:schemeClr val="tx2"/>
                </a:solidFill>
              </a:rPr>
              <a:t>thuật</a:t>
            </a:r>
            <a:r>
              <a:rPr lang="en-US" altLang="en-US" dirty="0">
                <a:solidFill>
                  <a:schemeClr val="tx2"/>
                </a:solidFill>
              </a:rPr>
              <a:t> </a:t>
            </a:r>
            <a:r>
              <a:rPr lang="en-US" altLang="en-US" dirty="0" err="1">
                <a:solidFill>
                  <a:schemeClr val="tx2"/>
                </a:solidFill>
              </a:rPr>
              <a:t>toán</a:t>
            </a:r>
            <a:r>
              <a:rPr lang="en-US" altLang="en-US" dirty="0">
                <a:solidFill>
                  <a:schemeClr val="tx2"/>
                </a:solidFill>
              </a:rPr>
              <a:t> link-state, </a:t>
            </a:r>
            <a:r>
              <a:rPr lang="en-US" altLang="en-US" dirty="0" err="1">
                <a:solidFill>
                  <a:schemeClr val="tx2"/>
                </a:solidFill>
              </a:rPr>
              <a:t>triển</a:t>
            </a:r>
            <a:r>
              <a:rPr lang="en-US" altLang="en-US" dirty="0">
                <a:solidFill>
                  <a:schemeClr val="tx2"/>
                </a:solidFill>
              </a:rPr>
              <a:t> </a:t>
            </a:r>
            <a:r>
              <a:rPr lang="en-US" altLang="en-US" dirty="0" err="1">
                <a:solidFill>
                  <a:schemeClr val="tx2"/>
                </a:solidFill>
              </a:rPr>
              <a:t>khai</a:t>
            </a:r>
            <a:r>
              <a:rPr lang="en-US" altLang="en-US" dirty="0">
                <a:solidFill>
                  <a:schemeClr val="tx2"/>
                </a:solidFill>
              </a:rPr>
              <a:t> </a:t>
            </a:r>
            <a:r>
              <a:rPr lang="en-US" altLang="en-US" dirty="0" err="1">
                <a:solidFill>
                  <a:schemeClr val="tx2"/>
                </a:solidFill>
              </a:rPr>
              <a:t>dựa</a:t>
            </a:r>
            <a:r>
              <a:rPr lang="en-US" altLang="en-US" dirty="0">
                <a:solidFill>
                  <a:schemeClr val="tx2"/>
                </a:solidFill>
              </a:rPr>
              <a:t> </a:t>
            </a:r>
            <a:r>
              <a:rPr lang="en-US" altLang="en-US" dirty="0" err="1">
                <a:solidFill>
                  <a:schemeClr val="tx2"/>
                </a:solidFill>
              </a:rPr>
              <a:t>trên</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chuẩn</a:t>
            </a:r>
            <a:r>
              <a:rPr lang="en-US" altLang="en-US" dirty="0">
                <a:solidFill>
                  <a:schemeClr val="tx2"/>
                </a:solidFill>
              </a:rPr>
              <a:t> </a:t>
            </a:r>
            <a:r>
              <a:rPr lang="en-US" altLang="en-US" dirty="0" err="1">
                <a:solidFill>
                  <a:schemeClr val="tx2"/>
                </a:solidFill>
              </a:rPr>
              <a:t>mở</a:t>
            </a:r>
            <a:r>
              <a:rPr lang="en-US" altLang="en-US" dirty="0">
                <a:solidFill>
                  <a:schemeClr val="tx2"/>
                </a:solidFill>
              </a:rPr>
              <a:t>.</a:t>
            </a:r>
          </a:p>
          <a:p>
            <a:pPr algn="just" eaLnBrk="1" hangingPunct="1">
              <a:lnSpc>
                <a:spcPct val="150000"/>
              </a:lnSpc>
              <a:spcBef>
                <a:spcPct val="0"/>
              </a:spcBef>
              <a:buClrTx/>
              <a:buFontTx/>
              <a:buNone/>
            </a:pPr>
            <a:r>
              <a:rPr lang="en-US" altLang="en-US" dirty="0">
                <a:solidFill>
                  <a:schemeClr val="tx2"/>
                </a:solidFill>
              </a:rPr>
              <a:t> - </a:t>
            </a:r>
            <a:r>
              <a:rPr lang="en-US" altLang="en-US" dirty="0" err="1">
                <a:solidFill>
                  <a:schemeClr val="tx2"/>
                </a:solidFill>
              </a:rPr>
              <a:t>Phiên</a:t>
            </a:r>
            <a:r>
              <a:rPr lang="en-US" altLang="en-US" dirty="0">
                <a:solidFill>
                  <a:schemeClr val="tx2"/>
                </a:solidFill>
              </a:rPr>
              <a:t> </a:t>
            </a:r>
            <a:r>
              <a:rPr lang="en-US" altLang="en-US" dirty="0" err="1">
                <a:solidFill>
                  <a:schemeClr val="tx2"/>
                </a:solidFill>
              </a:rPr>
              <a:t>bản</a:t>
            </a:r>
            <a:r>
              <a:rPr lang="en-US" altLang="en-US" dirty="0">
                <a:solidFill>
                  <a:schemeClr val="tx2"/>
                </a:solidFill>
              </a:rPr>
              <a:t> 2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đã</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đặc</a:t>
            </a:r>
            <a:r>
              <a:rPr lang="en-US" altLang="en-US" dirty="0">
                <a:solidFill>
                  <a:schemeClr val="tx2"/>
                </a:solidFill>
              </a:rPr>
              <a:t> </a:t>
            </a:r>
            <a:r>
              <a:rPr lang="en-US" altLang="en-US" dirty="0" err="1">
                <a:solidFill>
                  <a:schemeClr val="tx2"/>
                </a:solidFill>
              </a:rPr>
              <a:t>tả</a:t>
            </a:r>
            <a:r>
              <a:rPr lang="en-US" altLang="en-US" dirty="0">
                <a:solidFill>
                  <a:schemeClr val="tx2"/>
                </a:solidFill>
              </a:rPr>
              <a:t> </a:t>
            </a:r>
            <a:r>
              <a:rPr lang="en-US" altLang="en-US" dirty="0" err="1">
                <a:solidFill>
                  <a:schemeClr val="tx2"/>
                </a:solidFill>
              </a:rPr>
              <a:t>trong</a:t>
            </a:r>
            <a:r>
              <a:rPr lang="en-US" altLang="en-US" dirty="0">
                <a:solidFill>
                  <a:schemeClr val="tx2"/>
                </a:solidFill>
              </a:rPr>
              <a:t> RFC 2328 </a:t>
            </a:r>
            <a:r>
              <a:rPr lang="en-US" altLang="en-US" dirty="0" err="1">
                <a:solidFill>
                  <a:schemeClr val="tx2"/>
                </a:solidFill>
              </a:rPr>
              <a:t>vào</a:t>
            </a:r>
            <a:r>
              <a:rPr lang="en-US" altLang="en-US" dirty="0">
                <a:solidFill>
                  <a:schemeClr val="tx2"/>
                </a:solidFill>
              </a:rPr>
              <a:t> </a:t>
            </a:r>
            <a:r>
              <a:rPr lang="en-US" altLang="en-US" dirty="0" err="1">
                <a:solidFill>
                  <a:schemeClr val="tx2"/>
                </a:solidFill>
              </a:rPr>
              <a:t>năm</a:t>
            </a:r>
            <a:r>
              <a:rPr lang="en-US" altLang="en-US" dirty="0">
                <a:solidFill>
                  <a:schemeClr val="tx2"/>
                </a:solidFill>
              </a:rPr>
              <a:t> 1998, </a:t>
            </a:r>
            <a:r>
              <a:rPr lang="en-US" altLang="en-US" dirty="0" err="1">
                <a:solidFill>
                  <a:schemeClr val="tx2"/>
                </a:solidFill>
              </a:rPr>
              <a:t>dành</a:t>
            </a:r>
            <a:r>
              <a:rPr lang="en-US" altLang="en-US" dirty="0">
                <a:solidFill>
                  <a:schemeClr val="tx2"/>
                </a:solidFill>
              </a:rPr>
              <a:t> </a:t>
            </a:r>
            <a:r>
              <a:rPr lang="en-US" altLang="en-US" dirty="0" err="1">
                <a:solidFill>
                  <a:schemeClr val="tx2"/>
                </a:solidFill>
              </a:rPr>
              <a:t>cho</a:t>
            </a:r>
            <a:r>
              <a:rPr lang="en-US" altLang="en-US" dirty="0">
                <a:solidFill>
                  <a:schemeClr val="tx2"/>
                </a:solidFill>
              </a:rPr>
              <a:t> IPv4.</a:t>
            </a:r>
          </a:p>
          <a:p>
            <a:pPr algn="just" eaLnBrk="1" hangingPunct="1">
              <a:lnSpc>
                <a:spcPct val="150000"/>
              </a:lnSpc>
              <a:spcBef>
                <a:spcPct val="0"/>
              </a:spcBef>
              <a:buClrTx/>
              <a:buFontTx/>
              <a:buNone/>
            </a:pPr>
            <a:r>
              <a:rPr lang="en-US" altLang="en-US" dirty="0">
                <a:solidFill>
                  <a:schemeClr val="tx2"/>
                </a:solidFill>
              </a:rPr>
              <a:t> - </a:t>
            </a:r>
            <a:r>
              <a:rPr lang="en-US" altLang="en-US" dirty="0" err="1">
                <a:solidFill>
                  <a:schemeClr val="tx2"/>
                </a:solidFill>
              </a:rPr>
              <a:t>Phiên</a:t>
            </a:r>
            <a:r>
              <a:rPr lang="en-US" altLang="en-US" dirty="0">
                <a:solidFill>
                  <a:schemeClr val="tx2"/>
                </a:solidFill>
              </a:rPr>
              <a:t> </a:t>
            </a:r>
            <a:r>
              <a:rPr lang="en-US" altLang="en-US" dirty="0" err="1">
                <a:solidFill>
                  <a:schemeClr val="tx2"/>
                </a:solidFill>
              </a:rPr>
              <a:t>bản</a:t>
            </a:r>
            <a:r>
              <a:rPr lang="en-US" altLang="en-US" dirty="0">
                <a:solidFill>
                  <a:schemeClr val="tx2"/>
                </a:solidFill>
              </a:rPr>
              <a:t> 3 </a:t>
            </a:r>
            <a:r>
              <a:rPr lang="en-US" altLang="en-US" dirty="0" err="1">
                <a:solidFill>
                  <a:schemeClr val="tx2"/>
                </a:solidFill>
              </a:rPr>
              <a:t>dành</a:t>
            </a:r>
            <a:r>
              <a:rPr lang="en-US" altLang="en-US" dirty="0">
                <a:solidFill>
                  <a:schemeClr val="tx2"/>
                </a:solidFill>
              </a:rPr>
              <a:t> </a:t>
            </a:r>
            <a:r>
              <a:rPr lang="en-US" altLang="en-US" dirty="0" err="1">
                <a:solidFill>
                  <a:schemeClr val="tx2"/>
                </a:solidFill>
              </a:rPr>
              <a:t>cho</a:t>
            </a:r>
            <a:r>
              <a:rPr lang="en-US" altLang="en-US" dirty="0">
                <a:solidFill>
                  <a:schemeClr val="tx2"/>
                </a:solidFill>
              </a:rPr>
              <a:t> Ipv6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đặc</a:t>
            </a:r>
            <a:r>
              <a:rPr lang="en-US" altLang="en-US" dirty="0">
                <a:solidFill>
                  <a:schemeClr val="tx2"/>
                </a:solidFill>
              </a:rPr>
              <a:t> </a:t>
            </a:r>
            <a:r>
              <a:rPr lang="en-US" altLang="en-US" dirty="0" err="1">
                <a:solidFill>
                  <a:schemeClr val="tx2"/>
                </a:solidFill>
              </a:rPr>
              <a:t>tả</a:t>
            </a:r>
            <a:r>
              <a:rPr lang="en-US" altLang="en-US" dirty="0">
                <a:solidFill>
                  <a:schemeClr val="tx2"/>
                </a:solidFill>
              </a:rPr>
              <a:t> </a:t>
            </a:r>
            <a:r>
              <a:rPr lang="en-US" altLang="en-US" dirty="0" err="1">
                <a:solidFill>
                  <a:schemeClr val="tx2"/>
                </a:solidFill>
              </a:rPr>
              <a:t>trong</a:t>
            </a:r>
            <a:r>
              <a:rPr lang="en-US" altLang="en-US" dirty="0">
                <a:solidFill>
                  <a:schemeClr val="tx2"/>
                </a:solidFill>
              </a:rPr>
              <a:t> RFC 5340 </a:t>
            </a:r>
            <a:r>
              <a:rPr lang="en-US" altLang="en-US" dirty="0" err="1">
                <a:solidFill>
                  <a:schemeClr val="tx2"/>
                </a:solidFill>
              </a:rPr>
              <a:t>vào</a:t>
            </a:r>
            <a:r>
              <a:rPr lang="en-US" altLang="en-US" dirty="0">
                <a:solidFill>
                  <a:schemeClr val="tx2"/>
                </a:solidFill>
              </a:rPr>
              <a:t> </a:t>
            </a:r>
            <a:r>
              <a:rPr lang="en-US" altLang="en-US" dirty="0" err="1">
                <a:solidFill>
                  <a:schemeClr val="tx2"/>
                </a:solidFill>
              </a:rPr>
              <a:t>năm</a:t>
            </a:r>
            <a:r>
              <a:rPr lang="en-US" altLang="en-US" dirty="0">
                <a:solidFill>
                  <a:schemeClr val="tx2"/>
                </a:solidFill>
              </a:rPr>
              <a:t> 2008, </a:t>
            </a:r>
            <a:r>
              <a:rPr lang="en-US" altLang="en-US" dirty="0" err="1">
                <a:solidFill>
                  <a:schemeClr val="tx2"/>
                </a:solidFill>
              </a:rPr>
              <a:t>dành</a:t>
            </a:r>
            <a:r>
              <a:rPr lang="en-US" altLang="en-US" dirty="0">
                <a:solidFill>
                  <a:schemeClr val="tx2"/>
                </a:solidFill>
              </a:rPr>
              <a:t> </a:t>
            </a:r>
            <a:r>
              <a:rPr lang="en-US" altLang="en-US" dirty="0" err="1">
                <a:solidFill>
                  <a:schemeClr val="tx2"/>
                </a:solidFill>
              </a:rPr>
              <a:t>cho</a:t>
            </a:r>
            <a:r>
              <a:rPr lang="en-US" altLang="en-US" dirty="0">
                <a:solidFill>
                  <a:schemeClr val="tx2"/>
                </a:solidFill>
              </a:rPr>
              <a:t> IPv6</a:t>
            </a:r>
          </a:p>
          <a:p>
            <a:pPr algn="just">
              <a:lnSpc>
                <a:spcPct val="150000"/>
              </a:lnSpc>
              <a:spcBef>
                <a:spcPct val="0"/>
              </a:spcBef>
              <a:buClrTx/>
              <a:buNone/>
            </a:pPr>
            <a:r>
              <a:rPr lang="en-US" altLang="en-US" dirty="0">
                <a:solidFill>
                  <a:schemeClr val="tx2"/>
                </a:solidFill>
              </a:rPr>
              <a:t>OSPF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khả</a:t>
            </a:r>
            <a:r>
              <a:rPr lang="en-US" altLang="en-US" dirty="0">
                <a:solidFill>
                  <a:schemeClr val="tx2"/>
                </a:solidFill>
              </a:rPr>
              <a:t> </a:t>
            </a:r>
            <a:r>
              <a:rPr lang="en-US" altLang="en-US" dirty="0" err="1">
                <a:solidFill>
                  <a:schemeClr val="tx2"/>
                </a:solidFill>
              </a:rPr>
              <a:t>năng</a:t>
            </a:r>
            <a:r>
              <a:rPr lang="en-US" altLang="en-US" dirty="0">
                <a:solidFill>
                  <a:schemeClr val="tx2"/>
                </a:solidFill>
              </a:rPr>
              <a:t> </a:t>
            </a:r>
            <a:r>
              <a:rPr lang="en-US" altLang="en-US" dirty="0" err="1">
                <a:solidFill>
                  <a:schemeClr val="tx2"/>
                </a:solidFill>
              </a:rPr>
              <a:t>mở</a:t>
            </a:r>
            <a:r>
              <a:rPr lang="en-US" altLang="en-US" dirty="0">
                <a:solidFill>
                  <a:schemeClr val="tx2"/>
                </a:solidFill>
              </a:rPr>
              <a:t> </a:t>
            </a:r>
            <a:r>
              <a:rPr lang="en-US" altLang="en-US" dirty="0" err="1">
                <a:solidFill>
                  <a:schemeClr val="tx2"/>
                </a:solidFill>
              </a:rPr>
              <a:t>rộng</a:t>
            </a:r>
            <a:r>
              <a:rPr lang="en-US" altLang="en-US" dirty="0">
                <a:solidFill>
                  <a:schemeClr val="tx2"/>
                </a:solidFill>
              </a:rPr>
              <a:t> </a:t>
            </a:r>
            <a:r>
              <a:rPr lang="en-US" altLang="en-US" dirty="0" err="1">
                <a:solidFill>
                  <a:schemeClr val="tx2"/>
                </a:solidFill>
              </a:rPr>
              <a:t>cao</a:t>
            </a:r>
            <a:r>
              <a:rPr lang="en-US" altLang="en-US" dirty="0">
                <a:solidFill>
                  <a:schemeClr val="tx2"/>
                </a:solidFill>
              </a:rPr>
              <a:t>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bị</a:t>
            </a:r>
            <a:r>
              <a:rPr lang="en-US" altLang="en-US" dirty="0">
                <a:solidFill>
                  <a:schemeClr val="tx2"/>
                </a:solidFill>
              </a:rPr>
              <a:t> </a:t>
            </a:r>
            <a:r>
              <a:rPr lang="en-US" altLang="en-US" dirty="0" err="1">
                <a:solidFill>
                  <a:schemeClr val="tx2"/>
                </a:solidFill>
              </a:rPr>
              <a:t>giới</a:t>
            </a:r>
            <a:r>
              <a:rPr lang="en-US" altLang="en-US" dirty="0">
                <a:solidFill>
                  <a:schemeClr val="tx2"/>
                </a:solidFill>
              </a:rPr>
              <a:t> </a:t>
            </a:r>
            <a:r>
              <a:rPr lang="en-US" altLang="en-US" dirty="0" err="1">
                <a:solidFill>
                  <a:schemeClr val="tx2"/>
                </a:solidFill>
              </a:rPr>
              <a:t>hạn</a:t>
            </a:r>
            <a:r>
              <a:rPr lang="en-US" altLang="en-US" dirty="0">
                <a:solidFill>
                  <a:schemeClr val="tx2"/>
                </a:solidFill>
              </a:rPr>
              <a:t> 15 hop count </a:t>
            </a:r>
            <a:r>
              <a:rPr lang="en-US" altLang="en-US" dirty="0" err="1">
                <a:solidFill>
                  <a:schemeClr val="tx2"/>
                </a:solidFill>
              </a:rPr>
              <a:t>như</a:t>
            </a:r>
            <a:r>
              <a:rPr lang="en-US" altLang="en-US" dirty="0">
                <a:solidFill>
                  <a:schemeClr val="tx2"/>
                </a:solidFill>
              </a:rPr>
              <a:t> RIP.</a:t>
            </a:r>
          </a:p>
        </p:txBody>
      </p:sp>
      <p:sp>
        <p:nvSpPr>
          <p:cNvPr id="9" name="Title 1">
            <a:extLst>
              <a:ext uri="{FF2B5EF4-FFF2-40B4-BE49-F238E27FC236}">
                <a16:creationId xmlns:a16="http://schemas.microsoft.com/office/drawing/2014/main" id="{239213FF-20E6-48BF-B0C9-E0CCA8B68FF1}"/>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6">
            <a:extLst>
              <a:ext uri="{FF2B5EF4-FFF2-40B4-BE49-F238E27FC236}">
                <a16:creationId xmlns:a16="http://schemas.microsoft.com/office/drawing/2014/main" id="{77A7933A-9441-465B-BEEB-E79790DA8BEC}"/>
              </a:ext>
            </a:extLst>
          </p:cNvPr>
          <p:cNvSpPr>
            <a:spLocks noChangeArrowheads="1"/>
          </p:cNvSpPr>
          <p:nvPr/>
        </p:nvSpPr>
        <p:spPr bwMode="gray">
          <a:xfrm>
            <a:off x="437322" y="1232060"/>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Các</a:t>
            </a:r>
            <a:r>
              <a:rPr lang="en-US" altLang="en-US" dirty="0">
                <a:solidFill>
                  <a:schemeClr val="tx2"/>
                </a:solidFill>
              </a:rPr>
              <a:t> </a:t>
            </a:r>
            <a:r>
              <a:rPr lang="en-US" altLang="en-US" dirty="0" err="1">
                <a:solidFill>
                  <a:schemeClr val="tx2"/>
                </a:solidFill>
              </a:rPr>
              <a:t>đặc</a:t>
            </a:r>
            <a:r>
              <a:rPr lang="en-US" altLang="en-US" dirty="0">
                <a:solidFill>
                  <a:schemeClr val="tx2"/>
                </a:solidFill>
              </a:rPr>
              <a:t> </a:t>
            </a:r>
            <a:r>
              <a:rPr lang="en-US" altLang="en-US" dirty="0" err="1">
                <a:solidFill>
                  <a:schemeClr val="tx2"/>
                </a:solidFill>
              </a:rPr>
              <a:t>điểm</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 </a:t>
            </a:r>
          </a:p>
        </p:txBody>
      </p:sp>
      <p:sp>
        <p:nvSpPr>
          <p:cNvPr id="61444" name="Rectangle 9">
            <a:extLst>
              <a:ext uri="{FF2B5EF4-FFF2-40B4-BE49-F238E27FC236}">
                <a16:creationId xmlns:a16="http://schemas.microsoft.com/office/drawing/2014/main" id="{848A2F9A-A9B8-4E2B-B004-93B1754BFFD5}"/>
              </a:ext>
            </a:extLst>
          </p:cNvPr>
          <p:cNvSpPr>
            <a:spLocks noChangeArrowheads="1"/>
          </p:cNvSpPr>
          <p:nvPr/>
        </p:nvSpPr>
        <p:spPr bwMode="auto">
          <a:xfrm>
            <a:off x="437321" y="1798240"/>
            <a:ext cx="11459403" cy="42711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tabLst>
                <a:tab pos="817563" algn="l"/>
              </a:tabLst>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tabLst>
                <a:tab pos="817563" algn="l"/>
              </a:tabLst>
              <a:defRPr sz="2200">
                <a:solidFill>
                  <a:schemeClr val="tx1"/>
                </a:solidFill>
                <a:latin typeface="Arial" panose="020B0604020202020204" pitchFamily="34" charset="0"/>
              </a:defRPr>
            </a:lvl2pPr>
            <a:lvl3pPr marL="1143000" indent="-228600">
              <a:spcBef>
                <a:spcPct val="20000"/>
              </a:spcBef>
              <a:buClr>
                <a:schemeClr val="accent2"/>
              </a:buClr>
              <a:buChar char="•"/>
              <a:tabLst>
                <a:tab pos="817563" algn="l"/>
              </a:tabLst>
              <a:defRPr>
                <a:solidFill>
                  <a:schemeClr val="tx1"/>
                </a:solidFill>
                <a:latin typeface="Arial" panose="020B0604020202020204" pitchFamily="34" charset="0"/>
              </a:defRPr>
            </a:lvl3pPr>
            <a:lvl4pPr marL="1600200" indent="-228600">
              <a:spcBef>
                <a:spcPct val="20000"/>
              </a:spcBef>
              <a:buChar char="–"/>
              <a:tabLst>
                <a:tab pos="817563" algn="l"/>
              </a:tabLst>
              <a:defRPr sz="1600">
                <a:solidFill>
                  <a:schemeClr val="tx1"/>
                </a:solidFill>
                <a:latin typeface="Arial" panose="020B0604020202020204" pitchFamily="34" charset="0"/>
              </a:defRPr>
            </a:lvl4pPr>
            <a:lvl5pPr marL="2057400" indent="-228600">
              <a:spcBef>
                <a:spcPct val="20000"/>
              </a:spcBef>
              <a:buChar char="»"/>
              <a:tabLst>
                <a:tab pos="817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17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17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17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17563" algn="l"/>
              </a:tabLst>
              <a:defRPr sz="2000">
                <a:solidFill>
                  <a:schemeClr val="tx1"/>
                </a:solidFill>
                <a:latin typeface="Arial" panose="020B0604020202020204" pitchFamily="34" charset="0"/>
              </a:defRPr>
            </a:lvl9pPr>
          </a:lstStyle>
          <a:p>
            <a:pPr algn="just" eaLnBrk="1" hangingPunct="1">
              <a:lnSpc>
                <a:spcPct val="150000"/>
              </a:lnSpc>
              <a:spcBef>
                <a:spcPct val="50000"/>
              </a:spcBef>
              <a:buClrTx/>
              <a:buFontTx/>
              <a:buNone/>
            </a:pPr>
            <a:r>
              <a:rPr lang="en-US" altLang="en-US" dirty="0">
                <a:solidFill>
                  <a:schemeClr val="tx2"/>
                </a:solidFill>
              </a:rPr>
              <a:t> - </a:t>
            </a:r>
            <a:r>
              <a:rPr lang="en-US" altLang="en-US" dirty="0" err="1">
                <a:solidFill>
                  <a:schemeClr val="tx2"/>
                </a:solidFill>
              </a:rPr>
              <a:t>Tốc</a:t>
            </a:r>
            <a:r>
              <a:rPr lang="en-US" altLang="en-US" dirty="0">
                <a:solidFill>
                  <a:schemeClr val="tx2"/>
                </a:solidFill>
              </a:rPr>
              <a:t> </a:t>
            </a:r>
            <a:r>
              <a:rPr lang="en-US" altLang="en-US" dirty="0" err="1">
                <a:solidFill>
                  <a:schemeClr val="tx2"/>
                </a:solidFill>
              </a:rPr>
              <a:t>độ</a:t>
            </a:r>
            <a:r>
              <a:rPr lang="en-US" altLang="en-US" dirty="0">
                <a:solidFill>
                  <a:schemeClr val="tx2"/>
                </a:solidFill>
              </a:rPr>
              <a:t> </a:t>
            </a:r>
            <a:r>
              <a:rPr lang="en-US" altLang="en-US" dirty="0" err="1">
                <a:solidFill>
                  <a:schemeClr val="tx2"/>
                </a:solidFill>
              </a:rPr>
              <a:t>hội</a:t>
            </a:r>
            <a:r>
              <a:rPr lang="en-US" altLang="en-US" dirty="0">
                <a:solidFill>
                  <a:schemeClr val="tx2"/>
                </a:solidFill>
              </a:rPr>
              <a:t> </a:t>
            </a:r>
            <a:r>
              <a:rPr lang="en-US" altLang="en-US" dirty="0" err="1">
                <a:solidFill>
                  <a:schemeClr val="tx2"/>
                </a:solidFill>
              </a:rPr>
              <a:t>tụ</a:t>
            </a:r>
            <a:r>
              <a:rPr lang="en-US" altLang="en-US" dirty="0">
                <a:solidFill>
                  <a:schemeClr val="tx2"/>
                </a:solidFill>
              </a:rPr>
              <a:t> </a:t>
            </a:r>
            <a:r>
              <a:rPr lang="en-US" altLang="en-US" dirty="0" err="1">
                <a:solidFill>
                  <a:schemeClr val="tx2"/>
                </a:solidFill>
              </a:rPr>
              <a:t>nhanh</a:t>
            </a:r>
            <a:r>
              <a:rPr lang="en-US" altLang="en-US" dirty="0">
                <a:solidFill>
                  <a:schemeClr val="tx2"/>
                </a:solidFill>
              </a:rPr>
              <a:t>: </a:t>
            </a:r>
            <a:r>
              <a:rPr lang="en-US" altLang="en-US" dirty="0" err="1">
                <a:solidFill>
                  <a:schemeClr val="tx2"/>
                </a:solidFill>
              </a:rPr>
              <a:t>Với</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 </a:t>
            </a:r>
            <a:r>
              <a:rPr lang="en-US" altLang="en-US" dirty="0" err="1">
                <a:solidFill>
                  <a:schemeClr val="tx2"/>
                </a:solidFill>
              </a:rPr>
              <a:t>thì</a:t>
            </a:r>
            <a:r>
              <a:rPr lang="en-US" altLang="en-US" dirty="0">
                <a:solidFill>
                  <a:schemeClr val="tx2"/>
                </a:solidFill>
              </a:rPr>
              <a:t> </a:t>
            </a:r>
            <a:r>
              <a:rPr lang="en-US" altLang="en-US" dirty="0" err="1">
                <a:solidFill>
                  <a:schemeClr val="tx2"/>
                </a:solidFill>
              </a:rPr>
              <a:t>thời</a:t>
            </a:r>
            <a:r>
              <a:rPr lang="en-US" altLang="en-US" dirty="0">
                <a:solidFill>
                  <a:schemeClr val="tx2"/>
                </a:solidFill>
              </a:rPr>
              <a:t> </a:t>
            </a:r>
            <a:r>
              <a:rPr lang="en-US" altLang="en-US" dirty="0" err="1">
                <a:solidFill>
                  <a:schemeClr val="tx2"/>
                </a:solidFill>
              </a:rPr>
              <a:t>gian</a:t>
            </a:r>
            <a:r>
              <a:rPr lang="en-US" altLang="en-US" dirty="0">
                <a:solidFill>
                  <a:schemeClr val="tx2"/>
                </a:solidFill>
              </a:rPr>
              <a:t> </a:t>
            </a:r>
            <a:r>
              <a:rPr lang="en-US" altLang="en-US" dirty="0" err="1">
                <a:solidFill>
                  <a:schemeClr val="tx2"/>
                </a:solidFill>
              </a:rPr>
              <a:t>hội</a:t>
            </a:r>
            <a:r>
              <a:rPr lang="en-US" altLang="en-US" dirty="0">
                <a:solidFill>
                  <a:schemeClr val="tx2"/>
                </a:solidFill>
              </a:rPr>
              <a:t> </a:t>
            </a:r>
            <a:r>
              <a:rPr lang="en-US" altLang="en-US" dirty="0" err="1">
                <a:solidFill>
                  <a:schemeClr val="tx2"/>
                </a:solidFill>
              </a:rPr>
              <a:t>tụ</a:t>
            </a:r>
            <a:r>
              <a:rPr lang="en-US" altLang="en-US" dirty="0">
                <a:solidFill>
                  <a:schemeClr val="tx2"/>
                </a:solidFill>
              </a:rPr>
              <a:t> </a:t>
            </a:r>
            <a:r>
              <a:rPr lang="en-US" altLang="en-US" dirty="0" err="1">
                <a:solidFill>
                  <a:schemeClr val="tx2"/>
                </a:solidFill>
              </a:rPr>
              <a:t>nhanh</a:t>
            </a:r>
            <a:r>
              <a:rPr lang="en-US" altLang="en-US" dirty="0">
                <a:solidFill>
                  <a:schemeClr val="tx2"/>
                </a:solidFill>
              </a:rPr>
              <a:t> </a:t>
            </a:r>
            <a:r>
              <a:rPr lang="en-US" altLang="en-US" dirty="0" err="1">
                <a:solidFill>
                  <a:schemeClr val="tx2"/>
                </a:solidFill>
              </a:rPr>
              <a:t>hơn</a:t>
            </a:r>
            <a:r>
              <a:rPr lang="en-US" altLang="en-US" dirty="0">
                <a:solidFill>
                  <a:schemeClr val="tx2"/>
                </a:solidFill>
              </a:rPr>
              <a:t> </a:t>
            </a:r>
            <a:r>
              <a:rPr lang="en-US" altLang="en-US" dirty="0" err="1">
                <a:solidFill>
                  <a:schemeClr val="tx2"/>
                </a:solidFill>
              </a:rPr>
              <a:t>vì</a:t>
            </a:r>
            <a:r>
              <a:rPr lang="en-US" altLang="en-US" dirty="0">
                <a:solidFill>
                  <a:schemeClr val="tx2"/>
                </a:solidFill>
              </a:rPr>
              <a:t>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đi</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thay</a:t>
            </a:r>
            <a:r>
              <a:rPr lang="en-US" altLang="en-US" dirty="0">
                <a:solidFill>
                  <a:schemeClr val="tx2"/>
                </a:solidFill>
              </a:rPr>
              <a:t> </a:t>
            </a:r>
            <a:r>
              <a:rPr lang="en-US" altLang="en-US" dirty="0" err="1">
                <a:solidFill>
                  <a:schemeClr val="tx2"/>
                </a:solidFill>
              </a:rPr>
              <a:t>đổi</a:t>
            </a:r>
            <a:r>
              <a:rPr lang="en-US" altLang="en-US" dirty="0">
                <a:solidFill>
                  <a:schemeClr val="tx2"/>
                </a:solidFill>
              </a:rPr>
              <a:t> </a:t>
            </a:r>
            <a:r>
              <a:rPr lang="en-US" altLang="en-US" dirty="0" err="1">
                <a:solidFill>
                  <a:schemeClr val="tx2"/>
                </a:solidFill>
              </a:rPr>
              <a:t>về</a:t>
            </a:r>
            <a:r>
              <a:rPr lang="en-US" altLang="en-US" dirty="0">
                <a:solidFill>
                  <a:schemeClr val="tx2"/>
                </a:solidFill>
              </a:rPr>
              <a:t> topo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RIP </a:t>
            </a:r>
            <a:r>
              <a:rPr lang="en-US" altLang="en-US" dirty="0" err="1">
                <a:solidFill>
                  <a:schemeClr val="tx2"/>
                </a:solidFill>
              </a:rPr>
              <a:t>cần</a:t>
            </a:r>
            <a:r>
              <a:rPr lang="en-US" altLang="en-US" dirty="0">
                <a:solidFill>
                  <a:schemeClr val="tx2"/>
                </a:solidFill>
              </a:rPr>
              <a:t> </a:t>
            </a:r>
            <a:r>
              <a:rPr lang="en-US" altLang="en-US" dirty="0" err="1">
                <a:solidFill>
                  <a:schemeClr val="tx2"/>
                </a:solidFill>
              </a:rPr>
              <a:t>đến</a:t>
            </a:r>
            <a:r>
              <a:rPr lang="en-US" altLang="en-US" dirty="0">
                <a:solidFill>
                  <a:schemeClr val="tx2"/>
                </a:solidFill>
              </a:rPr>
              <a:t> </a:t>
            </a:r>
            <a:r>
              <a:rPr lang="en-US" altLang="en-US" dirty="0" err="1">
                <a:solidFill>
                  <a:schemeClr val="tx2"/>
                </a:solidFill>
              </a:rPr>
              <a:t>vài</a:t>
            </a:r>
            <a:r>
              <a:rPr lang="en-US" altLang="en-US" dirty="0">
                <a:solidFill>
                  <a:schemeClr val="tx2"/>
                </a:solidFill>
              </a:rPr>
              <a:t> </a:t>
            </a:r>
            <a:r>
              <a:rPr lang="en-US" altLang="en-US" dirty="0" err="1">
                <a:solidFill>
                  <a:schemeClr val="tx2"/>
                </a:solidFill>
              </a:rPr>
              <a:t>phút</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hội</a:t>
            </a:r>
            <a:r>
              <a:rPr lang="en-US" altLang="en-US" dirty="0">
                <a:solidFill>
                  <a:schemeClr val="tx2"/>
                </a:solidFill>
              </a:rPr>
              <a:t> </a:t>
            </a:r>
            <a:r>
              <a:rPr lang="en-US" altLang="en-US" dirty="0" err="1">
                <a:solidFill>
                  <a:schemeClr val="tx2"/>
                </a:solidFill>
              </a:rPr>
              <a:t>tụ</a:t>
            </a:r>
            <a:r>
              <a:rPr lang="en-US" altLang="en-US" dirty="0">
                <a:solidFill>
                  <a:schemeClr val="tx2"/>
                </a:solidFill>
              </a:rPr>
              <a:t> </a:t>
            </a:r>
            <a:r>
              <a:rPr lang="en-US" altLang="en-US" dirty="0" err="1">
                <a:solidFill>
                  <a:schemeClr val="tx2"/>
                </a:solidFill>
              </a:rPr>
              <a:t>vì</a:t>
            </a:r>
            <a:r>
              <a:rPr lang="en-US" altLang="en-US" dirty="0">
                <a:solidFill>
                  <a:schemeClr val="tx2"/>
                </a:solidFill>
              </a:rPr>
              <a:t> </a:t>
            </a:r>
            <a:r>
              <a:rPr lang="en-US" altLang="en-US" dirty="0" err="1">
                <a:solidFill>
                  <a:schemeClr val="tx2"/>
                </a:solidFill>
              </a:rPr>
              <a:t>toàn</a:t>
            </a:r>
            <a:r>
              <a:rPr lang="en-US" altLang="en-US" dirty="0">
                <a:solidFill>
                  <a:schemeClr val="tx2"/>
                </a:solidFill>
              </a:rPr>
              <a:t> </a:t>
            </a:r>
            <a:r>
              <a:rPr lang="en-US" altLang="en-US" dirty="0" err="1">
                <a:solidFill>
                  <a:schemeClr val="tx2"/>
                </a:solidFill>
              </a:rPr>
              <a:t>bộ</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đến</a:t>
            </a:r>
            <a:r>
              <a:rPr lang="en-US" altLang="en-US" dirty="0">
                <a:solidFill>
                  <a:schemeClr val="tx2"/>
                </a:solidFill>
              </a:rPr>
              <a:t> </a:t>
            </a:r>
            <a:r>
              <a:rPr lang="en-US" altLang="en-US" dirty="0" err="1">
                <a:solidFill>
                  <a:schemeClr val="tx2"/>
                </a:solidFill>
              </a:rPr>
              <a:t>các</a:t>
            </a:r>
            <a:r>
              <a:rPr lang="en-US" altLang="en-US" dirty="0">
                <a:solidFill>
                  <a:schemeClr val="tx2"/>
                </a:solidFill>
              </a:rPr>
              <a:t> router </a:t>
            </a:r>
            <a:r>
              <a:rPr lang="en-US" altLang="en-US" dirty="0" err="1">
                <a:solidFill>
                  <a:schemeClr val="tx2"/>
                </a:solidFill>
              </a:rPr>
              <a:t>kết</a:t>
            </a:r>
            <a:r>
              <a:rPr lang="en-US" altLang="en-US" dirty="0">
                <a:solidFill>
                  <a:schemeClr val="tx2"/>
                </a:solidFill>
              </a:rPr>
              <a:t> </a:t>
            </a:r>
            <a:r>
              <a:rPr lang="en-US" altLang="en-US" dirty="0" err="1">
                <a:solidFill>
                  <a:schemeClr val="tx2"/>
                </a:solidFill>
              </a:rPr>
              <a:t>nối</a:t>
            </a:r>
            <a:r>
              <a:rPr lang="en-US" altLang="en-US" dirty="0">
                <a:solidFill>
                  <a:schemeClr val="tx2"/>
                </a:solidFill>
              </a:rPr>
              <a:t> </a:t>
            </a:r>
            <a:r>
              <a:rPr lang="en-US" altLang="en-US" dirty="0" err="1">
                <a:solidFill>
                  <a:schemeClr val="tx2"/>
                </a:solidFill>
              </a:rPr>
              <a:t>với</a:t>
            </a:r>
            <a:r>
              <a:rPr lang="en-US" altLang="en-US" dirty="0">
                <a:solidFill>
                  <a:schemeClr val="tx2"/>
                </a:solidFill>
              </a:rPr>
              <a:t> </a:t>
            </a:r>
            <a:r>
              <a:rPr lang="en-US" altLang="en-US" dirty="0" err="1">
                <a:solidFill>
                  <a:schemeClr val="tx2"/>
                </a:solidFill>
              </a:rPr>
              <a:t>nó</a:t>
            </a:r>
            <a:r>
              <a:rPr lang="en-US" altLang="en-US" dirty="0">
                <a:solidFill>
                  <a:schemeClr val="tx2"/>
                </a:solidFill>
              </a:rPr>
              <a:t>.</a:t>
            </a:r>
            <a:r>
              <a:rPr lang="en-US" altLang="en-US" dirty="0"/>
              <a:t> </a:t>
            </a:r>
            <a:endParaRPr lang="en-US" altLang="en-US" dirty="0">
              <a:solidFill>
                <a:schemeClr val="tx2"/>
              </a:solidFill>
            </a:endParaRPr>
          </a:p>
          <a:p>
            <a:pPr algn="just" eaLnBrk="1" hangingPunct="1">
              <a:lnSpc>
                <a:spcPct val="150000"/>
              </a:lnSpc>
              <a:spcBef>
                <a:spcPct val="50000"/>
              </a:spcBef>
              <a:buClrTx/>
              <a:buFontTx/>
              <a:buNone/>
            </a:pPr>
            <a:r>
              <a:rPr lang="en-US" altLang="en-US" dirty="0">
                <a:solidFill>
                  <a:schemeClr val="tx2"/>
                </a:solidFill>
              </a:rPr>
              <a:t> - </a:t>
            </a:r>
            <a:r>
              <a:rPr lang="en-US" altLang="en-US" dirty="0" err="1">
                <a:solidFill>
                  <a:schemeClr val="tx2"/>
                </a:solidFill>
              </a:rPr>
              <a:t>Hỗ</a:t>
            </a:r>
            <a:r>
              <a:rPr lang="en-US" altLang="en-US" dirty="0">
                <a:solidFill>
                  <a:schemeClr val="tx2"/>
                </a:solidFill>
              </a:rPr>
              <a:t> </a:t>
            </a:r>
            <a:r>
              <a:rPr lang="en-US" altLang="en-US" dirty="0" err="1">
                <a:solidFill>
                  <a:schemeClr val="tx2"/>
                </a:solidFill>
              </a:rPr>
              <a:t>trợ</a:t>
            </a:r>
            <a:r>
              <a:rPr lang="en-US" altLang="en-US" dirty="0">
                <a:solidFill>
                  <a:schemeClr val="tx2"/>
                </a:solidFill>
              </a:rPr>
              <a:t> </a:t>
            </a:r>
            <a:r>
              <a:rPr lang="en-US" altLang="en-US" dirty="0" err="1">
                <a:solidFill>
                  <a:schemeClr val="tx2"/>
                </a:solidFill>
              </a:rPr>
              <a:t>mặt</a:t>
            </a:r>
            <a:r>
              <a:rPr lang="en-US" altLang="en-US" dirty="0">
                <a:solidFill>
                  <a:schemeClr val="tx2"/>
                </a:solidFill>
              </a:rPr>
              <a:t> </a:t>
            </a:r>
            <a:r>
              <a:rPr lang="en-US" altLang="en-US" dirty="0" err="1">
                <a:solidFill>
                  <a:schemeClr val="tx2"/>
                </a:solidFill>
              </a:rPr>
              <a:t>nạ</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con VLSM (Variable length subnet mask)</a:t>
            </a:r>
          </a:p>
          <a:p>
            <a:pPr algn="just" eaLnBrk="1" hangingPunct="1">
              <a:lnSpc>
                <a:spcPct val="150000"/>
              </a:lnSpc>
              <a:spcBef>
                <a:spcPct val="50000"/>
              </a:spcBef>
              <a:buClrTx/>
              <a:buFontTx/>
              <a:buNone/>
            </a:pPr>
            <a:r>
              <a:rPr lang="en-US" altLang="en-US" dirty="0">
                <a:solidFill>
                  <a:schemeClr val="tx2"/>
                </a:solidFill>
              </a:rPr>
              <a:t> - </a:t>
            </a:r>
            <a:r>
              <a:rPr lang="en-US" altLang="en-US" dirty="0" err="1">
                <a:solidFill>
                  <a:schemeClr val="tx2"/>
                </a:solidFill>
              </a:rPr>
              <a:t>Hỗ</a:t>
            </a:r>
            <a:r>
              <a:rPr lang="en-US" altLang="en-US" dirty="0">
                <a:solidFill>
                  <a:schemeClr val="tx2"/>
                </a:solidFill>
              </a:rPr>
              <a:t> </a:t>
            </a:r>
            <a:r>
              <a:rPr lang="en-US" altLang="en-US" dirty="0" err="1">
                <a:solidFill>
                  <a:schemeClr val="tx2"/>
                </a:solidFill>
              </a:rPr>
              <a:t>trợ</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kích</a:t>
            </a:r>
            <a:r>
              <a:rPr lang="en-US" altLang="en-US" dirty="0">
                <a:solidFill>
                  <a:schemeClr val="tx2"/>
                </a:solidFill>
              </a:rPr>
              <a:t> </a:t>
            </a:r>
            <a:r>
              <a:rPr lang="en-US" altLang="en-US" dirty="0" err="1">
                <a:solidFill>
                  <a:schemeClr val="tx2"/>
                </a:solidFill>
              </a:rPr>
              <a:t>thước</a:t>
            </a:r>
            <a:r>
              <a:rPr lang="en-US" altLang="en-US" dirty="0">
                <a:solidFill>
                  <a:schemeClr val="tx2"/>
                </a:solidFill>
              </a:rPr>
              <a:t> </a:t>
            </a:r>
            <a:r>
              <a:rPr lang="en-US" altLang="en-US" dirty="0" err="1">
                <a:solidFill>
                  <a:schemeClr val="tx2"/>
                </a:solidFill>
              </a:rPr>
              <a:t>lớn</a:t>
            </a:r>
            <a:r>
              <a:rPr lang="en-US" altLang="en-US" dirty="0">
                <a:solidFill>
                  <a:schemeClr val="tx2"/>
                </a:solidFill>
              </a:rPr>
              <a:t>: </a:t>
            </a:r>
            <a:r>
              <a:rPr lang="en-US" altLang="en-US" dirty="0" err="1">
                <a:solidFill>
                  <a:schemeClr val="tx2"/>
                </a:solidFill>
              </a:rPr>
              <a:t>với</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RIP, </a:t>
            </a:r>
            <a:r>
              <a:rPr lang="en-US" altLang="en-US" dirty="0" err="1">
                <a:solidFill>
                  <a:schemeClr val="tx2"/>
                </a:solidFill>
              </a:rPr>
              <a:t>nếu</a:t>
            </a:r>
            <a:r>
              <a:rPr lang="en-US" altLang="en-US" dirty="0">
                <a:solidFill>
                  <a:schemeClr val="tx2"/>
                </a:solidFill>
              </a:rPr>
              <a:t> 1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nằm</a:t>
            </a:r>
            <a:r>
              <a:rPr lang="en-US" altLang="en-US" dirty="0">
                <a:solidFill>
                  <a:schemeClr val="tx2"/>
                </a:solidFill>
              </a:rPr>
              <a:t> </a:t>
            </a:r>
            <a:r>
              <a:rPr lang="en-US" altLang="en-US" dirty="0" err="1">
                <a:solidFill>
                  <a:schemeClr val="tx2"/>
                </a:solidFill>
              </a:rPr>
              <a:t>cách</a:t>
            </a:r>
            <a:r>
              <a:rPr lang="en-US" altLang="en-US" dirty="0">
                <a:solidFill>
                  <a:schemeClr val="tx2"/>
                </a:solidFill>
              </a:rPr>
              <a:t> </a:t>
            </a:r>
            <a:r>
              <a:rPr lang="en-US" altLang="en-US" dirty="0" err="1">
                <a:solidFill>
                  <a:schemeClr val="tx2"/>
                </a:solidFill>
              </a:rPr>
              <a:t>xa</a:t>
            </a:r>
            <a:r>
              <a:rPr lang="en-US" altLang="en-US" dirty="0">
                <a:solidFill>
                  <a:schemeClr val="tx2"/>
                </a:solidFill>
              </a:rPr>
              <a:t> </a:t>
            </a:r>
            <a:r>
              <a:rPr lang="en-US" altLang="en-US" dirty="0" err="1">
                <a:solidFill>
                  <a:schemeClr val="tx2"/>
                </a:solidFill>
              </a:rPr>
              <a:t>quá</a:t>
            </a:r>
            <a:r>
              <a:rPr lang="en-US" altLang="en-US" dirty="0">
                <a:solidFill>
                  <a:schemeClr val="tx2"/>
                </a:solidFill>
              </a:rPr>
              <a:t> 15 router </a:t>
            </a:r>
            <a:r>
              <a:rPr lang="en-US" altLang="en-US" dirty="0" err="1">
                <a:solidFill>
                  <a:schemeClr val="tx2"/>
                </a:solidFill>
              </a:rPr>
              <a:t>thì</a:t>
            </a:r>
            <a:r>
              <a:rPr lang="en-US" altLang="en-US" dirty="0">
                <a:solidFill>
                  <a:schemeClr val="tx2"/>
                </a:solidFill>
              </a:rPr>
              <a:t>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thể</a:t>
            </a:r>
            <a:r>
              <a:rPr lang="en-US" altLang="en-US" dirty="0">
                <a:solidFill>
                  <a:schemeClr val="tx2"/>
                </a:solidFill>
              </a:rPr>
              <a:t> </a:t>
            </a:r>
            <a:r>
              <a:rPr lang="en-US" altLang="en-US" dirty="0" err="1">
                <a:solidFill>
                  <a:schemeClr val="tx2"/>
                </a:solidFill>
              </a:rPr>
              <a:t>đến</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Đều</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làm</a:t>
            </a:r>
            <a:r>
              <a:rPr lang="en-US" altLang="en-US" dirty="0">
                <a:solidFill>
                  <a:schemeClr val="tx2"/>
                </a:solidFill>
              </a:rPr>
              <a:t> </a:t>
            </a:r>
            <a:r>
              <a:rPr lang="en-US" altLang="en-US" dirty="0" err="1">
                <a:solidFill>
                  <a:schemeClr val="tx2"/>
                </a:solidFill>
              </a:rPr>
              <a:t>cho</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sử</a:t>
            </a:r>
            <a:r>
              <a:rPr lang="en-US" altLang="en-US" dirty="0">
                <a:solidFill>
                  <a:schemeClr val="tx2"/>
                </a:solidFill>
              </a:rPr>
              <a:t> </a:t>
            </a:r>
            <a:r>
              <a:rPr lang="en-US" altLang="en-US" dirty="0" err="1">
                <a:solidFill>
                  <a:schemeClr val="tx2"/>
                </a:solidFill>
              </a:rPr>
              <a:t>dụng</a:t>
            </a:r>
            <a:r>
              <a:rPr lang="en-US" altLang="en-US" dirty="0">
                <a:solidFill>
                  <a:schemeClr val="tx2"/>
                </a:solidFill>
              </a:rPr>
              <a:t> RIP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kích</a:t>
            </a:r>
            <a:r>
              <a:rPr lang="en-US" altLang="en-US" dirty="0">
                <a:solidFill>
                  <a:schemeClr val="tx2"/>
                </a:solidFill>
              </a:rPr>
              <a:t> </a:t>
            </a:r>
            <a:r>
              <a:rPr lang="en-US" altLang="en-US" dirty="0" err="1">
                <a:solidFill>
                  <a:schemeClr val="tx2"/>
                </a:solidFill>
              </a:rPr>
              <a:t>thước</a:t>
            </a:r>
            <a:r>
              <a:rPr lang="en-US" altLang="en-US" dirty="0">
                <a:solidFill>
                  <a:schemeClr val="tx2"/>
                </a:solidFill>
              </a:rPr>
              <a:t> </a:t>
            </a:r>
            <a:r>
              <a:rPr lang="en-US" altLang="en-US" dirty="0" err="1">
                <a:solidFill>
                  <a:schemeClr val="tx2"/>
                </a:solidFill>
              </a:rPr>
              <a:t>nhỏ</a:t>
            </a:r>
            <a:r>
              <a:rPr lang="en-US" altLang="en-US" dirty="0">
                <a:solidFill>
                  <a:schemeClr val="tx2"/>
                </a:solidFill>
              </a:rPr>
              <a:t>. </a:t>
            </a:r>
            <a:r>
              <a:rPr lang="en-US" altLang="en-US" dirty="0" err="1">
                <a:solidFill>
                  <a:schemeClr val="tx2"/>
                </a:solidFill>
              </a:rPr>
              <a:t>Với</a:t>
            </a:r>
            <a:r>
              <a:rPr lang="en-US" altLang="en-US" dirty="0">
                <a:solidFill>
                  <a:schemeClr val="tx2"/>
                </a:solidFill>
              </a:rPr>
              <a:t> OSPF </a:t>
            </a:r>
            <a:r>
              <a:rPr lang="en-US" altLang="en-US" dirty="0" err="1">
                <a:solidFill>
                  <a:schemeClr val="tx2"/>
                </a:solidFill>
              </a:rPr>
              <a:t>thì</a:t>
            </a:r>
            <a:r>
              <a:rPr lang="en-US" altLang="en-US" dirty="0">
                <a:solidFill>
                  <a:schemeClr val="tx2"/>
                </a:solidFill>
              </a:rPr>
              <a:t> </a:t>
            </a:r>
            <a:r>
              <a:rPr lang="en-US" altLang="en-US" dirty="0" err="1">
                <a:solidFill>
                  <a:schemeClr val="tx2"/>
                </a:solidFill>
              </a:rPr>
              <a:t>kích</a:t>
            </a:r>
            <a:r>
              <a:rPr lang="en-US" altLang="en-US" dirty="0">
                <a:solidFill>
                  <a:schemeClr val="tx2"/>
                </a:solidFill>
              </a:rPr>
              <a:t> </a:t>
            </a:r>
            <a:r>
              <a:rPr lang="en-US" altLang="en-US" dirty="0" err="1">
                <a:solidFill>
                  <a:schemeClr val="tx2"/>
                </a:solidFill>
              </a:rPr>
              <a:t>thước</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bị</a:t>
            </a:r>
            <a:r>
              <a:rPr lang="en-US" altLang="en-US" dirty="0">
                <a:solidFill>
                  <a:schemeClr val="tx2"/>
                </a:solidFill>
              </a:rPr>
              <a:t> </a:t>
            </a:r>
            <a:r>
              <a:rPr lang="en-US" altLang="en-US" dirty="0" err="1">
                <a:solidFill>
                  <a:schemeClr val="tx2"/>
                </a:solidFill>
              </a:rPr>
              <a:t>hạn</a:t>
            </a:r>
            <a:r>
              <a:rPr lang="en-US" altLang="en-US" dirty="0">
                <a:solidFill>
                  <a:schemeClr val="tx2"/>
                </a:solidFill>
              </a:rPr>
              <a:t> </a:t>
            </a:r>
            <a:r>
              <a:rPr lang="en-US" altLang="en-US" dirty="0" err="1">
                <a:solidFill>
                  <a:schemeClr val="tx2"/>
                </a:solidFill>
              </a:rPr>
              <a:t>chế</a:t>
            </a:r>
            <a:r>
              <a:rPr lang="en-US" altLang="en-US" dirty="0">
                <a:solidFill>
                  <a:schemeClr val="tx2"/>
                </a:solidFill>
              </a:rPr>
              <a:t>. </a:t>
            </a:r>
          </a:p>
        </p:txBody>
      </p:sp>
      <p:sp>
        <p:nvSpPr>
          <p:cNvPr id="8" name="Title 1">
            <a:extLst>
              <a:ext uri="{FF2B5EF4-FFF2-40B4-BE49-F238E27FC236}">
                <a16:creationId xmlns:a16="http://schemas.microsoft.com/office/drawing/2014/main" id="{673A0E33-9036-4396-A8C4-48707E9E6B80}"/>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6">
            <a:extLst>
              <a:ext uri="{FF2B5EF4-FFF2-40B4-BE49-F238E27FC236}">
                <a16:creationId xmlns:a16="http://schemas.microsoft.com/office/drawing/2014/main" id="{64134958-B396-44C8-AC5C-F69099C1488A}"/>
              </a:ext>
            </a:extLst>
          </p:cNvPr>
          <p:cNvSpPr>
            <a:spLocks noChangeArrowheads="1"/>
          </p:cNvSpPr>
          <p:nvPr/>
        </p:nvSpPr>
        <p:spPr bwMode="gray">
          <a:xfrm>
            <a:off x="437322" y="1190625"/>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Các</a:t>
            </a:r>
            <a:r>
              <a:rPr lang="en-US" altLang="en-US" dirty="0">
                <a:solidFill>
                  <a:schemeClr val="tx2"/>
                </a:solidFill>
              </a:rPr>
              <a:t> </a:t>
            </a:r>
            <a:r>
              <a:rPr lang="en-US" altLang="en-US" dirty="0" err="1">
                <a:solidFill>
                  <a:schemeClr val="tx2"/>
                </a:solidFill>
              </a:rPr>
              <a:t>đặc</a:t>
            </a:r>
            <a:r>
              <a:rPr lang="en-US" altLang="en-US" dirty="0">
                <a:solidFill>
                  <a:schemeClr val="tx2"/>
                </a:solidFill>
              </a:rPr>
              <a:t> </a:t>
            </a:r>
            <a:r>
              <a:rPr lang="en-US" altLang="en-US" dirty="0" err="1">
                <a:solidFill>
                  <a:schemeClr val="tx2"/>
                </a:solidFill>
              </a:rPr>
              <a:t>điểm</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 </a:t>
            </a:r>
          </a:p>
        </p:txBody>
      </p:sp>
      <p:sp>
        <p:nvSpPr>
          <p:cNvPr id="62468" name="Rectangle 7">
            <a:extLst>
              <a:ext uri="{FF2B5EF4-FFF2-40B4-BE49-F238E27FC236}">
                <a16:creationId xmlns:a16="http://schemas.microsoft.com/office/drawing/2014/main" id="{CF137AD5-4E62-41FF-914F-6F51E2E05599}"/>
              </a:ext>
            </a:extLst>
          </p:cNvPr>
          <p:cNvSpPr>
            <a:spLocks noChangeArrowheads="1"/>
          </p:cNvSpPr>
          <p:nvPr/>
        </p:nvSpPr>
        <p:spPr bwMode="auto">
          <a:xfrm>
            <a:off x="437322" y="1684755"/>
            <a:ext cx="11449878" cy="4825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tabLst>
                <a:tab pos="817563" algn="l"/>
              </a:tabLst>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tabLst>
                <a:tab pos="817563" algn="l"/>
              </a:tabLst>
              <a:defRPr sz="2200">
                <a:solidFill>
                  <a:schemeClr val="tx1"/>
                </a:solidFill>
                <a:latin typeface="Arial" panose="020B0604020202020204" pitchFamily="34" charset="0"/>
              </a:defRPr>
            </a:lvl2pPr>
            <a:lvl3pPr marL="1143000" indent="-228600">
              <a:spcBef>
                <a:spcPct val="20000"/>
              </a:spcBef>
              <a:buClr>
                <a:schemeClr val="accent2"/>
              </a:buClr>
              <a:buChar char="•"/>
              <a:tabLst>
                <a:tab pos="817563" algn="l"/>
              </a:tabLst>
              <a:defRPr>
                <a:solidFill>
                  <a:schemeClr val="tx1"/>
                </a:solidFill>
                <a:latin typeface="Arial" panose="020B0604020202020204" pitchFamily="34" charset="0"/>
              </a:defRPr>
            </a:lvl3pPr>
            <a:lvl4pPr marL="1600200" indent="-228600">
              <a:spcBef>
                <a:spcPct val="20000"/>
              </a:spcBef>
              <a:buChar char="–"/>
              <a:tabLst>
                <a:tab pos="817563" algn="l"/>
              </a:tabLst>
              <a:defRPr sz="1600">
                <a:solidFill>
                  <a:schemeClr val="tx1"/>
                </a:solidFill>
                <a:latin typeface="Arial" panose="020B0604020202020204" pitchFamily="34" charset="0"/>
              </a:defRPr>
            </a:lvl4pPr>
            <a:lvl5pPr marL="2057400" indent="-228600">
              <a:spcBef>
                <a:spcPct val="20000"/>
              </a:spcBef>
              <a:buChar char="»"/>
              <a:tabLst>
                <a:tab pos="817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17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17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17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17563" algn="l"/>
              </a:tabLst>
              <a:defRPr sz="2000">
                <a:solidFill>
                  <a:schemeClr val="tx1"/>
                </a:solidFill>
                <a:latin typeface="Arial" panose="020B0604020202020204" pitchFamily="34" charset="0"/>
              </a:defRPr>
            </a:lvl9pPr>
          </a:lstStyle>
          <a:p>
            <a:pPr algn="just" eaLnBrk="1" hangingPunct="1">
              <a:lnSpc>
                <a:spcPct val="150000"/>
              </a:lnSpc>
              <a:spcBef>
                <a:spcPct val="50000"/>
              </a:spcBef>
              <a:buClrTx/>
              <a:buFontTx/>
              <a:buNone/>
            </a:pPr>
            <a:r>
              <a:rPr lang="en-US" altLang="en-US" dirty="0">
                <a:solidFill>
                  <a:schemeClr val="tx2"/>
                </a:solidFill>
              </a:rPr>
              <a:t>  -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đi</a:t>
            </a:r>
            <a:r>
              <a:rPr lang="en-US" altLang="en-US" dirty="0">
                <a:solidFill>
                  <a:schemeClr val="tx2"/>
                </a:solidFill>
              </a:rPr>
              <a:t> </a:t>
            </a:r>
            <a:r>
              <a:rPr lang="en-US" altLang="en-US" dirty="0" err="1">
                <a:solidFill>
                  <a:schemeClr val="tx2"/>
                </a:solidFill>
              </a:rPr>
              <a:t>hiệu</a:t>
            </a:r>
            <a:r>
              <a:rPr lang="en-US" altLang="en-US" dirty="0">
                <a:solidFill>
                  <a:schemeClr val="tx2"/>
                </a:solidFill>
              </a:rPr>
              <a:t> </a:t>
            </a:r>
            <a:r>
              <a:rPr lang="en-US" altLang="en-US" dirty="0" err="1">
                <a:solidFill>
                  <a:schemeClr val="tx2"/>
                </a:solidFill>
              </a:rPr>
              <a:t>quả</a:t>
            </a:r>
            <a:r>
              <a:rPr lang="en-US" altLang="en-US" dirty="0">
                <a:solidFill>
                  <a:schemeClr val="tx2"/>
                </a:solidFill>
              </a:rPr>
              <a:t>, </a:t>
            </a:r>
            <a:r>
              <a:rPr lang="en-US" altLang="en-US" dirty="0" err="1">
                <a:solidFill>
                  <a:schemeClr val="tx2"/>
                </a:solidFill>
              </a:rPr>
              <a:t>linh</a:t>
            </a:r>
            <a:r>
              <a:rPr lang="en-US" altLang="en-US" dirty="0">
                <a:solidFill>
                  <a:schemeClr val="tx2"/>
                </a:solidFill>
              </a:rPr>
              <a:t> </a:t>
            </a:r>
            <a:r>
              <a:rPr lang="en-US" altLang="en-US" dirty="0" err="1">
                <a:solidFill>
                  <a:schemeClr val="tx2"/>
                </a:solidFill>
              </a:rPr>
              <a:t>hoạt</a:t>
            </a:r>
            <a:r>
              <a:rPr lang="en-US" altLang="en-US" dirty="0">
                <a:solidFill>
                  <a:schemeClr val="tx2"/>
                </a:solidFill>
              </a:rPr>
              <a:t>: OSPF </a:t>
            </a:r>
            <a:r>
              <a:rPr lang="en-US" altLang="en-US" dirty="0" err="1">
                <a:solidFill>
                  <a:schemeClr val="tx2"/>
                </a:solidFill>
              </a:rPr>
              <a:t>chọn</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đi</a:t>
            </a:r>
            <a:r>
              <a:rPr lang="en-US" altLang="en-US" dirty="0">
                <a:solidFill>
                  <a:schemeClr val="tx2"/>
                </a:solidFill>
              </a:rPr>
              <a:t> </a:t>
            </a:r>
            <a:r>
              <a:rPr lang="en-US" altLang="en-US" dirty="0" err="1">
                <a:solidFill>
                  <a:schemeClr val="tx2"/>
                </a:solidFill>
              </a:rPr>
              <a:t>dựa</a:t>
            </a:r>
            <a:r>
              <a:rPr lang="en-US" altLang="en-US" dirty="0">
                <a:solidFill>
                  <a:schemeClr val="tx2"/>
                </a:solidFill>
              </a:rPr>
              <a:t> </a:t>
            </a:r>
            <a:r>
              <a:rPr lang="en-US" altLang="en-US" dirty="0" err="1">
                <a:solidFill>
                  <a:schemeClr val="tx2"/>
                </a:solidFill>
              </a:rPr>
              <a:t>vào</a:t>
            </a: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số</a:t>
            </a:r>
            <a:r>
              <a:rPr lang="en-US" altLang="en-US" dirty="0">
                <a:solidFill>
                  <a:schemeClr val="tx2"/>
                </a:solidFill>
              </a:rPr>
              <a:t> COST, </a:t>
            </a:r>
            <a:r>
              <a:rPr lang="en-US" altLang="en-US" dirty="0" err="1">
                <a:solidFill>
                  <a:schemeClr val="tx2"/>
                </a:solidFill>
              </a:rPr>
              <a:t>đây</a:t>
            </a:r>
            <a:r>
              <a:rPr lang="en-US" altLang="en-US" dirty="0">
                <a:solidFill>
                  <a:schemeClr val="tx2"/>
                </a:solidFill>
              </a:rPr>
              <a:t> </a:t>
            </a:r>
            <a:r>
              <a:rPr lang="en-US" altLang="en-US" dirty="0" err="1">
                <a:solidFill>
                  <a:schemeClr val="tx2"/>
                </a:solidFill>
              </a:rPr>
              <a:t>là</a:t>
            </a:r>
            <a:r>
              <a:rPr lang="en-US" altLang="en-US" dirty="0">
                <a:solidFill>
                  <a:schemeClr val="tx2"/>
                </a:solidFill>
              </a:rPr>
              <a:t> metric </a:t>
            </a:r>
            <a:r>
              <a:rPr lang="en-US" altLang="en-US" dirty="0" err="1">
                <a:solidFill>
                  <a:schemeClr val="tx2"/>
                </a:solidFill>
              </a:rPr>
              <a:t>dựa</a:t>
            </a:r>
            <a:r>
              <a:rPr lang="en-US" altLang="en-US" dirty="0">
                <a:solidFill>
                  <a:schemeClr val="tx2"/>
                </a:solidFill>
              </a:rPr>
              <a:t> </a:t>
            </a:r>
            <a:r>
              <a:rPr lang="en-US" altLang="en-US" dirty="0" err="1">
                <a:solidFill>
                  <a:schemeClr val="tx2"/>
                </a:solidFill>
              </a:rPr>
              <a:t>trên</a:t>
            </a:r>
            <a:r>
              <a:rPr lang="en-US" altLang="en-US" dirty="0">
                <a:solidFill>
                  <a:schemeClr val="tx2"/>
                </a:solidFill>
              </a:rPr>
              <a:t> </a:t>
            </a:r>
            <a:r>
              <a:rPr lang="en-US" altLang="en-US" dirty="0" err="1">
                <a:solidFill>
                  <a:schemeClr val="tx2"/>
                </a:solidFill>
              </a:rPr>
              <a:t>băng</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truyền</a:t>
            </a:r>
            <a:r>
              <a:rPr lang="en-US" altLang="en-US" dirty="0">
                <a:solidFill>
                  <a:schemeClr val="tx2"/>
                </a:solidFill>
              </a:rPr>
              <a:t>. </a:t>
            </a:r>
          </a:p>
          <a:p>
            <a:pPr algn="just" eaLnBrk="1" hangingPunct="1">
              <a:lnSpc>
                <a:spcPct val="150000"/>
              </a:lnSpc>
              <a:spcBef>
                <a:spcPct val="50000"/>
              </a:spcBef>
              <a:buClrTx/>
              <a:buFontTx/>
              <a:buNone/>
            </a:pPr>
            <a:r>
              <a:rPr lang="en-US" altLang="en-US" dirty="0">
                <a:solidFill>
                  <a:schemeClr val="tx2"/>
                </a:solidFill>
              </a:rPr>
              <a:t> - </a:t>
            </a:r>
            <a:r>
              <a:rPr lang="en-US" altLang="en-US" dirty="0" err="1">
                <a:solidFill>
                  <a:schemeClr val="tx2"/>
                </a:solidFill>
              </a:rPr>
              <a:t>Hỗ</a:t>
            </a:r>
            <a:r>
              <a:rPr lang="en-US" altLang="en-US" dirty="0">
                <a:solidFill>
                  <a:schemeClr val="tx2"/>
                </a:solidFill>
              </a:rPr>
              <a:t> </a:t>
            </a:r>
            <a:r>
              <a:rPr lang="en-US" altLang="en-US" dirty="0" err="1">
                <a:solidFill>
                  <a:schemeClr val="tx2"/>
                </a:solidFill>
              </a:rPr>
              <a:t>trợ</a:t>
            </a:r>
            <a:r>
              <a:rPr lang="en-US" altLang="en-US" dirty="0">
                <a:solidFill>
                  <a:schemeClr val="tx2"/>
                </a:solidFill>
              </a:rPr>
              <a:t> </a:t>
            </a:r>
            <a:r>
              <a:rPr lang="en-US" altLang="en-US" dirty="0" err="1">
                <a:solidFill>
                  <a:schemeClr val="tx2"/>
                </a:solidFill>
              </a:rPr>
              <a:t>xác</a:t>
            </a:r>
            <a:r>
              <a:rPr lang="en-US" altLang="en-US" dirty="0">
                <a:solidFill>
                  <a:schemeClr val="tx2"/>
                </a:solidFill>
              </a:rPr>
              <a:t> </a:t>
            </a:r>
            <a:r>
              <a:rPr lang="en-US" altLang="en-US" dirty="0" err="1">
                <a:solidFill>
                  <a:schemeClr val="tx2"/>
                </a:solidFill>
              </a:rPr>
              <a:t>thực</a:t>
            </a:r>
            <a:endParaRPr lang="en-US" altLang="en-US" dirty="0">
              <a:solidFill>
                <a:schemeClr val="tx2"/>
              </a:solidFill>
            </a:endParaRPr>
          </a:p>
          <a:p>
            <a:pPr algn="just" eaLnBrk="1" hangingPunct="1">
              <a:lnSpc>
                <a:spcPct val="150000"/>
              </a:lnSpc>
              <a:spcBef>
                <a:spcPct val="50000"/>
              </a:spcBef>
              <a:buClrTx/>
              <a:buFontTx/>
              <a:buNone/>
            </a:pPr>
            <a:r>
              <a:rPr lang="en-US" altLang="en-US" dirty="0">
                <a:solidFill>
                  <a:schemeClr val="tx2"/>
                </a:solidFill>
              </a:rPr>
              <a:t> - </a:t>
            </a:r>
            <a:r>
              <a:rPr lang="en-US" altLang="en-US" dirty="0" err="1">
                <a:solidFill>
                  <a:schemeClr val="tx2"/>
                </a:solidFill>
              </a:rPr>
              <a:t>Tiết</a:t>
            </a:r>
            <a:r>
              <a:rPr lang="en-US" altLang="en-US" dirty="0">
                <a:solidFill>
                  <a:schemeClr val="tx2"/>
                </a:solidFill>
              </a:rPr>
              <a:t> </a:t>
            </a:r>
            <a:r>
              <a:rPr lang="en-US" altLang="en-US" dirty="0" err="1">
                <a:solidFill>
                  <a:schemeClr val="tx2"/>
                </a:solidFill>
              </a:rPr>
              <a:t>kiệm</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băng</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Cứ</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kỳ</a:t>
            </a:r>
            <a:r>
              <a:rPr lang="en-US" altLang="en-US" dirty="0">
                <a:solidFill>
                  <a:schemeClr val="tx2"/>
                </a:solidFill>
              </a:rPr>
              <a:t> 30 </a:t>
            </a:r>
            <a:r>
              <a:rPr lang="en-US" altLang="en-US" dirty="0" err="1">
                <a:solidFill>
                  <a:schemeClr val="tx2"/>
                </a:solidFill>
              </a:rPr>
              <a:t>giây</a:t>
            </a:r>
            <a:r>
              <a:rPr lang="en-US" altLang="en-US" dirty="0">
                <a:solidFill>
                  <a:schemeClr val="tx2"/>
                </a:solidFill>
              </a:rPr>
              <a:t>, RIP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quảng</a:t>
            </a:r>
            <a:r>
              <a:rPr lang="en-US" altLang="en-US" dirty="0">
                <a:solidFill>
                  <a:schemeClr val="tx2"/>
                </a:solidFill>
              </a:rPr>
              <a:t> </a:t>
            </a:r>
            <a:r>
              <a:rPr lang="en-US" altLang="en-US" dirty="0" err="1">
                <a:solidFill>
                  <a:schemeClr val="tx2"/>
                </a:solidFill>
              </a:rPr>
              <a:t>bá</a:t>
            </a:r>
            <a:r>
              <a:rPr lang="en-US" altLang="en-US" dirty="0">
                <a:solidFill>
                  <a:schemeClr val="tx2"/>
                </a:solidFill>
              </a:rPr>
              <a:t> </a:t>
            </a:r>
            <a:r>
              <a:rPr lang="en-US" altLang="en-US" dirty="0" err="1">
                <a:solidFill>
                  <a:schemeClr val="tx2"/>
                </a:solidFill>
              </a:rPr>
              <a:t>toàn</a:t>
            </a:r>
            <a:r>
              <a:rPr lang="en-US" altLang="en-US" dirty="0">
                <a:solidFill>
                  <a:schemeClr val="tx2"/>
                </a:solidFill>
              </a:rPr>
              <a:t> </a:t>
            </a:r>
            <a:r>
              <a:rPr lang="en-US" altLang="en-US" dirty="0" err="1">
                <a:solidFill>
                  <a:schemeClr val="tx2"/>
                </a:solidFill>
              </a:rPr>
              <a:t>bộ</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tới</a:t>
            </a:r>
            <a:r>
              <a:rPr lang="en-US" altLang="en-US" dirty="0">
                <a:solidFill>
                  <a:schemeClr val="tx2"/>
                </a:solidFill>
              </a:rPr>
              <a:t> </a:t>
            </a:r>
            <a:r>
              <a:rPr lang="en-US" altLang="en-US" dirty="0" err="1">
                <a:solidFill>
                  <a:schemeClr val="tx2"/>
                </a:solidFill>
              </a:rPr>
              <a:t>tất</a:t>
            </a:r>
            <a:r>
              <a:rPr lang="en-US" altLang="en-US" dirty="0">
                <a:solidFill>
                  <a:schemeClr val="tx2"/>
                </a:solidFill>
              </a:rPr>
              <a:t> </a:t>
            </a:r>
            <a:r>
              <a:rPr lang="en-US" altLang="en-US" dirty="0" err="1">
                <a:solidFill>
                  <a:schemeClr val="tx2"/>
                </a:solidFill>
              </a:rPr>
              <a:t>cả</a:t>
            </a:r>
            <a:r>
              <a:rPr lang="en-US" altLang="en-US" dirty="0">
                <a:solidFill>
                  <a:schemeClr val="tx2"/>
                </a:solidFill>
              </a:rPr>
              <a:t> </a:t>
            </a:r>
            <a:r>
              <a:rPr lang="en-US" altLang="en-US" dirty="0" err="1">
                <a:solidFill>
                  <a:schemeClr val="tx2"/>
                </a:solidFill>
              </a:rPr>
              <a:t>hàng</a:t>
            </a:r>
            <a:r>
              <a:rPr lang="en-US" altLang="en-US" dirty="0">
                <a:solidFill>
                  <a:schemeClr val="tx2"/>
                </a:solidFill>
              </a:rPr>
              <a:t> </a:t>
            </a:r>
            <a:r>
              <a:rPr lang="en-US" altLang="en-US" dirty="0" err="1">
                <a:solidFill>
                  <a:schemeClr val="tx2"/>
                </a:solidFill>
              </a:rPr>
              <a:t>xóm</a:t>
            </a:r>
            <a:r>
              <a:rPr lang="en-US" altLang="en-US" dirty="0">
                <a:solidFill>
                  <a:schemeClr val="tx2"/>
                </a:solidFill>
              </a:rPr>
              <a:t>. </a:t>
            </a:r>
            <a:r>
              <a:rPr lang="en-US" altLang="en-US" dirty="0" err="1">
                <a:solidFill>
                  <a:schemeClr val="tx2"/>
                </a:solidFill>
              </a:rPr>
              <a:t>Điều</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chiếm</a:t>
            </a:r>
            <a:r>
              <a:rPr lang="en-US" altLang="en-US" dirty="0">
                <a:solidFill>
                  <a:schemeClr val="tx2"/>
                </a:solidFill>
              </a:rPr>
              <a:t> </a:t>
            </a:r>
            <a:r>
              <a:rPr lang="en-US" altLang="en-US" dirty="0" err="1">
                <a:solidFill>
                  <a:schemeClr val="tx2"/>
                </a:solidFill>
              </a:rPr>
              <a:t>dụng</a:t>
            </a:r>
            <a:r>
              <a:rPr lang="en-US" altLang="en-US" dirty="0">
                <a:solidFill>
                  <a:schemeClr val="tx2"/>
                </a:solidFill>
              </a:rPr>
              <a:t> </a:t>
            </a:r>
            <a:r>
              <a:rPr lang="en-US" altLang="en-US" dirty="0" err="1">
                <a:solidFill>
                  <a:schemeClr val="tx2"/>
                </a:solidFill>
              </a:rPr>
              <a:t>băng</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truyền</a:t>
            </a:r>
            <a:r>
              <a:rPr lang="en-US" altLang="en-US" dirty="0">
                <a:solidFill>
                  <a:schemeClr val="tx2"/>
                </a:solidFill>
              </a:rPr>
              <a:t> 1 </a:t>
            </a:r>
            <a:r>
              <a:rPr lang="en-US" altLang="en-US" dirty="0" err="1">
                <a:solidFill>
                  <a:schemeClr val="tx2"/>
                </a:solidFill>
              </a:rPr>
              <a:t>cách</a:t>
            </a:r>
            <a:r>
              <a:rPr lang="en-US" altLang="en-US" dirty="0">
                <a:solidFill>
                  <a:schemeClr val="tx2"/>
                </a:solidFill>
              </a:rPr>
              <a:t> </a:t>
            </a:r>
            <a:r>
              <a:rPr lang="en-US" altLang="en-US" dirty="0" err="1">
                <a:solidFill>
                  <a:schemeClr val="tx2"/>
                </a:solidFill>
              </a:rPr>
              <a:t>vô</a:t>
            </a:r>
            <a:r>
              <a:rPr lang="en-US" altLang="en-US" dirty="0">
                <a:solidFill>
                  <a:schemeClr val="tx2"/>
                </a:solidFill>
              </a:rPr>
              <a:t> </a:t>
            </a:r>
            <a:r>
              <a:rPr lang="en-US" altLang="en-US" dirty="0" err="1">
                <a:solidFill>
                  <a:schemeClr val="tx2"/>
                </a:solidFill>
              </a:rPr>
              <a:t>ích</a:t>
            </a:r>
            <a:r>
              <a:rPr lang="en-US" altLang="en-US" dirty="0">
                <a:solidFill>
                  <a:schemeClr val="tx2"/>
                </a:solidFill>
              </a:rPr>
              <a:t> </a:t>
            </a:r>
            <a:r>
              <a:rPr lang="en-US" altLang="en-US" dirty="0" err="1">
                <a:solidFill>
                  <a:schemeClr val="tx2"/>
                </a:solidFill>
              </a:rPr>
              <a:t>nếu</a:t>
            </a:r>
            <a:r>
              <a:rPr lang="en-US" altLang="en-US" dirty="0">
                <a:solidFill>
                  <a:schemeClr val="tx2"/>
                </a:solidFill>
              </a:rPr>
              <a:t> </a:t>
            </a:r>
            <a:r>
              <a:rPr lang="en-US" altLang="en-US" dirty="0" err="1">
                <a:solidFill>
                  <a:schemeClr val="tx2"/>
                </a:solidFill>
              </a:rPr>
              <a:t>như</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bất</a:t>
            </a:r>
            <a:r>
              <a:rPr lang="en-US" altLang="en-US" dirty="0">
                <a:solidFill>
                  <a:schemeClr val="tx2"/>
                </a:solidFill>
              </a:rPr>
              <a:t> </a:t>
            </a:r>
            <a:r>
              <a:rPr lang="en-US" altLang="en-US" dirty="0" err="1">
                <a:solidFill>
                  <a:schemeClr val="tx2"/>
                </a:solidFill>
              </a:rPr>
              <a:t>kì</a:t>
            </a:r>
            <a:r>
              <a:rPr lang="en-US" altLang="en-US" dirty="0">
                <a:solidFill>
                  <a:schemeClr val="tx2"/>
                </a:solidFill>
              </a:rPr>
              <a:t> </a:t>
            </a:r>
            <a:r>
              <a:rPr lang="en-US" altLang="en-US" dirty="0" err="1">
                <a:solidFill>
                  <a:schemeClr val="tx2"/>
                </a:solidFill>
              </a:rPr>
              <a:t>sự</a:t>
            </a:r>
            <a:r>
              <a:rPr lang="en-US" altLang="en-US" dirty="0">
                <a:solidFill>
                  <a:schemeClr val="tx2"/>
                </a:solidFill>
              </a:rPr>
              <a:t> </a:t>
            </a:r>
            <a:r>
              <a:rPr lang="en-US" altLang="en-US" dirty="0" err="1">
                <a:solidFill>
                  <a:schemeClr val="tx2"/>
                </a:solidFill>
              </a:rPr>
              <a:t>thay</a:t>
            </a:r>
            <a:r>
              <a:rPr lang="en-US" altLang="en-US" dirty="0">
                <a:solidFill>
                  <a:schemeClr val="tx2"/>
                </a:solidFill>
              </a:rPr>
              <a:t> </a:t>
            </a:r>
            <a:r>
              <a:rPr lang="en-US" altLang="en-US" dirty="0" err="1">
                <a:solidFill>
                  <a:schemeClr val="tx2"/>
                </a:solidFill>
              </a:rPr>
              <a:t>đổi</a:t>
            </a:r>
            <a:r>
              <a:rPr lang="en-US" altLang="en-US" dirty="0">
                <a:solidFill>
                  <a:schemeClr val="tx2"/>
                </a:solidFill>
              </a:rPr>
              <a:t> </a:t>
            </a:r>
            <a:r>
              <a:rPr lang="en-US" altLang="en-US" dirty="0" err="1">
                <a:solidFill>
                  <a:schemeClr val="tx2"/>
                </a:solidFill>
              </a:rPr>
              <a:t>nào</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khi</a:t>
            </a:r>
            <a:r>
              <a:rPr lang="en-US" altLang="en-US" dirty="0">
                <a:solidFill>
                  <a:schemeClr val="tx2"/>
                </a:solidFill>
              </a:rPr>
              <a:t> </a:t>
            </a:r>
            <a:r>
              <a:rPr lang="en-US" altLang="en-US" dirty="0" err="1">
                <a:solidFill>
                  <a:schemeClr val="tx2"/>
                </a:solidFill>
              </a:rPr>
              <a:t>đó</a:t>
            </a:r>
            <a:r>
              <a:rPr lang="en-US" altLang="en-US" dirty="0">
                <a:solidFill>
                  <a:schemeClr val="tx2"/>
                </a:solidFill>
              </a:rPr>
              <a:t>, OSPF </a:t>
            </a:r>
            <a:r>
              <a:rPr lang="en-US" altLang="en-US" dirty="0" err="1">
                <a:solidFill>
                  <a:schemeClr val="tx2"/>
                </a:solidFill>
              </a:rPr>
              <a:t>phát</a:t>
            </a:r>
            <a:r>
              <a:rPr lang="en-US" altLang="en-US" dirty="0">
                <a:solidFill>
                  <a:schemeClr val="tx2"/>
                </a:solidFill>
              </a:rPr>
              <a:t> multicast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cập</a:t>
            </a:r>
            <a:r>
              <a:rPr lang="en-US" altLang="en-US" dirty="0">
                <a:solidFill>
                  <a:schemeClr val="tx2"/>
                </a:solidFill>
              </a:rPr>
              <a:t> </a:t>
            </a:r>
            <a:r>
              <a:rPr lang="en-US" altLang="en-US" dirty="0" err="1">
                <a:solidFill>
                  <a:schemeClr val="tx2"/>
                </a:solidFill>
              </a:rPr>
              <a:t>nhật</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kích</a:t>
            </a:r>
            <a:r>
              <a:rPr lang="en-US" altLang="en-US" dirty="0">
                <a:solidFill>
                  <a:schemeClr val="tx2"/>
                </a:solidFill>
              </a:rPr>
              <a:t> </a:t>
            </a:r>
            <a:r>
              <a:rPr lang="en-US" altLang="en-US" dirty="0" err="1">
                <a:solidFill>
                  <a:schemeClr val="tx2"/>
                </a:solidFill>
              </a:rPr>
              <a:t>thuớc</a:t>
            </a:r>
            <a:r>
              <a:rPr lang="en-US" altLang="en-US" dirty="0">
                <a:solidFill>
                  <a:schemeClr val="tx2"/>
                </a:solidFill>
              </a:rPr>
              <a:t> </a:t>
            </a:r>
            <a:r>
              <a:rPr lang="en-US" altLang="en-US" dirty="0" err="1">
                <a:solidFill>
                  <a:schemeClr val="tx2"/>
                </a:solidFill>
              </a:rPr>
              <a:t>tối</a:t>
            </a:r>
            <a:r>
              <a:rPr lang="en-US" altLang="en-US" dirty="0">
                <a:solidFill>
                  <a:schemeClr val="tx2"/>
                </a:solidFill>
              </a:rPr>
              <a:t> </a:t>
            </a:r>
            <a:r>
              <a:rPr lang="en-US" altLang="en-US" dirty="0" err="1">
                <a:solidFill>
                  <a:schemeClr val="tx2"/>
                </a:solidFill>
              </a:rPr>
              <a:t>thiểu</a:t>
            </a:r>
            <a:r>
              <a:rPr lang="en-US" altLang="en-US" dirty="0">
                <a:solidFill>
                  <a:schemeClr val="tx2"/>
                </a:solidFill>
              </a:rPr>
              <a:t>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cập</a:t>
            </a:r>
            <a:r>
              <a:rPr lang="en-US" altLang="en-US" dirty="0">
                <a:solidFill>
                  <a:schemeClr val="tx2"/>
                </a:solidFill>
              </a:rPr>
              <a:t> </a:t>
            </a:r>
            <a:r>
              <a:rPr lang="en-US" altLang="en-US" dirty="0" err="1">
                <a:solidFill>
                  <a:schemeClr val="tx2"/>
                </a:solidFill>
              </a:rPr>
              <a:t>nhật</a:t>
            </a:r>
            <a:r>
              <a:rPr lang="en-US" altLang="en-US" dirty="0">
                <a:solidFill>
                  <a:schemeClr val="tx2"/>
                </a:solidFill>
              </a:rPr>
              <a:t> </a:t>
            </a:r>
            <a:r>
              <a:rPr lang="en-US" altLang="en-US" dirty="0" err="1">
                <a:solidFill>
                  <a:schemeClr val="tx2"/>
                </a:solidFill>
              </a:rPr>
              <a:t>khi</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thay</a:t>
            </a:r>
            <a:r>
              <a:rPr lang="en-US" altLang="en-US" dirty="0">
                <a:solidFill>
                  <a:schemeClr val="tx2"/>
                </a:solidFill>
              </a:rPr>
              <a:t> </a:t>
            </a:r>
            <a:r>
              <a:rPr lang="en-US" altLang="en-US" dirty="0" err="1">
                <a:solidFill>
                  <a:schemeClr val="tx2"/>
                </a:solidFill>
              </a:rPr>
              <a:t>đổi</a:t>
            </a:r>
            <a:r>
              <a:rPr lang="en-US" altLang="en-US" dirty="0">
                <a:solidFill>
                  <a:schemeClr val="tx2"/>
                </a:solidFill>
              </a:rPr>
              <a:t> </a:t>
            </a:r>
            <a:r>
              <a:rPr lang="en-US" altLang="en-US" dirty="0" err="1">
                <a:solidFill>
                  <a:schemeClr val="tx2"/>
                </a:solidFill>
              </a:rPr>
              <a:t>về</a:t>
            </a:r>
            <a:r>
              <a:rPr lang="en-US" altLang="en-US" dirty="0">
                <a:solidFill>
                  <a:schemeClr val="tx2"/>
                </a:solidFill>
              </a:rPr>
              <a:t> </a:t>
            </a:r>
            <a:r>
              <a:rPr lang="en-US" altLang="en-US" dirty="0" err="1">
                <a:solidFill>
                  <a:schemeClr val="tx2"/>
                </a:solidFill>
              </a:rPr>
              <a:t>tôpô</a:t>
            </a:r>
            <a:r>
              <a:rPr lang="en-US" altLang="en-US" dirty="0">
                <a:solidFill>
                  <a:schemeClr val="tx2"/>
                </a:solidFill>
              </a:rPr>
              <a:t> </a:t>
            </a:r>
            <a:r>
              <a:rPr lang="en-US" altLang="en-US" dirty="0" err="1">
                <a:solidFill>
                  <a:schemeClr val="tx2"/>
                </a:solidFill>
              </a:rPr>
              <a:t>mạng</a:t>
            </a:r>
            <a:r>
              <a:rPr lang="en-US" altLang="en-US" dirty="0">
                <a:solidFill>
                  <a:schemeClr val="tx2"/>
                </a:solidFill>
              </a:rPr>
              <a:t>.</a:t>
            </a:r>
          </a:p>
        </p:txBody>
      </p:sp>
      <p:sp>
        <p:nvSpPr>
          <p:cNvPr id="8" name="Title 1">
            <a:extLst>
              <a:ext uri="{FF2B5EF4-FFF2-40B4-BE49-F238E27FC236}">
                <a16:creationId xmlns:a16="http://schemas.microsoft.com/office/drawing/2014/main" id="{C8A4015E-3109-4624-9AA5-19C8FBB1C048}"/>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6">
            <a:extLst>
              <a:ext uri="{FF2B5EF4-FFF2-40B4-BE49-F238E27FC236}">
                <a16:creationId xmlns:a16="http://schemas.microsoft.com/office/drawing/2014/main" id="{7F121BA2-AE39-467E-A798-BF102335E72D}"/>
              </a:ext>
            </a:extLst>
          </p:cNvPr>
          <p:cNvSpPr>
            <a:spLocks noChangeArrowheads="1"/>
          </p:cNvSpPr>
          <p:nvPr/>
        </p:nvSpPr>
        <p:spPr bwMode="gray">
          <a:xfrm>
            <a:off x="437322" y="1113986"/>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Các</a:t>
            </a:r>
            <a:r>
              <a:rPr lang="en-US" altLang="en-US" dirty="0">
                <a:solidFill>
                  <a:schemeClr val="tx2"/>
                </a:solidFill>
              </a:rPr>
              <a:t> </a:t>
            </a:r>
            <a:r>
              <a:rPr lang="en-US" altLang="en-US" dirty="0" err="1">
                <a:solidFill>
                  <a:schemeClr val="tx2"/>
                </a:solidFill>
              </a:rPr>
              <a:t>loại</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OSPF </a:t>
            </a:r>
          </a:p>
        </p:txBody>
      </p:sp>
      <p:sp>
        <p:nvSpPr>
          <p:cNvPr id="63492" name="Rectangle 9">
            <a:extLst>
              <a:ext uri="{FF2B5EF4-FFF2-40B4-BE49-F238E27FC236}">
                <a16:creationId xmlns:a16="http://schemas.microsoft.com/office/drawing/2014/main" id="{64482A20-FA06-405F-82A3-9A721F3156A3}"/>
              </a:ext>
            </a:extLst>
          </p:cNvPr>
          <p:cNvSpPr>
            <a:spLocks noChangeArrowheads="1"/>
          </p:cNvSpPr>
          <p:nvPr/>
        </p:nvSpPr>
        <p:spPr bwMode="auto">
          <a:xfrm>
            <a:off x="437321" y="1818930"/>
            <a:ext cx="11516553" cy="390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 </a:t>
            </a:r>
            <a:r>
              <a:rPr lang="en-US" altLang="en-US" dirty="0" err="1">
                <a:solidFill>
                  <a:schemeClr val="tx2"/>
                </a:solidFill>
              </a:rPr>
              <a:t>phân</a:t>
            </a:r>
            <a:r>
              <a:rPr lang="en-US" altLang="en-US" dirty="0">
                <a:solidFill>
                  <a:schemeClr val="tx2"/>
                </a:solidFill>
              </a:rPr>
              <a:t> </a:t>
            </a:r>
            <a:r>
              <a:rPr lang="en-US" altLang="en-US" dirty="0" err="1">
                <a:solidFill>
                  <a:schemeClr val="tx2"/>
                </a:solidFill>
              </a:rPr>
              <a:t>biệt</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loại</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sau</a:t>
            </a:r>
            <a:r>
              <a:rPr lang="en-US" altLang="en-US" dirty="0">
                <a:solidFill>
                  <a:schemeClr val="tx2"/>
                </a:solidFill>
              </a:rPr>
              <a:t>:</a:t>
            </a:r>
          </a:p>
          <a:p>
            <a:pPr eaLnBrk="1" hangingPunct="1">
              <a:lnSpc>
                <a:spcPct val="150000"/>
              </a:lnSpc>
              <a:spcBef>
                <a:spcPct val="0"/>
              </a:spcBef>
              <a:buClrTx/>
              <a:buFontTx/>
              <a:buNone/>
            </a:pPr>
            <a:r>
              <a:rPr lang="en-US" altLang="en-US" dirty="0">
                <a:solidFill>
                  <a:schemeClr val="tx2"/>
                </a:solidFill>
              </a:rPr>
              <a:t> -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quảng</a:t>
            </a:r>
            <a:r>
              <a:rPr lang="en-US" altLang="en-US" dirty="0">
                <a:solidFill>
                  <a:schemeClr val="tx2"/>
                </a:solidFill>
              </a:rPr>
              <a:t> </a:t>
            </a:r>
            <a:r>
              <a:rPr lang="en-US" altLang="en-US" dirty="0" err="1">
                <a:solidFill>
                  <a:schemeClr val="tx2"/>
                </a:solidFill>
              </a:rPr>
              <a:t>bá</a:t>
            </a:r>
            <a:r>
              <a:rPr lang="en-US" altLang="en-US" dirty="0">
                <a:solidFill>
                  <a:schemeClr val="tx2"/>
                </a:solidFill>
              </a:rPr>
              <a:t> (Broadcast </a:t>
            </a:r>
            <a:r>
              <a:rPr lang="en-US" altLang="en-US" dirty="0" err="1">
                <a:solidFill>
                  <a:schemeClr val="tx2"/>
                </a:solidFill>
              </a:rPr>
              <a:t>Netword</a:t>
            </a:r>
            <a:r>
              <a:rPr lang="en-US" altLang="en-US" dirty="0">
                <a:solidFill>
                  <a:schemeClr val="tx2"/>
                </a:solidFill>
              </a:rPr>
              <a:t>), </a:t>
            </a:r>
            <a:r>
              <a:rPr lang="en-US" altLang="en-US" dirty="0" err="1">
                <a:solidFill>
                  <a:schemeClr val="tx2"/>
                </a:solidFill>
              </a:rPr>
              <a:t>ví</a:t>
            </a:r>
            <a:r>
              <a:rPr lang="en-US" altLang="en-US" dirty="0">
                <a:solidFill>
                  <a:schemeClr val="tx2"/>
                </a:solidFill>
              </a:rPr>
              <a:t> </a:t>
            </a:r>
            <a:r>
              <a:rPr lang="en-US" altLang="en-US" dirty="0" err="1">
                <a:solidFill>
                  <a:schemeClr val="tx2"/>
                </a:solidFill>
              </a:rPr>
              <a:t>dụ</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Ethernet, Token Ring, FDDI </a:t>
            </a:r>
          </a:p>
          <a:p>
            <a:pPr eaLnBrk="1" hangingPunct="1">
              <a:lnSpc>
                <a:spcPct val="150000"/>
              </a:lnSpc>
              <a:spcBef>
                <a:spcPct val="0"/>
              </a:spcBef>
              <a:buClrTx/>
              <a:buFontTx/>
              <a:buNone/>
            </a:pPr>
            <a:r>
              <a:rPr lang="en-US" altLang="en-US" dirty="0">
                <a:solidFill>
                  <a:schemeClr val="tx2"/>
                </a:solidFill>
              </a:rPr>
              <a:t> - </a:t>
            </a:r>
            <a:r>
              <a:rPr lang="en-US" altLang="en-US" dirty="0" err="1">
                <a:solidFill>
                  <a:schemeClr val="tx2"/>
                </a:solidFill>
              </a:rPr>
              <a:t>Mạng</a:t>
            </a:r>
            <a:r>
              <a:rPr lang="en-US" altLang="en-US" dirty="0">
                <a:solidFill>
                  <a:schemeClr val="tx2"/>
                </a:solidFill>
              </a:rPr>
              <a:t> point-to-point.</a:t>
            </a:r>
          </a:p>
          <a:p>
            <a:pPr eaLnBrk="1" hangingPunct="1">
              <a:lnSpc>
                <a:spcPct val="150000"/>
              </a:lnSpc>
              <a:spcBef>
                <a:spcPct val="0"/>
              </a:spcBef>
              <a:buClrTx/>
              <a:buFontTx/>
              <a:buNone/>
            </a:pPr>
            <a:r>
              <a:rPr lang="en-US" altLang="en-US" dirty="0">
                <a:solidFill>
                  <a:schemeClr val="tx2"/>
                </a:solidFill>
              </a:rPr>
              <a:t> -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quảng</a:t>
            </a:r>
            <a:r>
              <a:rPr lang="en-US" altLang="en-US" dirty="0">
                <a:solidFill>
                  <a:schemeClr val="tx2"/>
                </a:solidFill>
              </a:rPr>
              <a:t> </a:t>
            </a:r>
            <a:r>
              <a:rPr lang="en-US" altLang="en-US" dirty="0" err="1">
                <a:solidFill>
                  <a:schemeClr val="tx2"/>
                </a:solidFill>
              </a:rPr>
              <a:t>bá</a:t>
            </a:r>
            <a:r>
              <a:rPr lang="en-US" altLang="en-US" dirty="0">
                <a:solidFill>
                  <a:schemeClr val="tx2"/>
                </a:solidFill>
              </a:rPr>
              <a:t> </a:t>
            </a:r>
            <a:r>
              <a:rPr lang="en-US" altLang="en-US" dirty="0" err="1">
                <a:solidFill>
                  <a:schemeClr val="tx2"/>
                </a:solidFill>
              </a:rPr>
              <a:t>đa</a:t>
            </a:r>
            <a:r>
              <a:rPr lang="en-US" altLang="en-US" dirty="0">
                <a:solidFill>
                  <a:schemeClr val="tx2"/>
                </a:solidFill>
              </a:rPr>
              <a:t> </a:t>
            </a:r>
            <a:r>
              <a:rPr lang="en-US" altLang="en-US" dirty="0" err="1">
                <a:solidFill>
                  <a:schemeClr val="tx2"/>
                </a:solidFill>
              </a:rPr>
              <a:t>truy</a:t>
            </a:r>
            <a:r>
              <a:rPr lang="en-US" altLang="en-US" dirty="0">
                <a:solidFill>
                  <a:schemeClr val="tx2"/>
                </a:solidFill>
              </a:rPr>
              <a:t> </a:t>
            </a:r>
            <a:r>
              <a:rPr lang="en-US" altLang="en-US" dirty="0" err="1">
                <a:solidFill>
                  <a:schemeClr val="tx2"/>
                </a:solidFill>
              </a:rPr>
              <a:t>cập</a:t>
            </a:r>
            <a:r>
              <a:rPr lang="en-US" altLang="en-US" dirty="0">
                <a:solidFill>
                  <a:schemeClr val="tx2"/>
                </a:solidFill>
              </a:rPr>
              <a:t> (NBMA – </a:t>
            </a:r>
            <a:r>
              <a:rPr lang="en-US" altLang="en-US" dirty="0" err="1">
                <a:solidFill>
                  <a:schemeClr val="tx2"/>
                </a:solidFill>
              </a:rPr>
              <a:t>NonBroadcast</a:t>
            </a:r>
            <a:r>
              <a:rPr lang="en-US" altLang="en-US" dirty="0">
                <a:solidFill>
                  <a:schemeClr val="tx2"/>
                </a:solidFill>
              </a:rPr>
              <a:t> </a:t>
            </a:r>
            <a:r>
              <a:rPr lang="en-US" altLang="en-US" dirty="0" err="1">
                <a:solidFill>
                  <a:schemeClr val="tx2"/>
                </a:solidFill>
              </a:rPr>
              <a:t>Multil</a:t>
            </a:r>
            <a:r>
              <a:rPr lang="en-US" altLang="en-US" dirty="0">
                <a:solidFill>
                  <a:schemeClr val="tx2"/>
                </a:solidFill>
              </a:rPr>
              <a:t>-Access), </a:t>
            </a:r>
            <a:r>
              <a:rPr lang="en-US" altLang="en-US" dirty="0" err="1">
                <a:solidFill>
                  <a:schemeClr val="tx2"/>
                </a:solidFill>
              </a:rPr>
              <a:t>ví</a:t>
            </a:r>
            <a:r>
              <a:rPr lang="en-US" altLang="en-US" dirty="0">
                <a:solidFill>
                  <a:schemeClr val="tx2"/>
                </a:solidFill>
              </a:rPr>
              <a:t> </a:t>
            </a:r>
            <a:r>
              <a:rPr lang="en-US" altLang="en-US" dirty="0" err="1">
                <a:solidFill>
                  <a:schemeClr val="tx2"/>
                </a:solidFill>
              </a:rPr>
              <a:t>dụ</a:t>
            </a:r>
            <a:r>
              <a:rPr lang="en-US" altLang="en-US" dirty="0">
                <a:solidFill>
                  <a:schemeClr val="tx2"/>
                </a:solidFill>
              </a:rPr>
              <a:t> Frame Relay, ATM…</a:t>
            </a:r>
          </a:p>
          <a:p>
            <a:pPr eaLnBrk="1" hangingPunct="1">
              <a:lnSpc>
                <a:spcPct val="150000"/>
              </a:lnSpc>
              <a:spcBef>
                <a:spcPct val="0"/>
              </a:spcBef>
              <a:buClrTx/>
              <a:buFontTx/>
              <a:buNone/>
            </a:pPr>
            <a:r>
              <a:rPr lang="en-US" altLang="en-US" dirty="0">
                <a:solidFill>
                  <a:schemeClr val="tx2"/>
                </a:solidFill>
              </a:rPr>
              <a:t> - </a:t>
            </a:r>
            <a:r>
              <a:rPr lang="en-US" altLang="en-US" dirty="0" err="1">
                <a:solidFill>
                  <a:schemeClr val="tx2"/>
                </a:solidFill>
              </a:rPr>
              <a:t>Mạng</a:t>
            </a:r>
            <a:r>
              <a:rPr lang="en-US" altLang="en-US" dirty="0">
                <a:solidFill>
                  <a:schemeClr val="tx2"/>
                </a:solidFill>
              </a:rPr>
              <a:t> Point-to-Multipoint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thể</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nhà</a:t>
            </a:r>
            <a:r>
              <a:rPr lang="en-US" altLang="en-US" dirty="0">
                <a:solidFill>
                  <a:schemeClr val="tx2"/>
                </a:solidFill>
              </a:rPr>
              <a:t> </a:t>
            </a:r>
            <a:r>
              <a:rPr lang="en-US" altLang="en-US" dirty="0" err="1">
                <a:solidFill>
                  <a:schemeClr val="tx2"/>
                </a:solidFill>
              </a:rPr>
              <a:t>quản</a:t>
            </a:r>
            <a:r>
              <a:rPr lang="en-US" altLang="en-US" dirty="0">
                <a:solidFill>
                  <a:schemeClr val="tx2"/>
                </a:solidFill>
              </a:rPr>
              <a:t> </a:t>
            </a:r>
            <a:r>
              <a:rPr lang="en-US" altLang="en-US" dirty="0" err="1">
                <a:solidFill>
                  <a:schemeClr val="tx2"/>
                </a:solidFill>
              </a:rPr>
              <a:t>trị</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cấu</a:t>
            </a:r>
            <a:r>
              <a:rPr lang="en-US" altLang="en-US" dirty="0">
                <a:solidFill>
                  <a:schemeClr val="tx2"/>
                </a:solidFill>
              </a:rPr>
              <a:t> </a:t>
            </a:r>
            <a:r>
              <a:rPr lang="en-US" altLang="en-US" dirty="0" err="1">
                <a:solidFill>
                  <a:schemeClr val="tx2"/>
                </a:solidFill>
              </a:rPr>
              <a:t>hình</a:t>
            </a:r>
            <a:r>
              <a:rPr lang="en-US" altLang="en-US" dirty="0">
                <a:solidFill>
                  <a:schemeClr val="tx2"/>
                </a:solidFill>
              </a:rPr>
              <a:t> </a:t>
            </a:r>
            <a:r>
              <a:rPr lang="en-US" altLang="en-US" dirty="0" err="1">
                <a:solidFill>
                  <a:schemeClr val="tx2"/>
                </a:solidFill>
              </a:rPr>
              <a:t>cho</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cổng</a:t>
            </a:r>
            <a:r>
              <a:rPr lang="en-US" altLang="en-US" dirty="0">
                <a:solidFill>
                  <a:schemeClr val="tx2"/>
                </a:solidFill>
              </a:rPr>
              <a:t> </a:t>
            </a:r>
            <a:r>
              <a:rPr lang="en-US" altLang="en-US" dirty="0" err="1">
                <a:solidFill>
                  <a:schemeClr val="tx2"/>
                </a:solidFill>
              </a:rPr>
              <a:t>của</a:t>
            </a:r>
            <a:r>
              <a:rPr lang="en-US" altLang="en-US" dirty="0">
                <a:solidFill>
                  <a:schemeClr val="tx2"/>
                </a:solidFill>
              </a:rPr>
              <a:t> router.</a:t>
            </a:r>
          </a:p>
        </p:txBody>
      </p:sp>
      <p:sp>
        <p:nvSpPr>
          <p:cNvPr id="8" name="Title 1">
            <a:extLst>
              <a:ext uri="{FF2B5EF4-FFF2-40B4-BE49-F238E27FC236}">
                <a16:creationId xmlns:a16="http://schemas.microsoft.com/office/drawing/2014/main" id="{0DA8C432-3261-49DB-82FC-13D5DFCFE842}"/>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6">
            <a:extLst>
              <a:ext uri="{FF2B5EF4-FFF2-40B4-BE49-F238E27FC236}">
                <a16:creationId xmlns:a16="http://schemas.microsoft.com/office/drawing/2014/main" id="{50D23771-A113-46DA-A045-2FB5C36F63FC}"/>
              </a:ext>
            </a:extLst>
          </p:cNvPr>
          <p:cNvSpPr>
            <a:spLocks noChangeArrowheads="1"/>
          </p:cNvSpPr>
          <p:nvPr/>
        </p:nvSpPr>
        <p:spPr bwMode="gray">
          <a:xfrm>
            <a:off x="437322" y="1051267"/>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a:solidFill>
                  <a:schemeClr val="tx2"/>
                </a:solidFill>
              </a:rPr>
              <a:t>DR </a:t>
            </a:r>
            <a:r>
              <a:rPr lang="en-US" altLang="en-US" dirty="0" err="1">
                <a:solidFill>
                  <a:schemeClr val="tx2"/>
                </a:solidFill>
              </a:rPr>
              <a:t>và</a:t>
            </a:r>
            <a:r>
              <a:rPr lang="en-US" altLang="en-US" dirty="0">
                <a:solidFill>
                  <a:schemeClr val="tx2"/>
                </a:solidFill>
              </a:rPr>
              <a:t> BDR </a:t>
            </a:r>
          </a:p>
        </p:txBody>
      </p:sp>
      <p:sp>
        <p:nvSpPr>
          <p:cNvPr id="64516" name="Rectangle 7">
            <a:extLst>
              <a:ext uri="{FF2B5EF4-FFF2-40B4-BE49-F238E27FC236}">
                <a16:creationId xmlns:a16="http://schemas.microsoft.com/office/drawing/2014/main" id="{FC812A74-5EEF-4EC4-8897-052160A8CDC7}"/>
              </a:ext>
            </a:extLst>
          </p:cNvPr>
          <p:cNvSpPr>
            <a:spLocks noChangeArrowheads="1"/>
          </p:cNvSpPr>
          <p:nvPr/>
        </p:nvSpPr>
        <p:spPr bwMode="auto">
          <a:xfrm>
            <a:off x="437321" y="1453986"/>
            <a:ext cx="11554653" cy="5009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dirty="0">
                <a:solidFill>
                  <a:schemeClr val="tx2"/>
                </a:solidFill>
              </a:rPr>
              <a:t> - DR (Designated Router) :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quảng</a:t>
            </a:r>
            <a:r>
              <a:rPr lang="en-US" altLang="en-US" dirty="0">
                <a:solidFill>
                  <a:schemeClr val="tx2"/>
                </a:solidFill>
              </a:rPr>
              <a:t> </a:t>
            </a:r>
            <a:r>
              <a:rPr lang="en-US" altLang="en-US" dirty="0" err="1">
                <a:solidFill>
                  <a:schemeClr val="tx2"/>
                </a:solidFill>
              </a:rPr>
              <a:t>bá</a:t>
            </a:r>
            <a:r>
              <a:rPr lang="en-US" altLang="en-US" dirty="0">
                <a:solidFill>
                  <a:schemeClr val="tx2"/>
                </a:solidFill>
              </a:rPr>
              <a:t> </a:t>
            </a:r>
            <a:r>
              <a:rPr lang="en-US" altLang="en-US" dirty="0" err="1">
                <a:solidFill>
                  <a:schemeClr val="tx2"/>
                </a:solidFill>
              </a:rPr>
              <a:t>đa</a:t>
            </a:r>
            <a:r>
              <a:rPr lang="en-US" altLang="en-US" dirty="0">
                <a:solidFill>
                  <a:schemeClr val="tx2"/>
                </a:solidFill>
              </a:rPr>
              <a:t> </a:t>
            </a:r>
            <a:r>
              <a:rPr lang="en-US" altLang="en-US" dirty="0" err="1">
                <a:solidFill>
                  <a:schemeClr val="tx2"/>
                </a:solidFill>
              </a:rPr>
              <a:t>truy</a:t>
            </a:r>
            <a:r>
              <a:rPr lang="en-US" altLang="en-US" dirty="0">
                <a:solidFill>
                  <a:schemeClr val="tx2"/>
                </a:solidFill>
              </a:rPr>
              <a:t> </a:t>
            </a:r>
            <a:r>
              <a:rPr lang="en-US" altLang="en-US" dirty="0" err="1">
                <a:solidFill>
                  <a:schemeClr val="tx2"/>
                </a:solidFill>
              </a:rPr>
              <a:t>cập</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rất</a:t>
            </a:r>
            <a:r>
              <a:rPr lang="en-US" altLang="en-US" dirty="0">
                <a:solidFill>
                  <a:schemeClr val="tx2"/>
                </a:solidFill>
              </a:rPr>
              <a:t> </a:t>
            </a:r>
            <a:r>
              <a:rPr lang="en-US" altLang="en-US" dirty="0" err="1">
                <a:solidFill>
                  <a:schemeClr val="tx2"/>
                </a:solidFill>
              </a:rPr>
              <a:t>nhiều</a:t>
            </a:r>
            <a:r>
              <a:rPr lang="en-US" altLang="en-US" dirty="0">
                <a:solidFill>
                  <a:schemeClr val="tx2"/>
                </a:solidFill>
              </a:rPr>
              <a:t> router </a:t>
            </a:r>
            <a:r>
              <a:rPr lang="en-US" altLang="en-US" dirty="0" err="1">
                <a:solidFill>
                  <a:schemeClr val="tx2"/>
                </a:solidFill>
              </a:rPr>
              <a:t>kết</a:t>
            </a:r>
            <a:r>
              <a:rPr lang="en-US" altLang="en-US" dirty="0">
                <a:solidFill>
                  <a:schemeClr val="tx2"/>
                </a:solidFill>
              </a:rPr>
              <a:t> </a:t>
            </a:r>
            <a:r>
              <a:rPr lang="en-US" altLang="en-US" dirty="0" err="1">
                <a:solidFill>
                  <a:schemeClr val="tx2"/>
                </a:solidFill>
              </a:rPr>
              <a:t>nối</a:t>
            </a:r>
            <a:r>
              <a:rPr lang="en-US" altLang="en-US" dirty="0">
                <a:solidFill>
                  <a:schemeClr val="tx2"/>
                </a:solidFill>
              </a:rPr>
              <a:t> </a:t>
            </a:r>
            <a:r>
              <a:rPr lang="en-US" altLang="en-US" dirty="0" err="1">
                <a:solidFill>
                  <a:schemeClr val="tx2"/>
                </a:solidFill>
              </a:rPr>
              <a:t>vào</a:t>
            </a:r>
            <a:r>
              <a:rPr lang="en-US" altLang="en-US" dirty="0">
                <a:solidFill>
                  <a:schemeClr val="tx2"/>
                </a:solidFill>
              </a:rPr>
              <a:t>. </a:t>
            </a:r>
            <a:r>
              <a:rPr lang="en-US" altLang="en-US" dirty="0" err="1">
                <a:solidFill>
                  <a:schemeClr val="tx2"/>
                </a:solidFill>
              </a:rPr>
              <a:t>Nếu</a:t>
            </a:r>
            <a:r>
              <a:rPr lang="en-US" altLang="en-US" dirty="0">
                <a:solidFill>
                  <a:schemeClr val="tx2"/>
                </a:solidFill>
              </a:rPr>
              <a:t> </a:t>
            </a:r>
            <a:r>
              <a:rPr lang="en-US" altLang="en-US" dirty="0" err="1">
                <a:solidFill>
                  <a:schemeClr val="tx2"/>
                </a:solidFill>
              </a:rPr>
              <a:t>mỗi</a:t>
            </a:r>
            <a:r>
              <a:rPr lang="en-US" altLang="en-US" dirty="0">
                <a:solidFill>
                  <a:schemeClr val="tx2"/>
                </a:solidFill>
              </a:rPr>
              <a:t> router </a:t>
            </a:r>
            <a:r>
              <a:rPr lang="en-US" altLang="en-US" dirty="0" err="1">
                <a:solidFill>
                  <a:schemeClr val="tx2"/>
                </a:solidFill>
              </a:rPr>
              <a:t>đều</a:t>
            </a:r>
            <a:r>
              <a:rPr lang="en-US" altLang="en-US" dirty="0">
                <a:solidFill>
                  <a:schemeClr val="tx2"/>
                </a:solidFill>
              </a:rPr>
              <a:t> </a:t>
            </a:r>
            <a:r>
              <a:rPr lang="en-US" altLang="en-US" dirty="0" err="1">
                <a:solidFill>
                  <a:schemeClr val="tx2"/>
                </a:solidFill>
              </a:rPr>
              <a:t>thiết</a:t>
            </a:r>
            <a:r>
              <a:rPr lang="en-US" altLang="en-US" dirty="0">
                <a:solidFill>
                  <a:schemeClr val="tx2"/>
                </a:solidFill>
              </a:rPr>
              <a:t> </a:t>
            </a:r>
            <a:r>
              <a:rPr lang="en-US" altLang="en-US" dirty="0" err="1">
                <a:solidFill>
                  <a:schemeClr val="tx2"/>
                </a:solidFill>
              </a:rPr>
              <a:t>lập</a:t>
            </a:r>
            <a:r>
              <a:rPr lang="en-US" altLang="en-US" dirty="0">
                <a:solidFill>
                  <a:schemeClr val="tx2"/>
                </a:solidFill>
              </a:rPr>
              <a:t> </a:t>
            </a:r>
            <a:r>
              <a:rPr lang="en-US" altLang="en-US" dirty="0" err="1">
                <a:solidFill>
                  <a:schemeClr val="tx2"/>
                </a:solidFill>
              </a:rPr>
              <a:t>mối</a:t>
            </a:r>
            <a:r>
              <a:rPr lang="en-US" altLang="en-US" dirty="0">
                <a:solidFill>
                  <a:schemeClr val="tx2"/>
                </a:solidFill>
              </a:rPr>
              <a:t> </a:t>
            </a:r>
            <a:r>
              <a:rPr lang="en-US" altLang="en-US" dirty="0" err="1">
                <a:solidFill>
                  <a:schemeClr val="tx2"/>
                </a:solidFill>
              </a:rPr>
              <a:t>quan</a:t>
            </a:r>
            <a:r>
              <a:rPr lang="en-US" altLang="en-US" dirty="0">
                <a:solidFill>
                  <a:schemeClr val="tx2"/>
                </a:solidFill>
              </a:rPr>
              <a:t> </a:t>
            </a:r>
            <a:r>
              <a:rPr lang="en-US" altLang="en-US" dirty="0" err="1">
                <a:solidFill>
                  <a:schemeClr val="tx2"/>
                </a:solidFill>
              </a:rPr>
              <a:t>hệ</a:t>
            </a:r>
            <a:r>
              <a:rPr lang="en-US" altLang="en-US" dirty="0">
                <a:solidFill>
                  <a:schemeClr val="tx2"/>
                </a:solidFill>
              </a:rPr>
              <a:t> </a:t>
            </a:r>
            <a:r>
              <a:rPr lang="en-US" altLang="en-US" dirty="0" err="1">
                <a:solidFill>
                  <a:schemeClr val="tx2"/>
                </a:solidFill>
              </a:rPr>
              <a:t>thân</a:t>
            </a:r>
            <a:r>
              <a:rPr lang="en-US" altLang="en-US" dirty="0">
                <a:solidFill>
                  <a:schemeClr val="tx2"/>
                </a:solidFill>
              </a:rPr>
              <a:t> </a:t>
            </a:r>
            <a:r>
              <a:rPr lang="en-US" altLang="en-US" dirty="0" err="1">
                <a:solidFill>
                  <a:schemeClr val="tx2"/>
                </a:solidFill>
              </a:rPr>
              <a:t>mật</a:t>
            </a:r>
            <a:r>
              <a:rPr lang="en-US" altLang="en-US" dirty="0">
                <a:solidFill>
                  <a:schemeClr val="tx2"/>
                </a:solidFill>
              </a:rPr>
              <a:t> </a:t>
            </a:r>
            <a:r>
              <a:rPr lang="en-US" altLang="en-US" dirty="0" err="1">
                <a:solidFill>
                  <a:schemeClr val="tx2"/>
                </a:solidFill>
              </a:rPr>
              <a:t>với</a:t>
            </a:r>
            <a:r>
              <a:rPr lang="en-US" altLang="en-US" dirty="0">
                <a:solidFill>
                  <a:schemeClr val="tx2"/>
                </a:solidFill>
              </a:rPr>
              <a:t> </a:t>
            </a:r>
            <a:r>
              <a:rPr lang="en-US" altLang="en-US" dirty="0" err="1">
                <a:solidFill>
                  <a:schemeClr val="tx2"/>
                </a:solidFill>
              </a:rPr>
              <a:t>mọi</a:t>
            </a:r>
            <a:r>
              <a:rPr lang="en-US" altLang="en-US" dirty="0">
                <a:solidFill>
                  <a:schemeClr val="tx2"/>
                </a:solidFill>
              </a:rPr>
              <a:t> router </a:t>
            </a:r>
            <a:r>
              <a:rPr lang="en-US" altLang="en-US" dirty="0" err="1">
                <a:solidFill>
                  <a:schemeClr val="tx2"/>
                </a:solidFill>
              </a:rPr>
              <a:t>khác</a:t>
            </a:r>
            <a:r>
              <a:rPr lang="en-US" altLang="en-US" dirty="0">
                <a:solidFill>
                  <a:schemeClr val="tx2"/>
                </a:solidFill>
              </a:rPr>
              <a:t>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thực</a:t>
            </a:r>
            <a:r>
              <a:rPr lang="en-US" altLang="en-US" dirty="0">
                <a:solidFill>
                  <a:schemeClr val="tx2"/>
                </a:solidFill>
              </a:rPr>
              <a:t> </a:t>
            </a:r>
            <a:r>
              <a:rPr lang="en-US" altLang="en-US" dirty="0" err="1">
                <a:solidFill>
                  <a:schemeClr val="tx2"/>
                </a:solidFill>
              </a:rPr>
              <a:t>hiện</a:t>
            </a:r>
            <a:r>
              <a:rPr lang="en-US" altLang="en-US" dirty="0">
                <a:solidFill>
                  <a:schemeClr val="tx2"/>
                </a:solidFill>
              </a:rPr>
              <a:t> </a:t>
            </a:r>
            <a:r>
              <a:rPr lang="en-US" altLang="en-US" dirty="0" err="1">
                <a:solidFill>
                  <a:schemeClr val="tx2"/>
                </a:solidFill>
              </a:rPr>
              <a:t>trao</a:t>
            </a:r>
            <a:r>
              <a:rPr lang="en-US" altLang="en-US" dirty="0">
                <a:solidFill>
                  <a:schemeClr val="tx2"/>
                </a:solidFill>
              </a:rPr>
              <a:t> </a:t>
            </a:r>
            <a:r>
              <a:rPr lang="en-US" altLang="en-US" dirty="0" err="1">
                <a:solidFill>
                  <a:schemeClr val="tx2"/>
                </a:solidFill>
              </a:rPr>
              <a:t>đổi</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thì</a:t>
            </a:r>
            <a:r>
              <a:rPr lang="en-US" altLang="en-US" dirty="0">
                <a:solidFill>
                  <a:schemeClr val="tx2"/>
                </a:solidFill>
              </a:rPr>
              <a:t>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sinh</a:t>
            </a:r>
            <a:r>
              <a:rPr lang="en-US" altLang="en-US" dirty="0">
                <a:solidFill>
                  <a:schemeClr val="tx2"/>
                </a:solidFill>
              </a:rPr>
              <a:t> ra </a:t>
            </a:r>
            <a:r>
              <a:rPr lang="en-US" altLang="en-US" dirty="0" err="1">
                <a:solidFill>
                  <a:schemeClr val="tx2"/>
                </a:solidFill>
              </a:rPr>
              <a:t>quá</a:t>
            </a:r>
            <a:r>
              <a:rPr lang="en-US" altLang="en-US" dirty="0">
                <a:solidFill>
                  <a:schemeClr val="tx2"/>
                </a:solidFill>
              </a:rPr>
              <a:t> </a:t>
            </a:r>
            <a:r>
              <a:rPr lang="en-US" altLang="en-US" dirty="0" err="1">
                <a:solidFill>
                  <a:schemeClr val="tx2"/>
                </a:solidFill>
              </a:rPr>
              <a:t>tải</a:t>
            </a:r>
            <a:r>
              <a:rPr lang="en-US" altLang="en-US" dirty="0">
                <a:solidFill>
                  <a:schemeClr val="tx2"/>
                </a:solidFill>
              </a:rPr>
              <a:t>, </a:t>
            </a:r>
            <a:r>
              <a:rPr lang="en-US" altLang="en-US" dirty="0" err="1">
                <a:solidFill>
                  <a:schemeClr val="tx2"/>
                </a:solidFill>
              </a:rPr>
              <a:t>chiếm</a:t>
            </a:r>
            <a:r>
              <a:rPr lang="en-US" altLang="en-US" dirty="0">
                <a:solidFill>
                  <a:schemeClr val="tx2"/>
                </a:solidFill>
              </a:rPr>
              <a:t> </a:t>
            </a:r>
            <a:r>
              <a:rPr lang="en-US" altLang="en-US" dirty="0" err="1">
                <a:solidFill>
                  <a:schemeClr val="tx2"/>
                </a:solidFill>
              </a:rPr>
              <a:t>dụng</a:t>
            </a:r>
            <a:r>
              <a:rPr lang="en-US" altLang="en-US" dirty="0">
                <a:solidFill>
                  <a:schemeClr val="tx2"/>
                </a:solidFill>
              </a:rPr>
              <a:t> bandwidth.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giải</a:t>
            </a:r>
            <a:r>
              <a:rPr lang="en-US" altLang="en-US" dirty="0">
                <a:solidFill>
                  <a:schemeClr val="tx2"/>
                </a:solidFill>
              </a:rPr>
              <a:t> </a:t>
            </a:r>
            <a:r>
              <a:rPr lang="en-US" altLang="en-US" dirty="0" err="1">
                <a:solidFill>
                  <a:schemeClr val="tx2"/>
                </a:solidFill>
              </a:rPr>
              <a:t>quyết</a:t>
            </a:r>
            <a:r>
              <a:rPr lang="en-US" altLang="en-US" dirty="0">
                <a:solidFill>
                  <a:schemeClr val="tx2"/>
                </a:solidFill>
              </a:rPr>
              <a:t> </a:t>
            </a:r>
            <a:r>
              <a:rPr lang="en-US" altLang="en-US" dirty="0" err="1">
                <a:solidFill>
                  <a:schemeClr val="tx2"/>
                </a:solidFill>
              </a:rPr>
              <a:t>vấn</a:t>
            </a:r>
            <a:r>
              <a:rPr lang="en-US" altLang="en-US" dirty="0">
                <a:solidFill>
                  <a:schemeClr val="tx2"/>
                </a:solidFill>
              </a:rPr>
              <a:t> </a:t>
            </a:r>
            <a:r>
              <a:rPr lang="en-US" altLang="en-US" dirty="0" err="1">
                <a:solidFill>
                  <a:schemeClr val="tx2"/>
                </a:solidFill>
              </a:rPr>
              <a:t>đề</a:t>
            </a:r>
            <a:r>
              <a:rPr lang="en-US" altLang="en-US" dirty="0">
                <a:solidFill>
                  <a:schemeClr val="tx2"/>
                </a:solidFill>
              </a:rPr>
              <a:t> </a:t>
            </a:r>
            <a:r>
              <a:rPr lang="en-US" altLang="en-US" dirty="0" err="1">
                <a:solidFill>
                  <a:schemeClr val="tx2"/>
                </a:solidFill>
              </a:rPr>
              <a:t>đó</a:t>
            </a:r>
            <a:r>
              <a:rPr lang="en-US" altLang="en-US" dirty="0">
                <a:solidFill>
                  <a:schemeClr val="tx2"/>
                </a:solidFill>
              </a:rPr>
              <a:t>, OSPF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bầu</a:t>
            </a:r>
            <a:r>
              <a:rPr lang="en-US" altLang="en-US" dirty="0">
                <a:solidFill>
                  <a:schemeClr val="tx2"/>
                </a:solidFill>
              </a:rPr>
              <a:t> ra </a:t>
            </a:r>
            <a:r>
              <a:rPr lang="en-US" altLang="en-US" dirty="0" err="1">
                <a:solidFill>
                  <a:schemeClr val="tx2"/>
                </a:solidFill>
              </a:rPr>
              <a:t>một</a:t>
            </a:r>
            <a:r>
              <a:rPr lang="en-US" altLang="en-US" dirty="0">
                <a:solidFill>
                  <a:schemeClr val="tx2"/>
                </a:solidFill>
              </a:rPr>
              <a:t> router </a:t>
            </a:r>
            <a:r>
              <a:rPr lang="en-US" altLang="en-US" dirty="0" err="1">
                <a:solidFill>
                  <a:schemeClr val="tx2"/>
                </a:solidFill>
              </a:rPr>
              <a:t>làm</a:t>
            </a:r>
            <a:r>
              <a:rPr lang="en-US" altLang="en-US" dirty="0">
                <a:solidFill>
                  <a:schemeClr val="tx2"/>
                </a:solidFill>
              </a:rPr>
              <a:t> </a:t>
            </a:r>
            <a:r>
              <a:rPr lang="en-US" altLang="en-US" dirty="0" err="1">
                <a:solidFill>
                  <a:schemeClr val="tx2"/>
                </a:solidFill>
              </a:rPr>
              <a:t>đại</a:t>
            </a:r>
            <a:r>
              <a:rPr lang="en-US" altLang="en-US" dirty="0">
                <a:solidFill>
                  <a:schemeClr val="tx2"/>
                </a:solidFill>
              </a:rPr>
              <a:t> </a:t>
            </a:r>
            <a:r>
              <a:rPr lang="en-US" altLang="en-US" dirty="0" err="1">
                <a:solidFill>
                  <a:schemeClr val="tx2"/>
                </a:solidFill>
              </a:rPr>
              <a:t>diện</a:t>
            </a:r>
            <a:r>
              <a:rPr lang="en-US" altLang="en-US" dirty="0">
                <a:solidFill>
                  <a:schemeClr val="tx2"/>
                </a:solidFill>
              </a:rPr>
              <a:t> (DR- Designated Router). </a:t>
            </a:r>
          </a:p>
          <a:p>
            <a:pPr>
              <a:lnSpc>
                <a:spcPct val="150000"/>
              </a:lnSpc>
              <a:spcBef>
                <a:spcPct val="0"/>
              </a:spcBef>
              <a:buClrTx/>
              <a:buNone/>
            </a:pPr>
            <a:r>
              <a:rPr lang="en-US" altLang="en-US" dirty="0">
                <a:solidFill>
                  <a:schemeClr val="tx2"/>
                </a:solidFill>
              </a:rPr>
              <a:t>Router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thiết</a:t>
            </a:r>
            <a:r>
              <a:rPr lang="en-US" altLang="en-US" dirty="0">
                <a:solidFill>
                  <a:schemeClr val="tx2"/>
                </a:solidFill>
              </a:rPr>
              <a:t> </a:t>
            </a:r>
            <a:r>
              <a:rPr lang="en-US" altLang="en-US" dirty="0" err="1">
                <a:solidFill>
                  <a:schemeClr val="tx2"/>
                </a:solidFill>
              </a:rPr>
              <a:t>lập</a:t>
            </a:r>
            <a:r>
              <a:rPr lang="en-US" altLang="en-US" dirty="0">
                <a:solidFill>
                  <a:schemeClr val="tx2"/>
                </a:solidFill>
              </a:rPr>
              <a:t> </a:t>
            </a:r>
            <a:r>
              <a:rPr lang="en-US" altLang="en-US" dirty="0" err="1">
                <a:solidFill>
                  <a:schemeClr val="tx2"/>
                </a:solidFill>
              </a:rPr>
              <a:t>mối</a:t>
            </a:r>
            <a:r>
              <a:rPr lang="en-US" altLang="en-US" dirty="0">
                <a:solidFill>
                  <a:schemeClr val="tx2"/>
                </a:solidFill>
              </a:rPr>
              <a:t> </a:t>
            </a:r>
            <a:r>
              <a:rPr lang="en-US" altLang="en-US" dirty="0" err="1">
                <a:solidFill>
                  <a:schemeClr val="tx2"/>
                </a:solidFill>
              </a:rPr>
              <a:t>quan</a:t>
            </a:r>
            <a:r>
              <a:rPr lang="en-US" altLang="en-US" dirty="0">
                <a:solidFill>
                  <a:schemeClr val="tx2"/>
                </a:solidFill>
              </a:rPr>
              <a:t> </a:t>
            </a:r>
            <a:r>
              <a:rPr lang="en-US" altLang="en-US" dirty="0" err="1">
                <a:solidFill>
                  <a:schemeClr val="tx2"/>
                </a:solidFill>
              </a:rPr>
              <a:t>hệ</a:t>
            </a:r>
            <a:r>
              <a:rPr lang="en-US" altLang="en-US" dirty="0">
                <a:solidFill>
                  <a:schemeClr val="tx2"/>
                </a:solidFill>
              </a:rPr>
              <a:t> </a:t>
            </a:r>
            <a:r>
              <a:rPr lang="en-US" altLang="en-US" dirty="0" err="1">
                <a:solidFill>
                  <a:schemeClr val="tx2"/>
                </a:solidFill>
              </a:rPr>
              <a:t>thân</a:t>
            </a:r>
            <a:r>
              <a:rPr lang="en-US" altLang="en-US" dirty="0">
                <a:solidFill>
                  <a:schemeClr val="tx2"/>
                </a:solidFill>
              </a:rPr>
              <a:t> </a:t>
            </a:r>
            <a:r>
              <a:rPr lang="en-US" altLang="en-US" dirty="0" err="1">
                <a:solidFill>
                  <a:schemeClr val="tx2"/>
                </a:solidFill>
              </a:rPr>
              <a:t>mật</a:t>
            </a:r>
            <a:r>
              <a:rPr lang="en-US" altLang="en-US" dirty="0">
                <a:solidFill>
                  <a:schemeClr val="tx2"/>
                </a:solidFill>
              </a:rPr>
              <a:t> </a:t>
            </a:r>
            <a:r>
              <a:rPr lang="en-US" altLang="en-US" dirty="0" err="1">
                <a:solidFill>
                  <a:schemeClr val="tx2"/>
                </a:solidFill>
              </a:rPr>
              <a:t>với</a:t>
            </a:r>
            <a:r>
              <a:rPr lang="en-US" altLang="en-US" dirty="0">
                <a:solidFill>
                  <a:schemeClr val="tx2"/>
                </a:solidFill>
              </a:rPr>
              <a:t> </a:t>
            </a:r>
            <a:r>
              <a:rPr lang="en-US" altLang="en-US" dirty="0" err="1">
                <a:solidFill>
                  <a:schemeClr val="tx2"/>
                </a:solidFill>
              </a:rPr>
              <a:t>các</a:t>
            </a:r>
            <a:r>
              <a:rPr lang="en-US" altLang="en-US" dirty="0">
                <a:solidFill>
                  <a:schemeClr val="tx2"/>
                </a:solidFill>
              </a:rPr>
              <a:t> router </a:t>
            </a:r>
            <a:r>
              <a:rPr lang="en-US" altLang="en-US" dirty="0" err="1">
                <a:solidFill>
                  <a:schemeClr val="tx2"/>
                </a:solidFill>
              </a:rPr>
              <a:t>khác</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Các</a:t>
            </a:r>
            <a:r>
              <a:rPr lang="en-US" altLang="en-US" dirty="0">
                <a:solidFill>
                  <a:schemeClr val="tx2"/>
                </a:solidFill>
              </a:rPr>
              <a:t> router </a:t>
            </a:r>
            <a:r>
              <a:rPr lang="en-US" altLang="en-US" dirty="0" err="1">
                <a:solidFill>
                  <a:schemeClr val="tx2"/>
                </a:solidFill>
              </a:rPr>
              <a:t>còn</a:t>
            </a:r>
            <a:r>
              <a:rPr lang="en-US" altLang="en-US" dirty="0">
                <a:solidFill>
                  <a:schemeClr val="tx2"/>
                </a:solidFill>
              </a:rPr>
              <a:t> </a:t>
            </a:r>
            <a:r>
              <a:rPr lang="en-US" altLang="en-US" dirty="0" err="1">
                <a:solidFill>
                  <a:schemeClr val="tx2"/>
                </a:solidFill>
              </a:rPr>
              <a:t>lại</a:t>
            </a:r>
            <a:r>
              <a:rPr lang="en-US" altLang="en-US" dirty="0">
                <a:solidFill>
                  <a:schemeClr val="tx2"/>
                </a:solidFill>
              </a:rPr>
              <a:t>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về</a:t>
            </a:r>
            <a:r>
              <a:rPr lang="en-US" altLang="en-US" dirty="0">
                <a:solidFill>
                  <a:schemeClr val="tx2"/>
                </a:solidFill>
              </a:rPr>
              <a:t> </a:t>
            </a:r>
            <a:r>
              <a:rPr lang="en-US" altLang="en-US" dirty="0" err="1">
                <a:solidFill>
                  <a:schemeClr val="tx2"/>
                </a:solidFill>
              </a:rPr>
              <a:t>trạng</a:t>
            </a:r>
            <a:r>
              <a:rPr lang="en-US" altLang="en-US" dirty="0">
                <a:solidFill>
                  <a:schemeClr val="tx2"/>
                </a:solidFill>
              </a:rPr>
              <a:t> </a:t>
            </a:r>
            <a:r>
              <a:rPr lang="en-US" altLang="en-US" dirty="0" err="1">
                <a:solidFill>
                  <a:schemeClr val="tx2"/>
                </a:solidFill>
              </a:rPr>
              <a:t>thái</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liên</a:t>
            </a:r>
            <a:r>
              <a:rPr lang="en-US" altLang="en-US" dirty="0">
                <a:solidFill>
                  <a:schemeClr val="tx2"/>
                </a:solidFill>
              </a:rPr>
              <a:t> </a:t>
            </a:r>
            <a:r>
              <a:rPr lang="en-US" altLang="en-US" dirty="0" err="1">
                <a:solidFill>
                  <a:schemeClr val="tx2"/>
                </a:solidFill>
              </a:rPr>
              <a:t>kết</a:t>
            </a:r>
            <a:r>
              <a:rPr lang="en-US" altLang="en-US" dirty="0">
                <a:solidFill>
                  <a:schemeClr val="tx2"/>
                </a:solidFill>
              </a:rPr>
              <a:t> </a:t>
            </a:r>
            <a:r>
              <a:rPr lang="en-US" altLang="en-US" dirty="0" err="1">
                <a:solidFill>
                  <a:schemeClr val="tx2"/>
                </a:solidFill>
              </a:rPr>
              <a:t>cho</a:t>
            </a:r>
            <a:r>
              <a:rPr lang="en-US" altLang="en-US" dirty="0">
                <a:solidFill>
                  <a:schemeClr val="tx2"/>
                </a:solidFill>
              </a:rPr>
              <a:t> DR. Sau </a:t>
            </a:r>
            <a:r>
              <a:rPr lang="en-US" altLang="en-US" dirty="0" err="1">
                <a:solidFill>
                  <a:schemeClr val="tx2"/>
                </a:solidFill>
              </a:rPr>
              <a:t>đó</a:t>
            </a:r>
            <a:r>
              <a:rPr lang="en-US" altLang="en-US" dirty="0">
                <a:solidFill>
                  <a:schemeClr val="tx2"/>
                </a:solidFill>
              </a:rPr>
              <a:t> DR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cho</a:t>
            </a:r>
            <a:r>
              <a:rPr lang="en-US" altLang="en-US" dirty="0">
                <a:solidFill>
                  <a:schemeClr val="tx2"/>
                </a:solidFill>
              </a:rPr>
              <a:t> </a:t>
            </a:r>
            <a:r>
              <a:rPr lang="en-US" altLang="en-US" dirty="0" err="1">
                <a:solidFill>
                  <a:schemeClr val="tx2"/>
                </a:solidFill>
              </a:rPr>
              <a:t>các</a:t>
            </a:r>
            <a:r>
              <a:rPr lang="en-US" altLang="en-US" dirty="0">
                <a:solidFill>
                  <a:schemeClr val="tx2"/>
                </a:solidFill>
              </a:rPr>
              <a:t> router </a:t>
            </a:r>
            <a:r>
              <a:rPr lang="en-US" altLang="en-US" dirty="0" err="1">
                <a:solidFill>
                  <a:schemeClr val="tx2"/>
                </a:solidFill>
              </a:rPr>
              <a:t>khác</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DR </a:t>
            </a:r>
            <a:r>
              <a:rPr lang="en-US" altLang="en-US" dirty="0" err="1">
                <a:solidFill>
                  <a:schemeClr val="tx2"/>
                </a:solidFill>
              </a:rPr>
              <a:t>đóng</a:t>
            </a:r>
            <a:r>
              <a:rPr lang="en-US" altLang="en-US" dirty="0">
                <a:solidFill>
                  <a:schemeClr val="tx2"/>
                </a:solidFill>
              </a:rPr>
              <a:t> </a:t>
            </a:r>
            <a:r>
              <a:rPr lang="en-US" altLang="en-US" dirty="0" err="1">
                <a:solidFill>
                  <a:schemeClr val="tx2"/>
                </a:solidFill>
              </a:rPr>
              <a:t>vai</a:t>
            </a:r>
            <a:r>
              <a:rPr lang="en-US" altLang="en-US" dirty="0">
                <a:solidFill>
                  <a:schemeClr val="tx2"/>
                </a:solidFill>
              </a:rPr>
              <a:t> </a:t>
            </a:r>
            <a:r>
              <a:rPr lang="en-US" altLang="en-US" dirty="0" err="1">
                <a:solidFill>
                  <a:schemeClr val="tx2"/>
                </a:solidFill>
              </a:rPr>
              <a:t>trò</a:t>
            </a:r>
            <a:r>
              <a:rPr lang="en-US" altLang="en-US" dirty="0">
                <a:solidFill>
                  <a:schemeClr val="tx2"/>
                </a:solidFill>
              </a:rPr>
              <a:t> </a:t>
            </a:r>
            <a:r>
              <a:rPr lang="en-US" altLang="en-US" dirty="0" err="1">
                <a:solidFill>
                  <a:schemeClr val="tx2"/>
                </a:solidFill>
              </a:rPr>
              <a:t>như</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người</a:t>
            </a:r>
            <a:r>
              <a:rPr lang="en-US" altLang="en-US" dirty="0">
                <a:solidFill>
                  <a:schemeClr val="tx2"/>
                </a:solidFill>
              </a:rPr>
              <a:t> </a:t>
            </a:r>
            <a:r>
              <a:rPr lang="en-US" altLang="en-US" dirty="0" err="1">
                <a:solidFill>
                  <a:schemeClr val="tx2"/>
                </a:solidFill>
              </a:rPr>
              <a:t>đại</a:t>
            </a:r>
            <a:r>
              <a:rPr lang="en-US" altLang="en-US" dirty="0">
                <a:solidFill>
                  <a:schemeClr val="tx2"/>
                </a:solidFill>
              </a:rPr>
              <a:t> </a:t>
            </a:r>
            <a:r>
              <a:rPr lang="en-US" altLang="en-US" dirty="0" err="1">
                <a:solidFill>
                  <a:schemeClr val="tx2"/>
                </a:solidFill>
              </a:rPr>
              <a:t>diện</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p>
          <a:p>
            <a:pPr eaLnBrk="1" hangingPunct="1">
              <a:lnSpc>
                <a:spcPct val="150000"/>
              </a:lnSpc>
              <a:spcBef>
                <a:spcPct val="0"/>
              </a:spcBef>
              <a:buClrTx/>
              <a:buFontTx/>
              <a:buNone/>
            </a:pPr>
            <a:endParaRPr lang="en-US" altLang="en-US" dirty="0">
              <a:solidFill>
                <a:schemeClr val="tx2"/>
              </a:solidFill>
            </a:endParaRPr>
          </a:p>
        </p:txBody>
      </p:sp>
      <p:sp>
        <p:nvSpPr>
          <p:cNvPr id="9" name="Title 1">
            <a:extLst>
              <a:ext uri="{FF2B5EF4-FFF2-40B4-BE49-F238E27FC236}">
                <a16:creationId xmlns:a16="http://schemas.microsoft.com/office/drawing/2014/main" id="{1480C1E2-F4D8-4FA3-BEB5-524AF15F7BE2}"/>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6">
            <a:extLst>
              <a:ext uri="{FF2B5EF4-FFF2-40B4-BE49-F238E27FC236}">
                <a16:creationId xmlns:a16="http://schemas.microsoft.com/office/drawing/2014/main" id="{F6795725-29F3-4077-8121-54833E004E48}"/>
              </a:ext>
            </a:extLst>
          </p:cNvPr>
          <p:cNvSpPr>
            <a:spLocks noChangeArrowheads="1"/>
          </p:cNvSpPr>
          <p:nvPr/>
        </p:nvSpPr>
        <p:spPr bwMode="gray">
          <a:xfrm>
            <a:off x="437322" y="1066800"/>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a:solidFill>
                  <a:schemeClr val="tx2"/>
                </a:solidFill>
              </a:rPr>
              <a:t>DR </a:t>
            </a:r>
            <a:r>
              <a:rPr lang="en-US" altLang="en-US" dirty="0" err="1">
                <a:solidFill>
                  <a:schemeClr val="tx2"/>
                </a:solidFill>
              </a:rPr>
              <a:t>và</a:t>
            </a:r>
            <a:r>
              <a:rPr lang="en-US" altLang="en-US" dirty="0">
                <a:solidFill>
                  <a:schemeClr val="tx2"/>
                </a:solidFill>
              </a:rPr>
              <a:t> BDR </a:t>
            </a:r>
          </a:p>
        </p:txBody>
      </p:sp>
      <p:sp>
        <p:nvSpPr>
          <p:cNvPr id="65540" name="Rectangle 7">
            <a:extLst>
              <a:ext uri="{FF2B5EF4-FFF2-40B4-BE49-F238E27FC236}">
                <a16:creationId xmlns:a16="http://schemas.microsoft.com/office/drawing/2014/main" id="{3828915A-A21F-4FE6-9339-A166CA7D9062}"/>
              </a:ext>
            </a:extLst>
          </p:cNvPr>
          <p:cNvSpPr>
            <a:spLocks noChangeArrowheads="1"/>
          </p:cNvSpPr>
          <p:nvPr/>
        </p:nvSpPr>
        <p:spPr bwMode="auto">
          <a:xfrm>
            <a:off x="437321" y="1513740"/>
            <a:ext cx="11611803" cy="2239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dirty="0">
                <a:solidFill>
                  <a:schemeClr val="tx2"/>
                </a:solidFill>
              </a:rPr>
              <a:t> - BDR (Back Designated Router) : </a:t>
            </a:r>
            <a:r>
              <a:rPr lang="en-US" altLang="en-US" dirty="0" err="1">
                <a:solidFill>
                  <a:schemeClr val="tx2"/>
                </a:solidFill>
              </a:rPr>
              <a:t>Nếu</a:t>
            </a:r>
            <a:r>
              <a:rPr lang="en-US" altLang="en-US" dirty="0">
                <a:solidFill>
                  <a:schemeClr val="tx2"/>
                </a:solidFill>
              </a:rPr>
              <a:t> DR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sự</a:t>
            </a:r>
            <a:r>
              <a:rPr lang="en-US" altLang="en-US" dirty="0">
                <a:solidFill>
                  <a:schemeClr val="tx2"/>
                </a:solidFill>
              </a:rPr>
              <a:t> </a:t>
            </a:r>
            <a:r>
              <a:rPr lang="en-US" altLang="en-US" dirty="0" err="1">
                <a:solidFill>
                  <a:schemeClr val="tx2"/>
                </a:solidFill>
              </a:rPr>
              <a:t>cố</a:t>
            </a:r>
            <a:r>
              <a:rPr lang="en-US" altLang="en-US" dirty="0">
                <a:solidFill>
                  <a:schemeClr val="tx2"/>
                </a:solidFill>
              </a:rPr>
              <a:t> </a:t>
            </a:r>
            <a:r>
              <a:rPr lang="en-US" altLang="en-US" dirty="0" err="1">
                <a:solidFill>
                  <a:schemeClr val="tx2"/>
                </a:solidFill>
              </a:rPr>
              <a:t>thì</a:t>
            </a:r>
            <a:r>
              <a:rPr lang="en-US" altLang="en-US" dirty="0">
                <a:solidFill>
                  <a:schemeClr val="tx2"/>
                </a:solidFill>
              </a:rPr>
              <a:t> </a:t>
            </a:r>
            <a:r>
              <a:rPr lang="en-US" altLang="en-US" dirty="0" err="1">
                <a:solidFill>
                  <a:schemeClr val="tx2"/>
                </a:solidFill>
              </a:rPr>
              <a:t>quá</a:t>
            </a:r>
            <a:r>
              <a:rPr lang="en-US" altLang="en-US" dirty="0">
                <a:solidFill>
                  <a:schemeClr val="tx2"/>
                </a:solidFill>
              </a:rPr>
              <a:t> </a:t>
            </a:r>
            <a:r>
              <a:rPr lang="en-US" altLang="en-US" dirty="0" err="1">
                <a:solidFill>
                  <a:schemeClr val="tx2"/>
                </a:solidFill>
              </a:rPr>
              <a:t>trình</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bị</a:t>
            </a:r>
            <a:r>
              <a:rPr lang="en-US" altLang="en-US" dirty="0">
                <a:solidFill>
                  <a:schemeClr val="tx2"/>
                </a:solidFill>
              </a:rPr>
              <a:t> </a:t>
            </a:r>
            <a:r>
              <a:rPr lang="en-US" altLang="en-US" dirty="0" err="1">
                <a:solidFill>
                  <a:schemeClr val="tx2"/>
                </a:solidFill>
              </a:rPr>
              <a:t>cản</a:t>
            </a:r>
            <a:r>
              <a:rPr lang="en-US" altLang="en-US" dirty="0">
                <a:solidFill>
                  <a:schemeClr val="tx2"/>
                </a:solidFill>
              </a:rPr>
              <a:t>. Do </a:t>
            </a:r>
            <a:r>
              <a:rPr lang="en-US" altLang="en-US" dirty="0" err="1">
                <a:solidFill>
                  <a:schemeClr val="tx2"/>
                </a:solidFill>
              </a:rPr>
              <a:t>đó</a:t>
            </a:r>
            <a:r>
              <a:rPr lang="en-US" altLang="en-US" dirty="0">
                <a:solidFill>
                  <a:schemeClr val="tx2"/>
                </a:solidFill>
              </a:rPr>
              <a:t>, </a:t>
            </a:r>
            <a:r>
              <a:rPr lang="en-US" altLang="en-US" dirty="0" err="1">
                <a:solidFill>
                  <a:schemeClr val="tx2"/>
                </a:solidFill>
              </a:rPr>
              <a:t>cần</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một</a:t>
            </a:r>
            <a:r>
              <a:rPr lang="en-US" altLang="en-US" dirty="0">
                <a:solidFill>
                  <a:schemeClr val="tx2"/>
                </a:solidFill>
              </a:rPr>
              <a:t> router </a:t>
            </a:r>
            <a:r>
              <a:rPr lang="en-US" altLang="en-US" dirty="0" err="1">
                <a:solidFill>
                  <a:schemeClr val="tx2"/>
                </a:solidFill>
              </a:rPr>
              <a:t>thứ</a:t>
            </a:r>
            <a:r>
              <a:rPr lang="en-US" altLang="en-US" dirty="0">
                <a:solidFill>
                  <a:schemeClr val="tx2"/>
                </a:solidFill>
              </a:rPr>
              <a:t> </a:t>
            </a:r>
            <a:r>
              <a:rPr lang="en-US" altLang="en-US" dirty="0" err="1">
                <a:solidFill>
                  <a:schemeClr val="tx2"/>
                </a:solidFill>
              </a:rPr>
              <a:t>hai</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bầu</a:t>
            </a:r>
            <a:r>
              <a:rPr lang="en-US" altLang="en-US" dirty="0">
                <a:solidFill>
                  <a:schemeClr val="tx2"/>
                </a:solidFill>
              </a:rPr>
              <a:t> ra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làm</a:t>
            </a:r>
            <a:r>
              <a:rPr lang="en-US" altLang="en-US" dirty="0">
                <a:solidFill>
                  <a:schemeClr val="tx2"/>
                </a:solidFill>
              </a:rPr>
              <a:t> </a:t>
            </a:r>
            <a:r>
              <a:rPr lang="en-US" altLang="en-US" dirty="0" err="1">
                <a:solidFill>
                  <a:schemeClr val="tx2"/>
                </a:solidFill>
              </a:rPr>
              <a:t>đại</a:t>
            </a:r>
            <a:r>
              <a:rPr lang="en-US" altLang="en-US" dirty="0">
                <a:solidFill>
                  <a:schemeClr val="tx2"/>
                </a:solidFill>
              </a:rPr>
              <a:t> </a:t>
            </a:r>
            <a:r>
              <a:rPr lang="en-US" altLang="en-US" dirty="0" err="1">
                <a:solidFill>
                  <a:schemeClr val="tx2"/>
                </a:solidFill>
              </a:rPr>
              <a:t>diện</a:t>
            </a:r>
            <a:r>
              <a:rPr lang="en-US" altLang="en-US" dirty="0">
                <a:solidFill>
                  <a:schemeClr val="tx2"/>
                </a:solidFill>
              </a:rPr>
              <a:t> </a:t>
            </a:r>
            <a:r>
              <a:rPr lang="en-US" altLang="en-US" dirty="0" err="1">
                <a:solidFill>
                  <a:schemeClr val="tx2"/>
                </a:solidFill>
              </a:rPr>
              <a:t>dự</a:t>
            </a:r>
            <a:r>
              <a:rPr lang="en-US" altLang="en-US" dirty="0">
                <a:solidFill>
                  <a:schemeClr val="tx2"/>
                </a:solidFill>
              </a:rPr>
              <a:t> </a:t>
            </a:r>
            <a:r>
              <a:rPr lang="en-US" altLang="en-US" dirty="0" err="1">
                <a:solidFill>
                  <a:schemeClr val="tx2"/>
                </a:solidFill>
              </a:rPr>
              <a:t>phòng</a:t>
            </a:r>
            <a:r>
              <a:rPr lang="en-US" altLang="en-US" dirty="0">
                <a:solidFill>
                  <a:schemeClr val="tx2"/>
                </a:solidFill>
              </a:rPr>
              <a:t> (BDR – Backup Designated Router), router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đảm</a:t>
            </a:r>
            <a:r>
              <a:rPr lang="en-US" altLang="en-US" dirty="0">
                <a:solidFill>
                  <a:schemeClr val="tx2"/>
                </a:solidFill>
              </a:rPr>
              <a:t> </a:t>
            </a:r>
            <a:r>
              <a:rPr lang="en-US" altLang="en-US" dirty="0" err="1">
                <a:solidFill>
                  <a:schemeClr val="tx2"/>
                </a:solidFill>
              </a:rPr>
              <a:t>trách</a:t>
            </a:r>
            <a:r>
              <a:rPr lang="en-US" altLang="en-US" dirty="0">
                <a:solidFill>
                  <a:schemeClr val="tx2"/>
                </a:solidFill>
              </a:rPr>
              <a:t> </a:t>
            </a:r>
            <a:r>
              <a:rPr lang="en-US" altLang="en-US" dirty="0" err="1">
                <a:solidFill>
                  <a:schemeClr val="tx2"/>
                </a:solidFill>
              </a:rPr>
              <a:t>vai</a:t>
            </a:r>
            <a:r>
              <a:rPr lang="en-US" altLang="en-US" dirty="0">
                <a:solidFill>
                  <a:schemeClr val="tx2"/>
                </a:solidFill>
              </a:rPr>
              <a:t> </a:t>
            </a:r>
            <a:r>
              <a:rPr lang="en-US" altLang="en-US" dirty="0" err="1">
                <a:solidFill>
                  <a:schemeClr val="tx2"/>
                </a:solidFill>
              </a:rPr>
              <a:t>trò</a:t>
            </a:r>
            <a:r>
              <a:rPr lang="en-US" altLang="en-US" dirty="0">
                <a:solidFill>
                  <a:schemeClr val="tx2"/>
                </a:solidFill>
              </a:rPr>
              <a:t> </a:t>
            </a:r>
            <a:r>
              <a:rPr lang="en-US" altLang="en-US" dirty="0" err="1">
                <a:solidFill>
                  <a:schemeClr val="tx2"/>
                </a:solidFill>
              </a:rPr>
              <a:t>của</a:t>
            </a:r>
            <a:r>
              <a:rPr lang="en-US" altLang="en-US" dirty="0">
                <a:solidFill>
                  <a:schemeClr val="tx2"/>
                </a:solidFill>
              </a:rPr>
              <a:t> DR </a:t>
            </a:r>
            <a:r>
              <a:rPr lang="en-US" altLang="en-US" dirty="0" err="1">
                <a:solidFill>
                  <a:schemeClr val="tx2"/>
                </a:solidFill>
              </a:rPr>
              <a:t>nếu</a:t>
            </a:r>
            <a:r>
              <a:rPr lang="en-US" altLang="en-US" dirty="0">
                <a:solidFill>
                  <a:schemeClr val="tx2"/>
                </a:solidFill>
              </a:rPr>
              <a:t> DR </a:t>
            </a:r>
            <a:r>
              <a:rPr lang="en-US" altLang="en-US" dirty="0" err="1">
                <a:solidFill>
                  <a:schemeClr val="tx2"/>
                </a:solidFill>
              </a:rPr>
              <a:t>bị</a:t>
            </a:r>
            <a:r>
              <a:rPr lang="en-US" altLang="en-US" dirty="0">
                <a:solidFill>
                  <a:schemeClr val="tx2"/>
                </a:solidFill>
              </a:rPr>
              <a:t> </a:t>
            </a:r>
            <a:r>
              <a:rPr lang="en-US" altLang="en-US" dirty="0" err="1">
                <a:solidFill>
                  <a:schemeClr val="tx2"/>
                </a:solidFill>
              </a:rPr>
              <a:t>sự</a:t>
            </a:r>
            <a:r>
              <a:rPr lang="en-US" altLang="en-US" dirty="0">
                <a:solidFill>
                  <a:schemeClr val="tx2"/>
                </a:solidFill>
              </a:rPr>
              <a:t> </a:t>
            </a:r>
            <a:r>
              <a:rPr lang="en-US" altLang="en-US" dirty="0" err="1">
                <a:solidFill>
                  <a:schemeClr val="tx2"/>
                </a:solidFill>
              </a:rPr>
              <a:t>cố</a:t>
            </a:r>
            <a:r>
              <a:rPr lang="en-US" altLang="en-US" dirty="0">
                <a:solidFill>
                  <a:schemeClr val="tx2"/>
                </a:solidFill>
              </a:rPr>
              <a:t>. </a:t>
            </a:r>
          </a:p>
        </p:txBody>
      </p:sp>
      <p:pic>
        <p:nvPicPr>
          <p:cNvPr id="65541" name="Picture 10" descr="untitled">
            <a:extLst>
              <a:ext uri="{FF2B5EF4-FFF2-40B4-BE49-F238E27FC236}">
                <a16:creationId xmlns:a16="http://schemas.microsoft.com/office/drawing/2014/main" id="{0A30898D-0897-4C88-84A8-84100C1BA3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3349" y="3632969"/>
            <a:ext cx="3724275" cy="2836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2" name="Rectangle 11">
            <a:extLst>
              <a:ext uri="{FF2B5EF4-FFF2-40B4-BE49-F238E27FC236}">
                <a16:creationId xmlns:a16="http://schemas.microsoft.com/office/drawing/2014/main" id="{CCC5F565-510A-46F1-8ED2-C82F74D36238}"/>
              </a:ext>
            </a:extLst>
          </p:cNvPr>
          <p:cNvSpPr>
            <a:spLocks noChangeArrowheads="1"/>
          </p:cNvSpPr>
          <p:nvPr/>
        </p:nvSpPr>
        <p:spPr bwMode="auto">
          <a:xfrm>
            <a:off x="437321" y="3675141"/>
            <a:ext cx="5992054" cy="2793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buClrTx/>
              <a:buFontTx/>
              <a:buNone/>
            </a:pPr>
            <a:r>
              <a:rPr lang="en-US" altLang="en-US" dirty="0">
                <a:solidFill>
                  <a:schemeClr val="tx2"/>
                </a:solidFill>
              </a:rPr>
              <a:t>DR </a:t>
            </a:r>
            <a:r>
              <a:rPr lang="en-US" altLang="en-US" dirty="0" err="1">
                <a:solidFill>
                  <a:schemeClr val="tx2"/>
                </a:solidFill>
              </a:rPr>
              <a:t>và</a:t>
            </a:r>
            <a:r>
              <a:rPr lang="en-US" altLang="en-US" dirty="0">
                <a:solidFill>
                  <a:schemeClr val="tx2"/>
                </a:solidFill>
              </a:rPr>
              <a:t> BDR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các</a:t>
            </a:r>
            <a:r>
              <a:rPr lang="en-US" altLang="en-US" dirty="0">
                <a:solidFill>
                  <a:schemeClr val="tx2"/>
                </a:solidFill>
              </a:rPr>
              <a:t> LSA </a:t>
            </a:r>
            <a:r>
              <a:rPr lang="en-US" altLang="en-US" dirty="0" err="1">
                <a:solidFill>
                  <a:schemeClr val="tx2"/>
                </a:solidFill>
              </a:rPr>
              <a:t>đến</a:t>
            </a:r>
            <a:r>
              <a:rPr lang="en-US" altLang="en-US" dirty="0">
                <a:solidFill>
                  <a:schemeClr val="tx2"/>
                </a:solidFill>
              </a:rPr>
              <a:t> </a:t>
            </a:r>
            <a:r>
              <a:rPr lang="en-US" altLang="en-US" dirty="0" err="1">
                <a:solidFill>
                  <a:schemeClr val="tx2"/>
                </a:solidFill>
              </a:rPr>
              <a:t>các</a:t>
            </a:r>
            <a:r>
              <a:rPr lang="en-US" altLang="en-US" dirty="0">
                <a:solidFill>
                  <a:schemeClr val="tx2"/>
                </a:solidFill>
              </a:rPr>
              <a:t> router </a:t>
            </a:r>
            <a:r>
              <a:rPr lang="en-US" altLang="en-US" dirty="0" err="1">
                <a:solidFill>
                  <a:schemeClr val="tx2"/>
                </a:solidFill>
              </a:rPr>
              <a:t>thông</a:t>
            </a:r>
            <a:r>
              <a:rPr lang="en-US" altLang="en-US" dirty="0">
                <a:solidFill>
                  <a:schemeClr val="tx2"/>
                </a:solidFill>
              </a:rPr>
              <a:t> qua </a:t>
            </a:r>
            <a:r>
              <a:rPr lang="en-US" altLang="en-US" dirty="0" err="1">
                <a:solidFill>
                  <a:schemeClr val="tx2"/>
                </a:solidFill>
              </a:rPr>
              <a:t>địa</a:t>
            </a:r>
            <a:r>
              <a:rPr lang="en-US" altLang="en-US" dirty="0">
                <a:solidFill>
                  <a:schemeClr val="tx2"/>
                </a:solidFill>
              </a:rPr>
              <a:t> </a:t>
            </a:r>
            <a:r>
              <a:rPr lang="en-US" altLang="en-US" dirty="0" err="1">
                <a:solidFill>
                  <a:schemeClr val="tx2"/>
                </a:solidFill>
              </a:rPr>
              <a:t>chỉ</a:t>
            </a:r>
            <a:r>
              <a:rPr lang="en-US" altLang="en-US" dirty="0">
                <a:solidFill>
                  <a:schemeClr val="tx2"/>
                </a:solidFill>
              </a:rPr>
              <a:t> multicast 224.0.0.5 </a:t>
            </a:r>
            <a:r>
              <a:rPr lang="en-US" altLang="en-US" dirty="0" err="1">
                <a:solidFill>
                  <a:schemeClr val="tx2"/>
                </a:solidFill>
              </a:rPr>
              <a:t>Các</a:t>
            </a:r>
            <a:r>
              <a:rPr lang="en-US" altLang="en-US" dirty="0">
                <a:solidFill>
                  <a:schemeClr val="tx2"/>
                </a:solidFill>
              </a:rPr>
              <a:t> router </a:t>
            </a:r>
            <a:r>
              <a:rPr lang="en-US" altLang="en-US" dirty="0" err="1">
                <a:solidFill>
                  <a:schemeClr val="tx2"/>
                </a:solidFill>
              </a:rPr>
              <a:t>khác</a:t>
            </a:r>
            <a:r>
              <a:rPr lang="en-US" altLang="en-US" dirty="0">
                <a:solidFill>
                  <a:schemeClr val="tx2"/>
                </a:solidFill>
              </a:rPr>
              <a:t>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LSA </a:t>
            </a:r>
            <a:r>
              <a:rPr lang="en-US" altLang="en-US" dirty="0" err="1">
                <a:solidFill>
                  <a:schemeClr val="tx2"/>
                </a:solidFill>
              </a:rPr>
              <a:t>về</a:t>
            </a:r>
            <a:r>
              <a:rPr lang="en-US" altLang="en-US" dirty="0">
                <a:solidFill>
                  <a:schemeClr val="tx2"/>
                </a:solidFill>
              </a:rPr>
              <a:t> </a:t>
            </a:r>
            <a:r>
              <a:rPr lang="en-US" altLang="en-US" dirty="0" err="1">
                <a:solidFill>
                  <a:schemeClr val="tx2"/>
                </a:solidFill>
              </a:rPr>
              <a:t>cho</a:t>
            </a:r>
            <a:r>
              <a:rPr lang="en-US" altLang="en-US" dirty="0">
                <a:solidFill>
                  <a:schemeClr val="tx2"/>
                </a:solidFill>
              </a:rPr>
              <a:t> DR </a:t>
            </a:r>
            <a:r>
              <a:rPr lang="en-US" altLang="en-US" dirty="0" err="1">
                <a:solidFill>
                  <a:schemeClr val="tx2"/>
                </a:solidFill>
              </a:rPr>
              <a:t>và</a:t>
            </a:r>
            <a:r>
              <a:rPr lang="en-US" altLang="en-US" dirty="0">
                <a:solidFill>
                  <a:schemeClr val="tx2"/>
                </a:solidFill>
              </a:rPr>
              <a:t> BDR </a:t>
            </a:r>
            <a:r>
              <a:rPr lang="en-US" altLang="en-US" dirty="0" err="1">
                <a:solidFill>
                  <a:schemeClr val="tx2"/>
                </a:solidFill>
              </a:rPr>
              <a:t>thông</a:t>
            </a:r>
            <a:r>
              <a:rPr lang="en-US" altLang="en-US" dirty="0">
                <a:solidFill>
                  <a:schemeClr val="tx2"/>
                </a:solidFill>
              </a:rPr>
              <a:t> qua </a:t>
            </a:r>
            <a:r>
              <a:rPr lang="en-US" altLang="en-US" dirty="0" err="1">
                <a:solidFill>
                  <a:schemeClr val="tx2"/>
                </a:solidFill>
              </a:rPr>
              <a:t>địa</a:t>
            </a:r>
            <a:r>
              <a:rPr lang="en-US" altLang="en-US" dirty="0">
                <a:solidFill>
                  <a:schemeClr val="tx2"/>
                </a:solidFill>
              </a:rPr>
              <a:t> </a:t>
            </a:r>
            <a:r>
              <a:rPr lang="en-US" altLang="en-US" dirty="0" err="1">
                <a:solidFill>
                  <a:schemeClr val="tx2"/>
                </a:solidFill>
              </a:rPr>
              <a:t>chỉ</a:t>
            </a:r>
            <a:r>
              <a:rPr lang="en-US" altLang="en-US" dirty="0">
                <a:solidFill>
                  <a:schemeClr val="tx2"/>
                </a:solidFill>
              </a:rPr>
              <a:t> multicast 224.0.0.6. </a:t>
            </a:r>
          </a:p>
        </p:txBody>
      </p:sp>
      <p:sp>
        <p:nvSpPr>
          <p:cNvPr id="11" name="Title 1">
            <a:extLst>
              <a:ext uri="{FF2B5EF4-FFF2-40B4-BE49-F238E27FC236}">
                <a16:creationId xmlns:a16="http://schemas.microsoft.com/office/drawing/2014/main" id="{8FFBEEA3-9DF2-464B-A46F-0C58699739BD}"/>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6">
            <a:extLst>
              <a:ext uri="{FF2B5EF4-FFF2-40B4-BE49-F238E27FC236}">
                <a16:creationId xmlns:a16="http://schemas.microsoft.com/office/drawing/2014/main" id="{FFA43B18-A6A3-4651-A5AC-DED3767BC8A5}"/>
              </a:ext>
            </a:extLst>
          </p:cNvPr>
          <p:cNvSpPr>
            <a:spLocks noChangeArrowheads="1"/>
          </p:cNvSpPr>
          <p:nvPr/>
        </p:nvSpPr>
        <p:spPr bwMode="gray">
          <a:xfrm>
            <a:off x="479425" y="1166361"/>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Cấu</a:t>
            </a:r>
            <a:r>
              <a:rPr lang="en-US" altLang="en-US" dirty="0">
                <a:solidFill>
                  <a:schemeClr val="tx2"/>
                </a:solidFill>
              </a:rPr>
              <a:t> </a:t>
            </a:r>
            <a:r>
              <a:rPr lang="en-US" altLang="en-US" dirty="0" err="1">
                <a:solidFill>
                  <a:schemeClr val="tx2"/>
                </a:solidFill>
              </a:rPr>
              <a:t>trúc</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OSPF </a:t>
            </a:r>
          </a:p>
        </p:txBody>
      </p:sp>
      <p:pic>
        <p:nvPicPr>
          <p:cNvPr id="66564" name="Picture 11" descr="ospf-packet-header">
            <a:extLst>
              <a:ext uri="{FF2B5EF4-FFF2-40B4-BE49-F238E27FC236}">
                <a16:creationId xmlns:a16="http://schemas.microsoft.com/office/drawing/2014/main" id="{C16A0D2B-15C5-491A-9234-8E5978CF68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0" y="2586038"/>
            <a:ext cx="4248150" cy="400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6" name="Rectangle 13">
            <a:extLst>
              <a:ext uri="{FF2B5EF4-FFF2-40B4-BE49-F238E27FC236}">
                <a16:creationId xmlns:a16="http://schemas.microsoft.com/office/drawing/2014/main" id="{7401CF64-44C6-4478-A048-EFB02BCEAD4E}"/>
              </a:ext>
            </a:extLst>
          </p:cNvPr>
          <p:cNvSpPr>
            <a:spLocks noChangeArrowheads="1"/>
          </p:cNvSpPr>
          <p:nvPr/>
        </p:nvSpPr>
        <p:spPr bwMode="auto">
          <a:xfrm>
            <a:off x="479425" y="1542283"/>
            <a:ext cx="114173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buFont typeface="Wingdings" panose="05000000000000000000" pitchFamily="2" charset="2"/>
              <a:buNone/>
            </a:pPr>
            <a:r>
              <a:rPr lang="en-US" altLang="en-US" dirty="0" err="1">
                <a:solidFill>
                  <a:schemeClr val="tx2"/>
                </a:solidFill>
              </a:rPr>
              <a:t>Gói</a:t>
            </a:r>
            <a:r>
              <a:rPr lang="en-US" altLang="en-US" dirty="0">
                <a:solidFill>
                  <a:schemeClr val="tx2"/>
                </a:solidFill>
              </a:rPr>
              <a:t> tin OSPF </a:t>
            </a:r>
            <a:r>
              <a:rPr lang="en-US" altLang="en-US" dirty="0" err="1">
                <a:solidFill>
                  <a:schemeClr val="tx2"/>
                </a:solidFill>
              </a:rPr>
              <a:t>gồm</a:t>
            </a:r>
            <a:r>
              <a:rPr lang="en-US" altLang="en-US" dirty="0">
                <a:solidFill>
                  <a:schemeClr val="tx2"/>
                </a:solidFill>
              </a:rPr>
              <a:t> 2 </a:t>
            </a:r>
            <a:r>
              <a:rPr lang="en-US" altLang="en-US" dirty="0" err="1">
                <a:solidFill>
                  <a:schemeClr val="tx2"/>
                </a:solidFill>
              </a:rPr>
              <a:t>phần</a:t>
            </a:r>
            <a:r>
              <a:rPr lang="en-US" altLang="en-US" dirty="0">
                <a:solidFill>
                  <a:schemeClr val="tx2"/>
                </a:solidFill>
              </a:rPr>
              <a:t> </a:t>
            </a:r>
            <a:r>
              <a:rPr lang="en-US" altLang="en-US" dirty="0" err="1">
                <a:solidFill>
                  <a:schemeClr val="tx2"/>
                </a:solidFill>
              </a:rPr>
              <a:t>là</a:t>
            </a:r>
            <a:r>
              <a:rPr lang="en-US" altLang="en-US" dirty="0">
                <a:solidFill>
                  <a:schemeClr val="tx2"/>
                </a:solidFill>
              </a:rPr>
              <a:t> header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trường</a:t>
            </a:r>
            <a:r>
              <a:rPr lang="en-US" altLang="en-US" dirty="0">
                <a:solidFill>
                  <a:schemeClr val="tx2"/>
                </a:solidFill>
              </a:rPr>
              <a:t> </a:t>
            </a:r>
            <a:r>
              <a:rPr lang="en-US" altLang="en-US" dirty="0" err="1">
                <a:solidFill>
                  <a:schemeClr val="tx2"/>
                </a:solidFill>
              </a:rPr>
              <a:t>dữ</a:t>
            </a:r>
            <a:r>
              <a:rPr lang="en-US" altLang="en-US" dirty="0">
                <a:solidFill>
                  <a:schemeClr val="tx2"/>
                </a:solidFill>
              </a:rPr>
              <a:t> </a:t>
            </a:r>
            <a:r>
              <a:rPr lang="en-US" altLang="en-US" dirty="0" err="1">
                <a:solidFill>
                  <a:schemeClr val="tx2"/>
                </a:solidFill>
              </a:rPr>
              <a:t>liệu</a:t>
            </a:r>
            <a:endParaRPr lang="en-US" altLang="en-US" dirty="0">
              <a:solidFill>
                <a:schemeClr val="tx2"/>
              </a:solidFill>
            </a:endParaRPr>
          </a:p>
          <a:p>
            <a:pPr marL="285750" indent="-285750">
              <a:spcBef>
                <a:spcPct val="0"/>
              </a:spcBef>
              <a:buClr>
                <a:srgbClr val="9933FF"/>
              </a:buClr>
            </a:pPr>
            <a:r>
              <a:rPr lang="en-US" altLang="en-US" dirty="0">
                <a:solidFill>
                  <a:schemeClr val="tx2"/>
                </a:solidFill>
              </a:rPr>
              <a:t> Header: </a:t>
            </a:r>
            <a:r>
              <a:rPr lang="en-US" altLang="en-US" dirty="0" err="1">
                <a:solidFill>
                  <a:schemeClr val="tx2"/>
                </a:solidFill>
              </a:rPr>
              <a:t>cấu</a:t>
            </a:r>
            <a:r>
              <a:rPr lang="en-US" altLang="en-US" dirty="0">
                <a:solidFill>
                  <a:schemeClr val="tx2"/>
                </a:solidFill>
              </a:rPr>
              <a:t> </a:t>
            </a:r>
            <a:r>
              <a:rPr lang="en-US" altLang="en-US" dirty="0" err="1">
                <a:solidFill>
                  <a:schemeClr val="tx2"/>
                </a:solidFill>
              </a:rPr>
              <a:t>trúc</a:t>
            </a:r>
            <a:r>
              <a:rPr lang="en-US" altLang="en-US" dirty="0">
                <a:solidFill>
                  <a:schemeClr val="tx2"/>
                </a:solidFill>
              </a:rPr>
              <a:t> Header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gói</a:t>
            </a:r>
            <a:r>
              <a:rPr lang="en-US" altLang="en-US" dirty="0">
                <a:solidFill>
                  <a:schemeClr val="tx2"/>
                </a:solidFill>
              </a:rPr>
              <a:t> OSPF</a:t>
            </a:r>
            <a:r>
              <a:rPr lang="en-US" altLang="en-US" dirty="0"/>
              <a:t> </a:t>
            </a:r>
            <a:r>
              <a:rPr lang="en-US" altLang="en-US" dirty="0">
                <a:solidFill>
                  <a:schemeClr val="tx2"/>
                </a:solidFill>
              </a:rPr>
              <a:t> </a:t>
            </a:r>
          </a:p>
          <a:p>
            <a:pPr eaLnBrk="1" hangingPunct="1">
              <a:spcBef>
                <a:spcPct val="0"/>
              </a:spcBef>
              <a:buClr>
                <a:srgbClr val="9933FF"/>
              </a:buClr>
              <a:buFont typeface="Wingdings" panose="05000000000000000000" pitchFamily="2" charset="2"/>
              <a:buNone/>
            </a:pPr>
            <a:endParaRPr lang="en-US" altLang="en-US" dirty="0">
              <a:solidFill>
                <a:schemeClr val="tx2"/>
              </a:solidFill>
            </a:endParaRPr>
          </a:p>
        </p:txBody>
      </p:sp>
      <p:sp>
        <p:nvSpPr>
          <p:cNvPr id="10" name="Title 1">
            <a:extLst>
              <a:ext uri="{FF2B5EF4-FFF2-40B4-BE49-F238E27FC236}">
                <a16:creationId xmlns:a16="http://schemas.microsoft.com/office/drawing/2014/main" id="{9F5FAF91-95FC-4EF3-B2F2-60B2DC19C7B3}"/>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6">
            <a:extLst>
              <a:ext uri="{FF2B5EF4-FFF2-40B4-BE49-F238E27FC236}">
                <a16:creationId xmlns:a16="http://schemas.microsoft.com/office/drawing/2014/main" id="{A0FD8339-9511-4C64-89F7-275224517473}"/>
              </a:ext>
            </a:extLst>
          </p:cNvPr>
          <p:cNvSpPr>
            <a:spLocks noChangeArrowheads="1"/>
          </p:cNvSpPr>
          <p:nvPr/>
        </p:nvSpPr>
        <p:spPr bwMode="gray">
          <a:xfrm>
            <a:off x="437322" y="1079661"/>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Cấu</a:t>
            </a:r>
            <a:r>
              <a:rPr lang="en-US" altLang="en-US" dirty="0">
                <a:solidFill>
                  <a:schemeClr val="tx2"/>
                </a:solidFill>
              </a:rPr>
              <a:t> </a:t>
            </a:r>
            <a:r>
              <a:rPr lang="en-US" altLang="en-US" dirty="0" err="1">
                <a:solidFill>
                  <a:schemeClr val="tx2"/>
                </a:solidFill>
              </a:rPr>
              <a:t>trúc</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OSPF </a:t>
            </a:r>
          </a:p>
        </p:txBody>
      </p:sp>
      <p:sp>
        <p:nvSpPr>
          <p:cNvPr id="67589" name="Rectangle 9">
            <a:extLst>
              <a:ext uri="{FF2B5EF4-FFF2-40B4-BE49-F238E27FC236}">
                <a16:creationId xmlns:a16="http://schemas.microsoft.com/office/drawing/2014/main" id="{F1906B9B-0FE0-4D98-84D1-DD78D74D6B55}"/>
              </a:ext>
            </a:extLst>
          </p:cNvPr>
          <p:cNvSpPr>
            <a:spLocks noChangeArrowheads="1"/>
          </p:cNvSpPr>
          <p:nvPr/>
        </p:nvSpPr>
        <p:spPr bwMode="auto">
          <a:xfrm>
            <a:off x="525812" y="1835590"/>
            <a:ext cx="10805652"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
                <a:srgbClr val="9933FF"/>
              </a:buClr>
              <a:buNone/>
            </a:pPr>
            <a:r>
              <a:rPr lang="en-US" altLang="en-US" dirty="0" err="1">
                <a:solidFill>
                  <a:schemeClr val="tx2"/>
                </a:solidFill>
              </a:rPr>
              <a:t>Gói</a:t>
            </a:r>
            <a:r>
              <a:rPr lang="en-US" altLang="en-US" dirty="0">
                <a:solidFill>
                  <a:schemeClr val="tx2"/>
                </a:solidFill>
              </a:rPr>
              <a:t> tin OSPF </a:t>
            </a:r>
            <a:r>
              <a:rPr lang="en-US" altLang="en-US" dirty="0" err="1">
                <a:solidFill>
                  <a:schemeClr val="tx2"/>
                </a:solidFill>
              </a:rPr>
              <a:t>gồm</a:t>
            </a:r>
            <a:r>
              <a:rPr lang="en-US" altLang="en-US" dirty="0">
                <a:solidFill>
                  <a:schemeClr val="tx2"/>
                </a:solidFill>
              </a:rPr>
              <a:t> 2 </a:t>
            </a:r>
            <a:r>
              <a:rPr lang="en-US" altLang="en-US" dirty="0" err="1">
                <a:solidFill>
                  <a:schemeClr val="tx2"/>
                </a:solidFill>
              </a:rPr>
              <a:t>phần</a:t>
            </a:r>
            <a:r>
              <a:rPr lang="en-US" altLang="en-US" dirty="0">
                <a:solidFill>
                  <a:schemeClr val="tx2"/>
                </a:solidFill>
              </a:rPr>
              <a:t> </a:t>
            </a:r>
            <a:r>
              <a:rPr lang="en-US" altLang="en-US" dirty="0" err="1">
                <a:solidFill>
                  <a:schemeClr val="tx2"/>
                </a:solidFill>
              </a:rPr>
              <a:t>là</a:t>
            </a:r>
            <a:r>
              <a:rPr lang="en-US" altLang="en-US" dirty="0">
                <a:solidFill>
                  <a:schemeClr val="tx2"/>
                </a:solidFill>
              </a:rPr>
              <a:t> header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trường</a:t>
            </a:r>
            <a:r>
              <a:rPr lang="en-US" altLang="en-US" dirty="0">
                <a:solidFill>
                  <a:schemeClr val="tx2"/>
                </a:solidFill>
              </a:rPr>
              <a:t> </a:t>
            </a:r>
            <a:r>
              <a:rPr lang="en-US" altLang="en-US" dirty="0" err="1">
                <a:solidFill>
                  <a:schemeClr val="tx2"/>
                </a:solidFill>
              </a:rPr>
              <a:t>dữ</a:t>
            </a:r>
            <a:r>
              <a:rPr lang="en-US" altLang="en-US" dirty="0">
                <a:solidFill>
                  <a:schemeClr val="tx2"/>
                </a:solidFill>
              </a:rPr>
              <a:t> </a:t>
            </a:r>
            <a:r>
              <a:rPr lang="en-US" altLang="en-US" dirty="0" err="1">
                <a:solidFill>
                  <a:schemeClr val="tx2"/>
                </a:solidFill>
              </a:rPr>
              <a:t>liệu</a:t>
            </a:r>
            <a:endParaRPr lang="en-US" altLang="en-US" dirty="0">
              <a:solidFill>
                <a:schemeClr val="tx2"/>
              </a:solidFill>
            </a:endParaRPr>
          </a:p>
          <a:p>
            <a:pPr marL="285750" indent="-285750">
              <a:spcBef>
                <a:spcPct val="0"/>
              </a:spcBef>
              <a:buClr>
                <a:srgbClr val="9933FF"/>
              </a:buClr>
            </a:pPr>
            <a:r>
              <a:rPr lang="en-US" altLang="en-US" dirty="0">
                <a:solidFill>
                  <a:schemeClr val="tx2"/>
                </a:solidFill>
              </a:rPr>
              <a:t> Header:</a:t>
            </a:r>
          </a:p>
          <a:p>
            <a:pPr marL="1085850" lvl="1" indent="-342900">
              <a:spcBef>
                <a:spcPct val="0"/>
              </a:spcBef>
              <a:buClr>
                <a:srgbClr val="9933FF"/>
              </a:buClr>
            </a:pPr>
            <a:r>
              <a:rPr lang="en-US" altLang="en-US" dirty="0" err="1">
                <a:solidFill>
                  <a:schemeClr val="tx2"/>
                </a:solidFill>
              </a:rPr>
              <a:t>Phần</a:t>
            </a:r>
            <a:r>
              <a:rPr lang="en-US" altLang="en-US" dirty="0">
                <a:solidFill>
                  <a:schemeClr val="tx2"/>
                </a:solidFill>
              </a:rPr>
              <a:t> header </a:t>
            </a:r>
            <a:r>
              <a:rPr lang="en-US" altLang="en-US" dirty="0" err="1">
                <a:solidFill>
                  <a:schemeClr val="tx2"/>
                </a:solidFill>
              </a:rPr>
              <a:t>gồm</a:t>
            </a:r>
            <a:r>
              <a:rPr lang="en-US" altLang="en-US" dirty="0">
                <a:solidFill>
                  <a:schemeClr val="tx2"/>
                </a:solidFill>
              </a:rPr>
              <a:t> 24 byte, </a:t>
            </a:r>
            <a:r>
              <a:rPr lang="en-US" altLang="en-US" dirty="0" err="1">
                <a:solidFill>
                  <a:schemeClr val="tx2"/>
                </a:solidFill>
              </a:rPr>
              <a:t>trường</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thiết</a:t>
            </a:r>
            <a:r>
              <a:rPr lang="en-US" altLang="en-US" dirty="0">
                <a:solidFill>
                  <a:schemeClr val="tx2"/>
                </a:solidFill>
              </a:rPr>
              <a:t> </a:t>
            </a:r>
            <a:r>
              <a:rPr lang="en-US" altLang="en-US" dirty="0" err="1">
                <a:solidFill>
                  <a:schemeClr val="tx2"/>
                </a:solidFill>
              </a:rPr>
              <a:t>lập</a:t>
            </a:r>
            <a:r>
              <a:rPr lang="en-US" altLang="en-US" dirty="0">
                <a:solidFill>
                  <a:schemeClr val="tx2"/>
                </a:solidFill>
              </a:rPr>
              <a:t> </a:t>
            </a:r>
            <a:r>
              <a:rPr lang="en-US" altLang="en-US" dirty="0" err="1">
                <a:solidFill>
                  <a:schemeClr val="tx2"/>
                </a:solidFill>
              </a:rPr>
              <a:t>bằng</a:t>
            </a:r>
            <a:r>
              <a:rPr lang="en-US" altLang="en-US" dirty="0">
                <a:solidFill>
                  <a:schemeClr val="tx2"/>
                </a:solidFill>
              </a:rPr>
              <a:t> 89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xác</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đây</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OSPF. </a:t>
            </a:r>
            <a:r>
              <a:rPr lang="en-US" altLang="en-US" dirty="0" err="1">
                <a:solidFill>
                  <a:schemeClr val="tx2"/>
                </a:solidFill>
              </a:rPr>
              <a:t>Địa</a:t>
            </a: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đích</a:t>
            </a:r>
            <a:r>
              <a:rPr lang="en-US" altLang="en-US" dirty="0">
                <a:solidFill>
                  <a:schemeClr val="tx2"/>
                </a:solidFill>
              </a:rPr>
              <a:t> </a:t>
            </a:r>
            <a:r>
              <a:rPr lang="en-US" altLang="en-US" dirty="0" err="1">
                <a:solidFill>
                  <a:schemeClr val="tx2"/>
                </a:solidFill>
              </a:rPr>
              <a:t>là</a:t>
            </a:r>
            <a:r>
              <a:rPr lang="en-US" altLang="en-US" dirty="0">
                <a:solidFill>
                  <a:schemeClr val="tx2"/>
                </a:solidFill>
              </a:rPr>
              <a:t> 1 </a:t>
            </a:r>
            <a:r>
              <a:rPr lang="en-US" altLang="en-US" dirty="0" err="1">
                <a:solidFill>
                  <a:schemeClr val="tx2"/>
                </a:solidFill>
              </a:rPr>
              <a:t>trong</a:t>
            </a:r>
            <a:r>
              <a:rPr lang="en-US" altLang="en-US" dirty="0">
                <a:solidFill>
                  <a:schemeClr val="tx2"/>
                </a:solidFill>
              </a:rPr>
              <a:t> 2 </a:t>
            </a:r>
            <a:r>
              <a:rPr lang="en-US" altLang="en-US" dirty="0" err="1">
                <a:solidFill>
                  <a:schemeClr val="tx2"/>
                </a:solidFill>
              </a:rPr>
              <a:t>địa</a:t>
            </a:r>
            <a:r>
              <a:rPr lang="en-US" altLang="en-US" dirty="0">
                <a:solidFill>
                  <a:schemeClr val="tx2"/>
                </a:solidFill>
              </a:rPr>
              <a:t> </a:t>
            </a:r>
            <a:r>
              <a:rPr lang="en-US" altLang="en-US" dirty="0" err="1">
                <a:solidFill>
                  <a:schemeClr val="tx2"/>
                </a:solidFill>
              </a:rPr>
              <a:t>chỉ</a:t>
            </a:r>
            <a:r>
              <a:rPr lang="en-US" altLang="en-US" dirty="0">
                <a:solidFill>
                  <a:schemeClr val="tx2"/>
                </a:solidFill>
              </a:rPr>
              <a:t> multicast: 224.0.0.5 </a:t>
            </a:r>
            <a:r>
              <a:rPr lang="en-US" altLang="en-US" dirty="0" err="1">
                <a:solidFill>
                  <a:schemeClr val="tx2"/>
                </a:solidFill>
              </a:rPr>
              <a:t>và</a:t>
            </a:r>
            <a:r>
              <a:rPr lang="en-US" altLang="en-US" dirty="0">
                <a:solidFill>
                  <a:schemeClr val="tx2"/>
                </a:solidFill>
              </a:rPr>
              <a:t> 224.0.0.6 </a:t>
            </a:r>
          </a:p>
          <a:p>
            <a:pPr marL="1028700" lvl="1">
              <a:spcBef>
                <a:spcPct val="0"/>
              </a:spcBef>
              <a:buClr>
                <a:srgbClr val="9933FF"/>
              </a:buClr>
            </a:pPr>
            <a:r>
              <a:rPr lang="en-US" altLang="en-US" dirty="0">
                <a:solidFill>
                  <a:schemeClr val="tx2"/>
                </a:solidFill>
              </a:rPr>
              <a:t>Version: </a:t>
            </a:r>
            <a:r>
              <a:rPr lang="en-US" altLang="en-US" dirty="0" err="1">
                <a:solidFill>
                  <a:schemeClr val="tx2"/>
                </a:solidFill>
              </a:rPr>
              <a:t>trường</a:t>
            </a:r>
            <a:r>
              <a:rPr lang="en-US" altLang="en-US" dirty="0">
                <a:solidFill>
                  <a:schemeClr val="tx2"/>
                </a:solidFill>
              </a:rPr>
              <a:t> 8 bit, </a:t>
            </a:r>
            <a:r>
              <a:rPr lang="en-US" altLang="en-US" dirty="0" err="1">
                <a:solidFill>
                  <a:schemeClr val="tx2"/>
                </a:solidFill>
              </a:rPr>
              <a:t>xác</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phiên</a:t>
            </a:r>
            <a:r>
              <a:rPr lang="en-US" altLang="en-US" dirty="0">
                <a:solidFill>
                  <a:schemeClr val="tx2"/>
                </a:solidFill>
              </a:rPr>
              <a:t> </a:t>
            </a:r>
            <a:r>
              <a:rPr lang="en-US" altLang="en-US" dirty="0" err="1">
                <a:solidFill>
                  <a:schemeClr val="tx2"/>
                </a:solidFill>
              </a:rPr>
              <a:t>bản</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 </a:t>
            </a:r>
            <a:r>
              <a:rPr lang="en-US" altLang="en-US" dirty="0" err="1">
                <a:solidFill>
                  <a:schemeClr val="tx2"/>
                </a:solidFill>
              </a:rPr>
              <a:t>Phiên</a:t>
            </a:r>
            <a:r>
              <a:rPr lang="en-US" altLang="en-US" dirty="0">
                <a:solidFill>
                  <a:schemeClr val="tx2"/>
                </a:solidFill>
              </a:rPr>
              <a:t> </a:t>
            </a:r>
            <a:r>
              <a:rPr lang="en-US" altLang="en-US" dirty="0" err="1">
                <a:solidFill>
                  <a:schemeClr val="tx2"/>
                </a:solidFill>
              </a:rPr>
              <a:t>bản</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sử</a:t>
            </a:r>
            <a:r>
              <a:rPr lang="en-US" altLang="en-US" dirty="0">
                <a:solidFill>
                  <a:schemeClr val="tx2"/>
                </a:solidFill>
              </a:rPr>
              <a:t> </a:t>
            </a:r>
            <a:r>
              <a:rPr lang="en-US" altLang="en-US" dirty="0" err="1">
                <a:solidFill>
                  <a:schemeClr val="tx2"/>
                </a:solidFill>
              </a:rPr>
              <a:t>dụng</a:t>
            </a:r>
            <a:r>
              <a:rPr lang="en-US" altLang="en-US" dirty="0">
                <a:solidFill>
                  <a:schemeClr val="tx2"/>
                </a:solidFill>
              </a:rPr>
              <a:t> </a:t>
            </a:r>
            <a:r>
              <a:rPr lang="en-US" altLang="en-US" dirty="0" err="1">
                <a:solidFill>
                  <a:schemeClr val="tx2"/>
                </a:solidFill>
              </a:rPr>
              <a:t>phổ</a:t>
            </a:r>
            <a:r>
              <a:rPr lang="en-US" altLang="en-US" dirty="0">
                <a:solidFill>
                  <a:schemeClr val="tx2"/>
                </a:solidFill>
              </a:rPr>
              <a:t> </a:t>
            </a:r>
            <a:r>
              <a:rPr lang="en-US" altLang="en-US" dirty="0" err="1">
                <a:solidFill>
                  <a:schemeClr val="tx2"/>
                </a:solidFill>
              </a:rPr>
              <a:t>biến</a:t>
            </a:r>
            <a:r>
              <a:rPr lang="en-US" altLang="en-US" dirty="0">
                <a:solidFill>
                  <a:schemeClr val="tx2"/>
                </a:solidFill>
              </a:rPr>
              <a:t> </a:t>
            </a:r>
            <a:r>
              <a:rPr lang="en-US" altLang="en-US" dirty="0" err="1">
                <a:solidFill>
                  <a:schemeClr val="tx2"/>
                </a:solidFill>
              </a:rPr>
              <a:t>hiện</a:t>
            </a:r>
            <a:r>
              <a:rPr lang="en-US" altLang="en-US" dirty="0">
                <a:solidFill>
                  <a:schemeClr val="tx2"/>
                </a:solidFill>
              </a:rPr>
              <a:t> nay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là</a:t>
            </a:r>
            <a:r>
              <a:rPr lang="en-US" altLang="en-US" dirty="0">
                <a:solidFill>
                  <a:schemeClr val="tx2"/>
                </a:solidFill>
              </a:rPr>
              <a:t> 2</a:t>
            </a:r>
          </a:p>
          <a:p>
            <a:pPr marL="1028700" lvl="1">
              <a:spcBef>
                <a:spcPct val="0"/>
              </a:spcBef>
              <a:buClr>
                <a:srgbClr val="9933FF"/>
              </a:buClr>
            </a:pPr>
            <a:r>
              <a:rPr lang="en-US" altLang="en-US" dirty="0">
                <a:solidFill>
                  <a:schemeClr val="tx2"/>
                </a:solidFill>
              </a:rPr>
              <a:t>Type: </a:t>
            </a:r>
            <a:r>
              <a:rPr lang="en-US" altLang="en-US" dirty="0" err="1">
                <a:solidFill>
                  <a:schemeClr val="tx2"/>
                </a:solidFill>
              </a:rPr>
              <a:t>trường</a:t>
            </a:r>
            <a:r>
              <a:rPr lang="en-US" altLang="en-US" dirty="0">
                <a:solidFill>
                  <a:schemeClr val="tx2"/>
                </a:solidFill>
              </a:rPr>
              <a:t> 8 bit, </a:t>
            </a:r>
            <a:r>
              <a:rPr lang="en-US" altLang="en-US" dirty="0" err="1">
                <a:solidFill>
                  <a:schemeClr val="tx2"/>
                </a:solidFill>
              </a:rPr>
              <a:t>xác</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loại</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OSPF. </a:t>
            </a:r>
            <a:r>
              <a:rPr lang="en-US" altLang="en-US" dirty="0" err="1">
                <a:solidFill>
                  <a:schemeClr val="tx2"/>
                </a:solidFill>
              </a:rPr>
              <a:t>Có</a:t>
            </a:r>
            <a:r>
              <a:rPr lang="en-US" altLang="en-US" dirty="0">
                <a:solidFill>
                  <a:schemeClr val="tx2"/>
                </a:solidFill>
              </a:rPr>
              <a:t> 5 </a:t>
            </a:r>
            <a:r>
              <a:rPr lang="en-US" altLang="en-US" dirty="0" err="1">
                <a:solidFill>
                  <a:schemeClr val="tx2"/>
                </a:solidFill>
              </a:rPr>
              <a:t>loại</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OSPF</a:t>
            </a:r>
          </a:p>
          <a:p>
            <a:pPr marL="1028700" lvl="1">
              <a:spcBef>
                <a:spcPct val="0"/>
              </a:spcBef>
              <a:buClr>
                <a:srgbClr val="9933FF"/>
              </a:buClr>
            </a:pPr>
            <a:r>
              <a:rPr lang="en-US" altLang="en-US" dirty="0">
                <a:solidFill>
                  <a:schemeClr val="tx2"/>
                </a:solidFill>
              </a:rPr>
              <a:t>Packet Length: </a:t>
            </a:r>
            <a:r>
              <a:rPr lang="en-US" altLang="en-US" dirty="0" err="1">
                <a:solidFill>
                  <a:schemeClr val="tx2"/>
                </a:solidFill>
              </a:rPr>
              <a:t>trường</a:t>
            </a:r>
            <a:r>
              <a:rPr lang="en-US" altLang="en-US" dirty="0">
                <a:solidFill>
                  <a:schemeClr val="tx2"/>
                </a:solidFill>
              </a:rPr>
              <a:t> 16 bit, </a:t>
            </a:r>
            <a:r>
              <a:rPr lang="en-US" altLang="en-US" dirty="0" err="1">
                <a:solidFill>
                  <a:schemeClr val="tx2"/>
                </a:solidFill>
              </a:rPr>
              <a:t>chiều</a:t>
            </a:r>
            <a:r>
              <a:rPr lang="en-US" altLang="en-US" dirty="0">
                <a:solidFill>
                  <a:schemeClr val="tx2"/>
                </a:solidFill>
              </a:rPr>
              <a:t> </a:t>
            </a:r>
            <a:r>
              <a:rPr lang="en-US" altLang="en-US" dirty="0" err="1">
                <a:solidFill>
                  <a:schemeClr val="tx2"/>
                </a:solidFill>
              </a:rPr>
              <a:t>dài</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a:t>
            </a:r>
            <a:r>
              <a:rPr lang="en-US" altLang="en-US" dirty="0" err="1">
                <a:solidFill>
                  <a:schemeClr val="tx2"/>
                </a:solidFill>
              </a:rPr>
              <a:t>tính</a:t>
            </a:r>
            <a:r>
              <a:rPr lang="en-US" altLang="en-US" dirty="0">
                <a:solidFill>
                  <a:schemeClr val="tx2"/>
                </a:solidFill>
              </a:rPr>
              <a:t> </a:t>
            </a:r>
            <a:r>
              <a:rPr lang="en-US" altLang="en-US" dirty="0" err="1">
                <a:solidFill>
                  <a:schemeClr val="tx2"/>
                </a:solidFill>
              </a:rPr>
              <a:t>bằng</a:t>
            </a:r>
            <a:r>
              <a:rPr lang="en-US" altLang="en-US" dirty="0">
                <a:solidFill>
                  <a:schemeClr val="tx2"/>
                </a:solidFill>
              </a:rPr>
              <a:t> byte, </a:t>
            </a:r>
            <a:r>
              <a:rPr lang="en-US" altLang="en-US" dirty="0" err="1">
                <a:solidFill>
                  <a:schemeClr val="tx2"/>
                </a:solidFill>
              </a:rPr>
              <a:t>kể</a:t>
            </a:r>
            <a:r>
              <a:rPr lang="en-US" altLang="en-US" dirty="0">
                <a:solidFill>
                  <a:schemeClr val="tx2"/>
                </a:solidFill>
              </a:rPr>
              <a:t> </a:t>
            </a:r>
            <a:r>
              <a:rPr lang="en-US" altLang="en-US" dirty="0" err="1">
                <a:solidFill>
                  <a:schemeClr val="tx2"/>
                </a:solidFill>
              </a:rPr>
              <a:t>cả</a:t>
            </a:r>
            <a:r>
              <a:rPr lang="en-US" altLang="en-US" dirty="0">
                <a:solidFill>
                  <a:schemeClr val="tx2"/>
                </a:solidFill>
              </a:rPr>
              <a:t> </a:t>
            </a:r>
            <a:r>
              <a:rPr lang="en-US" altLang="en-US" dirty="0" err="1">
                <a:solidFill>
                  <a:schemeClr val="tx2"/>
                </a:solidFill>
              </a:rPr>
              <a:t>phần</a:t>
            </a:r>
            <a:r>
              <a:rPr lang="en-US" altLang="en-US" dirty="0">
                <a:solidFill>
                  <a:schemeClr val="tx2"/>
                </a:solidFill>
              </a:rPr>
              <a:t> </a:t>
            </a:r>
            <a:r>
              <a:rPr lang="en-US" altLang="en-US" dirty="0" err="1">
                <a:solidFill>
                  <a:schemeClr val="tx2"/>
                </a:solidFill>
              </a:rPr>
              <a:t>tiêu</a:t>
            </a:r>
            <a:r>
              <a:rPr lang="en-US" altLang="en-US" dirty="0">
                <a:solidFill>
                  <a:schemeClr val="tx2"/>
                </a:solidFill>
              </a:rPr>
              <a:t> </a:t>
            </a:r>
            <a:r>
              <a:rPr lang="en-US" altLang="en-US" dirty="0" err="1">
                <a:solidFill>
                  <a:schemeClr val="tx2"/>
                </a:solidFill>
              </a:rPr>
              <a:t>đề</a:t>
            </a:r>
            <a:endParaRPr lang="en-US" altLang="en-US" dirty="0">
              <a:solidFill>
                <a:schemeClr val="tx2"/>
              </a:solidFill>
            </a:endParaRPr>
          </a:p>
          <a:p>
            <a:pPr marL="285750" indent="-285750">
              <a:spcBef>
                <a:spcPct val="0"/>
              </a:spcBef>
              <a:buClr>
                <a:srgbClr val="9933FF"/>
              </a:buClr>
            </a:pPr>
            <a:endParaRPr lang="en-US" altLang="en-US" dirty="0">
              <a:solidFill>
                <a:schemeClr val="tx2"/>
              </a:solidFill>
            </a:endParaRPr>
          </a:p>
          <a:p>
            <a:pPr marL="342900" indent="-342900">
              <a:spcBef>
                <a:spcPct val="0"/>
              </a:spcBef>
              <a:buClr>
                <a:srgbClr val="9933FF"/>
              </a:buClr>
            </a:pPr>
            <a:endParaRPr lang="en-US" altLang="en-US" dirty="0">
              <a:solidFill>
                <a:schemeClr val="tx2"/>
              </a:solidFill>
            </a:endParaRPr>
          </a:p>
        </p:txBody>
      </p:sp>
      <p:sp>
        <p:nvSpPr>
          <p:cNvPr id="13" name="Title 1">
            <a:extLst>
              <a:ext uri="{FF2B5EF4-FFF2-40B4-BE49-F238E27FC236}">
                <a16:creationId xmlns:a16="http://schemas.microsoft.com/office/drawing/2014/main" id="{CCD66F3E-BC05-4C9A-A89C-65446FE8709B}"/>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6">
            <a:extLst>
              <a:ext uri="{FF2B5EF4-FFF2-40B4-BE49-F238E27FC236}">
                <a16:creationId xmlns:a16="http://schemas.microsoft.com/office/drawing/2014/main" id="{58A88DA4-9FED-400A-84B5-696F5F2EFC77}"/>
              </a:ext>
            </a:extLst>
          </p:cNvPr>
          <p:cNvSpPr>
            <a:spLocks noChangeArrowheads="1"/>
          </p:cNvSpPr>
          <p:nvPr/>
        </p:nvSpPr>
        <p:spPr bwMode="gray">
          <a:xfrm>
            <a:off x="323850" y="1036324"/>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Cấu</a:t>
            </a:r>
            <a:r>
              <a:rPr lang="en-US" altLang="en-US" dirty="0">
                <a:solidFill>
                  <a:schemeClr val="tx2"/>
                </a:solidFill>
              </a:rPr>
              <a:t> </a:t>
            </a:r>
            <a:r>
              <a:rPr lang="en-US" altLang="en-US" dirty="0" err="1">
                <a:solidFill>
                  <a:schemeClr val="tx2"/>
                </a:solidFill>
              </a:rPr>
              <a:t>trúc</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OSPF </a:t>
            </a:r>
          </a:p>
        </p:txBody>
      </p:sp>
      <p:sp>
        <p:nvSpPr>
          <p:cNvPr id="68613" name="Rectangle 8">
            <a:extLst>
              <a:ext uri="{FF2B5EF4-FFF2-40B4-BE49-F238E27FC236}">
                <a16:creationId xmlns:a16="http://schemas.microsoft.com/office/drawing/2014/main" id="{D0ED0716-290A-4B77-A625-1DA0DAA3A8CF}"/>
              </a:ext>
            </a:extLst>
          </p:cNvPr>
          <p:cNvSpPr>
            <a:spLocks noChangeArrowheads="1"/>
          </p:cNvSpPr>
          <p:nvPr/>
        </p:nvSpPr>
        <p:spPr bwMode="auto">
          <a:xfrm>
            <a:off x="323849" y="1700782"/>
            <a:ext cx="1164907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buFont typeface="Wingdings" panose="05000000000000000000" pitchFamily="2" charset="2"/>
              <a:buNone/>
            </a:pPr>
            <a:r>
              <a:rPr lang="en-US" altLang="en-US" dirty="0" err="1">
                <a:solidFill>
                  <a:schemeClr val="tx2"/>
                </a:solidFill>
              </a:rPr>
              <a:t>Gói</a:t>
            </a:r>
            <a:r>
              <a:rPr lang="en-US" altLang="en-US" dirty="0">
                <a:solidFill>
                  <a:schemeClr val="tx2"/>
                </a:solidFill>
              </a:rPr>
              <a:t> tin OSPF </a:t>
            </a:r>
            <a:r>
              <a:rPr lang="en-US" altLang="en-US" dirty="0" err="1">
                <a:solidFill>
                  <a:schemeClr val="tx2"/>
                </a:solidFill>
              </a:rPr>
              <a:t>gồm</a:t>
            </a:r>
            <a:r>
              <a:rPr lang="en-US" altLang="en-US" dirty="0">
                <a:solidFill>
                  <a:schemeClr val="tx2"/>
                </a:solidFill>
              </a:rPr>
              <a:t> 2 </a:t>
            </a:r>
            <a:r>
              <a:rPr lang="en-US" altLang="en-US" dirty="0" err="1">
                <a:solidFill>
                  <a:schemeClr val="tx2"/>
                </a:solidFill>
              </a:rPr>
              <a:t>phần</a:t>
            </a:r>
            <a:r>
              <a:rPr lang="en-US" altLang="en-US" dirty="0">
                <a:solidFill>
                  <a:schemeClr val="tx2"/>
                </a:solidFill>
              </a:rPr>
              <a:t> </a:t>
            </a:r>
            <a:r>
              <a:rPr lang="en-US" altLang="en-US" dirty="0" err="1">
                <a:solidFill>
                  <a:schemeClr val="tx2"/>
                </a:solidFill>
              </a:rPr>
              <a:t>là</a:t>
            </a:r>
            <a:r>
              <a:rPr lang="en-US" altLang="en-US" dirty="0">
                <a:solidFill>
                  <a:schemeClr val="tx2"/>
                </a:solidFill>
              </a:rPr>
              <a:t> header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trường</a:t>
            </a:r>
            <a:r>
              <a:rPr lang="en-US" altLang="en-US" dirty="0">
                <a:solidFill>
                  <a:schemeClr val="tx2"/>
                </a:solidFill>
              </a:rPr>
              <a:t> </a:t>
            </a:r>
            <a:r>
              <a:rPr lang="en-US" altLang="en-US" dirty="0" err="1">
                <a:solidFill>
                  <a:schemeClr val="tx2"/>
                </a:solidFill>
              </a:rPr>
              <a:t>dữ</a:t>
            </a:r>
            <a:r>
              <a:rPr lang="en-US" altLang="en-US" dirty="0">
                <a:solidFill>
                  <a:schemeClr val="tx2"/>
                </a:solidFill>
              </a:rPr>
              <a:t> </a:t>
            </a:r>
            <a:r>
              <a:rPr lang="en-US" altLang="en-US" dirty="0" err="1">
                <a:solidFill>
                  <a:schemeClr val="tx2"/>
                </a:solidFill>
              </a:rPr>
              <a:t>liệu</a:t>
            </a:r>
            <a:endParaRPr lang="en-US" altLang="en-US" dirty="0">
              <a:solidFill>
                <a:schemeClr val="tx2"/>
              </a:solidFill>
            </a:endParaRPr>
          </a:p>
          <a:p>
            <a:pPr marL="285750" indent="-285750">
              <a:spcBef>
                <a:spcPct val="0"/>
              </a:spcBef>
              <a:buClr>
                <a:srgbClr val="9933FF"/>
              </a:buClr>
            </a:pPr>
            <a:r>
              <a:rPr lang="en-US" altLang="en-US" dirty="0">
                <a:solidFill>
                  <a:schemeClr val="tx2"/>
                </a:solidFill>
              </a:rPr>
              <a:t>Header:</a:t>
            </a:r>
          </a:p>
          <a:p>
            <a:pPr marL="1028700" lvl="1">
              <a:spcBef>
                <a:spcPct val="0"/>
              </a:spcBef>
              <a:buClr>
                <a:srgbClr val="9933FF"/>
              </a:buClr>
            </a:pPr>
            <a:r>
              <a:rPr lang="en-US" altLang="en-US" sz="2400" dirty="0">
                <a:solidFill>
                  <a:schemeClr val="tx2"/>
                </a:solidFill>
              </a:rPr>
              <a:t>Router ID: 32 bit, </a:t>
            </a:r>
            <a:r>
              <a:rPr lang="en-US" altLang="en-US" sz="2400" dirty="0" err="1">
                <a:solidFill>
                  <a:schemeClr val="tx2"/>
                </a:solidFill>
              </a:rPr>
              <a:t>địa</a:t>
            </a:r>
            <a:r>
              <a:rPr lang="en-US" altLang="en-US" sz="2400" dirty="0">
                <a:solidFill>
                  <a:schemeClr val="tx2"/>
                </a:solidFill>
              </a:rPr>
              <a:t> </a:t>
            </a:r>
            <a:r>
              <a:rPr lang="en-US" altLang="en-US" sz="2400" dirty="0" err="1">
                <a:solidFill>
                  <a:schemeClr val="tx2"/>
                </a:solidFill>
              </a:rPr>
              <a:t>chỉ</a:t>
            </a:r>
            <a:r>
              <a:rPr lang="en-US" altLang="en-US" sz="2400" dirty="0">
                <a:solidFill>
                  <a:schemeClr val="tx2"/>
                </a:solidFill>
              </a:rPr>
              <a:t> IP </a:t>
            </a:r>
            <a:r>
              <a:rPr lang="en-US" altLang="en-US" sz="2400" dirty="0" err="1">
                <a:solidFill>
                  <a:schemeClr val="tx2"/>
                </a:solidFill>
              </a:rPr>
              <a:t>của</a:t>
            </a:r>
            <a:r>
              <a:rPr lang="en-US" altLang="en-US" sz="2400" dirty="0">
                <a:solidFill>
                  <a:schemeClr val="tx2"/>
                </a:solidFill>
              </a:rPr>
              <a:t> router </a:t>
            </a:r>
            <a:r>
              <a:rPr lang="en-US" altLang="en-US" sz="2400" dirty="0" err="1">
                <a:solidFill>
                  <a:schemeClr val="tx2"/>
                </a:solidFill>
              </a:rPr>
              <a:t>gửi</a:t>
            </a:r>
            <a:r>
              <a:rPr lang="en-US" altLang="en-US" sz="2400" dirty="0">
                <a:solidFill>
                  <a:schemeClr val="tx2"/>
                </a:solidFill>
              </a:rPr>
              <a:t> </a:t>
            </a:r>
            <a:r>
              <a:rPr lang="en-US" altLang="en-US" sz="2400" dirty="0" err="1">
                <a:solidFill>
                  <a:schemeClr val="tx2"/>
                </a:solidFill>
              </a:rPr>
              <a:t>gói</a:t>
            </a:r>
            <a:r>
              <a:rPr lang="en-US" altLang="en-US" sz="2400" dirty="0">
                <a:solidFill>
                  <a:schemeClr val="tx2"/>
                </a:solidFill>
              </a:rPr>
              <a:t> tin </a:t>
            </a:r>
            <a:r>
              <a:rPr lang="en-US" altLang="en-US" sz="2400" dirty="0" err="1">
                <a:solidFill>
                  <a:schemeClr val="tx2"/>
                </a:solidFill>
              </a:rPr>
              <a:t>đi</a:t>
            </a:r>
            <a:endParaRPr lang="en-US" altLang="en-US" sz="2400" dirty="0">
              <a:solidFill>
                <a:schemeClr val="tx2"/>
              </a:solidFill>
            </a:endParaRPr>
          </a:p>
          <a:p>
            <a:pPr marL="1028700" lvl="1">
              <a:spcBef>
                <a:spcPct val="0"/>
              </a:spcBef>
              <a:buClr>
                <a:srgbClr val="9933FF"/>
              </a:buClr>
            </a:pPr>
            <a:r>
              <a:rPr lang="en-US" altLang="en-US" sz="2400" dirty="0">
                <a:solidFill>
                  <a:schemeClr val="tx2"/>
                </a:solidFill>
              </a:rPr>
              <a:t>Area ID: 32 bit, </a:t>
            </a:r>
            <a:r>
              <a:rPr lang="en-US" altLang="en-US" sz="2400" dirty="0" err="1">
                <a:solidFill>
                  <a:schemeClr val="tx2"/>
                </a:solidFill>
              </a:rPr>
              <a:t>xác</a:t>
            </a:r>
            <a:r>
              <a:rPr lang="en-US" altLang="en-US" sz="2400" dirty="0">
                <a:solidFill>
                  <a:schemeClr val="tx2"/>
                </a:solidFill>
              </a:rPr>
              <a:t> </a:t>
            </a:r>
            <a:r>
              <a:rPr lang="en-US" altLang="en-US" sz="2400" dirty="0" err="1">
                <a:solidFill>
                  <a:schemeClr val="tx2"/>
                </a:solidFill>
              </a:rPr>
              <a:t>định</a:t>
            </a:r>
            <a:r>
              <a:rPr lang="en-US" altLang="en-US" sz="2400" dirty="0">
                <a:solidFill>
                  <a:schemeClr val="tx2"/>
                </a:solidFill>
              </a:rPr>
              <a:t> </a:t>
            </a:r>
            <a:r>
              <a:rPr lang="en-US" altLang="en-US" sz="2400" dirty="0" err="1">
                <a:solidFill>
                  <a:schemeClr val="tx2"/>
                </a:solidFill>
              </a:rPr>
              <a:t>vùng</a:t>
            </a:r>
            <a:r>
              <a:rPr lang="en-US" altLang="en-US" sz="2400" dirty="0">
                <a:solidFill>
                  <a:schemeClr val="tx2"/>
                </a:solidFill>
              </a:rPr>
              <a:t> </a:t>
            </a:r>
            <a:r>
              <a:rPr lang="en-US" altLang="en-US" sz="2400" dirty="0" err="1">
                <a:solidFill>
                  <a:schemeClr val="tx2"/>
                </a:solidFill>
              </a:rPr>
              <a:t>có</a:t>
            </a:r>
            <a:r>
              <a:rPr lang="en-US" altLang="en-US" sz="2400" dirty="0">
                <a:solidFill>
                  <a:schemeClr val="tx2"/>
                </a:solidFill>
              </a:rPr>
              <a:t> </a:t>
            </a:r>
            <a:r>
              <a:rPr lang="en-US" altLang="en-US" sz="2400" dirty="0" err="1">
                <a:solidFill>
                  <a:schemeClr val="tx2"/>
                </a:solidFill>
              </a:rPr>
              <a:t>hiệu</a:t>
            </a:r>
            <a:r>
              <a:rPr lang="en-US" altLang="en-US" sz="2400" dirty="0">
                <a:solidFill>
                  <a:schemeClr val="tx2"/>
                </a:solidFill>
              </a:rPr>
              <a:t> </a:t>
            </a:r>
            <a:r>
              <a:rPr lang="en-US" altLang="en-US" sz="2400" dirty="0" err="1">
                <a:solidFill>
                  <a:schemeClr val="tx2"/>
                </a:solidFill>
              </a:rPr>
              <a:t>lực</a:t>
            </a:r>
            <a:r>
              <a:rPr lang="en-US" altLang="en-US" sz="2400" dirty="0">
                <a:solidFill>
                  <a:schemeClr val="tx2"/>
                </a:solidFill>
              </a:rPr>
              <a:t> </a:t>
            </a:r>
            <a:r>
              <a:rPr lang="en-US" altLang="en-US" sz="2400" dirty="0" err="1">
                <a:solidFill>
                  <a:schemeClr val="tx2"/>
                </a:solidFill>
              </a:rPr>
              <a:t>của</a:t>
            </a:r>
            <a:r>
              <a:rPr lang="en-US" altLang="en-US" sz="2400" dirty="0">
                <a:solidFill>
                  <a:schemeClr val="tx2"/>
                </a:solidFill>
              </a:rPr>
              <a:t> </a:t>
            </a:r>
            <a:r>
              <a:rPr lang="en-US" altLang="en-US" sz="2400" dirty="0" err="1">
                <a:solidFill>
                  <a:schemeClr val="tx2"/>
                </a:solidFill>
              </a:rPr>
              <a:t>gói</a:t>
            </a:r>
            <a:r>
              <a:rPr lang="en-US" altLang="en-US" sz="2400" dirty="0">
                <a:solidFill>
                  <a:schemeClr val="tx2"/>
                </a:solidFill>
              </a:rPr>
              <a:t> tin</a:t>
            </a:r>
          </a:p>
          <a:p>
            <a:pPr marL="1028700" lvl="1">
              <a:spcBef>
                <a:spcPct val="0"/>
              </a:spcBef>
              <a:buClr>
                <a:srgbClr val="9933FF"/>
              </a:buClr>
            </a:pPr>
            <a:r>
              <a:rPr lang="en-US" altLang="en-US" sz="2400" dirty="0">
                <a:solidFill>
                  <a:schemeClr val="tx2"/>
                </a:solidFill>
              </a:rPr>
              <a:t>Checksum: 16 bit, </a:t>
            </a:r>
            <a:r>
              <a:rPr lang="en-US" altLang="en-US" sz="2400" dirty="0" err="1">
                <a:solidFill>
                  <a:schemeClr val="tx2"/>
                </a:solidFill>
              </a:rPr>
              <a:t>mã</a:t>
            </a:r>
            <a:r>
              <a:rPr lang="en-US" altLang="en-US" sz="2400" dirty="0">
                <a:solidFill>
                  <a:schemeClr val="tx2"/>
                </a:solidFill>
              </a:rPr>
              <a:t> </a:t>
            </a:r>
            <a:r>
              <a:rPr lang="en-US" altLang="en-US" sz="2400" dirty="0" err="1">
                <a:solidFill>
                  <a:schemeClr val="tx2"/>
                </a:solidFill>
              </a:rPr>
              <a:t>dùng</a:t>
            </a:r>
            <a:r>
              <a:rPr lang="en-US" altLang="en-US" sz="2400" dirty="0">
                <a:solidFill>
                  <a:schemeClr val="tx2"/>
                </a:solidFill>
              </a:rPr>
              <a:t> </a:t>
            </a:r>
            <a:r>
              <a:rPr lang="en-US" altLang="en-US" sz="2400" dirty="0" err="1">
                <a:solidFill>
                  <a:schemeClr val="tx2"/>
                </a:solidFill>
              </a:rPr>
              <a:t>để</a:t>
            </a:r>
            <a:r>
              <a:rPr lang="en-US" altLang="en-US" sz="2400" dirty="0">
                <a:solidFill>
                  <a:schemeClr val="tx2"/>
                </a:solidFill>
              </a:rPr>
              <a:t> </a:t>
            </a:r>
            <a:r>
              <a:rPr lang="en-US" altLang="en-US" sz="2400" dirty="0" err="1">
                <a:solidFill>
                  <a:schemeClr val="tx2"/>
                </a:solidFill>
              </a:rPr>
              <a:t>kiểm</a:t>
            </a:r>
            <a:r>
              <a:rPr lang="en-US" altLang="en-US" sz="2400" dirty="0">
                <a:solidFill>
                  <a:schemeClr val="tx2"/>
                </a:solidFill>
              </a:rPr>
              <a:t> </a:t>
            </a:r>
            <a:r>
              <a:rPr lang="en-US" altLang="en-US" sz="2400" dirty="0" err="1">
                <a:solidFill>
                  <a:schemeClr val="tx2"/>
                </a:solidFill>
              </a:rPr>
              <a:t>tra</a:t>
            </a:r>
            <a:r>
              <a:rPr lang="en-US" altLang="en-US" sz="2400" dirty="0">
                <a:solidFill>
                  <a:schemeClr val="tx2"/>
                </a:solidFill>
              </a:rPr>
              <a:t> </a:t>
            </a:r>
            <a:r>
              <a:rPr lang="en-US" altLang="en-US" sz="2400" dirty="0" err="1">
                <a:solidFill>
                  <a:schemeClr val="tx2"/>
                </a:solidFill>
              </a:rPr>
              <a:t>tính</a:t>
            </a:r>
            <a:r>
              <a:rPr lang="en-US" altLang="en-US" sz="2400" dirty="0">
                <a:solidFill>
                  <a:schemeClr val="tx2"/>
                </a:solidFill>
              </a:rPr>
              <a:t> </a:t>
            </a:r>
            <a:r>
              <a:rPr lang="en-US" altLang="en-US" sz="2400" dirty="0" err="1">
                <a:solidFill>
                  <a:schemeClr val="tx2"/>
                </a:solidFill>
              </a:rPr>
              <a:t>toàn</a:t>
            </a:r>
            <a:r>
              <a:rPr lang="en-US" altLang="en-US" sz="2400" dirty="0">
                <a:solidFill>
                  <a:schemeClr val="tx2"/>
                </a:solidFill>
              </a:rPr>
              <a:t> </a:t>
            </a:r>
            <a:r>
              <a:rPr lang="en-US" altLang="en-US" sz="2400" dirty="0" err="1">
                <a:solidFill>
                  <a:schemeClr val="tx2"/>
                </a:solidFill>
              </a:rPr>
              <a:t>vẹn</a:t>
            </a:r>
            <a:r>
              <a:rPr lang="en-US" altLang="en-US" sz="2400" dirty="0">
                <a:solidFill>
                  <a:schemeClr val="tx2"/>
                </a:solidFill>
              </a:rPr>
              <a:t> </a:t>
            </a:r>
            <a:r>
              <a:rPr lang="en-US" altLang="en-US" sz="2400" dirty="0" err="1">
                <a:solidFill>
                  <a:schemeClr val="tx2"/>
                </a:solidFill>
              </a:rPr>
              <a:t>của</a:t>
            </a:r>
            <a:r>
              <a:rPr lang="en-US" altLang="en-US" sz="2400" dirty="0">
                <a:solidFill>
                  <a:schemeClr val="tx2"/>
                </a:solidFill>
              </a:rPr>
              <a:t> </a:t>
            </a:r>
            <a:r>
              <a:rPr lang="en-US" altLang="en-US" sz="2400" dirty="0" err="1">
                <a:solidFill>
                  <a:schemeClr val="tx2"/>
                </a:solidFill>
              </a:rPr>
              <a:t>gói</a:t>
            </a:r>
            <a:r>
              <a:rPr lang="en-US" altLang="en-US" sz="2400" dirty="0">
                <a:solidFill>
                  <a:schemeClr val="tx2"/>
                </a:solidFill>
              </a:rPr>
              <a:t> tin</a:t>
            </a:r>
          </a:p>
          <a:p>
            <a:pPr marL="1028700" lvl="1">
              <a:spcBef>
                <a:spcPct val="0"/>
              </a:spcBef>
              <a:buClr>
                <a:srgbClr val="9933FF"/>
              </a:buClr>
            </a:pPr>
            <a:r>
              <a:rPr lang="en-US" altLang="en-US" sz="2400" dirty="0">
                <a:solidFill>
                  <a:schemeClr val="tx2"/>
                </a:solidFill>
              </a:rPr>
              <a:t> </a:t>
            </a:r>
            <a:r>
              <a:rPr lang="en-US" altLang="en-US" sz="2400" dirty="0" err="1">
                <a:solidFill>
                  <a:schemeClr val="tx2"/>
                </a:solidFill>
              </a:rPr>
              <a:t>Autype</a:t>
            </a:r>
            <a:r>
              <a:rPr lang="en-US" altLang="en-US" sz="2400" dirty="0">
                <a:solidFill>
                  <a:schemeClr val="tx2"/>
                </a:solidFill>
              </a:rPr>
              <a:t>: 16 bit, </a:t>
            </a:r>
            <a:r>
              <a:rPr lang="en-US" altLang="en-US" sz="2400" dirty="0" err="1">
                <a:solidFill>
                  <a:schemeClr val="tx2"/>
                </a:solidFill>
              </a:rPr>
              <a:t>chứa</a:t>
            </a:r>
            <a:r>
              <a:rPr lang="en-US" altLang="en-US" sz="2400" dirty="0">
                <a:solidFill>
                  <a:schemeClr val="tx2"/>
                </a:solidFill>
              </a:rPr>
              <a:t> </a:t>
            </a:r>
            <a:r>
              <a:rPr lang="en-US" altLang="en-US" sz="2400" dirty="0" err="1">
                <a:solidFill>
                  <a:schemeClr val="tx2"/>
                </a:solidFill>
              </a:rPr>
              <a:t>mã</a:t>
            </a:r>
            <a:r>
              <a:rPr lang="en-US" altLang="en-US" sz="2400" dirty="0">
                <a:solidFill>
                  <a:schemeClr val="tx2"/>
                </a:solidFill>
              </a:rPr>
              <a:t> </a:t>
            </a:r>
            <a:r>
              <a:rPr lang="en-US" altLang="en-US" sz="2400" dirty="0" err="1">
                <a:solidFill>
                  <a:schemeClr val="tx2"/>
                </a:solidFill>
              </a:rPr>
              <a:t>xác</a:t>
            </a:r>
            <a:r>
              <a:rPr lang="en-US" altLang="en-US" sz="2400" dirty="0">
                <a:solidFill>
                  <a:schemeClr val="tx2"/>
                </a:solidFill>
              </a:rPr>
              <a:t> </a:t>
            </a:r>
            <a:r>
              <a:rPr lang="en-US" altLang="en-US" sz="2400" dirty="0" err="1">
                <a:solidFill>
                  <a:schemeClr val="tx2"/>
                </a:solidFill>
              </a:rPr>
              <a:t>định</a:t>
            </a:r>
            <a:r>
              <a:rPr lang="en-US" altLang="en-US" sz="2400" dirty="0">
                <a:solidFill>
                  <a:schemeClr val="tx2"/>
                </a:solidFill>
              </a:rPr>
              <a:t> </a:t>
            </a:r>
            <a:r>
              <a:rPr lang="en-US" altLang="en-US" sz="2400" dirty="0" err="1">
                <a:solidFill>
                  <a:schemeClr val="tx2"/>
                </a:solidFill>
              </a:rPr>
              <a:t>kiểu</a:t>
            </a:r>
            <a:r>
              <a:rPr lang="en-US" altLang="en-US" sz="2400" dirty="0">
                <a:solidFill>
                  <a:schemeClr val="tx2"/>
                </a:solidFill>
              </a:rPr>
              <a:t> </a:t>
            </a:r>
            <a:r>
              <a:rPr lang="en-US" altLang="en-US" sz="2400" dirty="0" err="1">
                <a:solidFill>
                  <a:schemeClr val="tx2"/>
                </a:solidFill>
              </a:rPr>
              <a:t>xác</a:t>
            </a:r>
            <a:r>
              <a:rPr lang="en-US" altLang="en-US" sz="2400" dirty="0">
                <a:solidFill>
                  <a:schemeClr val="tx2"/>
                </a:solidFill>
              </a:rPr>
              <a:t> </a:t>
            </a:r>
            <a:r>
              <a:rPr lang="en-US" altLang="en-US" sz="2400" dirty="0" err="1">
                <a:solidFill>
                  <a:schemeClr val="tx2"/>
                </a:solidFill>
              </a:rPr>
              <a:t>thực</a:t>
            </a:r>
            <a:endParaRPr lang="en-US" altLang="en-US" sz="2400" dirty="0">
              <a:solidFill>
                <a:schemeClr val="tx2"/>
              </a:solidFill>
            </a:endParaRPr>
          </a:p>
          <a:p>
            <a:pPr marL="1428750" lvl="2">
              <a:spcBef>
                <a:spcPct val="0"/>
              </a:spcBef>
              <a:buClr>
                <a:srgbClr val="9933FF"/>
              </a:buClr>
            </a:pPr>
            <a:r>
              <a:rPr lang="en-US" altLang="en-US" sz="2400" dirty="0">
                <a:solidFill>
                  <a:schemeClr val="tx2"/>
                </a:solidFill>
              </a:rPr>
              <a:t>0: </a:t>
            </a:r>
            <a:r>
              <a:rPr lang="en-US" altLang="en-US" sz="2400" dirty="0" err="1">
                <a:solidFill>
                  <a:schemeClr val="tx2"/>
                </a:solidFill>
              </a:rPr>
              <a:t>Gói</a:t>
            </a:r>
            <a:r>
              <a:rPr lang="en-US" altLang="en-US" sz="2400" dirty="0">
                <a:solidFill>
                  <a:schemeClr val="tx2"/>
                </a:solidFill>
              </a:rPr>
              <a:t> tin </a:t>
            </a:r>
            <a:r>
              <a:rPr lang="en-US" altLang="en-US" sz="2400" dirty="0" err="1">
                <a:solidFill>
                  <a:schemeClr val="tx2"/>
                </a:solidFill>
              </a:rPr>
              <a:t>không</a:t>
            </a:r>
            <a:r>
              <a:rPr lang="en-US" altLang="en-US" sz="2400" dirty="0">
                <a:solidFill>
                  <a:schemeClr val="tx2"/>
                </a:solidFill>
              </a:rPr>
              <a:t> </a:t>
            </a:r>
            <a:r>
              <a:rPr lang="en-US" altLang="en-US" sz="2400" dirty="0" err="1">
                <a:solidFill>
                  <a:schemeClr val="tx2"/>
                </a:solidFill>
              </a:rPr>
              <a:t>cần</a:t>
            </a:r>
            <a:r>
              <a:rPr lang="en-US" altLang="en-US" sz="2400" dirty="0">
                <a:solidFill>
                  <a:schemeClr val="tx2"/>
                </a:solidFill>
              </a:rPr>
              <a:t> </a:t>
            </a:r>
            <a:r>
              <a:rPr lang="en-US" altLang="en-US" sz="2400" dirty="0" err="1">
                <a:solidFill>
                  <a:schemeClr val="tx2"/>
                </a:solidFill>
              </a:rPr>
              <a:t>xác</a:t>
            </a:r>
            <a:r>
              <a:rPr lang="en-US" altLang="en-US" sz="2400" dirty="0">
                <a:solidFill>
                  <a:schemeClr val="tx2"/>
                </a:solidFill>
              </a:rPr>
              <a:t> </a:t>
            </a:r>
            <a:r>
              <a:rPr lang="en-US" altLang="en-US" sz="2400" dirty="0" err="1">
                <a:solidFill>
                  <a:schemeClr val="tx2"/>
                </a:solidFill>
              </a:rPr>
              <a:t>thực</a:t>
            </a:r>
            <a:endParaRPr lang="en-US" altLang="en-US" sz="2400" dirty="0">
              <a:solidFill>
                <a:schemeClr val="tx2"/>
              </a:solidFill>
            </a:endParaRPr>
          </a:p>
          <a:p>
            <a:pPr marL="1428750" lvl="2">
              <a:spcBef>
                <a:spcPct val="0"/>
              </a:spcBef>
              <a:buClr>
                <a:srgbClr val="9933FF"/>
              </a:buClr>
            </a:pPr>
            <a:r>
              <a:rPr lang="en-US" altLang="en-US" sz="2400" dirty="0">
                <a:solidFill>
                  <a:schemeClr val="tx2"/>
                </a:solidFill>
              </a:rPr>
              <a:t>1: </a:t>
            </a:r>
            <a:r>
              <a:rPr lang="en-US" altLang="en-US" sz="2400" dirty="0" err="1">
                <a:solidFill>
                  <a:schemeClr val="tx2"/>
                </a:solidFill>
              </a:rPr>
              <a:t>gói</a:t>
            </a:r>
            <a:r>
              <a:rPr lang="en-US" altLang="en-US" sz="2400" dirty="0">
                <a:solidFill>
                  <a:schemeClr val="tx2"/>
                </a:solidFill>
              </a:rPr>
              <a:t> tin </a:t>
            </a:r>
            <a:r>
              <a:rPr lang="en-US" altLang="en-US" sz="2400" dirty="0" err="1">
                <a:solidFill>
                  <a:schemeClr val="tx2"/>
                </a:solidFill>
              </a:rPr>
              <a:t>được</a:t>
            </a:r>
            <a:r>
              <a:rPr lang="en-US" altLang="en-US" sz="2400" dirty="0">
                <a:solidFill>
                  <a:schemeClr val="tx2"/>
                </a:solidFill>
              </a:rPr>
              <a:t> </a:t>
            </a:r>
            <a:r>
              <a:rPr lang="en-US" altLang="en-US" sz="2400" dirty="0" err="1">
                <a:solidFill>
                  <a:schemeClr val="tx2"/>
                </a:solidFill>
              </a:rPr>
              <a:t>xác</a:t>
            </a:r>
            <a:r>
              <a:rPr lang="en-US" altLang="en-US" sz="2400" dirty="0">
                <a:solidFill>
                  <a:schemeClr val="tx2"/>
                </a:solidFill>
              </a:rPr>
              <a:t> </a:t>
            </a:r>
            <a:r>
              <a:rPr lang="en-US" altLang="en-US" sz="2400" dirty="0" err="1">
                <a:solidFill>
                  <a:schemeClr val="tx2"/>
                </a:solidFill>
              </a:rPr>
              <a:t>định</a:t>
            </a:r>
            <a:r>
              <a:rPr lang="en-US" altLang="en-US" sz="2400" dirty="0">
                <a:solidFill>
                  <a:schemeClr val="tx2"/>
                </a:solidFill>
              </a:rPr>
              <a:t> </a:t>
            </a:r>
            <a:r>
              <a:rPr lang="en-US" altLang="en-US" sz="2400" dirty="0" err="1">
                <a:solidFill>
                  <a:schemeClr val="tx2"/>
                </a:solidFill>
              </a:rPr>
              <a:t>bằng</a:t>
            </a:r>
            <a:r>
              <a:rPr lang="en-US" altLang="en-US" sz="2400" dirty="0">
                <a:solidFill>
                  <a:schemeClr val="tx2"/>
                </a:solidFill>
              </a:rPr>
              <a:t> </a:t>
            </a:r>
            <a:r>
              <a:rPr lang="en-US" altLang="en-US" sz="2400" dirty="0" err="1">
                <a:solidFill>
                  <a:schemeClr val="tx2"/>
                </a:solidFill>
              </a:rPr>
              <a:t>mật</a:t>
            </a:r>
            <a:r>
              <a:rPr lang="en-US" altLang="en-US" sz="2400" dirty="0">
                <a:solidFill>
                  <a:schemeClr val="tx2"/>
                </a:solidFill>
              </a:rPr>
              <a:t> </a:t>
            </a:r>
            <a:r>
              <a:rPr lang="en-US" altLang="en-US" sz="2400" dirty="0" err="1">
                <a:solidFill>
                  <a:schemeClr val="tx2"/>
                </a:solidFill>
              </a:rPr>
              <a:t>mã</a:t>
            </a:r>
            <a:endParaRPr lang="en-US" altLang="en-US" sz="2400" dirty="0">
              <a:solidFill>
                <a:schemeClr val="tx2"/>
              </a:solidFill>
            </a:endParaRPr>
          </a:p>
          <a:p>
            <a:pPr marL="1428750" lvl="2">
              <a:spcBef>
                <a:spcPct val="0"/>
              </a:spcBef>
              <a:buClr>
                <a:srgbClr val="9933FF"/>
              </a:buClr>
            </a:pPr>
            <a:r>
              <a:rPr lang="en-US" altLang="en-US" sz="2400" dirty="0">
                <a:solidFill>
                  <a:schemeClr val="tx2"/>
                </a:solidFill>
              </a:rPr>
              <a:t>2: </a:t>
            </a:r>
            <a:r>
              <a:rPr lang="en-US" altLang="en-US" sz="2400" dirty="0" err="1">
                <a:solidFill>
                  <a:schemeClr val="tx2"/>
                </a:solidFill>
              </a:rPr>
              <a:t>gói</a:t>
            </a:r>
            <a:r>
              <a:rPr lang="en-US" altLang="en-US" sz="2400" dirty="0">
                <a:solidFill>
                  <a:schemeClr val="tx2"/>
                </a:solidFill>
              </a:rPr>
              <a:t> tin </a:t>
            </a:r>
            <a:r>
              <a:rPr lang="en-US" altLang="en-US" sz="2400" dirty="0" err="1">
                <a:solidFill>
                  <a:schemeClr val="tx2"/>
                </a:solidFill>
              </a:rPr>
              <a:t>được</a:t>
            </a:r>
            <a:r>
              <a:rPr lang="en-US" altLang="en-US" sz="2400" dirty="0">
                <a:solidFill>
                  <a:schemeClr val="tx2"/>
                </a:solidFill>
              </a:rPr>
              <a:t> </a:t>
            </a:r>
            <a:r>
              <a:rPr lang="en-US" altLang="en-US" sz="2400" dirty="0" err="1">
                <a:solidFill>
                  <a:schemeClr val="tx2"/>
                </a:solidFill>
              </a:rPr>
              <a:t>xác</a:t>
            </a:r>
            <a:r>
              <a:rPr lang="en-US" altLang="en-US" sz="2400" dirty="0">
                <a:solidFill>
                  <a:schemeClr val="tx2"/>
                </a:solidFill>
              </a:rPr>
              <a:t> </a:t>
            </a:r>
            <a:r>
              <a:rPr lang="en-US" altLang="en-US" sz="2400" dirty="0" err="1">
                <a:solidFill>
                  <a:schemeClr val="tx2"/>
                </a:solidFill>
              </a:rPr>
              <a:t>thực</a:t>
            </a:r>
            <a:r>
              <a:rPr lang="en-US" altLang="en-US" sz="2400" dirty="0">
                <a:solidFill>
                  <a:schemeClr val="tx2"/>
                </a:solidFill>
              </a:rPr>
              <a:t> </a:t>
            </a:r>
            <a:r>
              <a:rPr lang="en-US" altLang="en-US" sz="2400" dirty="0" err="1">
                <a:solidFill>
                  <a:schemeClr val="tx2"/>
                </a:solidFill>
              </a:rPr>
              <a:t>bằng</a:t>
            </a:r>
            <a:r>
              <a:rPr lang="en-US" altLang="en-US" sz="2400" dirty="0">
                <a:solidFill>
                  <a:schemeClr val="tx2"/>
                </a:solidFill>
              </a:rPr>
              <a:t> </a:t>
            </a:r>
            <a:r>
              <a:rPr lang="en-US" altLang="en-US" sz="2400" dirty="0" err="1">
                <a:solidFill>
                  <a:schemeClr val="tx2"/>
                </a:solidFill>
              </a:rPr>
              <a:t>mã</a:t>
            </a:r>
            <a:r>
              <a:rPr lang="en-US" altLang="en-US" sz="2400" dirty="0">
                <a:solidFill>
                  <a:schemeClr val="tx2"/>
                </a:solidFill>
              </a:rPr>
              <a:t> checksum (MD5)</a:t>
            </a:r>
          </a:p>
          <a:p>
            <a:pPr marL="1028700" lvl="1">
              <a:spcBef>
                <a:spcPct val="0"/>
              </a:spcBef>
              <a:buClr>
                <a:srgbClr val="9933FF"/>
              </a:buClr>
            </a:pPr>
            <a:endParaRPr lang="en-US" altLang="en-US" sz="2400" dirty="0">
              <a:solidFill>
                <a:schemeClr val="tx2"/>
              </a:solidFill>
            </a:endParaRPr>
          </a:p>
        </p:txBody>
      </p:sp>
      <p:sp>
        <p:nvSpPr>
          <p:cNvPr id="13" name="Title 1">
            <a:extLst>
              <a:ext uri="{FF2B5EF4-FFF2-40B4-BE49-F238E27FC236}">
                <a16:creationId xmlns:a16="http://schemas.microsoft.com/office/drawing/2014/main" id="{7334E7C2-AEFE-41B4-8B0B-76A6B940C0A3}"/>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6">
            <a:extLst>
              <a:ext uri="{FF2B5EF4-FFF2-40B4-BE49-F238E27FC236}">
                <a16:creationId xmlns:a16="http://schemas.microsoft.com/office/drawing/2014/main" id="{C39AB224-9D5F-431B-BEFC-7422A4D84F2C}"/>
              </a:ext>
            </a:extLst>
          </p:cNvPr>
          <p:cNvSpPr>
            <a:spLocks noChangeArrowheads="1"/>
          </p:cNvSpPr>
          <p:nvPr/>
        </p:nvSpPr>
        <p:spPr bwMode="gray">
          <a:xfrm>
            <a:off x="219075" y="1089024"/>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Cấu</a:t>
            </a:r>
            <a:r>
              <a:rPr lang="en-US" altLang="en-US" dirty="0">
                <a:solidFill>
                  <a:schemeClr val="tx2"/>
                </a:solidFill>
              </a:rPr>
              <a:t> </a:t>
            </a:r>
            <a:r>
              <a:rPr lang="en-US" altLang="en-US" dirty="0" err="1">
                <a:solidFill>
                  <a:schemeClr val="tx2"/>
                </a:solidFill>
              </a:rPr>
              <a:t>trúc</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OSPF </a:t>
            </a:r>
          </a:p>
        </p:txBody>
      </p:sp>
      <p:sp>
        <p:nvSpPr>
          <p:cNvPr id="69637" name="Rectangle 8">
            <a:extLst>
              <a:ext uri="{FF2B5EF4-FFF2-40B4-BE49-F238E27FC236}">
                <a16:creationId xmlns:a16="http://schemas.microsoft.com/office/drawing/2014/main" id="{5942E145-DE45-4A90-8F1A-29ADD2284E9D}"/>
              </a:ext>
            </a:extLst>
          </p:cNvPr>
          <p:cNvSpPr>
            <a:spLocks noChangeArrowheads="1"/>
          </p:cNvSpPr>
          <p:nvPr/>
        </p:nvSpPr>
        <p:spPr bwMode="auto">
          <a:xfrm>
            <a:off x="219075" y="1739150"/>
            <a:ext cx="11658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Clr>
                <a:srgbClr val="9933FF"/>
              </a:buClr>
              <a:buFont typeface="Wingdings" panose="05000000000000000000" pitchFamily="2" charset="2"/>
              <a:buNone/>
            </a:pPr>
            <a:r>
              <a:rPr lang="en-US" altLang="en-US" dirty="0" err="1">
                <a:solidFill>
                  <a:schemeClr val="tx2"/>
                </a:solidFill>
              </a:rPr>
              <a:t>Gói</a:t>
            </a:r>
            <a:r>
              <a:rPr lang="en-US" altLang="en-US" dirty="0">
                <a:solidFill>
                  <a:schemeClr val="tx2"/>
                </a:solidFill>
              </a:rPr>
              <a:t> tin OSPF </a:t>
            </a:r>
            <a:r>
              <a:rPr lang="en-US" altLang="en-US" dirty="0" err="1">
                <a:solidFill>
                  <a:schemeClr val="tx2"/>
                </a:solidFill>
              </a:rPr>
              <a:t>gồm</a:t>
            </a:r>
            <a:r>
              <a:rPr lang="en-US" altLang="en-US" dirty="0">
                <a:solidFill>
                  <a:schemeClr val="tx2"/>
                </a:solidFill>
              </a:rPr>
              <a:t> 2 </a:t>
            </a:r>
            <a:r>
              <a:rPr lang="en-US" altLang="en-US" dirty="0" err="1">
                <a:solidFill>
                  <a:schemeClr val="tx2"/>
                </a:solidFill>
              </a:rPr>
              <a:t>phần</a:t>
            </a:r>
            <a:r>
              <a:rPr lang="en-US" altLang="en-US" dirty="0">
                <a:solidFill>
                  <a:schemeClr val="tx2"/>
                </a:solidFill>
              </a:rPr>
              <a:t> </a:t>
            </a:r>
            <a:r>
              <a:rPr lang="en-US" altLang="en-US" dirty="0" err="1">
                <a:solidFill>
                  <a:schemeClr val="tx2"/>
                </a:solidFill>
              </a:rPr>
              <a:t>là</a:t>
            </a:r>
            <a:r>
              <a:rPr lang="en-US" altLang="en-US" dirty="0">
                <a:solidFill>
                  <a:schemeClr val="tx2"/>
                </a:solidFill>
              </a:rPr>
              <a:t> header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trường</a:t>
            </a:r>
            <a:r>
              <a:rPr lang="en-US" altLang="en-US" dirty="0">
                <a:solidFill>
                  <a:schemeClr val="tx2"/>
                </a:solidFill>
              </a:rPr>
              <a:t> </a:t>
            </a:r>
            <a:r>
              <a:rPr lang="en-US" altLang="en-US" dirty="0" err="1">
                <a:solidFill>
                  <a:schemeClr val="tx2"/>
                </a:solidFill>
              </a:rPr>
              <a:t>dữ</a:t>
            </a:r>
            <a:r>
              <a:rPr lang="en-US" altLang="en-US" dirty="0">
                <a:solidFill>
                  <a:schemeClr val="tx2"/>
                </a:solidFill>
              </a:rPr>
              <a:t> </a:t>
            </a:r>
            <a:r>
              <a:rPr lang="en-US" altLang="en-US" dirty="0" err="1">
                <a:solidFill>
                  <a:schemeClr val="tx2"/>
                </a:solidFill>
              </a:rPr>
              <a:t>liệu</a:t>
            </a:r>
            <a:endParaRPr lang="en-US" altLang="en-US" dirty="0">
              <a:solidFill>
                <a:schemeClr val="tx2"/>
              </a:solidFill>
            </a:endParaRPr>
          </a:p>
          <a:p>
            <a:pPr marL="285750" indent="-285750" algn="just">
              <a:spcBef>
                <a:spcPct val="0"/>
              </a:spcBef>
              <a:buClr>
                <a:srgbClr val="9933FF"/>
              </a:buClr>
            </a:pPr>
            <a:r>
              <a:rPr lang="en-US" altLang="en-US" dirty="0">
                <a:solidFill>
                  <a:schemeClr val="tx2"/>
                </a:solidFill>
              </a:rPr>
              <a:t>Header:</a:t>
            </a:r>
          </a:p>
          <a:p>
            <a:pPr marL="571500" indent="-285750" algn="just">
              <a:spcBef>
                <a:spcPct val="0"/>
              </a:spcBef>
              <a:buClr>
                <a:srgbClr val="9933FF"/>
              </a:buClr>
              <a:buFont typeface="Wingdings" panose="05000000000000000000" pitchFamily="2" charset="2"/>
              <a:buChar char="Ø"/>
            </a:pPr>
            <a:r>
              <a:rPr lang="en-US" altLang="en-US" dirty="0">
                <a:solidFill>
                  <a:schemeClr val="tx2"/>
                </a:solidFill>
              </a:rPr>
              <a:t>Authentication: 64 bit, </a:t>
            </a:r>
            <a:r>
              <a:rPr lang="en-US" altLang="en-US" dirty="0" err="1">
                <a:solidFill>
                  <a:schemeClr val="tx2"/>
                </a:solidFill>
              </a:rPr>
              <a:t>cần</a:t>
            </a:r>
            <a:r>
              <a:rPr lang="en-US" altLang="en-US" dirty="0">
                <a:solidFill>
                  <a:schemeClr val="tx2"/>
                </a:solidFill>
              </a:rPr>
              <a:t> </a:t>
            </a:r>
            <a:r>
              <a:rPr lang="en-US" altLang="en-US" dirty="0" err="1">
                <a:solidFill>
                  <a:schemeClr val="tx2"/>
                </a:solidFill>
              </a:rPr>
              <a:t>thiết</a:t>
            </a:r>
            <a:r>
              <a:rPr lang="en-US" altLang="en-US" dirty="0">
                <a:solidFill>
                  <a:schemeClr val="tx2"/>
                </a:solidFill>
              </a:rPr>
              <a:t> </a:t>
            </a:r>
            <a:r>
              <a:rPr lang="en-US" altLang="en-US" dirty="0" err="1">
                <a:solidFill>
                  <a:schemeClr val="tx2"/>
                </a:solidFill>
              </a:rPr>
              <a:t>cho</a:t>
            </a:r>
            <a:r>
              <a:rPr lang="en-US" altLang="en-US" dirty="0">
                <a:solidFill>
                  <a:schemeClr val="tx2"/>
                </a:solidFill>
              </a:rPr>
              <a:t> </a:t>
            </a:r>
            <a:r>
              <a:rPr lang="en-US" altLang="en-US" dirty="0" err="1">
                <a:solidFill>
                  <a:schemeClr val="tx2"/>
                </a:solidFill>
              </a:rPr>
              <a:t>việc</a:t>
            </a:r>
            <a:r>
              <a:rPr lang="en-US" altLang="en-US" dirty="0">
                <a:solidFill>
                  <a:schemeClr val="tx2"/>
                </a:solidFill>
              </a:rPr>
              <a:t> </a:t>
            </a:r>
            <a:r>
              <a:rPr lang="en-US" altLang="en-US" dirty="0" err="1">
                <a:solidFill>
                  <a:schemeClr val="tx2"/>
                </a:solidFill>
              </a:rPr>
              <a:t>chứng</a:t>
            </a:r>
            <a:r>
              <a:rPr lang="en-US" altLang="en-US" dirty="0">
                <a:solidFill>
                  <a:schemeClr val="tx2"/>
                </a:solidFill>
              </a:rPr>
              <a:t> </a:t>
            </a:r>
            <a:r>
              <a:rPr lang="en-US" altLang="en-US" dirty="0" err="1">
                <a:solidFill>
                  <a:schemeClr val="tx2"/>
                </a:solidFill>
              </a:rPr>
              <a:t>thực</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phụ</a:t>
            </a:r>
            <a:r>
              <a:rPr lang="en-US" altLang="en-US" dirty="0">
                <a:solidFill>
                  <a:schemeClr val="tx2"/>
                </a:solidFill>
              </a:rPr>
              <a:t> </a:t>
            </a:r>
            <a:r>
              <a:rPr lang="en-US" altLang="en-US" dirty="0" err="1">
                <a:solidFill>
                  <a:schemeClr val="tx2"/>
                </a:solidFill>
              </a:rPr>
              <a:t>thuộc</a:t>
            </a:r>
            <a:r>
              <a:rPr lang="en-US" altLang="en-US" dirty="0">
                <a:solidFill>
                  <a:schemeClr val="tx2"/>
                </a:solidFill>
              </a:rPr>
              <a:t> </a:t>
            </a:r>
            <a:r>
              <a:rPr lang="en-US" altLang="en-US" dirty="0" err="1">
                <a:solidFill>
                  <a:schemeClr val="tx2"/>
                </a:solidFill>
              </a:rPr>
              <a:t>vào</a:t>
            </a:r>
            <a:r>
              <a:rPr lang="en-US" altLang="en-US" dirty="0">
                <a:solidFill>
                  <a:schemeClr val="tx2"/>
                </a:solidFill>
              </a:rPr>
              <a:t> </a:t>
            </a:r>
            <a:r>
              <a:rPr lang="en-US" altLang="en-US" dirty="0" err="1">
                <a:solidFill>
                  <a:schemeClr val="tx2"/>
                </a:solidFill>
              </a:rPr>
              <a:t>Autype</a:t>
            </a:r>
            <a:endParaRPr lang="en-US" altLang="en-US" dirty="0">
              <a:solidFill>
                <a:schemeClr val="tx2"/>
              </a:solidFill>
            </a:endParaRPr>
          </a:p>
          <a:p>
            <a:pPr lvl="1" algn="just">
              <a:lnSpc>
                <a:spcPct val="150000"/>
              </a:lnSpc>
              <a:spcBef>
                <a:spcPct val="0"/>
              </a:spcBef>
              <a:buClr>
                <a:srgbClr val="9933FF"/>
              </a:buClr>
            </a:pPr>
            <a:r>
              <a:rPr lang="en-US" altLang="en-US" sz="2400" dirty="0" err="1">
                <a:solidFill>
                  <a:schemeClr val="tx2"/>
                </a:solidFill>
              </a:rPr>
              <a:t>Autype</a:t>
            </a:r>
            <a:r>
              <a:rPr lang="en-US" altLang="en-US" sz="2400" dirty="0">
                <a:solidFill>
                  <a:schemeClr val="tx2"/>
                </a:solidFill>
              </a:rPr>
              <a:t>=0, </a:t>
            </a:r>
            <a:r>
              <a:rPr lang="en-US" altLang="en-US" sz="2400" dirty="0" err="1">
                <a:solidFill>
                  <a:schemeClr val="tx2"/>
                </a:solidFill>
              </a:rPr>
              <a:t>gói</a:t>
            </a:r>
            <a:r>
              <a:rPr lang="en-US" altLang="en-US" sz="2400" dirty="0">
                <a:solidFill>
                  <a:schemeClr val="tx2"/>
                </a:solidFill>
              </a:rPr>
              <a:t> tin </a:t>
            </a:r>
            <a:r>
              <a:rPr lang="en-US" altLang="en-US" sz="2400" dirty="0" err="1">
                <a:solidFill>
                  <a:schemeClr val="tx2"/>
                </a:solidFill>
              </a:rPr>
              <a:t>sẽ</a:t>
            </a:r>
            <a:r>
              <a:rPr lang="en-US" altLang="en-US" sz="2400" dirty="0">
                <a:solidFill>
                  <a:schemeClr val="tx2"/>
                </a:solidFill>
              </a:rPr>
              <a:t> </a:t>
            </a:r>
            <a:r>
              <a:rPr lang="en-US" altLang="en-US" sz="2400" dirty="0" err="1">
                <a:solidFill>
                  <a:schemeClr val="tx2"/>
                </a:solidFill>
              </a:rPr>
              <a:t>không</a:t>
            </a:r>
            <a:r>
              <a:rPr lang="en-US" altLang="en-US" sz="2400" dirty="0">
                <a:solidFill>
                  <a:schemeClr val="tx2"/>
                </a:solidFill>
              </a:rPr>
              <a:t> </a:t>
            </a:r>
            <a:r>
              <a:rPr lang="en-US" altLang="en-US" sz="2400" dirty="0" err="1">
                <a:solidFill>
                  <a:schemeClr val="tx2"/>
                </a:solidFill>
              </a:rPr>
              <a:t>cần</a:t>
            </a:r>
            <a:r>
              <a:rPr lang="en-US" altLang="en-US" sz="2400" dirty="0">
                <a:solidFill>
                  <a:schemeClr val="tx2"/>
                </a:solidFill>
              </a:rPr>
              <a:t> </a:t>
            </a:r>
            <a:r>
              <a:rPr lang="en-US" altLang="en-US" sz="2400" dirty="0" err="1">
                <a:solidFill>
                  <a:schemeClr val="tx2"/>
                </a:solidFill>
              </a:rPr>
              <a:t>chứng</a:t>
            </a:r>
            <a:r>
              <a:rPr lang="en-US" altLang="en-US" sz="2400" dirty="0">
                <a:solidFill>
                  <a:schemeClr val="tx2"/>
                </a:solidFill>
              </a:rPr>
              <a:t> </a:t>
            </a:r>
            <a:r>
              <a:rPr lang="en-US" altLang="en-US" sz="2400" dirty="0" err="1">
                <a:solidFill>
                  <a:schemeClr val="tx2"/>
                </a:solidFill>
              </a:rPr>
              <a:t>thực</a:t>
            </a:r>
            <a:endParaRPr lang="en-US" altLang="en-US" sz="2400" dirty="0">
              <a:solidFill>
                <a:schemeClr val="tx2"/>
              </a:solidFill>
            </a:endParaRPr>
          </a:p>
          <a:p>
            <a:pPr lvl="1" algn="just">
              <a:lnSpc>
                <a:spcPct val="150000"/>
              </a:lnSpc>
              <a:spcBef>
                <a:spcPct val="0"/>
              </a:spcBef>
              <a:buClr>
                <a:srgbClr val="9933FF"/>
              </a:buClr>
            </a:pPr>
            <a:r>
              <a:rPr lang="en-US" altLang="en-US" sz="2400" dirty="0" err="1">
                <a:solidFill>
                  <a:schemeClr val="tx2"/>
                </a:solidFill>
              </a:rPr>
              <a:t>Nếu</a:t>
            </a:r>
            <a:r>
              <a:rPr lang="en-US" altLang="en-US" sz="2400" dirty="0">
                <a:solidFill>
                  <a:schemeClr val="tx2"/>
                </a:solidFill>
              </a:rPr>
              <a:t> </a:t>
            </a:r>
            <a:r>
              <a:rPr lang="en-US" altLang="en-US" sz="2400" dirty="0" err="1">
                <a:solidFill>
                  <a:schemeClr val="tx2"/>
                </a:solidFill>
              </a:rPr>
              <a:t>Autype</a:t>
            </a:r>
            <a:r>
              <a:rPr lang="en-US" altLang="en-US" sz="2400" dirty="0">
                <a:solidFill>
                  <a:schemeClr val="tx2"/>
                </a:solidFill>
              </a:rPr>
              <a:t>=1, </a:t>
            </a:r>
            <a:r>
              <a:rPr lang="en-US" altLang="en-US" sz="2400" dirty="0" err="1">
                <a:solidFill>
                  <a:schemeClr val="tx2"/>
                </a:solidFill>
              </a:rPr>
              <a:t>trường</a:t>
            </a:r>
            <a:r>
              <a:rPr lang="en-US" altLang="en-US" sz="2400" dirty="0">
                <a:solidFill>
                  <a:schemeClr val="tx2"/>
                </a:solidFill>
              </a:rPr>
              <a:t> Authentication </a:t>
            </a:r>
            <a:r>
              <a:rPr lang="en-US" altLang="en-US" sz="2400" dirty="0" err="1">
                <a:solidFill>
                  <a:schemeClr val="tx2"/>
                </a:solidFill>
              </a:rPr>
              <a:t>sẽ</a:t>
            </a:r>
            <a:r>
              <a:rPr lang="en-US" altLang="en-US" sz="2400" dirty="0">
                <a:solidFill>
                  <a:schemeClr val="tx2"/>
                </a:solidFill>
              </a:rPr>
              <a:t> </a:t>
            </a:r>
            <a:r>
              <a:rPr lang="en-US" altLang="en-US" sz="2400" dirty="0" err="1">
                <a:solidFill>
                  <a:schemeClr val="tx2"/>
                </a:solidFill>
              </a:rPr>
              <a:t>chứa</a:t>
            </a:r>
            <a:r>
              <a:rPr lang="en-US" altLang="en-US" sz="2400" dirty="0">
                <a:solidFill>
                  <a:schemeClr val="tx2"/>
                </a:solidFill>
              </a:rPr>
              <a:t> 1 </a:t>
            </a:r>
            <a:r>
              <a:rPr lang="en-US" altLang="en-US" sz="2400" dirty="0" err="1">
                <a:solidFill>
                  <a:schemeClr val="tx2"/>
                </a:solidFill>
              </a:rPr>
              <a:t>mật</a:t>
            </a:r>
            <a:r>
              <a:rPr lang="en-US" altLang="en-US" sz="2400" dirty="0">
                <a:solidFill>
                  <a:schemeClr val="tx2"/>
                </a:solidFill>
              </a:rPr>
              <a:t> </a:t>
            </a:r>
            <a:r>
              <a:rPr lang="en-US" altLang="en-US" sz="2400" dirty="0" err="1">
                <a:solidFill>
                  <a:schemeClr val="tx2"/>
                </a:solidFill>
              </a:rPr>
              <a:t>mã</a:t>
            </a:r>
            <a:r>
              <a:rPr lang="en-US" altLang="en-US" sz="2400" dirty="0">
                <a:solidFill>
                  <a:schemeClr val="tx2"/>
                </a:solidFill>
              </a:rPr>
              <a:t>.</a:t>
            </a:r>
          </a:p>
          <a:p>
            <a:pPr lvl="1" algn="just">
              <a:lnSpc>
                <a:spcPct val="150000"/>
              </a:lnSpc>
              <a:spcBef>
                <a:spcPct val="0"/>
              </a:spcBef>
              <a:buClr>
                <a:srgbClr val="9933FF"/>
              </a:buClr>
            </a:pPr>
            <a:r>
              <a:rPr lang="en-US" altLang="en-US" sz="2400" dirty="0" err="1">
                <a:solidFill>
                  <a:schemeClr val="tx2"/>
                </a:solidFill>
              </a:rPr>
              <a:t>nếu</a:t>
            </a:r>
            <a:r>
              <a:rPr lang="en-US" altLang="en-US" sz="2400" dirty="0">
                <a:solidFill>
                  <a:schemeClr val="tx2"/>
                </a:solidFill>
              </a:rPr>
              <a:t> </a:t>
            </a:r>
            <a:r>
              <a:rPr lang="en-US" altLang="en-US" sz="2400" dirty="0" err="1">
                <a:solidFill>
                  <a:schemeClr val="tx2"/>
                </a:solidFill>
              </a:rPr>
              <a:t>Autype</a:t>
            </a:r>
            <a:r>
              <a:rPr lang="en-US" altLang="en-US" sz="2400" dirty="0">
                <a:solidFill>
                  <a:schemeClr val="tx2"/>
                </a:solidFill>
              </a:rPr>
              <a:t>=2, </a:t>
            </a:r>
            <a:r>
              <a:rPr lang="en-US" altLang="en-US" sz="2400" dirty="0" err="1">
                <a:solidFill>
                  <a:schemeClr val="tx2"/>
                </a:solidFill>
              </a:rPr>
              <a:t>trường</a:t>
            </a:r>
            <a:r>
              <a:rPr lang="en-US" altLang="en-US" sz="2400" dirty="0">
                <a:solidFill>
                  <a:schemeClr val="tx2"/>
                </a:solidFill>
              </a:rPr>
              <a:t> Authentication </a:t>
            </a:r>
            <a:r>
              <a:rPr lang="en-US" altLang="en-US" sz="2400" dirty="0" err="1">
                <a:solidFill>
                  <a:schemeClr val="tx2"/>
                </a:solidFill>
              </a:rPr>
              <a:t>sẽ</a:t>
            </a:r>
            <a:r>
              <a:rPr lang="en-US" altLang="en-US" sz="2400" dirty="0">
                <a:solidFill>
                  <a:schemeClr val="tx2"/>
                </a:solidFill>
              </a:rPr>
              <a:t> </a:t>
            </a:r>
            <a:r>
              <a:rPr lang="en-US" altLang="en-US" sz="2400" dirty="0" err="1">
                <a:solidFill>
                  <a:schemeClr val="tx2"/>
                </a:solidFill>
              </a:rPr>
              <a:t>chứa</a:t>
            </a:r>
            <a:r>
              <a:rPr lang="en-US" altLang="en-US" sz="2400" dirty="0">
                <a:solidFill>
                  <a:schemeClr val="tx2"/>
                </a:solidFill>
              </a:rPr>
              <a:t> key ID </a:t>
            </a:r>
            <a:r>
              <a:rPr lang="en-US" altLang="en-US" sz="2400" dirty="0" err="1">
                <a:solidFill>
                  <a:schemeClr val="tx2"/>
                </a:solidFill>
              </a:rPr>
              <a:t>dùng</a:t>
            </a:r>
            <a:r>
              <a:rPr lang="en-US" altLang="en-US" sz="2400" dirty="0">
                <a:solidFill>
                  <a:schemeClr val="tx2"/>
                </a:solidFill>
              </a:rPr>
              <a:t> </a:t>
            </a:r>
            <a:r>
              <a:rPr lang="en-US" altLang="en-US" sz="2400" dirty="0" err="1">
                <a:solidFill>
                  <a:schemeClr val="tx2"/>
                </a:solidFill>
              </a:rPr>
              <a:t>để</a:t>
            </a:r>
            <a:r>
              <a:rPr lang="en-US" altLang="en-US" sz="2400" dirty="0">
                <a:solidFill>
                  <a:schemeClr val="tx2"/>
                </a:solidFill>
              </a:rPr>
              <a:t> </a:t>
            </a:r>
            <a:r>
              <a:rPr lang="en-US" altLang="en-US" sz="2400" dirty="0" err="1">
                <a:solidFill>
                  <a:schemeClr val="tx2"/>
                </a:solidFill>
              </a:rPr>
              <a:t>kiểm</a:t>
            </a:r>
            <a:r>
              <a:rPr lang="en-US" altLang="en-US" sz="2400" dirty="0">
                <a:solidFill>
                  <a:schemeClr val="tx2"/>
                </a:solidFill>
              </a:rPr>
              <a:t> </a:t>
            </a:r>
            <a:r>
              <a:rPr lang="en-US" altLang="en-US" sz="2400" dirty="0" err="1">
                <a:solidFill>
                  <a:schemeClr val="tx2"/>
                </a:solidFill>
              </a:rPr>
              <a:t>tra</a:t>
            </a:r>
            <a:r>
              <a:rPr lang="en-US" altLang="en-US" sz="2400" dirty="0">
                <a:solidFill>
                  <a:schemeClr val="tx2"/>
                </a:solidFill>
              </a:rPr>
              <a:t> </a:t>
            </a:r>
            <a:r>
              <a:rPr lang="en-US" altLang="en-US" sz="2400" dirty="0" err="1">
                <a:solidFill>
                  <a:schemeClr val="tx2"/>
                </a:solidFill>
              </a:rPr>
              <a:t>tính</a:t>
            </a:r>
            <a:r>
              <a:rPr lang="en-US" altLang="en-US" sz="2400" dirty="0">
                <a:solidFill>
                  <a:schemeClr val="tx2"/>
                </a:solidFill>
              </a:rPr>
              <a:t> </a:t>
            </a:r>
            <a:r>
              <a:rPr lang="en-US" altLang="en-US" sz="2400" dirty="0" err="1">
                <a:solidFill>
                  <a:schemeClr val="tx2"/>
                </a:solidFill>
              </a:rPr>
              <a:t>toàn</a:t>
            </a:r>
            <a:r>
              <a:rPr lang="en-US" altLang="en-US" sz="2400" dirty="0">
                <a:solidFill>
                  <a:schemeClr val="tx2"/>
                </a:solidFill>
              </a:rPr>
              <a:t> </a:t>
            </a:r>
            <a:r>
              <a:rPr lang="en-US" altLang="en-US" sz="2400" dirty="0" err="1">
                <a:solidFill>
                  <a:schemeClr val="tx2"/>
                </a:solidFill>
              </a:rPr>
              <a:t>vẹn</a:t>
            </a:r>
            <a:r>
              <a:rPr lang="en-US" altLang="en-US" sz="2400" dirty="0">
                <a:solidFill>
                  <a:schemeClr val="tx2"/>
                </a:solidFill>
              </a:rPr>
              <a:t> </a:t>
            </a:r>
            <a:r>
              <a:rPr lang="en-US" altLang="en-US" sz="2400" dirty="0" err="1">
                <a:solidFill>
                  <a:schemeClr val="tx2"/>
                </a:solidFill>
              </a:rPr>
              <a:t>của</a:t>
            </a:r>
            <a:r>
              <a:rPr lang="en-US" altLang="en-US" sz="2400" dirty="0">
                <a:solidFill>
                  <a:schemeClr val="tx2"/>
                </a:solidFill>
              </a:rPr>
              <a:t> </a:t>
            </a:r>
            <a:r>
              <a:rPr lang="en-US" altLang="en-US" sz="2400" dirty="0" err="1">
                <a:solidFill>
                  <a:schemeClr val="tx2"/>
                </a:solidFill>
              </a:rPr>
              <a:t>gói</a:t>
            </a:r>
            <a:r>
              <a:rPr lang="en-US" altLang="en-US" sz="2400" dirty="0">
                <a:solidFill>
                  <a:schemeClr val="tx2"/>
                </a:solidFill>
              </a:rPr>
              <a:t> tin.</a:t>
            </a:r>
          </a:p>
          <a:p>
            <a:pPr marL="1314450" lvl="1" algn="just">
              <a:spcBef>
                <a:spcPct val="0"/>
              </a:spcBef>
              <a:buClr>
                <a:srgbClr val="9933FF"/>
              </a:buClr>
              <a:buFont typeface="Wingdings" panose="05000000000000000000" pitchFamily="2" charset="2"/>
              <a:buChar char="Ø"/>
            </a:pPr>
            <a:endParaRPr lang="en-US" altLang="en-US" sz="2400" dirty="0">
              <a:solidFill>
                <a:schemeClr val="tx2"/>
              </a:solidFill>
            </a:endParaRPr>
          </a:p>
          <a:p>
            <a:pPr marL="1028700" lvl="1" algn="just">
              <a:spcBef>
                <a:spcPct val="0"/>
              </a:spcBef>
              <a:buClr>
                <a:srgbClr val="9933FF"/>
              </a:buClr>
            </a:pPr>
            <a:endParaRPr lang="en-US" altLang="en-US" sz="2400" dirty="0">
              <a:solidFill>
                <a:schemeClr val="tx2"/>
              </a:solidFill>
            </a:endParaRPr>
          </a:p>
        </p:txBody>
      </p:sp>
      <p:sp>
        <p:nvSpPr>
          <p:cNvPr id="10" name="Title 1">
            <a:extLst>
              <a:ext uri="{FF2B5EF4-FFF2-40B4-BE49-F238E27FC236}">
                <a16:creationId xmlns:a16="http://schemas.microsoft.com/office/drawing/2014/main" id="{09CE453D-48B1-4794-AAB7-092F4726A505}"/>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6">
            <a:extLst>
              <a:ext uri="{FF2B5EF4-FFF2-40B4-BE49-F238E27FC236}">
                <a16:creationId xmlns:a16="http://schemas.microsoft.com/office/drawing/2014/main" id="{A142C199-75DF-45EB-B68E-01503C7BFF3B}"/>
              </a:ext>
            </a:extLst>
          </p:cNvPr>
          <p:cNvSpPr>
            <a:spLocks noChangeArrowheads="1"/>
          </p:cNvSpPr>
          <p:nvPr/>
        </p:nvSpPr>
        <p:spPr bwMode="gray">
          <a:xfrm>
            <a:off x="437322" y="1036324"/>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Cấu</a:t>
            </a:r>
            <a:r>
              <a:rPr lang="en-US" altLang="en-US" dirty="0">
                <a:solidFill>
                  <a:schemeClr val="tx2"/>
                </a:solidFill>
              </a:rPr>
              <a:t> </a:t>
            </a:r>
            <a:r>
              <a:rPr lang="en-US" altLang="en-US" dirty="0" err="1">
                <a:solidFill>
                  <a:schemeClr val="tx2"/>
                </a:solidFill>
              </a:rPr>
              <a:t>trúc</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OSPF </a:t>
            </a:r>
          </a:p>
        </p:txBody>
      </p:sp>
      <p:sp>
        <p:nvSpPr>
          <p:cNvPr id="70661" name="Rectangle 8">
            <a:extLst>
              <a:ext uri="{FF2B5EF4-FFF2-40B4-BE49-F238E27FC236}">
                <a16:creationId xmlns:a16="http://schemas.microsoft.com/office/drawing/2014/main" id="{93A644A2-220D-42FF-B9AC-1577AA25645A}"/>
              </a:ext>
            </a:extLst>
          </p:cNvPr>
          <p:cNvSpPr>
            <a:spLocks noChangeArrowheads="1"/>
          </p:cNvSpPr>
          <p:nvPr/>
        </p:nvSpPr>
        <p:spPr bwMode="auto">
          <a:xfrm>
            <a:off x="627822" y="1522813"/>
            <a:ext cx="1131735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buFont typeface="Wingdings" panose="05000000000000000000" pitchFamily="2" charset="2"/>
              <a:buNone/>
            </a:pPr>
            <a:r>
              <a:rPr lang="en-US" altLang="en-US" dirty="0" err="1">
                <a:solidFill>
                  <a:schemeClr val="tx2"/>
                </a:solidFill>
              </a:rPr>
              <a:t>Gói</a:t>
            </a:r>
            <a:r>
              <a:rPr lang="en-US" altLang="en-US" dirty="0">
                <a:solidFill>
                  <a:schemeClr val="tx2"/>
                </a:solidFill>
              </a:rPr>
              <a:t> tin OSPF </a:t>
            </a:r>
            <a:r>
              <a:rPr lang="en-US" altLang="en-US" dirty="0" err="1">
                <a:solidFill>
                  <a:schemeClr val="tx2"/>
                </a:solidFill>
              </a:rPr>
              <a:t>gồm</a:t>
            </a:r>
            <a:r>
              <a:rPr lang="en-US" altLang="en-US" dirty="0">
                <a:solidFill>
                  <a:schemeClr val="tx2"/>
                </a:solidFill>
              </a:rPr>
              <a:t> 2 </a:t>
            </a:r>
            <a:r>
              <a:rPr lang="en-US" altLang="en-US" dirty="0" err="1">
                <a:solidFill>
                  <a:schemeClr val="tx2"/>
                </a:solidFill>
              </a:rPr>
              <a:t>phần</a:t>
            </a:r>
            <a:r>
              <a:rPr lang="en-US" altLang="en-US" dirty="0">
                <a:solidFill>
                  <a:schemeClr val="tx2"/>
                </a:solidFill>
              </a:rPr>
              <a:t> </a:t>
            </a:r>
            <a:r>
              <a:rPr lang="en-US" altLang="en-US" dirty="0" err="1">
                <a:solidFill>
                  <a:schemeClr val="tx2"/>
                </a:solidFill>
              </a:rPr>
              <a:t>là</a:t>
            </a:r>
            <a:r>
              <a:rPr lang="en-US" altLang="en-US" dirty="0">
                <a:solidFill>
                  <a:schemeClr val="tx2"/>
                </a:solidFill>
              </a:rPr>
              <a:t> header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trường</a:t>
            </a:r>
            <a:r>
              <a:rPr lang="en-US" altLang="en-US" dirty="0">
                <a:solidFill>
                  <a:schemeClr val="tx2"/>
                </a:solidFill>
              </a:rPr>
              <a:t> </a:t>
            </a:r>
            <a:r>
              <a:rPr lang="en-US" altLang="en-US" dirty="0" err="1">
                <a:solidFill>
                  <a:schemeClr val="tx2"/>
                </a:solidFill>
              </a:rPr>
              <a:t>dữ</a:t>
            </a:r>
            <a:r>
              <a:rPr lang="en-US" altLang="en-US" dirty="0">
                <a:solidFill>
                  <a:schemeClr val="tx2"/>
                </a:solidFill>
              </a:rPr>
              <a:t> </a:t>
            </a:r>
            <a:r>
              <a:rPr lang="en-US" altLang="en-US" dirty="0" err="1">
                <a:solidFill>
                  <a:schemeClr val="tx2"/>
                </a:solidFill>
              </a:rPr>
              <a:t>liệu</a:t>
            </a:r>
            <a:endParaRPr lang="en-US" altLang="en-US" dirty="0">
              <a:solidFill>
                <a:schemeClr val="tx2"/>
              </a:solidFill>
            </a:endParaRPr>
          </a:p>
          <a:p>
            <a:pPr marL="285750" indent="-285750">
              <a:spcBef>
                <a:spcPct val="0"/>
              </a:spcBef>
              <a:buClr>
                <a:srgbClr val="9933FF"/>
              </a:buClr>
            </a:pPr>
            <a:r>
              <a:rPr lang="en-US" altLang="en-US" dirty="0">
                <a:solidFill>
                  <a:schemeClr val="tx2"/>
                </a:solidFill>
              </a:rPr>
              <a:t> Header:</a:t>
            </a:r>
          </a:p>
          <a:p>
            <a:pPr eaLnBrk="1" hangingPunct="1">
              <a:spcBef>
                <a:spcPct val="0"/>
              </a:spcBef>
              <a:buClr>
                <a:srgbClr val="9933FF"/>
              </a:buClr>
              <a:buFont typeface="Wingdings" panose="05000000000000000000" pitchFamily="2" charset="2"/>
              <a:buNone/>
            </a:pPr>
            <a:endParaRPr lang="en-US" altLang="en-US" dirty="0">
              <a:solidFill>
                <a:schemeClr val="tx2"/>
              </a:solidFill>
            </a:endParaRPr>
          </a:p>
        </p:txBody>
      </p:sp>
      <p:pic>
        <p:nvPicPr>
          <p:cNvPr id="70662" name="Picture 10" descr="untitled">
            <a:extLst>
              <a:ext uri="{FF2B5EF4-FFF2-40B4-BE49-F238E27FC236}">
                <a16:creationId xmlns:a16="http://schemas.microsoft.com/office/drawing/2014/main" id="{F1E6F80E-42D1-4B11-8BA8-B40D1F2B89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2971800"/>
            <a:ext cx="5848350" cy="30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3" name="Rectangle 11">
            <a:extLst>
              <a:ext uri="{FF2B5EF4-FFF2-40B4-BE49-F238E27FC236}">
                <a16:creationId xmlns:a16="http://schemas.microsoft.com/office/drawing/2014/main" id="{B196C592-0398-49B1-AD3B-F37AE3057473}"/>
              </a:ext>
            </a:extLst>
          </p:cNvPr>
          <p:cNvSpPr>
            <a:spLocks noChangeArrowheads="1"/>
          </p:cNvSpPr>
          <p:nvPr/>
        </p:nvSpPr>
        <p:spPr bwMode="auto">
          <a:xfrm>
            <a:off x="3429001" y="6170891"/>
            <a:ext cx="49135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en-US" sz="1800">
                <a:solidFill>
                  <a:schemeClr val="tx2"/>
                </a:solidFill>
              </a:rPr>
              <a:t>Gói OSPF được mã hóa khi truyền trên mạng </a:t>
            </a:r>
          </a:p>
        </p:txBody>
      </p:sp>
      <p:sp>
        <p:nvSpPr>
          <p:cNvPr id="11" name="Title 1">
            <a:extLst>
              <a:ext uri="{FF2B5EF4-FFF2-40B4-BE49-F238E27FC236}">
                <a16:creationId xmlns:a16="http://schemas.microsoft.com/office/drawing/2014/main" id="{D6065E52-AB58-45E8-9A8E-D37F9E3D36E1}"/>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6">
            <a:extLst>
              <a:ext uri="{FF2B5EF4-FFF2-40B4-BE49-F238E27FC236}">
                <a16:creationId xmlns:a16="http://schemas.microsoft.com/office/drawing/2014/main" id="{1EBBC0EC-9757-496A-8619-E6021DA34538}"/>
              </a:ext>
            </a:extLst>
          </p:cNvPr>
          <p:cNvSpPr>
            <a:spLocks noChangeArrowheads="1"/>
          </p:cNvSpPr>
          <p:nvPr/>
        </p:nvSpPr>
        <p:spPr bwMode="gray">
          <a:xfrm>
            <a:off x="437322" y="1186409"/>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Cấu</a:t>
            </a:r>
            <a:r>
              <a:rPr lang="en-US" altLang="en-US" dirty="0">
                <a:solidFill>
                  <a:schemeClr val="tx2"/>
                </a:solidFill>
              </a:rPr>
              <a:t> </a:t>
            </a:r>
            <a:r>
              <a:rPr lang="en-US" altLang="en-US" dirty="0" err="1">
                <a:solidFill>
                  <a:schemeClr val="tx2"/>
                </a:solidFill>
              </a:rPr>
              <a:t>trúc</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OSPF </a:t>
            </a:r>
          </a:p>
        </p:txBody>
      </p:sp>
      <p:sp>
        <p:nvSpPr>
          <p:cNvPr id="71685" name="Rectangle 8">
            <a:extLst>
              <a:ext uri="{FF2B5EF4-FFF2-40B4-BE49-F238E27FC236}">
                <a16:creationId xmlns:a16="http://schemas.microsoft.com/office/drawing/2014/main" id="{E038E3E5-DAFE-4160-996B-55D2423F38EA}"/>
              </a:ext>
            </a:extLst>
          </p:cNvPr>
          <p:cNvSpPr>
            <a:spLocks noChangeArrowheads="1"/>
          </p:cNvSpPr>
          <p:nvPr/>
        </p:nvSpPr>
        <p:spPr bwMode="auto">
          <a:xfrm>
            <a:off x="628810" y="1520498"/>
            <a:ext cx="1102979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buFont typeface="Wingdings" panose="05000000000000000000" pitchFamily="2" charset="2"/>
              <a:buNone/>
            </a:pPr>
            <a:r>
              <a:rPr lang="en-US" altLang="en-US" dirty="0" err="1">
                <a:solidFill>
                  <a:schemeClr val="tx2"/>
                </a:solidFill>
              </a:rPr>
              <a:t>Gói</a:t>
            </a:r>
            <a:r>
              <a:rPr lang="en-US" altLang="en-US" dirty="0">
                <a:solidFill>
                  <a:schemeClr val="tx2"/>
                </a:solidFill>
              </a:rPr>
              <a:t> tin OSPF </a:t>
            </a:r>
            <a:r>
              <a:rPr lang="en-US" altLang="en-US" dirty="0" err="1">
                <a:solidFill>
                  <a:schemeClr val="tx2"/>
                </a:solidFill>
              </a:rPr>
              <a:t>gồm</a:t>
            </a:r>
            <a:r>
              <a:rPr lang="en-US" altLang="en-US" dirty="0">
                <a:solidFill>
                  <a:schemeClr val="tx2"/>
                </a:solidFill>
              </a:rPr>
              <a:t> 2 </a:t>
            </a:r>
            <a:r>
              <a:rPr lang="en-US" altLang="en-US" dirty="0" err="1">
                <a:solidFill>
                  <a:schemeClr val="tx2"/>
                </a:solidFill>
              </a:rPr>
              <a:t>phần</a:t>
            </a:r>
            <a:r>
              <a:rPr lang="en-US" altLang="en-US" dirty="0">
                <a:solidFill>
                  <a:schemeClr val="tx2"/>
                </a:solidFill>
              </a:rPr>
              <a:t> </a:t>
            </a:r>
            <a:r>
              <a:rPr lang="en-US" altLang="en-US" dirty="0" err="1">
                <a:solidFill>
                  <a:schemeClr val="tx2"/>
                </a:solidFill>
              </a:rPr>
              <a:t>là</a:t>
            </a:r>
            <a:r>
              <a:rPr lang="en-US" altLang="en-US" dirty="0">
                <a:solidFill>
                  <a:schemeClr val="tx2"/>
                </a:solidFill>
              </a:rPr>
              <a:t> header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trường</a:t>
            </a:r>
            <a:r>
              <a:rPr lang="en-US" altLang="en-US" dirty="0">
                <a:solidFill>
                  <a:schemeClr val="tx2"/>
                </a:solidFill>
              </a:rPr>
              <a:t> </a:t>
            </a:r>
            <a:r>
              <a:rPr lang="en-US" altLang="en-US" dirty="0" err="1">
                <a:solidFill>
                  <a:schemeClr val="tx2"/>
                </a:solidFill>
              </a:rPr>
              <a:t>dữ</a:t>
            </a:r>
            <a:r>
              <a:rPr lang="en-US" altLang="en-US" dirty="0">
                <a:solidFill>
                  <a:schemeClr val="tx2"/>
                </a:solidFill>
              </a:rPr>
              <a:t> </a:t>
            </a:r>
            <a:r>
              <a:rPr lang="en-US" altLang="en-US" dirty="0" err="1">
                <a:solidFill>
                  <a:schemeClr val="tx2"/>
                </a:solidFill>
              </a:rPr>
              <a:t>liệu</a:t>
            </a:r>
            <a:endParaRPr lang="en-US" altLang="en-US" dirty="0">
              <a:solidFill>
                <a:schemeClr val="tx2"/>
              </a:solidFill>
            </a:endParaRPr>
          </a:p>
          <a:p>
            <a:pPr marL="285750" indent="-285750">
              <a:spcBef>
                <a:spcPct val="0"/>
              </a:spcBef>
              <a:buClr>
                <a:srgbClr val="9933FF"/>
              </a:buClr>
            </a:pPr>
            <a:r>
              <a:rPr lang="en-US" altLang="en-US" dirty="0" err="1">
                <a:solidFill>
                  <a:schemeClr val="tx2"/>
                </a:solidFill>
              </a:rPr>
              <a:t>Trường</a:t>
            </a:r>
            <a:r>
              <a:rPr lang="en-US" altLang="en-US" dirty="0">
                <a:solidFill>
                  <a:schemeClr val="tx2"/>
                </a:solidFill>
              </a:rPr>
              <a:t> </a:t>
            </a:r>
            <a:r>
              <a:rPr lang="en-US" altLang="en-US" dirty="0" err="1">
                <a:solidFill>
                  <a:schemeClr val="tx2"/>
                </a:solidFill>
              </a:rPr>
              <a:t>dữ</a:t>
            </a:r>
            <a:r>
              <a:rPr lang="en-US" altLang="en-US" dirty="0">
                <a:solidFill>
                  <a:schemeClr val="tx2"/>
                </a:solidFill>
              </a:rPr>
              <a:t> </a:t>
            </a:r>
            <a:r>
              <a:rPr lang="en-US" altLang="en-US" dirty="0" err="1">
                <a:solidFill>
                  <a:schemeClr val="tx2"/>
                </a:solidFill>
              </a:rPr>
              <a:t>liệu</a:t>
            </a:r>
            <a:r>
              <a:rPr lang="en-US" altLang="en-US" dirty="0">
                <a:solidFill>
                  <a:schemeClr val="tx2"/>
                </a:solidFill>
              </a:rPr>
              <a:t>:</a:t>
            </a:r>
          </a:p>
          <a:p>
            <a:pPr eaLnBrk="1" hangingPunct="1">
              <a:spcBef>
                <a:spcPct val="0"/>
              </a:spcBef>
              <a:buClr>
                <a:srgbClr val="9933FF"/>
              </a:buClr>
              <a:buFont typeface="Wingdings" panose="05000000000000000000" pitchFamily="2" charset="2"/>
              <a:buNone/>
            </a:pPr>
            <a:endParaRPr lang="en-US" altLang="en-US" dirty="0">
              <a:solidFill>
                <a:schemeClr val="tx2"/>
              </a:solidFill>
            </a:endParaRPr>
          </a:p>
        </p:txBody>
      </p:sp>
      <p:sp>
        <p:nvSpPr>
          <p:cNvPr id="71686" name="Rectangle 9">
            <a:extLst>
              <a:ext uri="{FF2B5EF4-FFF2-40B4-BE49-F238E27FC236}">
                <a16:creationId xmlns:a16="http://schemas.microsoft.com/office/drawing/2014/main" id="{CA0332EC-13FD-445B-949C-668F7E7B1EB0}"/>
              </a:ext>
            </a:extLst>
          </p:cNvPr>
          <p:cNvSpPr>
            <a:spLocks noChangeArrowheads="1"/>
          </p:cNvSpPr>
          <p:nvPr/>
        </p:nvSpPr>
        <p:spPr bwMode="auto">
          <a:xfrm>
            <a:off x="437816" y="2424033"/>
            <a:ext cx="11411778" cy="113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tabLst>
                <a:tab pos="817563" algn="l"/>
              </a:tabLst>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tabLst>
                <a:tab pos="817563" algn="l"/>
              </a:tabLst>
              <a:defRPr sz="2200">
                <a:solidFill>
                  <a:schemeClr val="tx1"/>
                </a:solidFill>
                <a:latin typeface="Arial" panose="020B0604020202020204" pitchFamily="34" charset="0"/>
              </a:defRPr>
            </a:lvl2pPr>
            <a:lvl3pPr marL="1143000" indent="-228600">
              <a:spcBef>
                <a:spcPct val="20000"/>
              </a:spcBef>
              <a:buClr>
                <a:schemeClr val="accent2"/>
              </a:buClr>
              <a:buChar char="•"/>
              <a:tabLst>
                <a:tab pos="817563" algn="l"/>
              </a:tabLst>
              <a:defRPr>
                <a:solidFill>
                  <a:schemeClr val="tx1"/>
                </a:solidFill>
                <a:latin typeface="Arial" panose="020B0604020202020204" pitchFamily="34" charset="0"/>
              </a:defRPr>
            </a:lvl3pPr>
            <a:lvl4pPr marL="1600200" indent="-228600">
              <a:spcBef>
                <a:spcPct val="20000"/>
              </a:spcBef>
              <a:buChar char="–"/>
              <a:tabLst>
                <a:tab pos="817563" algn="l"/>
              </a:tabLst>
              <a:defRPr sz="1600">
                <a:solidFill>
                  <a:schemeClr val="tx1"/>
                </a:solidFill>
                <a:latin typeface="Arial" panose="020B0604020202020204" pitchFamily="34" charset="0"/>
              </a:defRPr>
            </a:lvl4pPr>
            <a:lvl5pPr marL="2057400" indent="-228600">
              <a:spcBef>
                <a:spcPct val="20000"/>
              </a:spcBef>
              <a:buChar char="»"/>
              <a:tabLst>
                <a:tab pos="817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17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17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17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17563" algn="l"/>
              </a:tabLst>
              <a:defRPr sz="2000">
                <a:solidFill>
                  <a:schemeClr val="tx1"/>
                </a:solidFill>
                <a:latin typeface="Arial" panose="020B0604020202020204" pitchFamily="34" charset="0"/>
              </a:defRPr>
            </a:lvl9pPr>
          </a:lstStyle>
          <a:p>
            <a:pPr algn="just" eaLnBrk="1" hangingPunct="1">
              <a:lnSpc>
                <a:spcPct val="150000"/>
              </a:lnSpc>
              <a:spcBef>
                <a:spcPct val="0"/>
              </a:spcBef>
              <a:buClr>
                <a:srgbClr val="9933FF"/>
              </a:buClr>
              <a:buFont typeface="Wingdings" panose="05000000000000000000" pitchFamily="2" charset="2"/>
              <a:buNone/>
            </a:pPr>
            <a:r>
              <a:rPr lang="en-US" altLang="en-US" dirty="0" err="1">
                <a:solidFill>
                  <a:schemeClr val="tx2"/>
                </a:solidFill>
              </a:rPr>
              <a:t>Có</a:t>
            </a:r>
            <a:r>
              <a:rPr lang="en-US" altLang="en-US" dirty="0">
                <a:solidFill>
                  <a:schemeClr val="tx2"/>
                </a:solidFill>
              </a:rPr>
              <a:t> 5 </a:t>
            </a:r>
            <a:r>
              <a:rPr lang="en-US" altLang="en-US" dirty="0" err="1">
                <a:solidFill>
                  <a:schemeClr val="tx2"/>
                </a:solidFill>
              </a:rPr>
              <a:t>loại</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OSPF: Hello, Database Description, Link State Request, Link State Update </a:t>
            </a:r>
            <a:r>
              <a:rPr lang="en-US" altLang="en-US" dirty="0" err="1">
                <a:solidFill>
                  <a:schemeClr val="tx2"/>
                </a:solidFill>
              </a:rPr>
              <a:t>và</a:t>
            </a:r>
            <a:r>
              <a:rPr lang="en-US" altLang="en-US" dirty="0">
                <a:solidFill>
                  <a:schemeClr val="tx2"/>
                </a:solidFill>
              </a:rPr>
              <a:t> Link State Acknowledge </a:t>
            </a:r>
          </a:p>
        </p:txBody>
      </p:sp>
      <p:pic>
        <p:nvPicPr>
          <p:cNvPr id="71687" name="Picture 11" descr="untitled">
            <a:extLst>
              <a:ext uri="{FF2B5EF4-FFF2-40B4-BE49-F238E27FC236}">
                <a16:creationId xmlns:a16="http://schemas.microsoft.com/office/drawing/2014/main" id="{771C8E54-FFFE-4224-90D7-95BC00F6B8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3810000"/>
            <a:ext cx="4191000" cy="277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a:extLst>
              <a:ext uri="{FF2B5EF4-FFF2-40B4-BE49-F238E27FC236}">
                <a16:creationId xmlns:a16="http://schemas.microsoft.com/office/drawing/2014/main" id="{981FBE75-893A-418B-B732-9B00FB98054B}"/>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6">
            <a:extLst>
              <a:ext uri="{FF2B5EF4-FFF2-40B4-BE49-F238E27FC236}">
                <a16:creationId xmlns:a16="http://schemas.microsoft.com/office/drawing/2014/main" id="{306A33C1-BAF8-467B-B847-0C61F207AD42}"/>
              </a:ext>
            </a:extLst>
          </p:cNvPr>
          <p:cNvSpPr>
            <a:spLocks noChangeArrowheads="1"/>
          </p:cNvSpPr>
          <p:nvPr/>
        </p:nvSpPr>
        <p:spPr bwMode="gray">
          <a:xfrm>
            <a:off x="437322" y="1073068"/>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Cấu</a:t>
            </a:r>
            <a:r>
              <a:rPr lang="en-US" altLang="en-US" dirty="0">
                <a:solidFill>
                  <a:schemeClr val="tx2"/>
                </a:solidFill>
              </a:rPr>
              <a:t> </a:t>
            </a:r>
            <a:r>
              <a:rPr lang="en-US" altLang="en-US" dirty="0" err="1">
                <a:solidFill>
                  <a:schemeClr val="tx2"/>
                </a:solidFill>
              </a:rPr>
              <a:t>trúc</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OSPF </a:t>
            </a:r>
          </a:p>
        </p:txBody>
      </p:sp>
      <p:sp>
        <p:nvSpPr>
          <p:cNvPr id="72709" name="Rectangle 8">
            <a:extLst>
              <a:ext uri="{FF2B5EF4-FFF2-40B4-BE49-F238E27FC236}">
                <a16:creationId xmlns:a16="http://schemas.microsoft.com/office/drawing/2014/main" id="{FD2D0A50-F1F1-4441-B460-C39BCF184812}"/>
              </a:ext>
            </a:extLst>
          </p:cNvPr>
          <p:cNvSpPr>
            <a:spLocks noChangeArrowheads="1"/>
          </p:cNvSpPr>
          <p:nvPr/>
        </p:nvSpPr>
        <p:spPr bwMode="auto">
          <a:xfrm>
            <a:off x="437322" y="1629948"/>
            <a:ext cx="11440353"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
                <a:srgbClr val="9933FF"/>
              </a:buClr>
              <a:buFont typeface="Wingdings" panose="05000000000000000000" pitchFamily="2" charset="2"/>
              <a:buNone/>
            </a:pPr>
            <a:r>
              <a:rPr lang="en-US" altLang="en-US" dirty="0" err="1">
                <a:solidFill>
                  <a:schemeClr val="tx2"/>
                </a:solidFill>
              </a:rPr>
              <a:t>Gói</a:t>
            </a:r>
            <a:r>
              <a:rPr lang="en-US" altLang="en-US" dirty="0">
                <a:solidFill>
                  <a:schemeClr val="tx2"/>
                </a:solidFill>
              </a:rPr>
              <a:t> tin OSPF </a:t>
            </a:r>
            <a:r>
              <a:rPr lang="en-US" altLang="en-US" dirty="0" err="1">
                <a:solidFill>
                  <a:schemeClr val="tx2"/>
                </a:solidFill>
              </a:rPr>
              <a:t>gồm</a:t>
            </a:r>
            <a:r>
              <a:rPr lang="en-US" altLang="en-US" dirty="0">
                <a:solidFill>
                  <a:schemeClr val="tx2"/>
                </a:solidFill>
              </a:rPr>
              <a:t> 2 </a:t>
            </a:r>
            <a:r>
              <a:rPr lang="en-US" altLang="en-US" dirty="0" err="1">
                <a:solidFill>
                  <a:schemeClr val="tx2"/>
                </a:solidFill>
              </a:rPr>
              <a:t>phần</a:t>
            </a:r>
            <a:r>
              <a:rPr lang="en-US" altLang="en-US" dirty="0">
                <a:solidFill>
                  <a:schemeClr val="tx2"/>
                </a:solidFill>
              </a:rPr>
              <a:t> </a:t>
            </a:r>
            <a:r>
              <a:rPr lang="en-US" altLang="en-US" dirty="0" err="1">
                <a:solidFill>
                  <a:schemeClr val="tx2"/>
                </a:solidFill>
              </a:rPr>
              <a:t>là</a:t>
            </a:r>
            <a:r>
              <a:rPr lang="en-US" altLang="en-US" dirty="0">
                <a:solidFill>
                  <a:schemeClr val="tx2"/>
                </a:solidFill>
              </a:rPr>
              <a:t> header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trường</a:t>
            </a:r>
            <a:r>
              <a:rPr lang="en-US" altLang="en-US" dirty="0">
                <a:solidFill>
                  <a:schemeClr val="tx2"/>
                </a:solidFill>
              </a:rPr>
              <a:t> </a:t>
            </a:r>
            <a:r>
              <a:rPr lang="en-US" altLang="en-US" dirty="0" err="1">
                <a:solidFill>
                  <a:schemeClr val="tx2"/>
                </a:solidFill>
              </a:rPr>
              <a:t>dữ</a:t>
            </a:r>
            <a:r>
              <a:rPr lang="en-US" altLang="en-US" dirty="0">
                <a:solidFill>
                  <a:schemeClr val="tx2"/>
                </a:solidFill>
              </a:rPr>
              <a:t> </a:t>
            </a:r>
            <a:r>
              <a:rPr lang="en-US" altLang="en-US" dirty="0" err="1">
                <a:solidFill>
                  <a:schemeClr val="tx2"/>
                </a:solidFill>
              </a:rPr>
              <a:t>liệu</a:t>
            </a:r>
            <a:endParaRPr lang="en-US" altLang="en-US" dirty="0">
              <a:solidFill>
                <a:schemeClr val="tx2"/>
              </a:solidFill>
            </a:endParaRPr>
          </a:p>
          <a:p>
            <a:pPr marL="285750" indent="-285750">
              <a:spcBef>
                <a:spcPct val="0"/>
              </a:spcBef>
              <a:buClr>
                <a:srgbClr val="9933FF"/>
              </a:buClr>
            </a:pPr>
            <a:r>
              <a:rPr lang="en-US" altLang="en-US" dirty="0" err="1">
                <a:solidFill>
                  <a:schemeClr val="tx2"/>
                </a:solidFill>
              </a:rPr>
              <a:t>Trường</a:t>
            </a:r>
            <a:r>
              <a:rPr lang="en-US" altLang="en-US" dirty="0">
                <a:solidFill>
                  <a:schemeClr val="tx2"/>
                </a:solidFill>
              </a:rPr>
              <a:t> </a:t>
            </a:r>
            <a:r>
              <a:rPr lang="en-US" altLang="en-US" dirty="0" err="1">
                <a:solidFill>
                  <a:schemeClr val="tx2"/>
                </a:solidFill>
              </a:rPr>
              <a:t>dữ</a:t>
            </a:r>
            <a:r>
              <a:rPr lang="en-US" altLang="en-US" dirty="0">
                <a:solidFill>
                  <a:schemeClr val="tx2"/>
                </a:solidFill>
              </a:rPr>
              <a:t> </a:t>
            </a:r>
            <a:r>
              <a:rPr lang="en-US" altLang="en-US" dirty="0" err="1">
                <a:solidFill>
                  <a:schemeClr val="tx2"/>
                </a:solidFill>
              </a:rPr>
              <a:t>liệu</a:t>
            </a:r>
            <a:r>
              <a:rPr lang="en-US" altLang="en-US" dirty="0">
                <a:solidFill>
                  <a:schemeClr val="tx2"/>
                </a:solidFill>
              </a:rPr>
              <a:t>:</a:t>
            </a:r>
          </a:p>
          <a:p>
            <a:pPr marL="571500" indent="-285750">
              <a:spcBef>
                <a:spcPct val="0"/>
              </a:spcBef>
              <a:buClr>
                <a:srgbClr val="9933FF"/>
              </a:buClr>
              <a:buFont typeface="Wingdings" panose="05000000000000000000" pitchFamily="2" charset="2"/>
              <a:buChar char="Ø"/>
            </a:pPr>
            <a:r>
              <a:rPr lang="en-US" altLang="en-US" dirty="0">
                <a:solidFill>
                  <a:schemeClr val="tx2"/>
                </a:solidFill>
              </a:rPr>
              <a:t>Hello: </a:t>
            </a:r>
            <a:r>
              <a:rPr lang="en-US" altLang="en-US" dirty="0" err="1">
                <a:solidFill>
                  <a:schemeClr val="tx2"/>
                </a:solidFill>
              </a:rPr>
              <a:t>dùng</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phát</a:t>
            </a:r>
            <a:r>
              <a:rPr lang="en-US" altLang="en-US" dirty="0">
                <a:solidFill>
                  <a:schemeClr val="tx2"/>
                </a:solidFill>
              </a:rPr>
              <a:t> </a:t>
            </a:r>
            <a:r>
              <a:rPr lang="en-US" altLang="en-US" dirty="0" err="1">
                <a:solidFill>
                  <a:schemeClr val="tx2"/>
                </a:solidFill>
              </a:rPr>
              <a:t>hiện</a:t>
            </a:r>
            <a:r>
              <a:rPr lang="en-US" altLang="en-US" dirty="0">
                <a:solidFill>
                  <a:schemeClr val="tx2"/>
                </a:solidFill>
              </a:rPr>
              <a:t>, </a:t>
            </a:r>
            <a:r>
              <a:rPr lang="en-US" altLang="en-US" dirty="0" err="1">
                <a:solidFill>
                  <a:schemeClr val="tx2"/>
                </a:solidFill>
              </a:rPr>
              <a:t>trao</a:t>
            </a:r>
            <a:r>
              <a:rPr lang="en-US" altLang="en-US" dirty="0">
                <a:solidFill>
                  <a:schemeClr val="tx2"/>
                </a:solidFill>
              </a:rPr>
              <a:t> </a:t>
            </a:r>
            <a:r>
              <a:rPr lang="en-US" altLang="en-US" dirty="0" err="1">
                <a:solidFill>
                  <a:schemeClr val="tx2"/>
                </a:solidFill>
              </a:rPr>
              <a:t>đổi</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với</a:t>
            </a:r>
            <a:r>
              <a:rPr lang="en-US" altLang="en-US" dirty="0">
                <a:solidFill>
                  <a:schemeClr val="tx2"/>
                </a:solidFill>
              </a:rPr>
              <a:t> </a:t>
            </a:r>
            <a:r>
              <a:rPr lang="en-US" altLang="en-US" dirty="0" err="1">
                <a:solidFill>
                  <a:schemeClr val="tx2"/>
                </a:solidFill>
              </a:rPr>
              <a:t>các</a:t>
            </a:r>
            <a:r>
              <a:rPr lang="en-US" altLang="en-US" dirty="0">
                <a:solidFill>
                  <a:schemeClr val="tx2"/>
                </a:solidFill>
              </a:rPr>
              <a:t> router </a:t>
            </a:r>
            <a:r>
              <a:rPr lang="en-US" altLang="en-US" dirty="0" err="1">
                <a:solidFill>
                  <a:schemeClr val="tx2"/>
                </a:solidFill>
              </a:rPr>
              <a:t>kế</a:t>
            </a:r>
            <a:r>
              <a:rPr lang="en-US" altLang="en-US" dirty="0">
                <a:solidFill>
                  <a:schemeClr val="tx2"/>
                </a:solidFill>
              </a:rPr>
              <a:t> </a:t>
            </a:r>
            <a:r>
              <a:rPr lang="en-US" altLang="en-US" dirty="0" err="1">
                <a:solidFill>
                  <a:schemeClr val="tx2"/>
                </a:solidFill>
              </a:rPr>
              <a:t>cận</a:t>
            </a:r>
            <a:r>
              <a:rPr lang="en-US" altLang="en-US" dirty="0">
                <a:solidFill>
                  <a:schemeClr val="tx2"/>
                </a:solidFill>
              </a:rPr>
              <a:t> (neighbor)</a:t>
            </a:r>
          </a:p>
          <a:p>
            <a:pPr marL="571500" indent="-285750">
              <a:spcBef>
                <a:spcPct val="0"/>
              </a:spcBef>
              <a:buClr>
                <a:srgbClr val="9933FF"/>
              </a:buClr>
              <a:buFont typeface="Wingdings" panose="05000000000000000000" pitchFamily="2" charset="2"/>
              <a:buChar char="Ø"/>
            </a:pPr>
            <a:r>
              <a:rPr lang="en-US" altLang="en-US" dirty="0">
                <a:solidFill>
                  <a:schemeClr val="tx2"/>
                </a:solidFill>
              </a:rPr>
              <a:t>DBD (Database Description): </a:t>
            </a:r>
            <a:r>
              <a:rPr lang="en-US" altLang="en-US" dirty="0" err="1">
                <a:solidFill>
                  <a:schemeClr val="tx2"/>
                </a:solidFill>
              </a:rPr>
              <a:t>mô</a:t>
            </a:r>
            <a:r>
              <a:rPr lang="en-US" altLang="en-US" dirty="0">
                <a:solidFill>
                  <a:schemeClr val="tx2"/>
                </a:solidFill>
              </a:rPr>
              <a:t> </a:t>
            </a:r>
            <a:r>
              <a:rPr lang="en-US" altLang="en-US" dirty="0" err="1">
                <a:solidFill>
                  <a:schemeClr val="tx2"/>
                </a:solidFill>
              </a:rPr>
              <a:t>tả</a:t>
            </a:r>
            <a:r>
              <a:rPr lang="en-US" altLang="en-US" dirty="0">
                <a:solidFill>
                  <a:schemeClr val="tx2"/>
                </a:solidFill>
              </a:rPr>
              <a:t> </a:t>
            </a:r>
            <a:r>
              <a:rPr lang="en-US" altLang="en-US" dirty="0" err="1">
                <a:solidFill>
                  <a:schemeClr val="tx2"/>
                </a:solidFill>
              </a:rPr>
              <a:t>các</a:t>
            </a:r>
            <a:r>
              <a:rPr lang="en-US" altLang="en-US" dirty="0">
                <a:solidFill>
                  <a:schemeClr val="tx2"/>
                </a:solidFill>
              </a:rPr>
              <a:t> LSA </a:t>
            </a:r>
            <a:r>
              <a:rPr lang="en-US" altLang="en-US" dirty="0" err="1">
                <a:solidFill>
                  <a:schemeClr val="tx2"/>
                </a:solidFill>
              </a:rPr>
              <a:t>chứa</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cơ</a:t>
            </a:r>
            <a:r>
              <a:rPr lang="en-US" altLang="en-US" dirty="0">
                <a:solidFill>
                  <a:schemeClr val="tx2"/>
                </a:solidFill>
              </a:rPr>
              <a:t> </a:t>
            </a:r>
            <a:r>
              <a:rPr lang="en-US" altLang="en-US" dirty="0" err="1">
                <a:solidFill>
                  <a:schemeClr val="tx2"/>
                </a:solidFill>
              </a:rPr>
              <a:t>sở</a:t>
            </a:r>
            <a:r>
              <a:rPr lang="en-US" altLang="en-US" dirty="0">
                <a:solidFill>
                  <a:schemeClr val="tx2"/>
                </a:solidFill>
              </a:rPr>
              <a:t> </a:t>
            </a:r>
            <a:r>
              <a:rPr lang="en-US" altLang="en-US" dirty="0" err="1">
                <a:solidFill>
                  <a:schemeClr val="tx2"/>
                </a:solidFill>
              </a:rPr>
              <a:t>dữ</a:t>
            </a:r>
            <a:r>
              <a:rPr lang="en-US" altLang="en-US" dirty="0">
                <a:solidFill>
                  <a:schemeClr val="tx2"/>
                </a:solidFill>
              </a:rPr>
              <a:t> </a:t>
            </a:r>
            <a:r>
              <a:rPr lang="en-US" altLang="en-US" dirty="0" err="1">
                <a:solidFill>
                  <a:schemeClr val="tx2"/>
                </a:solidFill>
              </a:rPr>
              <a:t>liệu</a:t>
            </a:r>
            <a:r>
              <a:rPr lang="en-US" altLang="en-US" dirty="0">
                <a:solidFill>
                  <a:schemeClr val="tx2"/>
                </a:solidFill>
              </a:rPr>
              <a:t> </a:t>
            </a:r>
            <a:r>
              <a:rPr lang="en-US" altLang="en-US" dirty="0" err="1">
                <a:solidFill>
                  <a:schemeClr val="tx2"/>
                </a:solidFill>
              </a:rPr>
              <a:t>trạng</a:t>
            </a:r>
            <a:r>
              <a:rPr lang="en-US" altLang="en-US" dirty="0">
                <a:solidFill>
                  <a:schemeClr val="tx2"/>
                </a:solidFill>
              </a:rPr>
              <a:t> </a:t>
            </a:r>
            <a:r>
              <a:rPr lang="en-US" altLang="en-US" dirty="0" err="1">
                <a:solidFill>
                  <a:schemeClr val="tx2"/>
                </a:solidFill>
              </a:rPr>
              <a:t>thái</a:t>
            </a:r>
            <a:r>
              <a:rPr lang="en-US" altLang="en-US" dirty="0">
                <a:solidFill>
                  <a:schemeClr val="tx2"/>
                </a:solidFill>
              </a:rPr>
              <a:t> </a:t>
            </a:r>
            <a:r>
              <a:rPr lang="en-US" altLang="en-US" dirty="0" err="1">
                <a:solidFill>
                  <a:schemeClr val="tx2"/>
                </a:solidFill>
              </a:rPr>
              <a:t>liên</a:t>
            </a:r>
            <a:r>
              <a:rPr lang="en-US" altLang="en-US" dirty="0">
                <a:solidFill>
                  <a:schemeClr val="tx2"/>
                </a:solidFill>
              </a:rPr>
              <a:t> </a:t>
            </a:r>
            <a:r>
              <a:rPr lang="en-US" altLang="en-US" dirty="0" err="1">
                <a:solidFill>
                  <a:schemeClr val="tx2"/>
                </a:solidFill>
              </a:rPr>
              <a:t>kết</a:t>
            </a:r>
            <a:r>
              <a:rPr lang="en-US" altLang="en-US" dirty="0">
                <a:solidFill>
                  <a:schemeClr val="tx2"/>
                </a:solidFill>
              </a:rPr>
              <a:t> </a:t>
            </a:r>
            <a:r>
              <a:rPr lang="en-US" altLang="en-US" dirty="0" err="1">
                <a:solidFill>
                  <a:schemeClr val="tx2"/>
                </a:solidFill>
              </a:rPr>
              <a:t>của</a:t>
            </a:r>
            <a:r>
              <a:rPr lang="en-US" altLang="en-US" dirty="0">
                <a:solidFill>
                  <a:schemeClr val="tx2"/>
                </a:solidFill>
              </a:rPr>
              <a:t> router</a:t>
            </a:r>
          </a:p>
          <a:p>
            <a:pPr marL="571500" indent="-285750">
              <a:spcBef>
                <a:spcPct val="0"/>
              </a:spcBef>
              <a:buClr>
                <a:srgbClr val="9933FF"/>
              </a:buClr>
              <a:buFont typeface="Wingdings" panose="05000000000000000000" pitchFamily="2" charset="2"/>
              <a:buChar char="Ø"/>
            </a:pPr>
            <a:r>
              <a:rPr lang="en-US" altLang="en-US" dirty="0">
                <a:solidFill>
                  <a:schemeClr val="tx2"/>
                </a:solidFill>
              </a:rPr>
              <a:t>LSR (Link State Request): </a:t>
            </a:r>
            <a:r>
              <a:rPr lang="en-US" altLang="en-US" dirty="0" err="1">
                <a:solidFill>
                  <a:schemeClr val="tx2"/>
                </a:solidFill>
              </a:rPr>
              <a:t>dùng</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yêu</a:t>
            </a:r>
            <a:r>
              <a:rPr lang="en-US" altLang="en-US" dirty="0">
                <a:solidFill>
                  <a:schemeClr val="tx2"/>
                </a:solidFill>
              </a:rPr>
              <a:t> </a:t>
            </a:r>
            <a:r>
              <a:rPr lang="en-US" altLang="en-US" dirty="0" err="1">
                <a:solidFill>
                  <a:schemeClr val="tx2"/>
                </a:solidFill>
              </a:rPr>
              <a:t>cầu</a:t>
            </a:r>
            <a:r>
              <a:rPr lang="en-US" altLang="en-US" dirty="0">
                <a:solidFill>
                  <a:schemeClr val="tx2"/>
                </a:solidFill>
              </a:rPr>
              <a:t> 1 </a:t>
            </a:r>
            <a:r>
              <a:rPr lang="en-US" altLang="en-US" dirty="0" err="1">
                <a:solidFill>
                  <a:schemeClr val="tx2"/>
                </a:solidFill>
              </a:rPr>
              <a:t>gói</a:t>
            </a:r>
            <a:r>
              <a:rPr lang="en-US" altLang="en-US" dirty="0">
                <a:solidFill>
                  <a:schemeClr val="tx2"/>
                </a:solidFill>
              </a:rPr>
              <a:t> LSA </a:t>
            </a:r>
            <a:r>
              <a:rPr lang="en-US" altLang="en-US" dirty="0" err="1">
                <a:solidFill>
                  <a:schemeClr val="tx2"/>
                </a:solidFill>
              </a:rPr>
              <a:t>mới</a:t>
            </a:r>
            <a:r>
              <a:rPr lang="en-US" altLang="en-US" dirty="0">
                <a:solidFill>
                  <a:schemeClr val="tx2"/>
                </a:solidFill>
              </a:rPr>
              <a:t> </a:t>
            </a:r>
            <a:r>
              <a:rPr lang="en-US" altLang="en-US" dirty="0" err="1">
                <a:solidFill>
                  <a:schemeClr val="tx2"/>
                </a:solidFill>
              </a:rPr>
              <a:t>từ</a:t>
            </a:r>
            <a:r>
              <a:rPr lang="en-US" altLang="en-US" dirty="0">
                <a:solidFill>
                  <a:schemeClr val="tx2"/>
                </a:solidFill>
              </a:rPr>
              <a:t> router </a:t>
            </a:r>
            <a:r>
              <a:rPr lang="en-US" altLang="en-US" dirty="0" err="1">
                <a:solidFill>
                  <a:schemeClr val="tx2"/>
                </a:solidFill>
              </a:rPr>
              <a:t>lân</a:t>
            </a:r>
            <a:r>
              <a:rPr lang="en-US" altLang="en-US" dirty="0">
                <a:solidFill>
                  <a:schemeClr val="tx2"/>
                </a:solidFill>
              </a:rPr>
              <a:t> </a:t>
            </a:r>
            <a:r>
              <a:rPr lang="en-US" altLang="en-US" dirty="0" err="1">
                <a:solidFill>
                  <a:schemeClr val="tx2"/>
                </a:solidFill>
              </a:rPr>
              <a:t>cận</a:t>
            </a:r>
            <a:endParaRPr lang="en-US" altLang="en-US" dirty="0">
              <a:solidFill>
                <a:schemeClr val="tx2"/>
              </a:solidFill>
            </a:endParaRPr>
          </a:p>
          <a:p>
            <a:pPr marL="571500" indent="-285750">
              <a:spcBef>
                <a:spcPct val="0"/>
              </a:spcBef>
              <a:buClr>
                <a:srgbClr val="9933FF"/>
              </a:buClr>
              <a:buFont typeface="Wingdings" panose="05000000000000000000" pitchFamily="2" charset="2"/>
              <a:buChar char="Ø"/>
            </a:pPr>
            <a:r>
              <a:rPr lang="en-US" altLang="en-US" dirty="0">
                <a:solidFill>
                  <a:schemeClr val="tx2"/>
                </a:solidFill>
              </a:rPr>
              <a:t>LSU (Link State Update): </a:t>
            </a:r>
            <a:r>
              <a:rPr lang="en-US" altLang="en-US" dirty="0" err="1">
                <a:solidFill>
                  <a:schemeClr val="tx2"/>
                </a:solidFill>
              </a:rPr>
              <a:t>dùng</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LSA </a:t>
            </a:r>
            <a:r>
              <a:rPr lang="en-US" altLang="en-US" dirty="0" err="1">
                <a:solidFill>
                  <a:schemeClr val="tx2"/>
                </a:solidFill>
              </a:rPr>
              <a:t>đến</a:t>
            </a:r>
            <a:r>
              <a:rPr lang="en-US" altLang="en-US" dirty="0">
                <a:solidFill>
                  <a:schemeClr val="tx2"/>
                </a:solidFill>
              </a:rPr>
              <a:t> router </a:t>
            </a:r>
            <a:r>
              <a:rPr lang="en-US" altLang="en-US" dirty="0" err="1">
                <a:solidFill>
                  <a:schemeClr val="tx2"/>
                </a:solidFill>
              </a:rPr>
              <a:t>kế</a:t>
            </a:r>
            <a:r>
              <a:rPr lang="en-US" altLang="en-US" dirty="0">
                <a:solidFill>
                  <a:schemeClr val="tx2"/>
                </a:solidFill>
              </a:rPr>
              <a:t> </a:t>
            </a:r>
            <a:r>
              <a:rPr lang="en-US" altLang="en-US" dirty="0" err="1">
                <a:solidFill>
                  <a:schemeClr val="tx2"/>
                </a:solidFill>
              </a:rPr>
              <a:t>cận</a:t>
            </a:r>
            <a:r>
              <a:rPr lang="en-US" altLang="en-US" dirty="0">
                <a:solidFill>
                  <a:schemeClr val="tx2"/>
                </a:solidFill>
              </a:rPr>
              <a:t> </a:t>
            </a:r>
            <a:r>
              <a:rPr lang="en-US" altLang="en-US" dirty="0" err="1">
                <a:solidFill>
                  <a:schemeClr val="tx2"/>
                </a:solidFill>
              </a:rPr>
              <a:t>khi</a:t>
            </a:r>
            <a:r>
              <a:rPr lang="en-US" altLang="en-US" dirty="0">
                <a:solidFill>
                  <a:schemeClr val="tx2"/>
                </a:solidFill>
              </a:rPr>
              <a:t> </a:t>
            </a:r>
            <a:r>
              <a:rPr lang="en-US" altLang="en-US" dirty="0" err="1">
                <a:solidFill>
                  <a:schemeClr val="tx2"/>
                </a:solidFill>
              </a:rPr>
              <a:t>nhận</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điệp</a:t>
            </a:r>
            <a:r>
              <a:rPr lang="en-US" altLang="en-US" dirty="0">
                <a:solidFill>
                  <a:schemeClr val="tx2"/>
                </a:solidFill>
              </a:rPr>
              <a:t> Request</a:t>
            </a:r>
          </a:p>
          <a:p>
            <a:pPr marL="571500" indent="-285750">
              <a:spcBef>
                <a:spcPct val="0"/>
              </a:spcBef>
              <a:buClr>
                <a:srgbClr val="9933FF"/>
              </a:buClr>
              <a:buFont typeface="Wingdings" panose="05000000000000000000" pitchFamily="2" charset="2"/>
              <a:buChar char="Ø"/>
            </a:pPr>
            <a:r>
              <a:rPr lang="en-US" altLang="en-US" dirty="0">
                <a:solidFill>
                  <a:schemeClr val="tx2"/>
                </a:solidFill>
              </a:rPr>
              <a:t> </a:t>
            </a:r>
            <a:r>
              <a:rPr lang="en-US" altLang="en-US" dirty="0" err="1">
                <a:solidFill>
                  <a:schemeClr val="tx2"/>
                </a:solidFill>
              </a:rPr>
              <a:t>LSAck</a:t>
            </a:r>
            <a:r>
              <a:rPr lang="en-US" altLang="en-US" dirty="0">
                <a:solidFill>
                  <a:schemeClr val="tx2"/>
                </a:solidFill>
              </a:rPr>
              <a:t> (Link State Acknowledge): </a:t>
            </a:r>
            <a:r>
              <a:rPr lang="en-US" altLang="en-US" dirty="0" err="1">
                <a:solidFill>
                  <a:schemeClr val="tx2"/>
                </a:solidFill>
              </a:rPr>
              <a:t>dùng</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báo</a:t>
            </a:r>
            <a:r>
              <a:rPr lang="en-US" altLang="en-US" dirty="0">
                <a:solidFill>
                  <a:schemeClr val="tx2"/>
                </a:solidFill>
              </a:rPr>
              <a:t> </a:t>
            </a:r>
            <a:r>
              <a:rPr lang="en-US" altLang="en-US" dirty="0" err="1">
                <a:solidFill>
                  <a:schemeClr val="tx2"/>
                </a:solidFill>
              </a:rPr>
              <a:t>hiệu</a:t>
            </a:r>
            <a:r>
              <a:rPr lang="en-US" altLang="en-US" dirty="0">
                <a:solidFill>
                  <a:schemeClr val="tx2"/>
                </a:solidFill>
              </a:rPr>
              <a:t> </a:t>
            </a:r>
            <a:r>
              <a:rPr lang="en-US" altLang="en-US" dirty="0" err="1">
                <a:solidFill>
                  <a:schemeClr val="tx2"/>
                </a:solidFill>
              </a:rPr>
              <a:t>đã</a:t>
            </a:r>
            <a:r>
              <a:rPr lang="en-US" altLang="en-US" dirty="0">
                <a:solidFill>
                  <a:schemeClr val="tx2"/>
                </a:solidFill>
              </a:rPr>
              <a:t> </a:t>
            </a:r>
            <a:r>
              <a:rPr lang="en-US" altLang="en-US" dirty="0" err="1">
                <a:solidFill>
                  <a:schemeClr val="tx2"/>
                </a:solidFill>
              </a:rPr>
              <a:t>nhận</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Update LSA</a:t>
            </a:r>
          </a:p>
          <a:p>
            <a:pPr marL="285750">
              <a:spcBef>
                <a:spcPct val="0"/>
              </a:spcBef>
              <a:buClr>
                <a:srgbClr val="9933FF"/>
              </a:buClr>
              <a:buNone/>
            </a:pPr>
            <a:endParaRPr lang="en-US" altLang="en-US" dirty="0">
              <a:solidFill>
                <a:schemeClr val="tx2"/>
              </a:solidFill>
            </a:endParaRPr>
          </a:p>
        </p:txBody>
      </p:sp>
      <p:sp>
        <p:nvSpPr>
          <p:cNvPr id="12" name="Title 1">
            <a:extLst>
              <a:ext uri="{FF2B5EF4-FFF2-40B4-BE49-F238E27FC236}">
                <a16:creationId xmlns:a16="http://schemas.microsoft.com/office/drawing/2014/main" id="{DD923381-8E3C-4362-AF07-A528B63B51B9}"/>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6">
            <a:extLst>
              <a:ext uri="{FF2B5EF4-FFF2-40B4-BE49-F238E27FC236}">
                <a16:creationId xmlns:a16="http://schemas.microsoft.com/office/drawing/2014/main" id="{21AE4407-4A66-4AB6-802F-EB9A0CCBD6EC}"/>
              </a:ext>
            </a:extLst>
          </p:cNvPr>
          <p:cNvSpPr>
            <a:spLocks noChangeArrowheads="1"/>
          </p:cNvSpPr>
          <p:nvPr/>
        </p:nvSpPr>
        <p:spPr bwMode="gray">
          <a:xfrm>
            <a:off x="437321" y="1063187"/>
            <a:ext cx="11364153" cy="5470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buFont typeface="Wingdings" panose="05000000000000000000" pitchFamily="2" charset="2"/>
              <a:buNone/>
            </a:pPr>
            <a:r>
              <a:rPr lang="en-US" altLang="en-US" dirty="0" err="1">
                <a:solidFill>
                  <a:schemeClr val="tx2"/>
                </a:solidFill>
              </a:rPr>
              <a:t>Cơ</a:t>
            </a:r>
            <a:r>
              <a:rPr lang="en-US" altLang="en-US" dirty="0">
                <a:solidFill>
                  <a:schemeClr val="tx2"/>
                </a:solidFill>
              </a:rPr>
              <a:t> </a:t>
            </a:r>
            <a:r>
              <a:rPr lang="en-US" altLang="en-US" dirty="0" err="1">
                <a:solidFill>
                  <a:schemeClr val="tx2"/>
                </a:solidFill>
              </a:rPr>
              <a:t>chế</a:t>
            </a:r>
            <a:r>
              <a:rPr lang="en-US" altLang="en-US" dirty="0">
                <a:solidFill>
                  <a:schemeClr val="tx2"/>
                </a:solidFill>
              </a:rPr>
              <a:t> </a:t>
            </a:r>
            <a:r>
              <a:rPr lang="en-US" altLang="en-US" dirty="0" err="1">
                <a:solidFill>
                  <a:schemeClr val="tx2"/>
                </a:solidFill>
              </a:rPr>
              <a:t>hoạt</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a:t>
            </a:r>
          </a:p>
          <a:p>
            <a:pPr algn="just">
              <a:buNone/>
            </a:pPr>
            <a:r>
              <a:rPr lang="en-US" altLang="en-US" dirty="0" err="1">
                <a:solidFill>
                  <a:schemeClr val="tx2"/>
                </a:solidFill>
              </a:rPr>
              <a:t>Hoạt</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 </a:t>
            </a:r>
            <a:r>
              <a:rPr lang="en-US" altLang="en-US" dirty="0" err="1">
                <a:solidFill>
                  <a:schemeClr val="tx2"/>
                </a:solidFill>
              </a:rPr>
              <a:t>của</a:t>
            </a:r>
            <a:r>
              <a:rPr lang="en-US" altLang="en-US" dirty="0">
                <a:solidFill>
                  <a:schemeClr val="tx2"/>
                </a:solidFill>
              </a:rPr>
              <a:t> OSPF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thể</a:t>
            </a:r>
            <a:r>
              <a:rPr lang="en-US" altLang="en-US" dirty="0">
                <a:solidFill>
                  <a:schemeClr val="tx2"/>
                </a:solidFill>
              </a:rPr>
              <a:t> </a:t>
            </a:r>
            <a:r>
              <a:rPr lang="en-US" altLang="en-US" dirty="0" err="1">
                <a:solidFill>
                  <a:schemeClr val="tx2"/>
                </a:solidFill>
              </a:rPr>
              <a:t>tóm</a:t>
            </a:r>
            <a:r>
              <a:rPr lang="en-US" altLang="en-US" dirty="0">
                <a:solidFill>
                  <a:schemeClr val="tx2"/>
                </a:solidFill>
              </a:rPr>
              <a:t> </a:t>
            </a:r>
            <a:r>
              <a:rPr lang="en-US" altLang="en-US" dirty="0" err="1">
                <a:solidFill>
                  <a:schemeClr val="tx2"/>
                </a:solidFill>
              </a:rPr>
              <a:t>tắt</a:t>
            </a:r>
            <a:r>
              <a:rPr lang="en-US" altLang="en-US" dirty="0">
                <a:solidFill>
                  <a:schemeClr val="tx2"/>
                </a:solidFill>
              </a:rPr>
              <a:t> </a:t>
            </a:r>
            <a:r>
              <a:rPr lang="en-US" altLang="en-US" dirty="0" err="1">
                <a:solidFill>
                  <a:schemeClr val="tx2"/>
                </a:solidFill>
              </a:rPr>
              <a:t>trong</a:t>
            </a:r>
            <a:r>
              <a:rPr lang="en-US" altLang="en-US" dirty="0">
                <a:solidFill>
                  <a:schemeClr val="tx2"/>
                </a:solidFill>
              </a:rPr>
              <a:t> 7 </a:t>
            </a:r>
            <a:r>
              <a:rPr lang="en-US" altLang="en-US" dirty="0" err="1">
                <a:solidFill>
                  <a:schemeClr val="tx2"/>
                </a:solidFill>
              </a:rPr>
              <a:t>bước</a:t>
            </a:r>
            <a:r>
              <a:rPr lang="en-US" altLang="en-US" dirty="0">
                <a:solidFill>
                  <a:schemeClr val="tx2"/>
                </a:solidFill>
              </a:rPr>
              <a:t> </a:t>
            </a:r>
            <a:r>
              <a:rPr lang="en-US" altLang="en-US" dirty="0" err="1">
                <a:solidFill>
                  <a:schemeClr val="tx2"/>
                </a:solidFill>
              </a:rPr>
              <a:t>sau</a:t>
            </a:r>
            <a:r>
              <a:rPr lang="en-US" altLang="en-US" dirty="0">
                <a:solidFill>
                  <a:schemeClr val="tx2"/>
                </a:solidFill>
              </a:rPr>
              <a:t>:</a:t>
            </a:r>
          </a:p>
          <a:p>
            <a:pPr algn="just"/>
            <a:r>
              <a:rPr lang="en-US" altLang="en-US" dirty="0" err="1">
                <a:solidFill>
                  <a:schemeClr val="tx2"/>
                </a:solidFill>
              </a:rPr>
              <a:t>Bước</a:t>
            </a:r>
            <a:r>
              <a:rPr lang="en-US" altLang="en-US" dirty="0">
                <a:solidFill>
                  <a:schemeClr val="tx2"/>
                </a:solidFill>
              </a:rPr>
              <a:t> 1:</a:t>
            </a:r>
          </a:p>
          <a:p>
            <a:pPr lvl="1" algn="just"/>
            <a:r>
              <a:rPr lang="en-US" altLang="en-US" dirty="0" err="1">
                <a:solidFill>
                  <a:schemeClr val="tx2"/>
                </a:solidFill>
              </a:rPr>
              <a:t>Các</a:t>
            </a:r>
            <a:r>
              <a:rPr lang="en-US" altLang="en-US" dirty="0">
                <a:solidFill>
                  <a:schemeClr val="tx2"/>
                </a:solidFill>
              </a:rPr>
              <a:t> OSPF router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Hello ra </a:t>
            </a:r>
            <a:r>
              <a:rPr lang="en-US" altLang="en-US" dirty="0" err="1">
                <a:solidFill>
                  <a:schemeClr val="tx2"/>
                </a:solidFill>
              </a:rPr>
              <a:t>tất</a:t>
            </a:r>
            <a:r>
              <a:rPr lang="en-US" altLang="en-US" dirty="0">
                <a:solidFill>
                  <a:schemeClr val="tx2"/>
                </a:solidFill>
              </a:rPr>
              <a:t> </a:t>
            </a:r>
            <a:r>
              <a:rPr lang="en-US" altLang="en-US" dirty="0" err="1">
                <a:solidFill>
                  <a:schemeClr val="tx2"/>
                </a:solidFill>
              </a:rPr>
              <a:t>cả</a:t>
            </a:r>
            <a:r>
              <a:rPr lang="en-US" altLang="en-US" dirty="0">
                <a:solidFill>
                  <a:schemeClr val="tx2"/>
                </a:solidFill>
              </a:rPr>
              <a:t> </a:t>
            </a:r>
            <a:r>
              <a:rPr lang="en-US" altLang="en-US" dirty="0" err="1">
                <a:solidFill>
                  <a:schemeClr val="tx2"/>
                </a:solidFill>
              </a:rPr>
              <a:t>các</a:t>
            </a:r>
            <a:r>
              <a:rPr lang="en-US" altLang="en-US" dirty="0">
                <a:solidFill>
                  <a:schemeClr val="tx2"/>
                </a:solidFill>
              </a:rPr>
              <a:t> OSPF router </a:t>
            </a:r>
            <a:r>
              <a:rPr lang="en-US" altLang="en-US" dirty="0" err="1">
                <a:solidFill>
                  <a:schemeClr val="tx2"/>
                </a:solidFill>
              </a:rPr>
              <a:t>khác</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Nếu</a:t>
            </a:r>
            <a:r>
              <a:rPr lang="en-US" altLang="en-US" dirty="0">
                <a:solidFill>
                  <a:schemeClr val="tx2"/>
                </a:solidFill>
              </a:rPr>
              <a:t> 2 router </a:t>
            </a:r>
            <a:r>
              <a:rPr lang="en-US" altLang="en-US" dirty="0" err="1">
                <a:solidFill>
                  <a:schemeClr val="tx2"/>
                </a:solidFill>
              </a:rPr>
              <a:t>sau</a:t>
            </a:r>
            <a:r>
              <a:rPr lang="en-US" altLang="en-US" dirty="0">
                <a:solidFill>
                  <a:schemeClr val="tx2"/>
                </a:solidFill>
              </a:rPr>
              <a:t> </a:t>
            </a:r>
            <a:r>
              <a:rPr lang="en-US" altLang="en-US" dirty="0" err="1">
                <a:solidFill>
                  <a:schemeClr val="tx2"/>
                </a:solidFill>
              </a:rPr>
              <a:t>khi</a:t>
            </a:r>
            <a:r>
              <a:rPr lang="en-US" altLang="en-US" dirty="0">
                <a:solidFill>
                  <a:schemeClr val="tx2"/>
                </a:solidFill>
              </a:rPr>
              <a:t> </a:t>
            </a:r>
            <a:r>
              <a:rPr lang="en-US" altLang="en-US" dirty="0" err="1">
                <a:solidFill>
                  <a:schemeClr val="tx2"/>
                </a:solidFill>
              </a:rPr>
              <a:t>trao</a:t>
            </a:r>
            <a:r>
              <a:rPr lang="en-US" altLang="en-US" dirty="0">
                <a:solidFill>
                  <a:schemeClr val="tx2"/>
                </a:solidFill>
              </a:rPr>
              <a:t> </a:t>
            </a:r>
            <a:r>
              <a:rPr lang="en-US" altLang="en-US" dirty="0" err="1">
                <a:solidFill>
                  <a:schemeClr val="tx2"/>
                </a:solidFill>
              </a:rPr>
              <a:t>đổi</a:t>
            </a:r>
            <a:r>
              <a:rPr lang="en-US" altLang="en-US" dirty="0">
                <a:solidFill>
                  <a:schemeClr val="tx2"/>
                </a:solidFill>
              </a:rPr>
              <a:t> </a:t>
            </a:r>
            <a:r>
              <a:rPr lang="en-US" altLang="en-US" dirty="0" err="1">
                <a:solidFill>
                  <a:schemeClr val="tx2"/>
                </a:solidFill>
              </a:rPr>
              <a:t>gói</a:t>
            </a:r>
            <a:r>
              <a:rPr lang="en-US" altLang="en-US" dirty="0">
                <a:solidFill>
                  <a:schemeClr val="tx2"/>
                </a:solidFill>
              </a:rPr>
              <a:t> Hello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thoả</a:t>
            </a:r>
            <a:r>
              <a:rPr lang="en-US" altLang="en-US" dirty="0">
                <a:solidFill>
                  <a:schemeClr val="tx2"/>
                </a:solidFill>
              </a:rPr>
              <a:t> </a:t>
            </a:r>
            <a:r>
              <a:rPr lang="en-US" altLang="en-US" dirty="0" err="1">
                <a:solidFill>
                  <a:schemeClr val="tx2"/>
                </a:solidFill>
              </a:rPr>
              <a:t>thuận</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số</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số</a:t>
            </a:r>
            <a:r>
              <a:rPr lang="en-US" altLang="en-US" dirty="0">
                <a:solidFill>
                  <a:schemeClr val="tx2"/>
                </a:solidFill>
              </a:rPr>
              <a:t> </a:t>
            </a:r>
            <a:r>
              <a:rPr lang="en-US" altLang="en-US" dirty="0" err="1">
                <a:solidFill>
                  <a:schemeClr val="tx2"/>
                </a:solidFill>
              </a:rPr>
              <a:t>chúng</a:t>
            </a:r>
            <a:r>
              <a:rPr lang="en-US" altLang="en-US" dirty="0">
                <a:solidFill>
                  <a:schemeClr val="tx2"/>
                </a:solidFill>
              </a:rPr>
              <a:t>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trở</a:t>
            </a:r>
            <a:r>
              <a:rPr lang="en-US" altLang="en-US" dirty="0">
                <a:solidFill>
                  <a:schemeClr val="tx2"/>
                </a:solidFill>
              </a:rPr>
              <a:t> </a:t>
            </a:r>
            <a:r>
              <a:rPr lang="en-US" altLang="en-US" dirty="0" err="1">
                <a:solidFill>
                  <a:schemeClr val="tx2"/>
                </a:solidFill>
              </a:rPr>
              <a:t>thành</a:t>
            </a:r>
            <a:r>
              <a:rPr lang="en-US" altLang="en-US" dirty="0">
                <a:solidFill>
                  <a:schemeClr val="tx2"/>
                </a:solidFill>
              </a:rPr>
              <a:t> </a:t>
            </a:r>
            <a:r>
              <a:rPr lang="en-US" altLang="en-US" dirty="0" err="1">
                <a:solidFill>
                  <a:schemeClr val="tx2"/>
                </a:solidFill>
              </a:rPr>
              <a:t>hàng</a:t>
            </a:r>
            <a:r>
              <a:rPr lang="en-US" altLang="en-US" dirty="0">
                <a:solidFill>
                  <a:schemeClr val="tx2"/>
                </a:solidFill>
              </a:rPr>
              <a:t> </a:t>
            </a:r>
            <a:r>
              <a:rPr lang="en-US" altLang="en-US" dirty="0" err="1">
                <a:solidFill>
                  <a:schemeClr val="tx2"/>
                </a:solidFill>
              </a:rPr>
              <a:t>xóm</a:t>
            </a:r>
            <a:r>
              <a:rPr lang="en-US" altLang="en-US" dirty="0">
                <a:solidFill>
                  <a:schemeClr val="tx2"/>
                </a:solidFill>
              </a:rPr>
              <a:t>. </a:t>
            </a:r>
            <a:r>
              <a:rPr lang="en-US" altLang="en-US" dirty="0" err="1">
                <a:solidFill>
                  <a:schemeClr val="tx2"/>
                </a:solidFill>
              </a:rPr>
              <a:t>Đồng</a:t>
            </a:r>
            <a:r>
              <a:rPr lang="en-US" altLang="en-US" dirty="0">
                <a:solidFill>
                  <a:schemeClr val="tx2"/>
                </a:solidFill>
              </a:rPr>
              <a:t> </a:t>
            </a:r>
            <a:r>
              <a:rPr lang="en-US" altLang="en-US" dirty="0" err="1">
                <a:solidFill>
                  <a:schemeClr val="tx2"/>
                </a:solidFill>
              </a:rPr>
              <a:t>thời</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qua </a:t>
            </a:r>
            <a:r>
              <a:rPr lang="en-US" altLang="en-US" dirty="0" err="1">
                <a:solidFill>
                  <a:schemeClr val="tx2"/>
                </a:solidFill>
              </a:rPr>
              <a:t>gói</a:t>
            </a:r>
            <a:r>
              <a:rPr lang="en-US" altLang="en-US" dirty="0">
                <a:solidFill>
                  <a:schemeClr val="tx2"/>
                </a:solidFill>
              </a:rPr>
              <a:t> tin Hello, OSPF </a:t>
            </a:r>
            <a:r>
              <a:rPr lang="en-US" altLang="en-US" dirty="0" err="1">
                <a:solidFill>
                  <a:schemeClr val="tx2"/>
                </a:solidFill>
              </a:rPr>
              <a:t>cũng</a:t>
            </a:r>
            <a:r>
              <a:rPr lang="en-US" altLang="en-US" dirty="0">
                <a:solidFill>
                  <a:schemeClr val="tx2"/>
                </a:solidFill>
              </a:rPr>
              <a:t>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bầu</a:t>
            </a:r>
            <a:r>
              <a:rPr lang="en-US" altLang="en-US" dirty="0">
                <a:solidFill>
                  <a:schemeClr val="tx2"/>
                </a:solidFill>
              </a:rPr>
              <a:t> ra DR </a:t>
            </a:r>
            <a:r>
              <a:rPr lang="en-US" altLang="en-US" dirty="0" err="1">
                <a:solidFill>
                  <a:schemeClr val="tx2"/>
                </a:solidFill>
              </a:rPr>
              <a:t>và</a:t>
            </a:r>
            <a:r>
              <a:rPr lang="en-US" altLang="en-US" dirty="0">
                <a:solidFill>
                  <a:schemeClr val="tx2"/>
                </a:solidFill>
              </a:rPr>
              <a:t> BDR </a:t>
            </a:r>
            <a:r>
              <a:rPr lang="en-US" altLang="en-US" dirty="0" err="1">
                <a:solidFill>
                  <a:schemeClr val="tx2"/>
                </a:solidFill>
              </a:rPr>
              <a:t>nếu</a:t>
            </a:r>
            <a:r>
              <a:rPr lang="en-US" altLang="en-US" dirty="0">
                <a:solidFill>
                  <a:schemeClr val="tx2"/>
                </a:solidFill>
              </a:rPr>
              <a:t> </a:t>
            </a:r>
            <a:r>
              <a:rPr lang="en-US" altLang="en-US" dirty="0" err="1">
                <a:solidFill>
                  <a:schemeClr val="tx2"/>
                </a:solidFill>
              </a:rPr>
              <a:t>như</a:t>
            </a:r>
            <a:r>
              <a:rPr lang="en-US" altLang="en-US" dirty="0">
                <a:solidFill>
                  <a:schemeClr val="tx2"/>
                </a:solidFill>
              </a:rPr>
              <a:t> </a:t>
            </a:r>
            <a:r>
              <a:rPr lang="en-US" altLang="en-US" dirty="0" err="1">
                <a:solidFill>
                  <a:schemeClr val="tx2"/>
                </a:solidFill>
              </a:rPr>
              <a:t>đây</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quảng</a:t>
            </a:r>
            <a:r>
              <a:rPr lang="en-US" altLang="en-US" dirty="0">
                <a:solidFill>
                  <a:schemeClr val="tx2"/>
                </a:solidFill>
              </a:rPr>
              <a:t> </a:t>
            </a:r>
            <a:r>
              <a:rPr lang="en-US" altLang="en-US" dirty="0" err="1">
                <a:solidFill>
                  <a:schemeClr val="tx2"/>
                </a:solidFill>
              </a:rPr>
              <a:t>bá</a:t>
            </a:r>
            <a:r>
              <a:rPr lang="en-US" altLang="en-US" dirty="0">
                <a:solidFill>
                  <a:schemeClr val="tx2"/>
                </a:solidFill>
              </a:rPr>
              <a:t>.</a:t>
            </a:r>
          </a:p>
          <a:p>
            <a:pPr algn="just"/>
            <a:r>
              <a:rPr lang="en-US" altLang="en-US" dirty="0" err="1">
                <a:solidFill>
                  <a:schemeClr val="tx2"/>
                </a:solidFill>
              </a:rPr>
              <a:t>Bước</a:t>
            </a:r>
            <a:r>
              <a:rPr lang="en-US" altLang="en-US" dirty="0">
                <a:solidFill>
                  <a:schemeClr val="tx2"/>
                </a:solidFill>
              </a:rPr>
              <a:t> 2:</a:t>
            </a:r>
          </a:p>
          <a:p>
            <a:pPr lvl="1" algn="just"/>
            <a:r>
              <a:rPr lang="en-US" altLang="en-US" dirty="0" err="1">
                <a:solidFill>
                  <a:schemeClr val="tx2"/>
                </a:solidFill>
              </a:rPr>
              <a:t>Hình</a:t>
            </a:r>
            <a:r>
              <a:rPr lang="en-US" altLang="en-US" dirty="0">
                <a:solidFill>
                  <a:schemeClr val="tx2"/>
                </a:solidFill>
              </a:rPr>
              <a:t> </a:t>
            </a:r>
            <a:r>
              <a:rPr lang="en-US" altLang="en-US" dirty="0" err="1">
                <a:solidFill>
                  <a:schemeClr val="tx2"/>
                </a:solidFill>
              </a:rPr>
              <a:t>thành</a:t>
            </a:r>
            <a:r>
              <a:rPr lang="en-US" altLang="en-US" dirty="0">
                <a:solidFill>
                  <a:schemeClr val="tx2"/>
                </a:solidFill>
              </a:rPr>
              <a:t> </a:t>
            </a:r>
            <a:r>
              <a:rPr lang="en-US" altLang="en-US" dirty="0" err="1">
                <a:solidFill>
                  <a:schemeClr val="tx2"/>
                </a:solidFill>
              </a:rPr>
              <a:t>mối</a:t>
            </a:r>
            <a:r>
              <a:rPr lang="en-US" altLang="en-US" dirty="0">
                <a:solidFill>
                  <a:schemeClr val="tx2"/>
                </a:solidFill>
              </a:rPr>
              <a:t> </a:t>
            </a:r>
            <a:r>
              <a:rPr lang="en-US" altLang="en-US" dirty="0" err="1">
                <a:solidFill>
                  <a:schemeClr val="tx2"/>
                </a:solidFill>
              </a:rPr>
              <a:t>quan</a:t>
            </a:r>
            <a:r>
              <a:rPr lang="en-US" altLang="en-US" dirty="0">
                <a:solidFill>
                  <a:schemeClr val="tx2"/>
                </a:solidFill>
              </a:rPr>
              <a:t> </a:t>
            </a:r>
            <a:r>
              <a:rPr lang="en-US" altLang="en-US" dirty="0" err="1">
                <a:solidFill>
                  <a:schemeClr val="tx2"/>
                </a:solidFill>
              </a:rPr>
              <a:t>hệ</a:t>
            </a:r>
            <a:r>
              <a:rPr lang="en-US" altLang="en-US" dirty="0">
                <a:solidFill>
                  <a:schemeClr val="tx2"/>
                </a:solidFill>
              </a:rPr>
              <a:t> tin </a:t>
            </a:r>
            <a:r>
              <a:rPr lang="en-US" altLang="en-US" dirty="0" err="1">
                <a:solidFill>
                  <a:schemeClr val="tx2"/>
                </a:solidFill>
              </a:rPr>
              <a:t>cậy</a:t>
            </a:r>
            <a:r>
              <a:rPr lang="en-US" altLang="en-US" dirty="0">
                <a:solidFill>
                  <a:schemeClr val="tx2"/>
                </a:solidFill>
              </a:rPr>
              <a:t> (Adjacency) </a:t>
            </a:r>
            <a:r>
              <a:rPr lang="en-US" altLang="en-US" dirty="0" err="1">
                <a:solidFill>
                  <a:schemeClr val="tx2"/>
                </a:solidFill>
              </a:rPr>
              <a:t>với</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vài</a:t>
            </a:r>
            <a:r>
              <a:rPr lang="en-US" altLang="en-US" dirty="0">
                <a:solidFill>
                  <a:schemeClr val="tx2"/>
                </a:solidFill>
              </a:rPr>
              <a:t> router </a:t>
            </a:r>
            <a:r>
              <a:rPr lang="en-US" altLang="en-US" dirty="0" err="1">
                <a:solidFill>
                  <a:schemeClr val="tx2"/>
                </a:solidFill>
              </a:rPr>
              <a:t>hàng</a:t>
            </a:r>
            <a:r>
              <a:rPr lang="en-US" altLang="en-US" dirty="0">
                <a:solidFill>
                  <a:schemeClr val="tx2"/>
                </a:solidFill>
              </a:rPr>
              <a:t> </a:t>
            </a:r>
            <a:r>
              <a:rPr lang="en-US" altLang="en-US" dirty="0" err="1">
                <a:solidFill>
                  <a:schemeClr val="tx2"/>
                </a:solidFill>
              </a:rPr>
              <a:t>xóm</a:t>
            </a:r>
            <a:r>
              <a:rPr lang="en-US" altLang="en-US" dirty="0">
                <a:solidFill>
                  <a:schemeClr val="tx2"/>
                </a:solidFill>
              </a:rPr>
              <a:t> </a:t>
            </a:r>
            <a:r>
              <a:rPr lang="en-US" altLang="en-US" dirty="0" err="1">
                <a:solidFill>
                  <a:schemeClr val="tx2"/>
                </a:solidFill>
              </a:rPr>
              <a:t>hoặc</a:t>
            </a:r>
            <a:r>
              <a:rPr lang="en-US" altLang="en-US" dirty="0">
                <a:solidFill>
                  <a:schemeClr val="tx2"/>
                </a:solidFill>
              </a:rPr>
              <a:t> </a:t>
            </a:r>
            <a:r>
              <a:rPr lang="en-US" altLang="en-US" dirty="0" err="1">
                <a:solidFill>
                  <a:schemeClr val="tx2"/>
                </a:solidFill>
              </a:rPr>
              <a:t>với</a:t>
            </a:r>
            <a:r>
              <a:rPr lang="en-US" altLang="en-US" dirty="0">
                <a:solidFill>
                  <a:schemeClr val="tx2"/>
                </a:solidFill>
              </a:rPr>
              <a:t> DR. OSPF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nghĩa</a:t>
            </a:r>
            <a:r>
              <a:rPr lang="en-US" altLang="en-US" dirty="0">
                <a:solidFill>
                  <a:schemeClr val="tx2"/>
                </a:solidFill>
              </a:rPr>
              <a:t> ra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số</a:t>
            </a:r>
            <a:r>
              <a:rPr lang="en-US" altLang="en-US" dirty="0">
                <a:solidFill>
                  <a:schemeClr val="tx2"/>
                </a:solidFill>
              </a:rPr>
              <a:t> </a:t>
            </a:r>
            <a:r>
              <a:rPr lang="en-US" altLang="en-US" dirty="0" err="1">
                <a:solidFill>
                  <a:schemeClr val="tx2"/>
                </a:solidFill>
              </a:rPr>
              <a:t>loại</a:t>
            </a:r>
            <a:r>
              <a:rPr lang="en-US" altLang="en-US" dirty="0">
                <a:solidFill>
                  <a:schemeClr val="tx2"/>
                </a:solidFill>
              </a:rPr>
              <a:t> network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số</a:t>
            </a:r>
            <a:r>
              <a:rPr lang="en-US" altLang="en-US" dirty="0">
                <a:solidFill>
                  <a:schemeClr val="tx2"/>
                </a:solidFill>
              </a:rPr>
              <a:t> </a:t>
            </a:r>
            <a:r>
              <a:rPr lang="en-US" altLang="en-US" dirty="0" err="1">
                <a:solidFill>
                  <a:schemeClr val="tx2"/>
                </a:solidFill>
              </a:rPr>
              <a:t>loại</a:t>
            </a:r>
            <a:r>
              <a:rPr lang="en-US" altLang="en-US" dirty="0">
                <a:solidFill>
                  <a:schemeClr val="tx2"/>
                </a:solidFill>
              </a:rPr>
              <a:t> router. </a:t>
            </a:r>
            <a:r>
              <a:rPr lang="en-US" altLang="en-US" dirty="0" err="1">
                <a:solidFill>
                  <a:schemeClr val="tx2"/>
                </a:solidFill>
              </a:rPr>
              <a:t>Sự</a:t>
            </a:r>
            <a:r>
              <a:rPr lang="en-US" altLang="en-US" dirty="0">
                <a:solidFill>
                  <a:schemeClr val="tx2"/>
                </a:solidFill>
              </a:rPr>
              <a:t> </a:t>
            </a:r>
            <a:r>
              <a:rPr lang="en-US" altLang="en-US" dirty="0" err="1">
                <a:solidFill>
                  <a:schemeClr val="tx2"/>
                </a:solidFill>
              </a:rPr>
              <a:t>thiết</a:t>
            </a:r>
            <a:r>
              <a:rPr lang="en-US" altLang="en-US" dirty="0">
                <a:solidFill>
                  <a:schemeClr val="tx2"/>
                </a:solidFill>
              </a:rPr>
              <a:t> </a:t>
            </a:r>
            <a:r>
              <a:rPr lang="en-US" altLang="en-US" dirty="0" err="1">
                <a:solidFill>
                  <a:schemeClr val="tx2"/>
                </a:solidFill>
              </a:rPr>
              <a:t>lập</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adjacency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xác</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bởi</a:t>
            </a:r>
            <a:r>
              <a:rPr lang="en-US" altLang="en-US" dirty="0">
                <a:solidFill>
                  <a:schemeClr val="tx2"/>
                </a:solidFill>
              </a:rPr>
              <a:t> </a:t>
            </a:r>
            <a:r>
              <a:rPr lang="en-US" altLang="en-US" dirty="0" err="1">
                <a:solidFill>
                  <a:schemeClr val="tx2"/>
                </a:solidFill>
              </a:rPr>
              <a:t>loại</a:t>
            </a:r>
            <a:r>
              <a:rPr lang="en-US" altLang="en-US" dirty="0">
                <a:solidFill>
                  <a:schemeClr val="tx2"/>
                </a:solidFill>
              </a:rPr>
              <a:t> router </a:t>
            </a:r>
            <a:r>
              <a:rPr lang="en-US" altLang="en-US" dirty="0" err="1">
                <a:solidFill>
                  <a:schemeClr val="tx2"/>
                </a:solidFill>
              </a:rPr>
              <a:t>trao</a:t>
            </a:r>
            <a:r>
              <a:rPr lang="en-US" altLang="en-US" dirty="0">
                <a:solidFill>
                  <a:schemeClr val="tx2"/>
                </a:solidFill>
              </a:rPr>
              <a:t> </a:t>
            </a:r>
            <a:r>
              <a:rPr lang="en-US" altLang="en-US" dirty="0" err="1">
                <a:solidFill>
                  <a:schemeClr val="tx2"/>
                </a:solidFill>
              </a:rPr>
              <a:t>đổi</a:t>
            </a:r>
            <a:r>
              <a:rPr lang="en-US" altLang="en-US" dirty="0">
                <a:solidFill>
                  <a:schemeClr val="tx2"/>
                </a:solidFill>
              </a:rPr>
              <a:t> Hello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loại</a:t>
            </a:r>
            <a:r>
              <a:rPr lang="en-US" altLang="en-US" dirty="0">
                <a:solidFill>
                  <a:schemeClr val="tx2"/>
                </a:solidFill>
              </a:rPr>
              <a:t> network </a:t>
            </a:r>
            <a:r>
              <a:rPr lang="en-US" altLang="en-US" dirty="0" err="1">
                <a:solidFill>
                  <a:schemeClr val="tx2"/>
                </a:solidFill>
              </a:rPr>
              <a:t>mà</a:t>
            </a:r>
            <a:r>
              <a:rPr lang="en-US" altLang="en-US" dirty="0">
                <a:solidFill>
                  <a:schemeClr val="tx2"/>
                </a:solidFill>
              </a:rPr>
              <a:t> Hello </a:t>
            </a:r>
            <a:r>
              <a:rPr lang="en-US" altLang="en-US" dirty="0" err="1">
                <a:solidFill>
                  <a:schemeClr val="tx2"/>
                </a:solidFill>
              </a:rPr>
              <a:t>trao</a:t>
            </a:r>
            <a:r>
              <a:rPr lang="en-US" altLang="en-US" dirty="0">
                <a:solidFill>
                  <a:schemeClr val="tx2"/>
                </a:solidFill>
              </a:rPr>
              <a:t> </a:t>
            </a:r>
            <a:r>
              <a:rPr lang="en-US" altLang="en-US" dirty="0" err="1">
                <a:solidFill>
                  <a:schemeClr val="tx2"/>
                </a:solidFill>
              </a:rPr>
              <a:t>đổi</a:t>
            </a:r>
            <a:r>
              <a:rPr lang="en-US" altLang="en-US" dirty="0">
                <a:solidFill>
                  <a:schemeClr val="tx2"/>
                </a:solidFill>
              </a:rPr>
              <a:t> qua. </a:t>
            </a:r>
          </a:p>
          <a:p>
            <a:pPr algn="just"/>
            <a:endParaRPr lang="en-US" altLang="en-US" dirty="0">
              <a:solidFill>
                <a:schemeClr val="tx2"/>
              </a:solidFill>
            </a:endParaRPr>
          </a:p>
          <a:p>
            <a:pPr algn="just"/>
            <a:endParaRPr lang="en-US" altLang="en-US" dirty="0">
              <a:solidFill>
                <a:schemeClr val="tx2"/>
              </a:solidFill>
            </a:endParaRPr>
          </a:p>
          <a:p>
            <a:pPr algn="just"/>
            <a:endParaRPr lang="en-US" altLang="en-US" dirty="0">
              <a:solidFill>
                <a:schemeClr val="tx2"/>
              </a:solidFill>
            </a:endParaRPr>
          </a:p>
          <a:p>
            <a:pPr algn="just">
              <a:buNone/>
            </a:pPr>
            <a:endParaRPr lang="en-US" altLang="en-US" dirty="0">
              <a:solidFill>
                <a:schemeClr val="tx2"/>
              </a:solidFill>
            </a:endParaRPr>
          </a:p>
          <a:p>
            <a:pPr algn="just" eaLnBrk="1" hangingPunct="1">
              <a:buFont typeface="Wingdings" panose="05000000000000000000" pitchFamily="2" charset="2"/>
              <a:buNone/>
            </a:pPr>
            <a:r>
              <a:rPr lang="en-US" altLang="en-US" dirty="0">
                <a:solidFill>
                  <a:schemeClr val="tx2"/>
                </a:solidFill>
              </a:rPr>
              <a:t> </a:t>
            </a:r>
          </a:p>
        </p:txBody>
      </p:sp>
      <p:sp>
        <p:nvSpPr>
          <p:cNvPr id="12" name="Title 1">
            <a:extLst>
              <a:ext uri="{FF2B5EF4-FFF2-40B4-BE49-F238E27FC236}">
                <a16:creationId xmlns:a16="http://schemas.microsoft.com/office/drawing/2014/main" id="{101F9581-C7D4-43D3-A08A-0E791823DF58}"/>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6">
            <a:extLst>
              <a:ext uri="{FF2B5EF4-FFF2-40B4-BE49-F238E27FC236}">
                <a16:creationId xmlns:a16="http://schemas.microsoft.com/office/drawing/2014/main" id="{016B12A0-31FE-4204-B16C-5824C29F6058}"/>
              </a:ext>
            </a:extLst>
          </p:cNvPr>
          <p:cNvSpPr>
            <a:spLocks noChangeArrowheads="1"/>
          </p:cNvSpPr>
          <p:nvPr/>
        </p:nvSpPr>
        <p:spPr bwMode="gray">
          <a:xfrm>
            <a:off x="437322" y="1000951"/>
            <a:ext cx="11545128" cy="512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buFont typeface="Wingdings" panose="05000000000000000000" pitchFamily="2" charset="2"/>
              <a:buNone/>
            </a:pPr>
            <a:r>
              <a:rPr lang="en-US" altLang="en-US" dirty="0" err="1">
                <a:solidFill>
                  <a:schemeClr val="tx2"/>
                </a:solidFill>
              </a:rPr>
              <a:t>Cơ</a:t>
            </a:r>
            <a:r>
              <a:rPr lang="en-US" altLang="en-US" dirty="0">
                <a:solidFill>
                  <a:schemeClr val="tx2"/>
                </a:solidFill>
              </a:rPr>
              <a:t> </a:t>
            </a:r>
            <a:r>
              <a:rPr lang="en-US" altLang="en-US" dirty="0" err="1">
                <a:solidFill>
                  <a:schemeClr val="tx2"/>
                </a:solidFill>
              </a:rPr>
              <a:t>chế</a:t>
            </a:r>
            <a:r>
              <a:rPr lang="en-US" altLang="en-US" dirty="0">
                <a:solidFill>
                  <a:schemeClr val="tx2"/>
                </a:solidFill>
              </a:rPr>
              <a:t> </a:t>
            </a:r>
            <a:r>
              <a:rPr lang="en-US" altLang="en-US" dirty="0" err="1">
                <a:solidFill>
                  <a:schemeClr val="tx2"/>
                </a:solidFill>
              </a:rPr>
              <a:t>hoạt</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 </a:t>
            </a:r>
          </a:p>
          <a:p>
            <a:pPr algn="just"/>
            <a:r>
              <a:rPr lang="en-US" altLang="en-US" dirty="0" err="1">
                <a:solidFill>
                  <a:schemeClr val="tx2"/>
                </a:solidFill>
              </a:rPr>
              <a:t>Bước</a:t>
            </a:r>
            <a:r>
              <a:rPr lang="en-US" altLang="en-US" dirty="0">
                <a:solidFill>
                  <a:schemeClr val="tx2"/>
                </a:solidFill>
              </a:rPr>
              <a:t> 3:</a:t>
            </a:r>
          </a:p>
          <a:p>
            <a:pPr lvl="1" algn="just"/>
            <a:r>
              <a:rPr lang="en-US" altLang="en-US" dirty="0" err="1">
                <a:solidFill>
                  <a:schemeClr val="tx2"/>
                </a:solidFill>
              </a:rPr>
              <a:t>Mỗi</a:t>
            </a:r>
            <a:r>
              <a:rPr lang="en-US" altLang="en-US" dirty="0">
                <a:solidFill>
                  <a:schemeClr val="tx2"/>
                </a:solidFill>
              </a:rPr>
              <a:t> router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các</a:t>
            </a:r>
            <a:r>
              <a:rPr lang="en-US" altLang="en-US" dirty="0">
                <a:solidFill>
                  <a:schemeClr val="tx2"/>
                </a:solidFill>
              </a:rPr>
              <a:t> LSA (Link State Advertisement)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mô</a:t>
            </a:r>
            <a:r>
              <a:rPr lang="en-US" altLang="en-US" dirty="0">
                <a:solidFill>
                  <a:schemeClr val="tx2"/>
                </a:solidFill>
              </a:rPr>
              <a:t> </a:t>
            </a:r>
            <a:r>
              <a:rPr lang="en-US" altLang="en-US" dirty="0" err="1">
                <a:solidFill>
                  <a:schemeClr val="tx2"/>
                </a:solidFill>
              </a:rPr>
              <a:t>tả</a:t>
            </a:r>
            <a:r>
              <a:rPr lang="en-US" altLang="en-US" dirty="0">
                <a:solidFill>
                  <a:schemeClr val="tx2"/>
                </a:solidFill>
              </a:rPr>
              <a:t> </a:t>
            </a:r>
            <a:r>
              <a:rPr lang="en-US" altLang="en-US" dirty="0" err="1">
                <a:solidFill>
                  <a:schemeClr val="tx2"/>
                </a:solidFill>
              </a:rPr>
              <a:t>trạng</a:t>
            </a:r>
            <a:r>
              <a:rPr lang="en-US" altLang="en-US" dirty="0">
                <a:solidFill>
                  <a:schemeClr val="tx2"/>
                </a:solidFill>
              </a:rPr>
              <a:t> </a:t>
            </a:r>
            <a:r>
              <a:rPr lang="en-US" altLang="en-US" dirty="0" err="1">
                <a:solidFill>
                  <a:schemeClr val="tx2"/>
                </a:solidFill>
              </a:rPr>
              <a:t>thái</a:t>
            </a:r>
            <a:r>
              <a:rPr lang="en-US" altLang="en-US" dirty="0">
                <a:solidFill>
                  <a:schemeClr val="tx2"/>
                </a:solidFill>
              </a:rPr>
              <a:t> </a:t>
            </a:r>
            <a:r>
              <a:rPr lang="en-US" altLang="en-US" dirty="0" err="1">
                <a:solidFill>
                  <a:schemeClr val="tx2"/>
                </a:solidFill>
              </a:rPr>
              <a:t>kết</a:t>
            </a:r>
            <a:r>
              <a:rPr lang="en-US" altLang="en-US" dirty="0">
                <a:solidFill>
                  <a:schemeClr val="tx2"/>
                </a:solidFill>
              </a:rPr>
              <a:t> </a:t>
            </a:r>
            <a:r>
              <a:rPr lang="en-US" altLang="en-US" dirty="0" err="1">
                <a:solidFill>
                  <a:schemeClr val="tx2"/>
                </a:solidFill>
              </a:rPr>
              <a:t>nối</a:t>
            </a:r>
            <a:r>
              <a:rPr lang="en-US" altLang="en-US" dirty="0">
                <a:solidFill>
                  <a:schemeClr val="tx2"/>
                </a:solidFill>
              </a:rPr>
              <a:t> qua </a:t>
            </a:r>
            <a:r>
              <a:rPr lang="en-US" altLang="en-US" dirty="0" err="1">
                <a:solidFill>
                  <a:schemeClr val="tx2"/>
                </a:solidFill>
              </a:rPr>
              <a:t>tất</a:t>
            </a:r>
            <a:r>
              <a:rPr lang="en-US" altLang="en-US" dirty="0">
                <a:solidFill>
                  <a:schemeClr val="tx2"/>
                </a:solidFill>
              </a:rPr>
              <a:t> </a:t>
            </a:r>
            <a:r>
              <a:rPr lang="en-US" altLang="en-US" dirty="0" err="1">
                <a:solidFill>
                  <a:schemeClr val="tx2"/>
                </a:solidFill>
              </a:rPr>
              <a:t>cả</a:t>
            </a:r>
            <a:r>
              <a:rPr lang="en-US" altLang="en-US" dirty="0">
                <a:solidFill>
                  <a:schemeClr val="tx2"/>
                </a:solidFill>
              </a:rPr>
              <a:t> adjacency.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rất</a:t>
            </a:r>
            <a:r>
              <a:rPr lang="en-US" altLang="en-US" dirty="0">
                <a:solidFill>
                  <a:schemeClr val="tx2"/>
                </a:solidFill>
              </a:rPr>
              <a:t> </a:t>
            </a:r>
            <a:r>
              <a:rPr lang="en-US" altLang="en-US" dirty="0" err="1">
                <a:solidFill>
                  <a:schemeClr val="tx2"/>
                </a:solidFill>
              </a:rPr>
              <a:t>nhiều</a:t>
            </a:r>
            <a:r>
              <a:rPr lang="en-US" altLang="en-US" dirty="0">
                <a:solidFill>
                  <a:schemeClr val="tx2"/>
                </a:solidFill>
              </a:rPr>
              <a:t> </a:t>
            </a:r>
            <a:r>
              <a:rPr lang="en-US" altLang="en-US" dirty="0" err="1">
                <a:solidFill>
                  <a:schemeClr val="tx2"/>
                </a:solidFill>
              </a:rPr>
              <a:t>loại</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cho</a:t>
            </a:r>
            <a:r>
              <a:rPr lang="en-US" altLang="en-US" dirty="0">
                <a:solidFill>
                  <a:schemeClr val="tx2"/>
                </a:solidFill>
              </a:rPr>
              <a:t> </a:t>
            </a:r>
            <a:r>
              <a:rPr lang="en-US" altLang="en-US" dirty="0" err="1">
                <a:solidFill>
                  <a:schemeClr val="tx2"/>
                </a:solidFill>
              </a:rPr>
              <a:t>nên</a:t>
            </a:r>
            <a:r>
              <a:rPr lang="en-US" altLang="en-US" dirty="0">
                <a:solidFill>
                  <a:schemeClr val="tx2"/>
                </a:solidFill>
              </a:rPr>
              <a:t> OSPF </a:t>
            </a:r>
            <a:r>
              <a:rPr lang="en-US" altLang="en-US" dirty="0" err="1">
                <a:solidFill>
                  <a:schemeClr val="tx2"/>
                </a:solidFill>
              </a:rPr>
              <a:t>cũng</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nghĩa</a:t>
            </a:r>
            <a:r>
              <a:rPr lang="en-US" altLang="en-US" dirty="0">
                <a:solidFill>
                  <a:schemeClr val="tx2"/>
                </a:solidFill>
              </a:rPr>
              <a:t> </a:t>
            </a:r>
            <a:r>
              <a:rPr lang="en-US" altLang="en-US" dirty="0" err="1">
                <a:solidFill>
                  <a:schemeClr val="tx2"/>
                </a:solidFill>
              </a:rPr>
              <a:t>nhiều</a:t>
            </a:r>
            <a:r>
              <a:rPr lang="en-US" altLang="en-US" dirty="0">
                <a:solidFill>
                  <a:schemeClr val="tx2"/>
                </a:solidFill>
              </a:rPr>
              <a:t> </a:t>
            </a:r>
            <a:r>
              <a:rPr lang="en-US" altLang="en-US" dirty="0" err="1">
                <a:solidFill>
                  <a:schemeClr val="tx2"/>
                </a:solidFill>
              </a:rPr>
              <a:t>loại</a:t>
            </a:r>
            <a:r>
              <a:rPr lang="en-US" altLang="en-US" dirty="0">
                <a:solidFill>
                  <a:schemeClr val="tx2"/>
                </a:solidFill>
              </a:rPr>
              <a:t> LSA </a:t>
            </a:r>
          </a:p>
          <a:p>
            <a:pPr algn="just"/>
            <a:r>
              <a:rPr lang="en-US" altLang="en-US" dirty="0" err="1">
                <a:solidFill>
                  <a:schemeClr val="tx2"/>
                </a:solidFill>
              </a:rPr>
              <a:t>Bước</a:t>
            </a:r>
            <a:r>
              <a:rPr lang="en-US" altLang="en-US" dirty="0">
                <a:solidFill>
                  <a:schemeClr val="tx2"/>
                </a:solidFill>
              </a:rPr>
              <a:t> 4:</a:t>
            </a:r>
          </a:p>
          <a:p>
            <a:pPr lvl="1" algn="just"/>
            <a:r>
              <a:rPr lang="en-US" altLang="en-US" dirty="0" err="1">
                <a:solidFill>
                  <a:schemeClr val="tx2"/>
                </a:solidFill>
              </a:rPr>
              <a:t>Khi</a:t>
            </a:r>
            <a:r>
              <a:rPr lang="en-US" altLang="en-US" dirty="0">
                <a:solidFill>
                  <a:schemeClr val="tx2"/>
                </a:solidFill>
              </a:rPr>
              <a:t> 1 router </a:t>
            </a:r>
            <a:r>
              <a:rPr lang="en-US" altLang="en-US" dirty="0" err="1">
                <a:solidFill>
                  <a:schemeClr val="tx2"/>
                </a:solidFill>
              </a:rPr>
              <a:t>nhận</a:t>
            </a:r>
            <a:r>
              <a:rPr lang="en-US" altLang="en-US" dirty="0">
                <a:solidFill>
                  <a:schemeClr val="tx2"/>
                </a:solidFill>
              </a:rPr>
              <a:t> </a:t>
            </a:r>
            <a:r>
              <a:rPr lang="en-US" altLang="en-US" dirty="0" err="1">
                <a:solidFill>
                  <a:schemeClr val="tx2"/>
                </a:solidFill>
              </a:rPr>
              <a:t>một</a:t>
            </a:r>
            <a:r>
              <a:rPr lang="en-US" altLang="en-US" dirty="0">
                <a:solidFill>
                  <a:schemeClr val="tx2"/>
                </a:solidFill>
              </a:rPr>
              <a:t> LSA </a:t>
            </a:r>
            <a:r>
              <a:rPr lang="en-US" altLang="en-US" dirty="0" err="1">
                <a:solidFill>
                  <a:schemeClr val="tx2"/>
                </a:solidFill>
              </a:rPr>
              <a:t>từ</a:t>
            </a:r>
            <a:r>
              <a:rPr lang="en-US" altLang="en-US" dirty="0">
                <a:solidFill>
                  <a:schemeClr val="tx2"/>
                </a:solidFill>
              </a:rPr>
              <a:t> router </a:t>
            </a:r>
            <a:r>
              <a:rPr lang="en-US" altLang="en-US" dirty="0" err="1">
                <a:solidFill>
                  <a:schemeClr val="tx2"/>
                </a:solidFill>
              </a:rPr>
              <a:t>hàng</a:t>
            </a:r>
            <a:r>
              <a:rPr lang="en-US" altLang="en-US" dirty="0">
                <a:solidFill>
                  <a:schemeClr val="tx2"/>
                </a:solidFill>
              </a:rPr>
              <a:t> </a:t>
            </a:r>
            <a:r>
              <a:rPr lang="en-US" altLang="en-US" dirty="0" err="1">
                <a:solidFill>
                  <a:schemeClr val="tx2"/>
                </a:solidFill>
              </a:rPr>
              <a:t>xóm</a:t>
            </a:r>
            <a:r>
              <a:rPr lang="en-US" altLang="en-US" dirty="0">
                <a:solidFill>
                  <a:schemeClr val="tx2"/>
                </a:solidFill>
              </a:rPr>
              <a:t>,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cập</a:t>
            </a:r>
            <a:r>
              <a:rPr lang="en-US" altLang="en-US" dirty="0">
                <a:solidFill>
                  <a:schemeClr val="tx2"/>
                </a:solidFill>
              </a:rPr>
              <a:t> </a:t>
            </a:r>
            <a:r>
              <a:rPr lang="en-US" altLang="en-US" dirty="0" err="1">
                <a:solidFill>
                  <a:schemeClr val="tx2"/>
                </a:solidFill>
              </a:rPr>
              <a:t>nhật</a:t>
            </a:r>
            <a:r>
              <a:rPr lang="en-US" altLang="en-US" dirty="0">
                <a:solidFill>
                  <a:schemeClr val="tx2"/>
                </a:solidFill>
              </a:rPr>
              <a:t> </a:t>
            </a:r>
            <a:r>
              <a:rPr lang="en-US" altLang="en-US" dirty="0" err="1">
                <a:solidFill>
                  <a:schemeClr val="tx2"/>
                </a:solidFill>
              </a:rPr>
              <a:t>vào</a:t>
            </a:r>
            <a:r>
              <a:rPr lang="en-US" altLang="en-US" dirty="0">
                <a:solidFill>
                  <a:schemeClr val="tx2"/>
                </a:solidFill>
              </a:rPr>
              <a:t> link state database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một</a:t>
            </a:r>
            <a:r>
              <a:rPr lang="en-US" altLang="en-US" dirty="0">
                <a:solidFill>
                  <a:schemeClr val="tx2"/>
                </a:solidFill>
              </a:rPr>
              <a:t> copy </a:t>
            </a:r>
            <a:r>
              <a:rPr lang="en-US" altLang="en-US" dirty="0" err="1">
                <a:solidFill>
                  <a:schemeClr val="tx2"/>
                </a:solidFill>
              </a:rPr>
              <a:t>của</a:t>
            </a:r>
            <a:r>
              <a:rPr lang="en-US" altLang="en-US" dirty="0">
                <a:solidFill>
                  <a:schemeClr val="tx2"/>
                </a:solidFill>
              </a:rPr>
              <a:t> LSA </a:t>
            </a:r>
            <a:r>
              <a:rPr lang="en-US" altLang="en-US" dirty="0" err="1">
                <a:solidFill>
                  <a:schemeClr val="tx2"/>
                </a:solidFill>
              </a:rPr>
              <a:t>tới</a:t>
            </a:r>
            <a:r>
              <a:rPr lang="en-US" altLang="en-US" dirty="0">
                <a:solidFill>
                  <a:schemeClr val="tx2"/>
                </a:solidFill>
              </a:rPr>
              <a:t> </a:t>
            </a:r>
            <a:r>
              <a:rPr lang="en-US" altLang="en-US" dirty="0" err="1">
                <a:solidFill>
                  <a:schemeClr val="tx2"/>
                </a:solidFill>
              </a:rPr>
              <a:t>tất</a:t>
            </a:r>
            <a:r>
              <a:rPr lang="en-US" altLang="en-US" dirty="0">
                <a:solidFill>
                  <a:schemeClr val="tx2"/>
                </a:solidFill>
              </a:rPr>
              <a:t> </a:t>
            </a:r>
            <a:r>
              <a:rPr lang="en-US" altLang="en-US" dirty="0" err="1">
                <a:solidFill>
                  <a:schemeClr val="tx2"/>
                </a:solidFill>
              </a:rPr>
              <a:t>cả</a:t>
            </a:r>
            <a:r>
              <a:rPr lang="en-US" altLang="en-US" dirty="0">
                <a:solidFill>
                  <a:schemeClr val="tx2"/>
                </a:solidFill>
              </a:rPr>
              <a:t> router </a:t>
            </a:r>
            <a:r>
              <a:rPr lang="en-US" altLang="en-US" dirty="0" err="1">
                <a:solidFill>
                  <a:schemeClr val="tx2"/>
                </a:solidFill>
              </a:rPr>
              <a:t>hàng</a:t>
            </a:r>
            <a:r>
              <a:rPr lang="en-US" altLang="en-US" dirty="0">
                <a:solidFill>
                  <a:schemeClr val="tx2"/>
                </a:solidFill>
              </a:rPr>
              <a:t> </a:t>
            </a:r>
            <a:r>
              <a:rPr lang="en-US" altLang="en-US" dirty="0" err="1">
                <a:solidFill>
                  <a:schemeClr val="tx2"/>
                </a:solidFill>
              </a:rPr>
              <a:t>xóm</a:t>
            </a:r>
            <a:r>
              <a:rPr lang="en-US" altLang="en-US" dirty="0">
                <a:solidFill>
                  <a:schemeClr val="tx2"/>
                </a:solidFill>
              </a:rPr>
              <a:t> </a:t>
            </a:r>
            <a:r>
              <a:rPr lang="en-US" altLang="en-US" dirty="0" err="1">
                <a:solidFill>
                  <a:schemeClr val="tx2"/>
                </a:solidFill>
              </a:rPr>
              <a:t>khác</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nó</a:t>
            </a:r>
            <a:r>
              <a:rPr lang="en-US" altLang="en-US" dirty="0">
                <a:solidFill>
                  <a:schemeClr val="tx2"/>
                </a:solidFill>
              </a:rPr>
              <a:t> </a:t>
            </a:r>
          </a:p>
          <a:p>
            <a:pPr algn="just"/>
            <a:r>
              <a:rPr lang="en-US" altLang="en-US" dirty="0" err="1">
                <a:solidFill>
                  <a:schemeClr val="tx2"/>
                </a:solidFill>
              </a:rPr>
              <a:t>Bước</a:t>
            </a:r>
            <a:r>
              <a:rPr lang="en-US" altLang="en-US" dirty="0">
                <a:solidFill>
                  <a:schemeClr val="tx2"/>
                </a:solidFill>
              </a:rPr>
              <a:t> 5:</a:t>
            </a:r>
          </a:p>
          <a:p>
            <a:pPr lvl="1" algn="just"/>
            <a:r>
              <a:rPr lang="en-US" altLang="en-US" dirty="0" err="1">
                <a:solidFill>
                  <a:schemeClr val="tx2"/>
                </a:solidFill>
              </a:rPr>
              <a:t>Bằng</a:t>
            </a:r>
            <a:r>
              <a:rPr lang="en-US" altLang="en-US" dirty="0">
                <a:solidFill>
                  <a:schemeClr val="tx2"/>
                </a:solidFill>
              </a:rPr>
              <a:t> </a:t>
            </a:r>
            <a:r>
              <a:rPr lang="en-US" altLang="en-US" dirty="0" err="1">
                <a:solidFill>
                  <a:schemeClr val="tx2"/>
                </a:solidFill>
              </a:rPr>
              <a:t>cách</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tràn</a:t>
            </a:r>
            <a:r>
              <a:rPr lang="en-US" altLang="en-US" dirty="0">
                <a:solidFill>
                  <a:schemeClr val="tx2"/>
                </a:solidFill>
              </a:rPr>
              <a:t> </a:t>
            </a:r>
            <a:r>
              <a:rPr lang="en-US" altLang="en-US" dirty="0" err="1">
                <a:solidFill>
                  <a:schemeClr val="tx2"/>
                </a:solidFill>
              </a:rPr>
              <a:t>ngập</a:t>
            </a:r>
            <a:r>
              <a:rPr lang="en-US" altLang="en-US" dirty="0">
                <a:solidFill>
                  <a:schemeClr val="tx2"/>
                </a:solidFill>
              </a:rPr>
              <a:t> </a:t>
            </a:r>
            <a:r>
              <a:rPr lang="en-US" altLang="en-US" dirty="0" err="1">
                <a:solidFill>
                  <a:schemeClr val="tx2"/>
                </a:solidFill>
              </a:rPr>
              <a:t>các</a:t>
            </a:r>
            <a:r>
              <a:rPr lang="en-US" altLang="en-US" dirty="0">
                <a:solidFill>
                  <a:schemeClr val="tx2"/>
                </a:solidFill>
              </a:rPr>
              <a:t> LSA ra </a:t>
            </a:r>
            <a:r>
              <a:rPr lang="en-US" altLang="en-US" dirty="0" err="1">
                <a:solidFill>
                  <a:schemeClr val="tx2"/>
                </a:solidFill>
              </a:rPr>
              <a:t>toàn</a:t>
            </a:r>
            <a:r>
              <a:rPr lang="en-US" altLang="en-US" dirty="0">
                <a:solidFill>
                  <a:schemeClr val="tx2"/>
                </a:solidFill>
              </a:rPr>
              <a:t> </a:t>
            </a:r>
            <a:r>
              <a:rPr lang="en-US" altLang="en-US" dirty="0" err="1">
                <a:solidFill>
                  <a:schemeClr val="tx2"/>
                </a:solidFill>
              </a:rPr>
              <a:t>bộ</a:t>
            </a:r>
            <a:r>
              <a:rPr lang="en-US" altLang="en-US" dirty="0">
                <a:solidFill>
                  <a:schemeClr val="tx2"/>
                </a:solidFill>
              </a:rPr>
              <a:t> </a:t>
            </a:r>
            <a:r>
              <a:rPr lang="en-US" altLang="en-US" dirty="0" err="1">
                <a:solidFill>
                  <a:schemeClr val="tx2"/>
                </a:solidFill>
              </a:rPr>
              <a:t>các</a:t>
            </a:r>
            <a:r>
              <a:rPr lang="en-US" altLang="en-US" dirty="0">
                <a:solidFill>
                  <a:schemeClr val="tx2"/>
                </a:solidFill>
              </a:rPr>
              <a:t> router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area, </a:t>
            </a:r>
            <a:r>
              <a:rPr lang="en-US" altLang="en-US" dirty="0" err="1">
                <a:solidFill>
                  <a:schemeClr val="tx2"/>
                </a:solidFill>
              </a:rPr>
              <a:t>tất</a:t>
            </a:r>
            <a:r>
              <a:rPr lang="en-US" altLang="en-US" dirty="0">
                <a:solidFill>
                  <a:schemeClr val="tx2"/>
                </a:solidFill>
              </a:rPr>
              <a:t> </a:t>
            </a:r>
            <a:r>
              <a:rPr lang="en-US" altLang="en-US" dirty="0" err="1">
                <a:solidFill>
                  <a:schemeClr val="tx2"/>
                </a:solidFill>
              </a:rPr>
              <a:t>cả</a:t>
            </a:r>
            <a:r>
              <a:rPr lang="en-US" altLang="en-US" dirty="0">
                <a:solidFill>
                  <a:schemeClr val="tx2"/>
                </a:solidFill>
              </a:rPr>
              <a:t> router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xây</a:t>
            </a:r>
            <a:r>
              <a:rPr lang="en-US" altLang="en-US" dirty="0">
                <a:solidFill>
                  <a:schemeClr val="tx2"/>
                </a:solidFill>
              </a:rPr>
              <a:t> </a:t>
            </a:r>
            <a:r>
              <a:rPr lang="en-US" altLang="en-US" dirty="0" err="1">
                <a:solidFill>
                  <a:schemeClr val="tx2"/>
                </a:solidFill>
              </a:rPr>
              <a:t>dựng</a:t>
            </a:r>
            <a:r>
              <a:rPr lang="en-US" altLang="en-US" dirty="0">
                <a:solidFill>
                  <a:schemeClr val="tx2"/>
                </a:solidFill>
              </a:rPr>
              <a:t> </a:t>
            </a:r>
            <a:r>
              <a:rPr lang="en-US" altLang="en-US" dirty="0" err="1">
                <a:solidFill>
                  <a:schemeClr val="tx2"/>
                </a:solidFill>
              </a:rPr>
              <a:t>chính</a:t>
            </a:r>
            <a:r>
              <a:rPr lang="en-US" altLang="en-US" dirty="0">
                <a:solidFill>
                  <a:schemeClr val="tx2"/>
                </a:solidFill>
              </a:rPr>
              <a:t> </a:t>
            </a:r>
            <a:r>
              <a:rPr lang="en-US" altLang="en-US" dirty="0" err="1">
                <a:solidFill>
                  <a:schemeClr val="tx2"/>
                </a:solidFill>
              </a:rPr>
              <a:t>xác</a:t>
            </a:r>
            <a:r>
              <a:rPr lang="en-US" altLang="en-US" dirty="0">
                <a:solidFill>
                  <a:schemeClr val="tx2"/>
                </a:solidFill>
              </a:rPr>
              <a:t> link state database. </a:t>
            </a:r>
          </a:p>
          <a:p>
            <a:pPr algn="just"/>
            <a:endParaRPr lang="en-US" altLang="en-US" dirty="0">
              <a:solidFill>
                <a:schemeClr val="tx2"/>
              </a:solidFill>
            </a:endParaRPr>
          </a:p>
          <a:p>
            <a:pPr algn="just"/>
            <a:endParaRPr lang="en-US" altLang="en-US" dirty="0">
              <a:solidFill>
                <a:schemeClr val="tx2"/>
              </a:solidFill>
            </a:endParaRPr>
          </a:p>
          <a:p>
            <a:pPr algn="just" eaLnBrk="1" hangingPunct="1">
              <a:buFont typeface="Wingdings" panose="05000000000000000000" pitchFamily="2" charset="2"/>
              <a:buNone/>
            </a:pPr>
            <a:endParaRPr lang="en-US" altLang="en-US" dirty="0">
              <a:solidFill>
                <a:schemeClr val="tx2"/>
              </a:solidFill>
            </a:endParaRPr>
          </a:p>
        </p:txBody>
      </p:sp>
      <p:sp>
        <p:nvSpPr>
          <p:cNvPr id="13" name="Title 1">
            <a:extLst>
              <a:ext uri="{FF2B5EF4-FFF2-40B4-BE49-F238E27FC236}">
                <a16:creationId xmlns:a16="http://schemas.microsoft.com/office/drawing/2014/main" id="{769C3D74-4292-444D-BFCD-0AD6E61CF450}"/>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6">
            <a:extLst>
              <a:ext uri="{FF2B5EF4-FFF2-40B4-BE49-F238E27FC236}">
                <a16:creationId xmlns:a16="http://schemas.microsoft.com/office/drawing/2014/main" id="{191874D4-C4BE-4385-B22D-5FCA392084C5}"/>
              </a:ext>
            </a:extLst>
          </p:cNvPr>
          <p:cNvSpPr>
            <a:spLocks noChangeArrowheads="1"/>
          </p:cNvSpPr>
          <p:nvPr/>
        </p:nvSpPr>
        <p:spPr bwMode="gray">
          <a:xfrm>
            <a:off x="437322" y="1019361"/>
            <a:ext cx="11316528" cy="1845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Cơ</a:t>
            </a:r>
            <a:r>
              <a:rPr lang="en-US" altLang="en-US" dirty="0">
                <a:solidFill>
                  <a:schemeClr val="tx2"/>
                </a:solidFill>
              </a:rPr>
              <a:t> </a:t>
            </a:r>
            <a:r>
              <a:rPr lang="en-US" altLang="en-US" dirty="0" err="1">
                <a:solidFill>
                  <a:schemeClr val="tx2"/>
                </a:solidFill>
              </a:rPr>
              <a:t>chế</a:t>
            </a:r>
            <a:r>
              <a:rPr lang="en-US" altLang="en-US" dirty="0">
                <a:solidFill>
                  <a:schemeClr val="tx2"/>
                </a:solidFill>
              </a:rPr>
              <a:t> </a:t>
            </a:r>
            <a:r>
              <a:rPr lang="en-US" altLang="en-US" dirty="0" err="1">
                <a:solidFill>
                  <a:schemeClr val="tx2"/>
                </a:solidFill>
              </a:rPr>
              <a:t>hoạt</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a:t>
            </a:r>
          </a:p>
          <a:p>
            <a:r>
              <a:rPr lang="en-US" altLang="en-US" dirty="0" err="1">
                <a:solidFill>
                  <a:schemeClr val="tx2"/>
                </a:solidFill>
              </a:rPr>
              <a:t>Bước</a:t>
            </a:r>
            <a:r>
              <a:rPr lang="en-US" altLang="en-US" dirty="0">
                <a:solidFill>
                  <a:schemeClr val="tx2"/>
                </a:solidFill>
              </a:rPr>
              <a:t> 6:</a:t>
            </a:r>
          </a:p>
          <a:p>
            <a:pPr lvl="1"/>
            <a:r>
              <a:rPr lang="en-US" altLang="en-US" dirty="0" err="1">
                <a:solidFill>
                  <a:schemeClr val="tx2"/>
                </a:solidFill>
              </a:rPr>
              <a:t>Khi</a:t>
            </a:r>
            <a:r>
              <a:rPr lang="en-US" altLang="en-US" dirty="0">
                <a:solidFill>
                  <a:schemeClr val="tx2"/>
                </a:solidFill>
              </a:rPr>
              <a:t> database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hoàn</a:t>
            </a:r>
            <a:r>
              <a:rPr lang="en-US" altLang="en-US" dirty="0">
                <a:solidFill>
                  <a:schemeClr val="tx2"/>
                </a:solidFill>
              </a:rPr>
              <a:t> </a:t>
            </a:r>
            <a:r>
              <a:rPr lang="en-US" altLang="en-US" dirty="0" err="1">
                <a:solidFill>
                  <a:schemeClr val="tx2"/>
                </a:solidFill>
              </a:rPr>
              <a:t>tất</a:t>
            </a:r>
            <a:r>
              <a:rPr lang="en-US" altLang="en-US" dirty="0">
                <a:solidFill>
                  <a:schemeClr val="tx2"/>
                </a:solidFill>
              </a:rPr>
              <a:t>, </a:t>
            </a:r>
            <a:r>
              <a:rPr lang="en-US" altLang="en-US" dirty="0" err="1">
                <a:solidFill>
                  <a:schemeClr val="tx2"/>
                </a:solidFill>
              </a:rPr>
              <a:t>mỗi</a:t>
            </a:r>
            <a:r>
              <a:rPr lang="en-US" altLang="en-US" dirty="0">
                <a:solidFill>
                  <a:schemeClr val="tx2"/>
                </a:solidFill>
              </a:rPr>
              <a:t> router </a:t>
            </a:r>
            <a:r>
              <a:rPr lang="en-US" altLang="en-US" dirty="0" err="1">
                <a:solidFill>
                  <a:schemeClr val="tx2"/>
                </a:solidFill>
              </a:rPr>
              <a:t>sử</a:t>
            </a:r>
            <a:r>
              <a:rPr lang="en-US" altLang="en-US" dirty="0">
                <a:solidFill>
                  <a:schemeClr val="tx2"/>
                </a:solidFill>
              </a:rPr>
              <a:t> </a:t>
            </a:r>
            <a:r>
              <a:rPr lang="en-US" altLang="en-US" dirty="0" err="1">
                <a:solidFill>
                  <a:schemeClr val="tx2"/>
                </a:solidFill>
              </a:rPr>
              <a:t>dụng</a:t>
            </a:r>
            <a:r>
              <a:rPr lang="en-US" altLang="en-US" dirty="0">
                <a:solidFill>
                  <a:schemeClr val="tx2"/>
                </a:solidFill>
              </a:rPr>
              <a:t> </a:t>
            </a:r>
            <a:r>
              <a:rPr lang="en-US" altLang="en-US" dirty="0" err="1">
                <a:solidFill>
                  <a:schemeClr val="tx2"/>
                </a:solidFill>
              </a:rPr>
              <a:t>thuật</a:t>
            </a:r>
            <a:r>
              <a:rPr lang="en-US" altLang="en-US" dirty="0">
                <a:solidFill>
                  <a:schemeClr val="tx2"/>
                </a:solidFill>
              </a:rPr>
              <a:t> </a:t>
            </a:r>
            <a:r>
              <a:rPr lang="en-US" altLang="en-US" dirty="0" err="1">
                <a:solidFill>
                  <a:schemeClr val="tx2"/>
                </a:solidFill>
              </a:rPr>
              <a:t>toán</a:t>
            </a:r>
            <a:r>
              <a:rPr lang="en-US" altLang="en-US" dirty="0">
                <a:solidFill>
                  <a:schemeClr val="tx2"/>
                </a:solidFill>
              </a:rPr>
              <a:t> Dijkstra’s Shortest Path First (SPF)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xây</a:t>
            </a:r>
            <a:r>
              <a:rPr lang="en-US" altLang="en-US" dirty="0">
                <a:solidFill>
                  <a:schemeClr val="tx2"/>
                </a:solidFill>
              </a:rPr>
              <a:t> </a:t>
            </a:r>
            <a:r>
              <a:rPr lang="en-US" altLang="en-US" dirty="0" err="1">
                <a:solidFill>
                  <a:schemeClr val="tx2"/>
                </a:solidFill>
              </a:rPr>
              <a:t>dựng</a:t>
            </a:r>
            <a:r>
              <a:rPr lang="en-US" altLang="en-US" dirty="0">
                <a:solidFill>
                  <a:schemeClr val="tx2"/>
                </a:solidFill>
              </a:rPr>
              <a:t> </a:t>
            </a:r>
            <a:r>
              <a:rPr lang="en-US" altLang="en-US" dirty="0" err="1">
                <a:solidFill>
                  <a:schemeClr val="tx2"/>
                </a:solidFill>
              </a:rPr>
              <a:t>nên</a:t>
            </a:r>
            <a:r>
              <a:rPr lang="en-US" altLang="en-US" dirty="0">
                <a:solidFill>
                  <a:schemeClr val="tx2"/>
                </a:solidFill>
              </a:rPr>
              <a:t> SPF tree </a:t>
            </a:r>
          </a:p>
          <a:p>
            <a:endParaRPr lang="en-US" altLang="en-US" dirty="0">
              <a:solidFill>
                <a:schemeClr val="tx2"/>
              </a:solidFill>
            </a:endParaRPr>
          </a:p>
          <a:p>
            <a:pPr eaLnBrk="1" hangingPunct="1">
              <a:buFont typeface="Wingdings" panose="05000000000000000000" pitchFamily="2" charset="2"/>
              <a:buNone/>
            </a:pPr>
            <a:r>
              <a:rPr lang="en-US" altLang="en-US" dirty="0">
                <a:solidFill>
                  <a:schemeClr val="tx2"/>
                </a:solidFill>
              </a:rPr>
              <a:t> </a:t>
            </a:r>
          </a:p>
        </p:txBody>
      </p:sp>
      <p:pic>
        <p:nvPicPr>
          <p:cNvPr id="76806" name="Picture 14" descr="Dijkstra SPF">
            <a:extLst>
              <a:ext uri="{FF2B5EF4-FFF2-40B4-BE49-F238E27FC236}">
                <a16:creationId xmlns:a16="http://schemas.microsoft.com/office/drawing/2014/main" id="{DE975A6A-B0B8-48A4-B047-CD2FB78F2B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3037" y="2615349"/>
            <a:ext cx="5830473" cy="4081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a:extLst>
              <a:ext uri="{FF2B5EF4-FFF2-40B4-BE49-F238E27FC236}">
                <a16:creationId xmlns:a16="http://schemas.microsoft.com/office/drawing/2014/main" id="{88B084FB-A07B-4F1F-B605-BBE1C0B55CE6}"/>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6">
            <a:extLst>
              <a:ext uri="{FF2B5EF4-FFF2-40B4-BE49-F238E27FC236}">
                <a16:creationId xmlns:a16="http://schemas.microsoft.com/office/drawing/2014/main" id="{7D546A4E-F14C-4FFD-9F53-D10AD0640A7D}"/>
              </a:ext>
            </a:extLst>
          </p:cNvPr>
          <p:cNvSpPr>
            <a:spLocks noChangeArrowheads="1"/>
          </p:cNvSpPr>
          <p:nvPr/>
        </p:nvSpPr>
        <p:spPr bwMode="gray">
          <a:xfrm>
            <a:off x="437321" y="1065553"/>
            <a:ext cx="11535603" cy="5363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buFont typeface="Wingdings" panose="05000000000000000000" pitchFamily="2" charset="2"/>
              <a:buNone/>
            </a:pPr>
            <a:r>
              <a:rPr lang="en-US" altLang="en-US" dirty="0" err="1">
                <a:solidFill>
                  <a:schemeClr val="tx2"/>
                </a:solidFill>
              </a:rPr>
              <a:t>Cơ</a:t>
            </a:r>
            <a:r>
              <a:rPr lang="en-US" altLang="en-US" dirty="0">
                <a:solidFill>
                  <a:schemeClr val="tx2"/>
                </a:solidFill>
              </a:rPr>
              <a:t> </a:t>
            </a:r>
            <a:r>
              <a:rPr lang="en-US" altLang="en-US" dirty="0" err="1">
                <a:solidFill>
                  <a:schemeClr val="tx2"/>
                </a:solidFill>
              </a:rPr>
              <a:t>chế</a:t>
            </a:r>
            <a:r>
              <a:rPr lang="en-US" altLang="en-US" dirty="0">
                <a:solidFill>
                  <a:schemeClr val="tx2"/>
                </a:solidFill>
              </a:rPr>
              <a:t> </a:t>
            </a:r>
            <a:r>
              <a:rPr lang="en-US" altLang="en-US" dirty="0" err="1">
                <a:solidFill>
                  <a:schemeClr val="tx2"/>
                </a:solidFill>
              </a:rPr>
              <a:t>hoạt</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a:t>
            </a:r>
          </a:p>
          <a:p>
            <a:pPr algn="just"/>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 Hello </a:t>
            </a:r>
          </a:p>
          <a:p>
            <a:pPr algn="just">
              <a:lnSpc>
                <a:spcPct val="150000"/>
              </a:lnSpc>
              <a:spcBef>
                <a:spcPct val="50000"/>
              </a:spcBef>
              <a:buClrTx/>
              <a:buNone/>
            </a:pPr>
            <a:r>
              <a:rPr lang="en-US" altLang="en-US" dirty="0">
                <a:solidFill>
                  <a:schemeClr val="tx2"/>
                </a:solidFill>
              </a:rPr>
              <a:t> </a:t>
            </a:r>
            <a:r>
              <a:rPr lang="en-US" altLang="en-US" dirty="0" err="1">
                <a:solidFill>
                  <a:schemeClr val="tx2"/>
                </a:solidFill>
              </a:rPr>
              <a:t>Gói</a:t>
            </a:r>
            <a:r>
              <a:rPr lang="en-US" altLang="en-US" dirty="0">
                <a:solidFill>
                  <a:schemeClr val="tx2"/>
                </a:solidFill>
              </a:rPr>
              <a:t> OSPF Hello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trường</a:t>
            </a:r>
            <a:r>
              <a:rPr lang="en-US" altLang="en-US" dirty="0">
                <a:solidFill>
                  <a:schemeClr val="tx2"/>
                </a:solidFill>
              </a:rPr>
              <a:t> Type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phần</a:t>
            </a:r>
            <a:r>
              <a:rPr lang="en-US" altLang="en-US" dirty="0">
                <a:solidFill>
                  <a:schemeClr val="tx2"/>
                </a:solidFill>
              </a:rPr>
              <a:t> Header </a:t>
            </a:r>
            <a:r>
              <a:rPr lang="en-US" altLang="en-US" dirty="0" err="1">
                <a:solidFill>
                  <a:schemeClr val="tx2"/>
                </a:solidFill>
              </a:rPr>
              <a:t>là</a:t>
            </a:r>
            <a:r>
              <a:rPr lang="en-US" altLang="en-US" dirty="0">
                <a:solidFill>
                  <a:schemeClr val="tx2"/>
                </a:solidFill>
              </a:rPr>
              <a:t> 1. </a:t>
            </a:r>
            <a:r>
              <a:rPr lang="en-US" altLang="en-US" dirty="0" err="1">
                <a:solidFill>
                  <a:schemeClr val="tx2"/>
                </a:solidFill>
              </a:rPr>
              <a:t>Khi</a:t>
            </a:r>
            <a:r>
              <a:rPr lang="en-US" altLang="en-US" dirty="0">
                <a:solidFill>
                  <a:schemeClr val="tx2"/>
                </a:solidFill>
              </a:rPr>
              <a:t> router </a:t>
            </a:r>
            <a:r>
              <a:rPr lang="en-US" altLang="en-US" dirty="0" err="1">
                <a:solidFill>
                  <a:schemeClr val="tx2"/>
                </a:solidFill>
              </a:rPr>
              <a:t>bắt</a:t>
            </a:r>
            <a:r>
              <a:rPr lang="en-US" altLang="en-US" dirty="0">
                <a:solidFill>
                  <a:schemeClr val="tx2"/>
                </a:solidFill>
              </a:rPr>
              <a:t> </a:t>
            </a:r>
            <a:r>
              <a:rPr lang="en-US" altLang="en-US" dirty="0" err="1">
                <a:solidFill>
                  <a:schemeClr val="tx2"/>
                </a:solidFill>
              </a:rPr>
              <a:t>đầu</a:t>
            </a:r>
            <a:r>
              <a:rPr lang="en-US" altLang="en-US" dirty="0">
                <a:solidFill>
                  <a:schemeClr val="tx2"/>
                </a:solidFill>
              </a:rPr>
              <a:t> </a:t>
            </a:r>
            <a:r>
              <a:rPr lang="en-US" altLang="en-US" dirty="0" err="1">
                <a:solidFill>
                  <a:schemeClr val="tx2"/>
                </a:solidFill>
              </a:rPr>
              <a:t>tiến</a:t>
            </a:r>
            <a:r>
              <a:rPr lang="en-US" altLang="en-US" dirty="0">
                <a:solidFill>
                  <a:schemeClr val="tx2"/>
                </a:solidFill>
              </a:rPr>
              <a:t> </a:t>
            </a:r>
            <a:r>
              <a:rPr lang="en-US" altLang="en-US" dirty="0" err="1">
                <a:solidFill>
                  <a:schemeClr val="tx2"/>
                </a:solidFill>
              </a:rPr>
              <a:t>trình</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OSPF </a:t>
            </a:r>
            <a:r>
              <a:rPr lang="en-US" altLang="en-US" dirty="0" err="1">
                <a:solidFill>
                  <a:schemeClr val="tx2"/>
                </a:solidFill>
              </a:rPr>
              <a:t>thì</a:t>
            </a:r>
            <a:r>
              <a:rPr lang="en-US" altLang="en-US" dirty="0">
                <a:solidFill>
                  <a:schemeClr val="tx2"/>
                </a:solidFill>
              </a:rPr>
              <a:t>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đi</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Hello. </a:t>
            </a:r>
            <a:r>
              <a:rPr lang="en-US" altLang="en-US" dirty="0" err="1">
                <a:solidFill>
                  <a:schemeClr val="tx2"/>
                </a:solidFill>
              </a:rPr>
              <a:t>Gói</a:t>
            </a:r>
            <a:r>
              <a:rPr lang="en-US" altLang="en-US" dirty="0">
                <a:solidFill>
                  <a:schemeClr val="tx2"/>
                </a:solidFill>
              </a:rPr>
              <a:t> tin Hello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vai</a:t>
            </a:r>
            <a:r>
              <a:rPr lang="en-US" altLang="en-US" dirty="0">
                <a:solidFill>
                  <a:schemeClr val="tx2"/>
                </a:solidFill>
              </a:rPr>
              <a:t> </a:t>
            </a:r>
            <a:r>
              <a:rPr lang="en-US" altLang="en-US" dirty="0" err="1">
                <a:solidFill>
                  <a:schemeClr val="tx2"/>
                </a:solidFill>
              </a:rPr>
              <a:t>trò</a:t>
            </a:r>
            <a:r>
              <a:rPr lang="en-US" altLang="en-US" dirty="0">
                <a:solidFill>
                  <a:schemeClr val="tx2"/>
                </a:solidFill>
              </a:rPr>
              <a:t> </a:t>
            </a:r>
            <a:r>
              <a:rPr lang="en-US" altLang="en-US" dirty="0" err="1">
                <a:solidFill>
                  <a:schemeClr val="tx2"/>
                </a:solidFill>
              </a:rPr>
              <a:t>như</a:t>
            </a:r>
            <a:r>
              <a:rPr lang="en-US" altLang="en-US" dirty="0">
                <a:solidFill>
                  <a:schemeClr val="tx2"/>
                </a:solidFill>
              </a:rPr>
              <a:t> </a:t>
            </a:r>
            <a:r>
              <a:rPr lang="en-US" altLang="en-US" dirty="0" err="1">
                <a:solidFill>
                  <a:schemeClr val="tx2"/>
                </a:solidFill>
              </a:rPr>
              <a:t>sau</a:t>
            </a:r>
            <a:r>
              <a:rPr lang="en-US" altLang="en-US" dirty="0">
                <a:solidFill>
                  <a:schemeClr val="tx2"/>
                </a:solidFill>
              </a:rPr>
              <a:t>:</a:t>
            </a:r>
          </a:p>
          <a:p>
            <a:pPr algn="just">
              <a:lnSpc>
                <a:spcPct val="150000"/>
              </a:lnSpc>
              <a:spcBef>
                <a:spcPct val="0"/>
              </a:spcBef>
              <a:buClrTx/>
              <a:buNone/>
            </a:pPr>
            <a:r>
              <a:rPr lang="en-US" altLang="en-US" dirty="0">
                <a:solidFill>
                  <a:schemeClr val="tx2"/>
                </a:solidFill>
              </a:rPr>
              <a:t> - </a:t>
            </a:r>
            <a:r>
              <a:rPr lang="en-US" altLang="en-US" dirty="0" err="1">
                <a:solidFill>
                  <a:schemeClr val="tx2"/>
                </a:solidFill>
              </a:rPr>
              <a:t>Tìm</a:t>
            </a:r>
            <a:r>
              <a:rPr lang="en-US" altLang="en-US" dirty="0">
                <a:solidFill>
                  <a:schemeClr val="tx2"/>
                </a:solidFill>
              </a:rPr>
              <a:t> </a:t>
            </a:r>
            <a:r>
              <a:rPr lang="en-US" altLang="en-US" dirty="0" err="1">
                <a:solidFill>
                  <a:schemeClr val="tx2"/>
                </a:solidFill>
              </a:rPr>
              <a:t>kiếm</a:t>
            </a:r>
            <a:r>
              <a:rPr lang="en-US" altLang="en-US" dirty="0">
                <a:solidFill>
                  <a:schemeClr val="tx2"/>
                </a:solidFill>
              </a:rPr>
              <a:t> router </a:t>
            </a:r>
            <a:r>
              <a:rPr lang="en-US" altLang="en-US" dirty="0" err="1">
                <a:solidFill>
                  <a:schemeClr val="tx2"/>
                </a:solidFill>
              </a:rPr>
              <a:t>lân</a:t>
            </a:r>
            <a:r>
              <a:rPr lang="en-US" altLang="en-US" dirty="0">
                <a:solidFill>
                  <a:schemeClr val="tx2"/>
                </a:solidFill>
              </a:rPr>
              <a:t> </a:t>
            </a:r>
            <a:r>
              <a:rPr lang="en-US" altLang="en-US" dirty="0" err="1">
                <a:solidFill>
                  <a:schemeClr val="tx2"/>
                </a:solidFill>
              </a:rPr>
              <a:t>cận</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thiết</a:t>
            </a:r>
            <a:r>
              <a:rPr lang="en-US" altLang="en-US" dirty="0">
                <a:solidFill>
                  <a:schemeClr val="tx2"/>
                </a:solidFill>
              </a:rPr>
              <a:t> </a:t>
            </a:r>
            <a:r>
              <a:rPr lang="en-US" altLang="en-US" dirty="0" err="1">
                <a:solidFill>
                  <a:schemeClr val="tx2"/>
                </a:solidFill>
              </a:rPr>
              <a:t>lập</a:t>
            </a:r>
            <a:r>
              <a:rPr lang="en-US" altLang="en-US" dirty="0">
                <a:solidFill>
                  <a:schemeClr val="tx2"/>
                </a:solidFill>
              </a:rPr>
              <a:t> </a:t>
            </a:r>
            <a:r>
              <a:rPr lang="en-US" altLang="en-US" dirty="0" err="1">
                <a:solidFill>
                  <a:schemeClr val="tx2"/>
                </a:solidFill>
              </a:rPr>
              <a:t>quan</a:t>
            </a:r>
            <a:r>
              <a:rPr lang="en-US" altLang="en-US" dirty="0">
                <a:solidFill>
                  <a:schemeClr val="tx2"/>
                </a:solidFill>
              </a:rPr>
              <a:t> </a:t>
            </a:r>
            <a:r>
              <a:rPr lang="en-US" altLang="en-US" dirty="0" err="1">
                <a:solidFill>
                  <a:schemeClr val="tx2"/>
                </a:solidFill>
              </a:rPr>
              <a:t>hệ</a:t>
            </a:r>
            <a:r>
              <a:rPr lang="en-US" altLang="en-US" dirty="0">
                <a:solidFill>
                  <a:schemeClr val="tx2"/>
                </a:solidFill>
              </a:rPr>
              <a:t>.</a:t>
            </a:r>
          </a:p>
          <a:p>
            <a:pPr algn="just">
              <a:lnSpc>
                <a:spcPct val="150000"/>
              </a:lnSpc>
              <a:spcBef>
                <a:spcPct val="0"/>
              </a:spcBef>
              <a:buClrTx/>
              <a:buNone/>
            </a:pPr>
            <a:r>
              <a:rPr lang="en-US" altLang="en-US" dirty="0">
                <a:solidFill>
                  <a:schemeClr val="tx2"/>
                </a:solidFill>
              </a:rPr>
              <a:t> - </a:t>
            </a:r>
            <a:r>
              <a:rPr lang="en-US" altLang="en-US" dirty="0" err="1">
                <a:solidFill>
                  <a:schemeClr val="tx2"/>
                </a:solidFill>
              </a:rPr>
              <a:t>Trao</a:t>
            </a:r>
            <a:r>
              <a:rPr lang="en-US" altLang="en-US" dirty="0">
                <a:solidFill>
                  <a:schemeClr val="tx2"/>
                </a:solidFill>
              </a:rPr>
              <a:t> </a:t>
            </a:r>
            <a:r>
              <a:rPr lang="en-US" altLang="en-US" dirty="0" err="1">
                <a:solidFill>
                  <a:schemeClr val="tx2"/>
                </a:solidFill>
              </a:rPr>
              <a:t>đổi</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số</a:t>
            </a:r>
            <a:r>
              <a:rPr lang="en-US" altLang="en-US" dirty="0">
                <a:solidFill>
                  <a:schemeClr val="tx2"/>
                </a:solidFill>
              </a:rPr>
              <a:t> </a:t>
            </a:r>
            <a:r>
              <a:rPr lang="en-US" altLang="en-US" dirty="0" err="1">
                <a:solidFill>
                  <a:schemeClr val="tx2"/>
                </a:solidFill>
              </a:rPr>
              <a:t>giữa</a:t>
            </a:r>
            <a:r>
              <a:rPr lang="en-US" altLang="en-US" dirty="0">
                <a:solidFill>
                  <a:schemeClr val="tx2"/>
                </a:solidFill>
              </a:rPr>
              <a:t> 2 router </a:t>
            </a:r>
            <a:r>
              <a:rPr lang="en-US" altLang="en-US" dirty="0" err="1">
                <a:solidFill>
                  <a:schemeClr val="tx2"/>
                </a:solidFill>
              </a:rPr>
              <a:t>lân</a:t>
            </a:r>
            <a:r>
              <a:rPr lang="en-US" altLang="en-US" dirty="0">
                <a:solidFill>
                  <a:schemeClr val="tx2"/>
                </a:solidFill>
              </a:rPr>
              <a:t> </a:t>
            </a:r>
            <a:r>
              <a:rPr lang="en-US" altLang="en-US" dirty="0" err="1">
                <a:solidFill>
                  <a:schemeClr val="tx2"/>
                </a:solidFill>
              </a:rPr>
              <a:t>cận</a:t>
            </a:r>
            <a:r>
              <a:rPr lang="en-US" altLang="en-US" dirty="0">
                <a:solidFill>
                  <a:schemeClr val="tx2"/>
                </a:solidFill>
              </a:rPr>
              <a:t>, </a:t>
            </a:r>
            <a:r>
              <a:rPr lang="en-US" altLang="en-US" dirty="0" err="1">
                <a:solidFill>
                  <a:schemeClr val="tx2"/>
                </a:solidFill>
              </a:rPr>
              <a:t>cả</a:t>
            </a:r>
            <a:r>
              <a:rPr lang="en-US" altLang="en-US" dirty="0">
                <a:solidFill>
                  <a:schemeClr val="tx2"/>
                </a:solidFill>
              </a:rPr>
              <a:t> 2 router </a:t>
            </a:r>
            <a:r>
              <a:rPr lang="en-US" altLang="en-US" dirty="0" err="1">
                <a:solidFill>
                  <a:schemeClr val="tx2"/>
                </a:solidFill>
              </a:rPr>
              <a:t>phải</a:t>
            </a:r>
            <a:r>
              <a:rPr lang="en-US" altLang="en-US" dirty="0">
                <a:solidFill>
                  <a:schemeClr val="tx2"/>
                </a:solidFill>
              </a:rPr>
              <a:t> </a:t>
            </a:r>
            <a:r>
              <a:rPr lang="en-US" altLang="en-US" dirty="0" err="1">
                <a:solidFill>
                  <a:schemeClr val="tx2"/>
                </a:solidFill>
              </a:rPr>
              <a:t>thỏa</a:t>
            </a:r>
            <a:r>
              <a:rPr lang="en-US" altLang="en-US" dirty="0">
                <a:solidFill>
                  <a:schemeClr val="tx2"/>
                </a:solidFill>
              </a:rPr>
              <a:t> </a:t>
            </a:r>
            <a:r>
              <a:rPr lang="en-US" altLang="en-US" dirty="0" err="1">
                <a:solidFill>
                  <a:schemeClr val="tx2"/>
                </a:solidFill>
              </a:rPr>
              <a:t>thuận</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số</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trở</a:t>
            </a:r>
            <a:r>
              <a:rPr lang="en-US" altLang="en-US" dirty="0">
                <a:solidFill>
                  <a:schemeClr val="tx2"/>
                </a:solidFill>
              </a:rPr>
              <a:t> </a:t>
            </a:r>
            <a:r>
              <a:rPr lang="en-US" altLang="en-US" dirty="0" err="1">
                <a:solidFill>
                  <a:schemeClr val="tx2"/>
                </a:solidFill>
              </a:rPr>
              <a:t>thành</a:t>
            </a:r>
            <a:r>
              <a:rPr lang="en-US" altLang="en-US" dirty="0">
                <a:solidFill>
                  <a:schemeClr val="tx2"/>
                </a:solidFill>
              </a:rPr>
              <a:t> </a:t>
            </a:r>
            <a:r>
              <a:rPr lang="en-US" altLang="en-US" dirty="0" err="1">
                <a:solidFill>
                  <a:schemeClr val="tx2"/>
                </a:solidFill>
              </a:rPr>
              <a:t>hàng</a:t>
            </a:r>
            <a:r>
              <a:rPr lang="en-US" altLang="en-US" dirty="0">
                <a:solidFill>
                  <a:schemeClr val="tx2"/>
                </a:solidFill>
              </a:rPr>
              <a:t> </a:t>
            </a:r>
            <a:r>
              <a:rPr lang="en-US" altLang="en-US" dirty="0" err="1">
                <a:solidFill>
                  <a:schemeClr val="tx2"/>
                </a:solidFill>
              </a:rPr>
              <a:t>xóm</a:t>
            </a:r>
            <a:r>
              <a:rPr lang="en-US" altLang="en-US" dirty="0">
                <a:solidFill>
                  <a:schemeClr val="tx2"/>
                </a:solidFill>
              </a:rPr>
              <a:t>, </a:t>
            </a:r>
            <a:r>
              <a:rPr lang="en-US" altLang="en-US" dirty="0" err="1">
                <a:solidFill>
                  <a:schemeClr val="tx2"/>
                </a:solidFill>
              </a:rPr>
              <a:t>thiết</a:t>
            </a:r>
            <a:r>
              <a:rPr lang="en-US" altLang="en-US" dirty="0">
                <a:solidFill>
                  <a:schemeClr val="tx2"/>
                </a:solidFill>
              </a:rPr>
              <a:t> </a:t>
            </a:r>
            <a:r>
              <a:rPr lang="en-US" altLang="en-US" dirty="0" err="1">
                <a:solidFill>
                  <a:schemeClr val="tx2"/>
                </a:solidFill>
              </a:rPr>
              <a:t>lập</a:t>
            </a:r>
            <a:r>
              <a:rPr lang="en-US" altLang="en-US" dirty="0">
                <a:solidFill>
                  <a:schemeClr val="tx2"/>
                </a:solidFill>
              </a:rPr>
              <a:t> </a:t>
            </a:r>
            <a:r>
              <a:rPr lang="en-US" altLang="en-US" dirty="0" err="1">
                <a:solidFill>
                  <a:schemeClr val="tx2"/>
                </a:solidFill>
              </a:rPr>
              <a:t>quan</a:t>
            </a:r>
            <a:r>
              <a:rPr lang="en-US" altLang="en-US" dirty="0">
                <a:solidFill>
                  <a:schemeClr val="tx2"/>
                </a:solidFill>
              </a:rPr>
              <a:t> </a:t>
            </a:r>
            <a:r>
              <a:rPr lang="en-US" altLang="en-US" dirty="0" err="1">
                <a:solidFill>
                  <a:schemeClr val="tx2"/>
                </a:solidFill>
              </a:rPr>
              <a:t>hệ</a:t>
            </a:r>
            <a:r>
              <a:rPr lang="en-US" altLang="en-US" dirty="0">
                <a:solidFill>
                  <a:schemeClr val="tx2"/>
                </a:solidFill>
              </a:rPr>
              <a:t> tin </a:t>
            </a:r>
            <a:r>
              <a:rPr lang="en-US" altLang="en-US" dirty="0" err="1">
                <a:solidFill>
                  <a:schemeClr val="tx2"/>
                </a:solidFill>
              </a:rPr>
              <a:t>cậy</a:t>
            </a:r>
            <a:r>
              <a:rPr lang="en-US" altLang="en-US" dirty="0">
                <a:solidFill>
                  <a:schemeClr val="tx2"/>
                </a:solidFill>
              </a:rPr>
              <a:t> (Adjacency)</a:t>
            </a:r>
          </a:p>
          <a:p>
            <a:pPr algn="just">
              <a:lnSpc>
                <a:spcPct val="150000"/>
              </a:lnSpc>
              <a:spcBef>
                <a:spcPct val="0"/>
              </a:spcBef>
              <a:buClrTx/>
              <a:buNone/>
            </a:pPr>
            <a:r>
              <a:rPr lang="en-US" altLang="en-US" dirty="0">
                <a:solidFill>
                  <a:schemeClr val="tx2"/>
                </a:solidFill>
              </a:rPr>
              <a:t> - </a:t>
            </a:r>
            <a:r>
              <a:rPr lang="en-US" altLang="en-US" dirty="0" err="1">
                <a:solidFill>
                  <a:schemeClr val="tx2"/>
                </a:solidFill>
              </a:rPr>
              <a:t>Bầu</a:t>
            </a:r>
            <a:r>
              <a:rPr lang="en-US" altLang="en-US" dirty="0">
                <a:solidFill>
                  <a:schemeClr val="tx2"/>
                </a:solidFill>
              </a:rPr>
              <a:t> </a:t>
            </a:r>
            <a:r>
              <a:rPr lang="en-US" altLang="en-US" dirty="0" err="1">
                <a:solidFill>
                  <a:schemeClr val="tx2"/>
                </a:solidFill>
              </a:rPr>
              <a:t>chọn</a:t>
            </a:r>
            <a:r>
              <a:rPr lang="en-US" altLang="en-US" dirty="0">
                <a:solidFill>
                  <a:schemeClr val="tx2"/>
                </a:solidFill>
              </a:rPr>
              <a:t> DR (Designated Router) </a:t>
            </a:r>
            <a:r>
              <a:rPr lang="en-US" altLang="en-US" dirty="0" err="1">
                <a:solidFill>
                  <a:schemeClr val="tx2"/>
                </a:solidFill>
              </a:rPr>
              <a:t>và</a:t>
            </a:r>
            <a:r>
              <a:rPr lang="en-US" altLang="en-US" dirty="0">
                <a:solidFill>
                  <a:schemeClr val="tx2"/>
                </a:solidFill>
              </a:rPr>
              <a:t> BDR (Backup Designated Router) ở </a:t>
            </a:r>
            <a:r>
              <a:rPr lang="en-US" altLang="en-US" dirty="0" err="1">
                <a:solidFill>
                  <a:schemeClr val="tx2"/>
                </a:solidFill>
              </a:rPr>
              <a:t>trên</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Broadcast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Nonbroadcast</a:t>
            </a:r>
            <a:r>
              <a:rPr lang="en-US" altLang="en-US" dirty="0">
                <a:solidFill>
                  <a:schemeClr val="tx2"/>
                </a:solidFill>
              </a:rPr>
              <a:t> Multiaccess (NBMA) </a:t>
            </a:r>
          </a:p>
          <a:p>
            <a:pPr algn="just" eaLnBrk="1" hangingPunct="1">
              <a:buFont typeface="Wingdings" panose="05000000000000000000" pitchFamily="2" charset="2"/>
              <a:buNone/>
            </a:pPr>
            <a:endParaRPr lang="en-US" altLang="en-US" dirty="0">
              <a:solidFill>
                <a:schemeClr val="tx2"/>
              </a:solidFill>
            </a:endParaRPr>
          </a:p>
        </p:txBody>
      </p:sp>
      <p:sp>
        <p:nvSpPr>
          <p:cNvPr id="77829" name="Rectangle 10">
            <a:extLst>
              <a:ext uri="{FF2B5EF4-FFF2-40B4-BE49-F238E27FC236}">
                <a16:creationId xmlns:a16="http://schemas.microsoft.com/office/drawing/2014/main" id="{E5C4B72E-4870-473C-B408-1883B9400AAE}"/>
              </a:ext>
            </a:extLst>
          </p:cNvPr>
          <p:cNvSpPr>
            <a:spLocks noChangeArrowheads="1"/>
          </p:cNvSpPr>
          <p:nvPr/>
        </p:nvSpPr>
        <p:spPr bwMode="gray">
          <a:xfrm>
            <a:off x="2400300" y="2089150"/>
            <a:ext cx="7353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endParaRPr lang="en-US" altLang="en-US" sz="2200" dirty="0">
              <a:solidFill>
                <a:schemeClr val="tx2"/>
              </a:solidFill>
            </a:endParaRPr>
          </a:p>
        </p:txBody>
      </p:sp>
      <p:sp>
        <p:nvSpPr>
          <p:cNvPr id="9" name="Title 1">
            <a:extLst>
              <a:ext uri="{FF2B5EF4-FFF2-40B4-BE49-F238E27FC236}">
                <a16:creationId xmlns:a16="http://schemas.microsoft.com/office/drawing/2014/main" id="{5622FA1F-13B8-4E70-821A-F583FD01B970}"/>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6">
            <a:extLst>
              <a:ext uri="{FF2B5EF4-FFF2-40B4-BE49-F238E27FC236}">
                <a16:creationId xmlns:a16="http://schemas.microsoft.com/office/drawing/2014/main" id="{EF5848BA-02B7-4200-91C4-6270E1F7B373}"/>
              </a:ext>
            </a:extLst>
          </p:cNvPr>
          <p:cNvSpPr>
            <a:spLocks noChangeArrowheads="1"/>
          </p:cNvSpPr>
          <p:nvPr/>
        </p:nvSpPr>
        <p:spPr bwMode="gray">
          <a:xfrm>
            <a:off x="1981200" y="1628775"/>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a:solidFill>
                  <a:schemeClr val="tx2"/>
                </a:solidFill>
              </a:rPr>
              <a:t>. </a:t>
            </a:r>
            <a:r>
              <a:rPr lang="en-US" altLang="en-US" dirty="0" err="1">
                <a:solidFill>
                  <a:schemeClr val="tx2"/>
                </a:solidFill>
              </a:rPr>
              <a:t>Cơ</a:t>
            </a:r>
            <a:r>
              <a:rPr lang="en-US" altLang="en-US" dirty="0">
                <a:solidFill>
                  <a:schemeClr val="tx2"/>
                </a:solidFill>
              </a:rPr>
              <a:t> </a:t>
            </a:r>
            <a:r>
              <a:rPr lang="en-US" altLang="en-US" dirty="0" err="1">
                <a:solidFill>
                  <a:schemeClr val="tx2"/>
                </a:solidFill>
              </a:rPr>
              <a:t>chế</a:t>
            </a:r>
            <a:r>
              <a:rPr lang="en-US" altLang="en-US" dirty="0">
                <a:solidFill>
                  <a:schemeClr val="tx2"/>
                </a:solidFill>
              </a:rPr>
              <a:t> </a:t>
            </a:r>
            <a:r>
              <a:rPr lang="en-US" altLang="en-US" dirty="0" err="1">
                <a:solidFill>
                  <a:schemeClr val="tx2"/>
                </a:solidFill>
              </a:rPr>
              <a:t>hoạt</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 </a:t>
            </a:r>
          </a:p>
        </p:txBody>
      </p:sp>
      <p:sp>
        <p:nvSpPr>
          <p:cNvPr id="78852" name="Rectangle 8">
            <a:extLst>
              <a:ext uri="{FF2B5EF4-FFF2-40B4-BE49-F238E27FC236}">
                <a16:creationId xmlns:a16="http://schemas.microsoft.com/office/drawing/2014/main" id="{991C48F2-ACAB-4B16-BFC7-E4C2A0F665CA}"/>
              </a:ext>
            </a:extLst>
          </p:cNvPr>
          <p:cNvSpPr>
            <a:spLocks noChangeArrowheads="1"/>
          </p:cNvSpPr>
          <p:nvPr/>
        </p:nvSpPr>
        <p:spPr bwMode="gray">
          <a:xfrm>
            <a:off x="2400300" y="2089150"/>
            <a:ext cx="7353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sz="2200" dirty="0" err="1">
                <a:solidFill>
                  <a:schemeClr val="tx2"/>
                </a:solidFill>
              </a:rPr>
              <a:t>Giao</a:t>
            </a:r>
            <a:r>
              <a:rPr lang="en-US" altLang="en-US" sz="2200" dirty="0">
                <a:solidFill>
                  <a:schemeClr val="tx2"/>
                </a:solidFill>
              </a:rPr>
              <a:t> </a:t>
            </a:r>
            <a:r>
              <a:rPr lang="en-US" altLang="en-US" sz="2200" dirty="0" err="1">
                <a:solidFill>
                  <a:schemeClr val="tx2"/>
                </a:solidFill>
              </a:rPr>
              <a:t>thức</a:t>
            </a:r>
            <a:r>
              <a:rPr lang="en-US" altLang="en-US" sz="2200" dirty="0">
                <a:solidFill>
                  <a:schemeClr val="tx2"/>
                </a:solidFill>
              </a:rPr>
              <a:t> OSPF Hello </a:t>
            </a:r>
          </a:p>
        </p:txBody>
      </p:sp>
      <p:pic>
        <p:nvPicPr>
          <p:cNvPr id="78853" name="Picture 10" descr="untitled">
            <a:extLst>
              <a:ext uri="{FF2B5EF4-FFF2-40B4-BE49-F238E27FC236}">
                <a16:creationId xmlns:a16="http://schemas.microsoft.com/office/drawing/2014/main" id="{BA9D2062-6314-4DA3-A5BE-C64FAD5CA3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5800" y="2547939"/>
            <a:ext cx="5486400" cy="375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4" name="Rectangle 11">
            <a:extLst>
              <a:ext uri="{FF2B5EF4-FFF2-40B4-BE49-F238E27FC236}">
                <a16:creationId xmlns:a16="http://schemas.microsoft.com/office/drawing/2014/main" id="{E5A2CB2B-A25D-4DB7-9290-7465FC1C6486}"/>
              </a:ext>
            </a:extLst>
          </p:cNvPr>
          <p:cNvSpPr>
            <a:spLocks noChangeArrowheads="1"/>
          </p:cNvSpPr>
          <p:nvPr/>
        </p:nvSpPr>
        <p:spPr bwMode="auto">
          <a:xfrm>
            <a:off x="4289425" y="6357938"/>
            <a:ext cx="3143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en-US" sz="1800">
                <a:solidFill>
                  <a:schemeClr val="tx2"/>
                </a:solidFill>
              </a:rPr>
              <a:t>Hoạt động của OSPF Hello </a:t>
            </a:r>
          </a:p>
        </p:txBody>
      </p:sp>
      <p:sp>
        <p:nvSpPr>
          <p:cNvPr id="10" name="Title 1">
            <a:extLst>
              <a:ext uri="{FF2B5EF4-FFF2-40B4-BE49-F238E27FC236}">
                <a16:creationId xmlns:a16="http://schemas.microsoft.com/office/drawing/2014/main" id="{54D84994-FB6B-4AC0-95DC-4FE39EFB090F}"/>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6">
            <a:extLst>
              <a:ext uri="{FF2B5EF4-FFF2-40B4-BE49-F238E27FC236}">
                <a16:creationId xmlns:a16="http://schemas.microsoft.com/office/drawing/2014/main" id="{B5E70EC0-99ED-4C39-838F-4F3B4A160164}"/>
              </a:ext>
            </a:extLst>
          </p:cNvPr>
          <p:cNvSpPr>
            <a:spLocks noChangeArrowheads="1"/>
          </p:cNvSpPr>
          <p:nvPr/>
        </p:nvSpPr>
        <p:spPr bwMode="gray">
          <a:xfrm>
            <a:off x="352424" y="1105240"/>
            <a:ext cx="11268075" cy="5276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buFont typeface="Wingdings" panose="05000000000000000000" pitchFamily="2" charset="2"/>
              <a:buNone/>
            </a:pPr>
            <a:r>
              <a:rPr lang="en-US" altLang="en-US" dirty="0" err="1">
                <a:solidFill>
                  <a:schemeClr val="tx2"/>
                </a:solidFill>
              </a:rPr>
              <a:t>Cơ</a:t>
            </a:r>
            <a:r>
              <a:rPr lang="en-US" altLang="en-US" dirty="0">
                <a:solidFill>
                  <a:schemeClr val="tx2"/>
                </a:solidFill>
              </a:rPr>
              <a:t> </a:t>
            </a:r>
            <a:r>
              <a:rPr lang="en-US" altLang="en-US" dirty="0" err="1">
                <a:solidFill>
                  <a:schemeClr val="tx2"/>
                </a:solidFill>
              </a:rPr>
              <a:t>chế</a:t>
            </a:r>
            <a:r>
              <a:rPr lang="en-US" altLang="en-US" dirty="0">
                <a:solidFill>
                  <a:schemeClr val="tx2"/>
                </a:solidFill>
              </a:rPr>
              <a:t> </a:t>
            </a:r>
            <a:r>
              <a:rPr lang="en-US" altLang="en-US" dirty="0" err="1">
                <a:solidFill>
                  <a:schemeClr val="tx2"/>
                </a:solidFill>
              </a:rPr>
              <a:t>hoạt</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a:t>
            </a:r>
          </a:p>
          <a:p>
            <a:pPr algn="just"/>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 Database Description</a:t>
            </a:r>
          </a:p>
          <a:p>
            <a:pPr algn="just">
              <a:lnSpc>
                <a:spcPct val="150000"/>
              </a:lnSpc>
              <a:spcBef>
                <a:spcPct val="0"/>
              </a:spcBef>
              <a:buClrTx/>
              <a:buNone/>
            </a:pPr>
            <a:r>
              <a:rPr lang="en-US" altLang="en-US" dirty="0" err="1">
                <a:solidFill>
                  <a:schemeClr val="tx2"/>
                </a:solidFill>
              </a:rPr>
              <a:t>Gói</a:t>
            </a:r>
            <a:r>
              <a:rPr lang="en-US" altLang="en-US" dirty="0">
                <a:solidFill>
                  <a:schemeClr val="tx2"/>
                </a:solidFill>
              </a:rPr>
              <a:t> OSPF Database Description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trường</a:t>
            </a:r>
            <a:r>
              <a:rPr lang="en-US" altLang="en-US" dirty="0">
                <a:solidFill>
                  <a:schemeClr val="tx2"/>
                </a:solidFill>
              </a:rPr>
              <a:t> Type </a:t>
            </a:r>
            <a:r>
              <a:rPr lang="en-US" altLang="en-US" dirty="0" err="1">
                <a:solidFill>
                  <a:schemeClr val="tx2"/>
                </a:solidFill>
              </a:rPr>
              <a:t>bằng</a:t>
            </a:r>
            <a:r>
              <a:rPr lang="en-US" altLang="en-US" dirty="0">
                <a:solidFill>
                  <a:schemeClr val="tx2"/>
                </a:solidFill>
              </a:rPr>
              <a:t> 2</a:t>
            </a:r>
          </a:p>
          <a:p>
            <a:pPr algn="just">
              <a:lnSpc>
                <a:spcPct val="150000"/>
              </a:lnSpc>
              <a:spcBef>
                <a:spcPct val="0"/>
              </a:spcBef>
              <a:buClrTx/>
              <a:buNone/>
            </a:pPr>
            <a:r>
              <a:rPr lang="en-US" altLang="en-US" dirty="0" err="1">
                <a:solidFill>
                  <a:schemeClr val="tx2"/>
                </a:solidFill>
              </a:rPr>
              <a:t>Quá</a:t>
            </a:r>
            <a:r>
              <a:rPr lang="en-US" altLang="en-US" dirty="0">
                <a:solidFill>
                  <a:schemeClr val="tx2"/>
                </a:solidFill>
              </a:rPr>
              <a:t> </a:t>
            </a:r>
            <a:r>
              <a:rPr lang="en-US" altLang="en-US" dirty="0" err="1">
                <a:solidFill>
                  <a:schemeClr val="tx2"/>
                </a:solidFill>
              </a:rPr>
              <a:t>trình</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OSPF DB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diễn</a:t>
            </a:r>
            <a:r>
              <a:rPr lang="en-US" altLang="en-US" dirty="0">
                <a:solidFill>
                  <a:schemeClr val="tx2"/>
                </a:solidFill>
              </a:rPr>
              <a:t> ra </a:t>
            </a:r>
            <a:r>
              <a:rPr lang="en-US" altLang="en-US" dirty="0" err="1">
                <a:solidFill>
                  <a:schemeClr val="tx2"/>
                </a:solidFill>
              </a:rPr>
              <a:t>khi</a:t>
            </a:r>
            <a:r>
              <a:rPr lang="en-US" altLang="en-US" dirty="0">
                <a:solidFill>
                  <a:schemeClr val="tx2"/>
                </a:solidFill>
              </a:rPr>
              <a:t> 2 router </a:t>
            </a:r>
            <a:r>
              <a:rPr lang="en-US" altLang="en-US" dirty="0" err="1">
                <a:solidFill>
                  <a:schemeClr val="tx2"/>
                </a:solidFill>
              </a:rPr>
              <a:t>hàng</a:t>
            </a:r>
            <a:r>
              <a:rPr lang="en-US" altLang="en-US" dirty="0">
                <a:solidFill>
                  <a:schemeClr val="tx2"/>
                </a:solidFill>
              </a:rPr>
              <a:t> </a:t>
            </a:r>
            <a:r>
              <a:rPr lang="en-US" altLang="en-US" dirty="0" err="1">
                <a:solidFill>
                  <a:schemeClr val="tx2"/>
                </a:solidFill>
              </a:rPr>
              <a:t>xóm</a:t>
            </a:r>
            <a:r>
              <a:rPr lang="en-US" altLang="en-US" dirty="0">
                <a:solidFill>
                  <a:schemeClr val="tx2"/>
                </a:solidFill>
              </a:rPr>
              <a:t> </a:t>
            </a:r>
            <a:r>
              <a:rPr lang="en-US" altLang="en-US" dirty="0" err="1">
                <a:solidFill>
                  <a:schemeClr val="tx2"/>
                </a:solidFill>
              </a:rPr>
              <a:t>đã</a:t>
            </a:r>
            <a:r>
              <a:rPr lang="en-US" altLang="en-US" dirty="0">
                <a:solidFill>
                  <a:schemeClr val="tx2"/>
                </a:solidFill>
              </a:rPr>
              <a:t> </a:t>
            </a:r>
            <a:r>
              <a:rPr lang="en-US" altLang="en-US" dirty="0" err="1">
                <a:solidFill>
                  <a:schemeClr val="tx2"/>
                </a:solidFill>
              </a:rPr>
              <a:t>thiết</a:t>
            </a:r>
            <a:r>
              <a:rPr lang="en-US" altLang="en-US" dirty="0">
                <a:solidFill>
                  <a:schemeClr val="tx2"/>
                </a:solidFill>
              </a:rPr>
              <a:t> </a:t>
            </a:r>
            <a:r>
              <a:rPr lang="en-US" altLang="en-US" dirty="0" err="1">
                <a:solidFill>
                  <a:schemeClr val="tx2"/>
                </a:solidFill>
              </a:rPr>
              <a:t>lập</a:t>
            </a:r>
            <a:r>
              <a:rPr lang="en-US" altLang="en-US" dirty="0">
                <a:solidFill>
                  <a:schemeClr val="tx2"/>
                </a:solidFill>
              </a:rPr>
              <a:t> 1 </a:t>
            </a:r>
            <a:r>
              <a:rPr lang="en-US" altLang="en-US" dirty="0" err="1">
                <a:solidFill>
                  <a:schemeClr val="tx2"/>
                </a:solidFill>
              </a:rPr>
              <a:t>mối</a:t>
            </a:r>
            <a:r>
              <a:rPr lang="en-US" altLang="en-US" dirty="0">
                <a:solidFill>
                  <a:schemeClr val="tx2"/>
                </a:solidFill>
              </a:rPr>
              <a:t> </a:t>
            </a:r>
            <a:r>
              <a:rPr lang="en-US" altLang="en-US" dirty="0" err="1">
                <a:solidFill>
                  <a:schemeClr val="tx2"/>
                </a:solidFill>
              </a:rPr>
              <a:t>quan</a:t>
            </a:r>
            <a:r>
              <a:rPr lang="en-US" altLang="en-US" dirty="0">
                <a:solidFill>
                  <a:schemeClr val="tx2"/>
                </a:solidFill>
              </a:rPr>
              <a:t> </a:t>
            </a:r>
            <a:r>
              <a:rPr lang="en-US" altLang="en-US" dirty="0" err="1">
                <a:solidFill>
                  <a:schemeClr val="tx2"/>
                </a:solidFill>
              </a:rPr>
              <a:t>hệ</a:t>
            </a:r>
            <a:r>
              <a:rPr lang="en-US" altLang="en-US" dirty="0">
                <a:solidFill>
                  <a:schemeClr val="tx2"/>
                </a:solidFill>
              </a:rPr>
              <a:t> tin </a:t>
            </a:r>
            <a:r>
              <a:rPr lang="en-US" altLang="en-US" dirty="0" err="1">
                <a:solidFill>
                  <a:schemeClr val="tx2"/>
                </a:solidFill>
              </a:rPr>
              <a:t>cậy</a:t>
            </a:r>
            <a:r>
              <a:rPr lang="en-US" altLang="en-US" dirty="0">
                <a:solidFill>
                  <a:schemeClr val="tx2"/>
                </a:solidFill>
              </a:rPr>
              <a:t>. </a:t>
            </a:r>
            <a:r>
              <a:rPr lang="en-US" altLang="en-US" dirty="0" err="1">
                <a:solidFill>
                  <a:schemeClr val="tx2"/>
                </a:solidFill>
              </a:rPr>
              <a:t>Mục</a:t>
            </a:r>
            <a:r>
              <a:rPr lang="en-US" altLang="en-US" dirty="0">
                <a:solidFill>
                  <a:schemeClr val="tx2"/>
                </a:solidFill>
              </a:rPr>
              <a:t> </a:t>
            </a:r>
            <a:r>
              <a:rPr lang="en-US" altLang="en-US" dirty="0" err="1">
                <a:solidFill>
                  <a:schemeClr val="tx2"/>
                </a:solidFill>
              </a:rPr>
              <a:t>đích</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gói</a:t>
            </a:r>
            <a:r>
              <a:rPr lang="en-US" altLang="en-US" dirty="0">
                <a:solidFill>
                  <a:schemeClr val="tx2"/>
                </a:solidFill>
              </a:rPr>
              <a:t> OSPF DD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mô</a:t>
            </a:r>
            <a:r>
              <a:rPr lang="en-US" altLang="en-US" dirty="0">
                <a:solidFill>
                  <a:schemeClr val="tx2"/>
                </a:solidFill>
              </a:rPr>
              <a:t> </a:t>
            </a:r>
            <a:r>
              <a:rPr lang="en-US" altLang="en-US" dirty="0" err="1">
                <a:solidFill>
                  <a:schemeClr val="tx2"/>
                </a:solidFill>
              </a:rPr>
              <a:t>tả</a:t>
            </a:r>
            <a:r>
              <a:rPr lang="en-US" altLang="en-US" dirty="0">
                <a:solidFill>
                  <a:schemeClr val="tx2"/>
                </a:solidFill>
              </a:rPr>
              <a:t> LSA </a:t>
            </a:r>
            <a:r>
              <a:rPr lang="en-US" altLang="en-US" dirty="0" err="1">
                <a:solidFill>
                  <a:schemeClr val="tx2"/>
                </a:solidFill>
              </a:rPr>
              <a:t>chứa</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cơ</a:t>
            </a:r>
            <a:r>
              <a:rPr lang="en-US" altLang="en-US" dirty="0">
                <a:solidFill>
                  <a:schemeClr val="tx2"/>
                </a:solidFill>
              </a:rPr>
              <a:t> </a:t>
            </a:r>
            <a:r>
              <a:rPr lang="en-US" altLang="en-US" dirty="0" err="1">
                <a:solidFill>
                  <a:schemeClr val="tx2"/>
                </a:solidFill>
              </a:rPr>
              <a:t>sở</a:t>
            </a:r>
            <a:r>
              <a:rPr lang="en-US" altLang="en-US" dirty="0">
                <a:solidFill>
                  <a:schemeClr val="tx2"/>
                </a:solidFill>
              </a:rPr>
              <a:t> </a:t>
            </a:r>
            <a:r>
              <a:rPr lang="en-US" altLang="en-US" dirty="0" err="1">
                <a:solidFill>
                  <a:schemeClr val="tx2"/>
                </a:solidFill>
              </a:rPr>
              <a:t>dữ</a:t>
            </a:r>
            <a:r>
              <a:rPr lang="en-US" altLang="en-US" dirty="0">
                <a:solidFill>
                  <a:schemeClr val="tx2"/>
                </a:solidFill>
              </a:rPr>
              <a:t> </a:t>
            </a:r>
            <a:r>
              <a:rPr lang="en-US" altLang="en-US" dirty="0" err="1">
                <a:solidFill>
                  <a:schemeClr val="tx2"/>
                </a:solidFill>
              </a:rPr>
              <a:t>liệu</a:t>
            </a:r>
            <a:r>
              <a:rPr lang="en-US" altLang="en-US" dirty="0">
                <a:solidFill>
                  <a:schemeClr val="tx2"/>
                </a:solidFill>
              </a:rPr>
              <a:t> </a:t>
            </a:r>
            <a:r>
              <a:rPr lang="en-US" altLang="en-US" dirty="0" err="1">
                <a:solidFill>
                  <a:schemeClr val="tx2"/>
                </a:solidFill>
              </a:rPr>
              <a:t>của</a:t>
            </a:r>
            <a:r>
              <a:rPr lang="en-US" altLang="en-US" dirty="0">
                <a:solidFill>
                  <a:schemeClr val="tx2"/>
                </a:solidFill>
              </a:rPr>
              <a:t> DR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các</a:t>
            </a:r>
            <a:r>
              <a:rPr lang="en-US" altLang="en-US" dirty="0">
                <a:solidFill>
                  <a:schemeClr val="tx2"/>
                </a:solidFill>
              </a:rPr>
              <a:t> router </a:t>
            </a:r>
            <a:r>
              <a:rPr lang="en-US" altLang="en-US" dirty="0" err="1">
                <a:solidFill>
                  <a:schemeClr val="tx2"/>
                </a:solidFill>
              </a:rPr>
              <a:t>khác</a:t>
            </a:r>
            <a:r>
              <a:rPr lang="en-US" altLang="en-US" dirty="0">
                <a:solidFill>
                  <a:schemeClr val="tx2"/>
                </a:solidFill>
              </a:rPr>
              <a:t> </a:t>
            </a:r>
            <a:r>
              <a:rPr lang="en-US" altLang="en-US" dirty="0" err="1">
                <a:solidFill>
                  <a:schemeClr val="tx2"/>
                </a:solidFill>
              </a:rPr>
              <a:t>đối</a:t>
            </a:r>
            <a:r>
              <a:rPr lang="en-US" altLang="en-US" dirty="0">
                <a:solidFill>
                  <a:schemeClr val="tx2"/>
                </a:solidFill>
              </a:rPr>
              <a:t> </a:t>
            </a:r>
            <a:r>
              <a:rPr lang="en-US" altLang="en-US" dirty="0" err="1">
                <a:solidFill>
                  <a:schemeClr val="tx2"/>
                </a:solidFill>
              </a:rPr>
              <a:t>chiếu</a:t>
            </a:r>
            <a:r>
              <a:rPr lang="en-US" altLang="en-US" dirty="0">
                <a:solidFill>
                  <a:schemeClr val="tx2"/>
                </a:solidFill>
              </a:rPr>
              <a:t> </a:t>
            </a:r>
            <a:r>
              <a:rPr lang="en-US" altLang="en-US" dirty="0" err="1">
                <a:solidFill>
                  <a:schemeClr val="tx2"/>
                </a:solidFill>
              </a:rPr>
              <a:t>với</a:t>
            </a:r>
            <a:r>
              <a:rPr lang="en-US" altLang="en-US" dirty="0">
                <a:solidFill>
                  <a:schemeClr val="tx2"/>
                </a:solidFill>
              </a:rPr>
              <a:t> LSA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cơ</a:t>
            </a:r>
            <a:r>
              <a:rPr lang="en-US" altLang="en-US" dirty="0">
                <a:solidFill>
                  <a:schemeClr val="tx2"/>
                </a:solidFill>
              </a:rPr>
              <a:t> </a:t>
            </a:r>
            <a:r>
              <a:rPr lang="en-US" altLang="en-US" dirty="0" err="1">
                <a:solidFill>
                  <a:schemeClr val="tx2"/>
                </a:solidFill>
              </a:rPr>
              <a:t>sở</a:t>
            </a:r>
            <a:r>
              <a:rPr lang="en-US" altLang="en-US" dirty="0">
                <a:solidFill>
                  <a:schemeClr val="tx2"/>
                </a:solidFill>
              </a:rPr>
              <a:t> </a:t>
            </a:r>
            <a:r>
              <a:rPr lang="en-US" altLang="en-US" dirty="0" err="1">
                <a:solidFill>
                  <a:schemeClr val="tx2"/>
                </a:solidFill>
              </a:rPr>
              <a:t>dữ</a:t>
            </a:r>
            <a:r>
              <a:rPr lang="en-US" altLang="en-US" dirty="0">
                <a:solidFill>
                  <a:schemeClr val="tx2"/>
                </a:solidFill>
              </a:rPr>
              <a:t> </a:t>
            </a:r>
            <a:r>
              <a:rPr lang="en-US" altLang="en-US" dirty="0" err="1">
                <a:solidFill>
                  <a:schemeClr val="tx2"/>
                </a:solidFill>
              </a:rPr>
              <a:t>liệu</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xem</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cần</a:t>
            </a:r>
            <a:r>
              <a:rPr lang="en-US" altLang="en-US" dirty="0">
                <a:solidFill>
                  <a:schemeClr val="tx2"/>
                </a:solidFill>
              </a:rPr>
              <a:t> </a:t>
            </a:r>
            <a:r>
              <a:rPr lang="en-US" altLang="en-US" dirty="0" err="1">
                <a:solidFill>
                  <a:schemeClr val="tx2"/>
                </a:solidFill>
              </a:rPr>
              <a:t>cập</a:t>
            </a:r>
            <a:r>
              <a:rPr lang="en-US" altLang="en-US" dirty="0">
                <a:solidFill>
                  <a:schemeClr val="tx2"/>
                </a:solidFill>
              </a:rPr>
              <a:t> </a:t>
            </a:r>
            <a:r>
              <a:rPr lang="en-US" altLang="en-US" dirty="0" err="1">
                <a:solidFill>
                  <a:schemeClr val="tx2"/>
                </a:solidFill>
              </a:rPr>
              <a:t>nhật</a:t>
            </a:r>
            <a:r>
              <a:rPr lang="en-US" altLang="en-US" dirty="0">
                <a:solidFill>
                  <a:schemeClr val="tx2"/>
                </a:solidFill>
              </a:rPr>
              <a:t> LSA </a:t>
            </a:r>
            <a:r>
              <a:rPr lang="en-US" altLang="en-US" dirty="0" err="1">
                <a:solidFill>
                  <a:schemeClr val="tx2"/>
                </a:solidFill>
              </a:rPr>
              <a:t>mới</a:t>
            </a:r>
            <a:r>
              <a:rPr lang="en-US" altLang="en-US" dirty="0">
                <a:solidFill>
                  <a:schemeClr val="tx2"/>
                </a:solidFill>
              </a:rPr>
              <a:t> hay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Gói</a:t>
            </a:r>
            <a:r>
              <a:rPr lang="en-US" altLang="en-US" dirty="0">
                <a:solidFill>
                  <a:schemeClr val="tx2"/>
                </a:solidFill>
              </a:rPr>
              <a:t> OSPF DD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chứa</a:t>
            </a:r>
            <a:r>
              <a:rPr lang="en-US" altLang="en-US" dirty="0">
                <a:solidFill>
                  <a:schemeClr val="tx2"/>
                </a:solidFill>
              </a:rPr>
              <a:t> </a:t>
            </a:r>
            <a:r>
              <a:rPr lang="en-US" altLang="en-US" dirty="0" err="1">
                <a:solidFill>
                  <a:schemeClr val="tx2"/>
                </a:solidFill>
              </a:rPr>
              <a:t>phần</a:t>
            </a:r>
            <a:r>
              <a:rPr lang="en-US" altLang="en-US" dirty="0">
                <a:solidFill>
                  <a:schemeClr val="tx2"/>
                </a:solidFill>
              </a:rPr>
              <a:t> header </a:t>
            </a:r>
            <a:r>
              <a:rPr lang="en-US" altLang="en-US" dirty="0" err="1">
                <a:solidFill>
                  <a:schemeClr val="tx2"/>
                </a:solidFill>
              </a:rPr>
              <a:t>của</a:t>
            </a:r>
            <a:r>
              <a:rPr lang="en-US" altLang="en-US" dirty="0">
                <a:solidFill>
                  <a:schemeClr val="tx2"/>
                </a:solidFill>
              </a:rPr>
              <a:t> LSA </a:t>
            </a:r>
          </a:p>
          <a:p>
            <a:pPr marL="0" indent="0" algn="just">
              <a:buNone/>
            </a:pPr>
            <a:endParaRPr lang="en-US" altLang="en-US" dirty="0">
              <a:solidFill>
                <a:schemeClr val="tx2"/>
              </a:solidFill>
            </a:endParaRPr>
          </a:p>
        </p:txBody>
      </p:sp>
      <p:sp>
        <p:nvSpPr>
          <p:cNvPr id="9" name="Title 1">
            <a:extLst>
              <a:ext uri="{FF2B5EF4-FFF2-40B4-BE49-F238E27FC236}">
                <a16:creationId xmlns:a16="http://schemas.microsoft.com/office/drawing/2014/main" id="{B983AD03-9F6F-4E6B-B4BD-D85FA49B826E}"/>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6">
            <a:extLst>
              <a:ext uri="{FF2B5EF4-FFF2-40B4-BE49-F238E27FC236}">
                <a16:creationId xmlns:a16="http://schemas.microsoft.com/office/drawing/2014/main" id="{8F4E450F-AAF7-4D23-A9F4-F0F6BDFE875B}"/>
              </a:ext>
            </a:extLst>
          </p:cNvPr>
          <p:cNvSpPr>
            <a:spLocks noChangeArrowheads="1"/>
          </p:cNvSpPr>
          <p:nvPr/>
        </p:nvSpPr>
        <p:spPr bwMode="gray">
          <a:xfrm>
            <a:off x="1981200" y="1628775"/>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Cơ</a:t>
            </a:r>
            <a:r>
              <a:rPr lang="en-US" altLang="en-US" dirty="0">
                <a:solidFill>
                  <a:schemeClr val="tx2"/>
                </a:solidFill>
              </a:rPr>
              <a:t> </a:t>
            </a:r>
            <a:r>
              <a:rPr lang="en-US" altLang="en-US" dirty="0" err="1">
                <a:solidFill>
                  <a:schemeClr val="tx2"/>
                </a:solidFill>
              </a:rPr>
              <a:t>chế</a:t>
            </a:r>
            <a:r>
              <a:rPr lang="en-US" altLang="en-US" dirty="0">
                <a:solidFill>
                  <a:schemeClr val="tx2"/>
                </a:solidFill>
              </a:rPr>
              <a:t> </a:t>
            </a:r>
            <a:r>
              <a:rPr lang="en-US" altLang="en-US" dirty="0" err="1">
                <a:solidFill>
                  <a:schemeClr val="tx2"/>
                </a:solidFill>
              </a:rPr>
              <a:t>hoạt</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 </a:t>
            </a:r>
          </a:p>
        </p:txBody>
      </p:sp>
      <p:sp>
        <p:nvSpPr>
          <p:cNvPr id="80900" name="Rectangle 8">
            <a:extLst>
              <a:ext uri="{FF2B5EF4-FFF2-40B4-BE49-F238E27FC236}">
                <a16:creationId xmlns:a16="http://schemas.microsoft.com/office/drawing/2014/main" id="{978D3B39-FA90-4542-99FA-E9FA7DA2E99E}"/>
              </a:ext>
            </a:extLst>
          </p:cNvPr>
          <p:cNvSpPr>
            <a:spLocks noChangeArrowheads="1"/>
          </p:cNvSpPr>
          <p:nvPr/>
        </p:nvSpPr>
        <p:spPr bwMode="gray">
          <a:xfrm>
            <a:off x="2400300" y="2089150"/>
            <a:ext cx="7353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sz="2200" dirty="0" err="1">
                <a:solidFill>
                  <a:schemeClr val="tx2"/>
                </a:solidFill>
              </a:rPr>
              <a:t>Giao</a:t>
            </a:r>
            <a:r>
              <a:rPr lang="en-US" altLang="en-US" sz="2200" dirty="0">
                <a:solidFill>
                  <a:schemeClr val="tx2"/>
                </a:solidFill>
              </a:rPr>
              <a:t> </a:t>
            </a:r>
            <a:r>
              <a:rPr lang="en-US" altLang="en-US" sz="2200" dirty="0" err="1">
                <a:solidFill>
                  <a:schemeClr val="tx2"/>
                </a:solidFill>
              </a:rPr>
              <a:t>thức</a:t>
            </a:r>
            <a:r>
              <a:rPr lang="en-US" altLang="en-US" sz="2200" dirty="0">
                <a:solidFill>
                  <a:schemeClr val="tx2"/>
                </a:solidFill>
              </a:rPr>
              <a:t> </a:t>
            </a:r>
            <a:r>
              <a:rPr lang="en-US" altLang="en-US" dirty="0">
                <a:solidFill>
                  <a:schemeClr val="tx2"/>
                </a:solidFill>
              </a:rPr>
              <a:t>OSPF Database Description </a:t>
            </a:r>
          </a:p>
        </p:txBody>
      </p:sp>
      <p:pic>
        <p:nvPicPr>
          <p:cNvPr id="80901" name="Picture 10" descr="untitled">
            <a:extLst>
              <a:ext uri="{FF2B5EF4-FFF2-40B4-BE49-F238E27FC236}">
                <a16:creationId xmlns:a16="http://schemas.microsoft.com/office/drawing/2014/main" id="{80CC0B09-720F-420E-9CA5-8E74D29023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2667000"/>
            <a:ext cx="5867400" cy="320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2" name="Text Box 11">
            <a:extLst>
              <a:ext uri="{FF2B5EF4-FFF2-40B4-BE49-F238E27FC236}">
                <a16:creationId xmlns:a16="http://schemas.microsoft.com/office/drawing/2014/main" id="{6B7C2D17-262A-44E3-B0FA-1EA89D24D2DC}"/>
              </a:ext>
            </a:extLst>
          </p:cNvPr>
          <p:cNvSpPr txBox="1">
            <a:spLocks noChangeArrowheads="1"/>
          </p:cNvSpPr>
          <p:nvPr/>
        </p:nvSpPr>
        <p:spPr bwMode="auto">
          <a:xfrm>
            <a:off x="4365625" y="6029326"/>
            <a:ext cx="2667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en-US" sz="1800">
                <a:solidFill>
                  <a:schemeClr val="tx2"/>
                </a:solidFill>
              </a:rPr>
              <a:t>Cấu trúc gói OSPF DD </a:t>
            </a:r>
          </a:p>
        </p:txBody>
      </p:sp>
      <p:sp>
        <p:nvSpPr>
          <p:cNvPr id="10" name="Title 1">
            <a:extLst>
              <a:ext uri="{FF2B5EF4-FFF2-40B4-BE49-F238E27FC236}">
                <a16:creationId xmlns:a16="http://schemas.microsoft.com/office/drawing/2014/main" id="{4CB0C9EA-9DF7-4F24-9F5D-563A020F6D64}"/>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6">
            <a:extLst>
              <a:ext uri="{FF2B5EF4-FFF2-40B4-BE49-F238E27FC236}">
                <a16:creationId xmlns:a16="http://schemas.microsoft.com/office/drawing/2014/main" id="{4ECAB86A-C222-4CBA-BCBA-1DA50E050CD1}"/>
              </a:ext>
            </a:extLst>
          </p:cNvPr>
          <p:cNvSpPr>
            <a:spLocks noChangeArrowheads="1"/>
          </p:cNvSpPr>
          <p:nvPr/>
        </p:nvSpPr>
        <p:spPr bwMode="gray">
          <a:xfrm>
            <a:off x="437321" y="1091296"/>
            <a:ext cx="11402253" cy="3023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buFont typeface="Wingdings" panose="05000000000000000000" pitchFamily="2" charset="2"/>
              <a:buNone/>
            </a:pPr>
            <a:r>
              <a:rPr lang="en-US" altLang="en-US" dirty="0" err="1">
                <a:solidFill>
                  <a:schemeClr val="tx2"/>
                </a:solidFill>
              </a:rPr>
              <a:t>Cơ</a:t>
            </a:r>
            <a:r>
              <a:rPr lang="en-US" altLang="en-US" dirty="0">
                <a:solidFill>
                  <a:schemeClr val="tx2"/>
                </a:solidFill>
              </a:rPr>
              <a:t> </a:t>
            </a:r>
            <a:r>
              <a:rPr lang="en-US" altLang="en-US" dirty="0" err="1">
                <a:solidFill>
                  <a:schemeClr val="tx2"/>
                </a:solidFill>
              </a:rPr>
              <a:t>chế</a:t>
            </a:r>
            <a:r>
              <a:rPr lang="en-US" altLang="en-US" dirty="0">
                <a:solidFill>
                  <a:schemeClr val="tx2"/>
                </a:solidFill>
              </a:rPr>
              <a:t> </a:t>
            </a:r>
            <a:r>
              <a:rPr lang="en-US" altLang="en-US" dirty="0" err="1">
                <a:solidFill>
                  <a:schemeClr val="tx2"/>
                </a:solidFill>
              </a:rPr>
              <a:t>hoạt</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 </a:t>
            </a:r>
          </a:p>
          <a:p>
            <a:pPr algn="just"/>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Link-State Request Packet</a:t>
            </a:r>
          </a:p>
          <a:p>
            <a:pPr algn="just">
              <a:buNone/>
            </a:pPr>
            <a:r>
              <a:rPr lang="en-US" altLang="en-US" dirty="0">
                <a:solidFill>
                  <a:schemeClr val="tx2"/>
                </a:solidFill>
              </a:rPr>
              <a:t>Sau </a:t>
            </a:r>
            <a:r>
              <a:rPr lang="en-US" altLang="en-US" dirty="0" err="1">
                <a:solidFill>
                  <a:schemeClr val="tx2"/>
                </a:solidFill>
              </a:rPr>
              <a:t>khi</a:t>
            </a:r>
            <a:r>
              <a:rPr lang="en-US" altLang="en-US" dirty="0">
                <a:solidFill>
                  <a:schemeClr val="tx2"/>
                </a:solidFill>
              </a:rPr>
              <a:t> </a:t>
            </a:r>
            <a:r>
              <a:rPr lang="en-US" altLang="en-US" dirty="0" err="1">
                <a:solidFill>
                  <a:schemeClr val="tx2"/>
                </a:solidFill>
              </a:rPr>
              <a:t>nhận</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gói</a:t>
            </a:r>
            <a:r>
              <a:rPr lang="en-US" altLang="en-US" dirty="0">
                <a:solidFill>
                  <a:schemeClr val="tx2"/>
                </a:solidFill>
              </a:rPr>
              <a:t> OSPF DD, router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phân</a:t>
            </a:r>
            <a:r>
              <a:rPr lang="en-US" altLang="en-US" dirty="0">
                <a:solidFill>
                  <a:schemeClr val="tx2"/>
                </a:solidFill>
              </a:rPr>
              <a:t> </a:t>
            </a:r>
            <a:r>
              <a:rPr lang="en-US" altLang="en-US" dirty="0" err="1">
                <a:solidFill>
                  <a:schemeClr val="tx2"/>
                </a:solidFill>
              </a:rPr>
              <a:t>tích</a:t>
            </a:r>
            <a:r>
              <a:rPr lang="en-US" altLang="en-US" dirty="0">
                <a:solidFill>
                  <a:schemeClr val="tx2"/>
                </a:solidFill>
              </a:rPr>
              <a:t>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đối</a:t>
            </a:r>
            <a:r>
              <a:rPr lang="en-US" altLang="en-US" dirty="0">
                <a:solidFill>
                  <a:schemeClr val="tx2"/>
                </a:solidFill>
              </a:rPr>
              <a:t> </a:t>
            </a:r>
            <a:r>
              <a:rPr lang="en-US" altLang="en-US" dirty="0" err="1">
                <a:solidFill>
                  <a:schemeClr val="tx2"/>
                </a:solidFill>
              </a:rPr>
              <a:t>chiếu</a:t>
            </a:r>
            <a:r>
              <a:rPr lang="en-US" altLang="en-US" dirty="0">
                <a:solidFill>
                  <a:schemeClr val="tx2"/>
                </a:solidFill>
              </a:rPr>
              <a:t> </a:t>
            </a:r>
            <a:r>
              <a:rPr lang="en-US" altLang="en-US" dirty="0" err="1">
                <a:solidFill>
                  <a:schemeClr val="tx2"/>
                </a:solidFill>
              </a:rPr>
              <a:t>với</a:t>
            </a:r>
            <a:r>
              <a:rPr lang="en-US" altLang="en-US" dirty="0">
                <a:solidFill>
                  <a:schemeClr val="tx2"/>
                </a:solidFill>
              </a:rPr>
              <a:t> LSA </a:t>
            </a:r>
            <a:r>
              <a:rPr lang="en-US" altLang="en-US" dirty="0" err="1">
                <a:solidFill>
                  <a:schemeClr val="tx2"/>
                </a:solidFill>
              </a:rPr>
              <a:t>bên</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cơ</a:t>
            </a:r>
            <a:r>
              <a:rPr lang="en-US" altLang="en-US" dirty="0">
                <a:solidFill>
                  <a:schemeClr val="tx2"/>
                </a:solidFill>
              </a:rPr>
              <a:t> </a:t>
            </a:r>
            <a:r>
              <a:rPr lang="en-US" altLang="en-US" dirty="0" err="1">
                <a:solidFill>
                  <a:schemeClr val="tx2"/>
                </a:solidFill>
              </a:rPr>
              <a:t>sở</a:t>
            </a:r>
            <a:r>
              <a:rPr lang="en-US" altLang="en-US" dirty="0">
                <a:solidFill>
                  <a:schemeClr val="tx2"/>
                </a:solidFill>
              </a:rPr>
              <a:t> </a:t>
            </a:r>
            <a:r>
              <a:rPr lang="en-US" altLang="en-US" dirty="0" err="1">
                <a:solidFill>
                  <a:schemeClr val="tx2"/>
                </a:solidFill>
              </a:rPr>
              <a:t>dữ</a:t>
            </a:r>
            <a:r>
              <a:rPr lang="en-US" altLang="en-US" dirty="0">
                <a:solidFill>
                  <a:schemeClr val="tx2"/>
                </a:solidFill>
              </a:rPr>
              <a:t> </a:t>
            </a:r>
            <a:r>
              <a:rPr lang="en-US" altLang="en-US" dirty="0" err="1">
                <a:solidFill>
                  <a:schemeClr val="tx2"/>
                </a:solidFill>
              </a:rPr>
              <a:t>liệu</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Nếu</a:t>
            </a:r>
            <a:r>
              <a:rPr lang="en-US" altLang="en-US" dirty="0">
                <a:solidFill>
                  <a:schemeClr val="tx2"/>
                </a:solidFill>
              </a:rPr>
              <a:t> </a:t>
            </a:r>
            <a:r>
              <a:rPr lang="en-US" altLang="en-US" dirty="0" err="1">
                <a:solidFill>
                  <a:schemeClr val="tx2"/>
                </a:solidFill>
              </a:rPr>
              <a:t>có</a:t>
            </a:r>
            <a:r>
              <a:rPr lang="en-US" altLang="en-US" dirty="0">
                <a:solidFill>
                  <a:schemeClr val="tx2"/>
                </a:solidFill>
              </a:rPr>
              <a:t> LSA </a:t>
            </a:r>
            <a:r>
              <a:rPr lang="en-US" altLang="en-US" dirty="0" err="1">
                <a:solidFill>
                  <a:schemeClr val="tx2"/>
                </a:solidFill>
              </a:rPr>
              <a:t>nào</a:t>
            </a:r>
            <a:r>
              <a:rPr lang="en-US" altLang="en-US" dirty="0">
                <a:solidFill>
                  <a:schemeClr val="tx2"/>
                </a:solidFill>
              </a:rPr>
              <a:t>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cơ</a:t>
            </a:r>
            <a:r>
              <a:rPr lang="en-US" altLang="en-US" dirty="0">
                <a:solidFill>
                  <a:schemeClr val="tx2"/>
                </a:solidFill>
              </a:rPr>
              <a:t> </a:t>
            </a:r>
            <a:r>
              <a:rPr lang="en-US" altLang="en-US" dirty="0" err="1">
                <a:solidFill>
                  <a:schemeClr val="tx2"/>
                </a:solidFill>
              </a:rPr>
              <a:t>sở</a:t>
            </a:r>
            <a:r>
              <a:rPr lang="en-US" altLang="en-US" dirty="0">
                <a:solidFill>
                  <a:schemeClr val="tx2"/>
                </a:solidFill>
              </a:rPr>
              <a:t> </a:t>
            </a:r>
            <a:r>
              <a:rPr lang="en-US" altLang="en-US" dirty="0" err="1">
                <a:solidFill>
                  <a:schemeClr val="tx2"/>
                </a:solidFill>
              </a:rPr>
              <a:t>dữ</a:t>
            </a:r>
            <a:r>
              <a:rPr lang="en-US" altLang="en-US" dirty="0">
                <a:solidFill>
                  <a:schemeClr val="tx2"/>
                </a:solidFill>
              </a:rPr>
              <a:t> </a:t>
            </a:r>
            <a:r>
              <a:rPr lang="en-US" altLang="en-US" dirty="0" err="1">
                <a:solidFill>
                  <a:schemeClr val="tx2"/>
                </a:solidFill>
              </a:rPr>
              <a:t>liệu</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nó</a:t>
            </a:r>
            <a:r>
              <a:rPr lang="en-US" altLang="en-US" dirty="0">
                <a:solidFill>
                  <a:schemeClr val="tx2"/>
                </a:solidFill>
              </a:rPr>
              <a:t> hay </a:t>
            </a:r>
            <a:r>
              <a:rPr lang="en-US" altLang="en-US" dirty="0" err="1">
                <a:solidFill>
                  <a:schemeClr val="tx2"/>
                </a:solidFill>
              </a:rPr>
              <a:t>mới</a:t>
            </a:r>
            <a:r>
              <a:rPr lang="en-US" altLang="en-US" dirty="0">
                <a:solidFill>
                  <a:schemeClr val="tx2"/>
                </a:solidFill>
              </a:rPr>
              <a:t> </a:t>
            </a:r>
            <a:r>
              <a:rPr lang="en-US" altLang="en-US" dirty="0" err="1">
                <a:solidFill>
                  <a:schemeClr val="tx2"/>
                </a:solidFill>
              </a:rPr>
              <a:t>hơn</a:t>
            </a:r>
            <a:r>
              <a:rPr lang="en-US" altLang="en-US" dirty="0">
                <a:solidFill>
                  <a:schemeClr val="tx2"/>
                </a:solidFill>
              </a:rPr>
              <a:t> </a:t>
            </a:r>
            <a:r>
              <a:rPr lang="en-US" altLang="en-US" dirty="0" err="1">
                <a:solidFill>
                  <a:schemeClr val="tx2"/>
                </a:solidFill>
              </a:rPr>
              <a:t>thì</a:t>
            </a:r>
            <a:r>
              <a:rPr lang="en-US" altLang="en-US" dirty="0">
                <a:solidFill>
                  <a:schemeClr val="tx2"/>
                </a:solidFill>
              </a:rPr>
              <a:t>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lại</a:t>
            </a:r>
            <a:r>
              <a:rPr lang="en-US" altLang="en-US" dirty="0">
                <a:solidFill>
                  <a:schemeClr val="tx2"/>
                </a:solidFill>
              </a:rPr>
              <a:t> 1 </a:t>
            </a:r>
            <a:r>
              <a:rPr lang="en-US" altLang="en-US" dirty="0" err="1">
                <a:solidFill>
                  <a:schemeClr val="tx2"/>
                </a:solidFill>
              </a:rPr>
              <a:t>hoặc</a:t>
            </a:r>
            <a:r>
              <a:rPr lang="en-US" altLang="en-US" dirty="0">
                <a:solidFill>
                  <a:schemeClr val="tx2"/>
                </a:solidFill>
              </a:rPr>
              <a:t> </a:t>
            </a:r>
            <a:r>
              <a:rPr lang="en-US" altLang="en-US" dirty="0" err="1">
                <a:solidFill>
                  <a:schemeClr val="tx2"/>
                </a:solidFill>
              </a:rPr>
              <a:t>nhiều</a:t>
            </a:r>
            <a:r>
              <a:rPr lang="en-US" altLang="en-US" dirty="0">
                <a:solidFill>
                  <a:schemeClr val="tx2"/>
                </a:solidFill>
              </a:rPr>
              <a:t> </a:t>
            </a:r>
            <a:r>
              <a:rPr lang="en-US" altLang="en-US" dirty="0" err="1">
                <a:solidFill>
                  <a:schemeClr val="tx2"/>
                </a:solidFill>
              </a:rPr>
              <a:t>gói</a:t>
            </a:r>
            <a:r>
              <a:rPr lang="en-US" altLang="en-US" dirty="0">
                <a:solidFill>
                  <a:schemeClr val="tx2"/>
                </a:solidFill>
              </a:rPr>
              <a:t> OSPF Link State Request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yêu</a:t>
            </a:r>
            <a:r>
              <a:rPr lang="en-US" altLang="en-US" dirty="0">
                <a:solidFill>
                  <a:schemeClr val="tx2"/>
                </a:solidFill>
              </a:rPr>
              <a:t> </a:t>
            </a:r>
            <a:r>
              <a:rPr lang="en-US" altLang="en-US" dirty="0" err="1">
                <a:solidFill>
                  <a:schemeClr val="tx2"/>
                </a:solidFill>
              </a:rPr>
              <a:t>cầu</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cho</a:t>
            </a:r>
            <a:r>
              <a:rPr lang="en-US" altLang="en-US" dirty="0">
                <a:solidFill>
                  <a:schemeClr val="tx2"/>
                </a:solidFill>
              </a:rPr>
              <a:t>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các</a:t>
            </a:r>
            <a:r>
              <a:rPr lang="en-US" altLang="en-US" dirty="0">
                <a:solidFill>
                  <a:schemeClr val="tx2"/>
                </a:solidFill>
              </a:rPr>
              <a:t> LSA </a:t>
            </a:r>
            <a:r>
              <a:rPr lang="en-US" altLang="en-US" dirty="0" err="1">
                <a:solidFill>
                  <a:schemeClr val="tx2"/>
                </a:solidFill>
              </a:rPr>
              <a:t>mới</a:t>
            </a:r>
            <a:r>
              <a:rPr lang="en-US" altLang="en-US" dirty="0">
                <a:solidFill>
                  <a:schemeClr val="tx2"/>
                </a:solidFill>
              </a:rPr>
              <a:t>.</a:t>
            </a:r>
          </a:p>
          <a:p>
            <a:pPr algn="just">
              <a:buNone/>
            </a:pPr>
            <a:endParaRPr lang="en-US" altLang="en-US" dirty="0">
              <a:solidFill>
                <a:schemeClr val="tx2"/>
              </a:solidFill>
            </a:endParaRPr>
          </a:p>
        </p:txBody>
      </p:sp>
      <p:pic>
        <p:nvPicPr>
          <p:cNvPr id="81926" name="Picture 11" descr="untitled">
            <a:extLst>
              <a:ext uri="{FF2B5EF4-FFF2-40B4-BE49-F238E27FC236}">
                <a16:creationId xmlns:a16="http://schemas.microsoft.com/office/drawing/2014/main" id="{D80D1700-78D5-4E67-B0DB-273866F929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9950" y="3600451"/>
            <a:ext cx="5682000" cy="2933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a:extLst>
              <a:ext uri="{FF2B5EF4-FFF2-40B4-BE49-F238E27FC236}">
                <a16:creationId xmlns:a16="http://schemas.microsoft.com/office/drawing/2014/main" id="{00430641-F1D7-4187-BFB5-1641365841FF}"/>
              </a:ext>
            </a:extLst>
          </p:cNvPr>
          <p:cNvSpPr>
            <a:spLocks noGrp="1"/>
          </p:cNvSpPr>
          <p:nvPr>
            <p:ph type="title"/>
          </p:nvPr>
        </p:nvSpPr>
        <p:spPr>
          <a:xfrm>
            <a:off x="437322"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6">
            <a:extLst>
              <a:ext uri="{FF2B5EF4-FFF2-40B4-BE49-F238E27FC236}">
                <a16:creationId xmlns:a16="http://schemas.microsoft.com/office/drawing/2014/main" id="{345DF4DE-6DCD-4A64-B822-E5755BBF1D47}"/>
              </a:ext>
            </a:extLst>
          </p:cNvPr>
          <p:cNvSpPr>
            <a:spLocks noChangeArrowheads="1"/>
          </p:cNvSpPr>
          <p:nvPr/>
        </p:nvSpPr>
        <p:spPr bwMode="gray">
          <a:xfrm>
            <a:off x="437321" y="1091296"/>
            <a:ext cx="11497503" cy="2947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Cơ</a:t>
            </a:r>
            <a:r>
              <a:rPr lang="en-US" altLang="en-US" dirty="0">
                <a:solidFill>
                  <a:schemeClr val="tx2"/>
                </a:solidFill>
              </a:rPr>
              <a:t> </a:t>
            </a:r>
            <a:r>
              <a:rPr lang="en-US" altLang="en-US" dirty="0" err="1">
                <a:solidFill>
                  <a:schemeClr val="tx2"/>
                </a:solidFill>
              </a:rPr>
              <a:t>chế</a:t>
            </a:r>
            <a:r>
              <a:rPr lang="en-US" altLang="en-US" dirty="0">
                <a:solidFill>
                  <a:schemeClr val="tx2"/>
                </a:solidFill>
              </a:rPr>
              <a:t> </a:t>
            </a:r>
            <a:r>
              <a:rPr lang="en-US" altLang="en-US" dirty="0" err="1">
                <a:solidFill>
                  <a:schemeClr val="tx2"/>
                </a:solidFill>
              </a:rPr>
              <a:t>hoạt</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 </a:t>
            </a:r>
          </a:p>
          <a:p>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 Link State Update</a:t>
            </a:r>
          </a:p>
          <a:p>
            <a:pPr>
              <a:buNone/>
            </a:pPr>
            <a:r>
              <a:rPr lang="en-US" altLang="en-US" dirty="0" err="1">
                <a:solidFill>
                  <a:schemeClr val="tx2"/>
                </a:solidFill>
              </a:rPr>
              <a:t>Khi</a:t>
            </a:r>
            <a:r>
              <a:rPr lang="en-US" altLang="en-US" dirty="0">
                <a:solidFill>
                  <a:schemeClr val="tx2"/>
                </a:solidFill>
              </a:rPr>
              <a:t> </a:t>
            </a:r>
            <a:r>
              <a:rPr lang="en-US" altLang="en-US" dirty="0" err="1">
                <a:solidFill>
                  <a:schemeClr val="tx2"/>
                </a:solidFill>
              </a:rPr>
              <a:t>nhận</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yêu</a:t>
            </a:r>
            <a:r>
              <a:rPr lang="en-US" altLang="en-US" dirty="0">
                <a:solidFill>
                  <a:schemeClr val="tx2"/>
                </a:solidFill>
              </a:rPr>
              <a:t> </a:t>
            </a:r>
            <a:r>
              <a:rPr lang="en-US" altLang="en-US" dirty="0" err="1">
                <a:solidFill>
                  <a:schemeClr val="tx2"/>
                </a:solidFill>
              </a:rPr>
              <a:t>cầu</a:t>
            </a:r>
            <a:r>
              <a:rPr lang="en-US" altLang="en-US" dirty="0">
                <a:solidFill>
                  <a:schemeClr val="tx2"/>
                </a:solidFill>
              </a:rPr>
              <a:t> </a:t>
            </a:r>
            <a:r>
              <a:rPr lang="en-US" altLang="en-US" dirty="0" err="1">
                <a:solidFill>
                  <a:schemeClr val="tx2"/>
                </a:solidFill>
              </a:rPr>
              <a:t>từ</a:t>
            </a:r>
            <a:r>
              <a:rPr lang="en-US" altLang="en-US" dirty="0">
                <a:solidFill>
                  <a:schemeClr val="tx2"/>
                </a:solidFill>
              </a:rPr>
              <a:t> Link State Request, router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phản</a:t>
            </a:r>
            <a:r>
              <a:rPr lang="en-US" altLang="en-US" dirty="0">
                <a:solidFill>
                  <a:schemeClr val="tx2"/>
                </a:solidFill>
              </a:rPr>
              <a:t> </a:t>
            </a:r>
            <a:r>
              <a:rPr lang="en-US" altLang="en-US" dirty="0" err="1">
                <a:solidFill>
                  <a:schemeClr val="tx2"/>
                </a:solidFill>
              </a:rPr>
              <a:t>hồi</a:t>
            </a:r>
            <a:r>
              <a:rPr lang="en-US" altLang="en-US" dirty="0">
                <a:solidFill>
                  <a:schemeClr val="tx2"/>
                </a:solidFill>
              </a:rPr>
              <a:t> </a:t>
            </a:r>
            <a:r>
              <a:rPr lang="en-US" altLang="en-US" dirty="0" err="1">
                <a:solidFill>
                  <a:schemeClr val="tx2"/>
                </a:solidFill>
              </a:rPr>
              <a:t>lại</a:t>
            </a:r>
            <a:r>
              <a:rPr lang="en-US" altLang="en-US" dirty="0">
                <a:solidFill>
                  <a:schemeClr val="tx2"/>
                </a:solidFill>
              </a:rPr>
              <a:t> </a:t>
            </a:r>
            <a:r>
              <a:rPr lang="en-US" altLang="en-US" dirty="0" err="1">
                <a:solidFill>
                  <a:schemeClr val="tx2"/>
                </a:solidFill>
              </a:rPr>
              <a:t>bằng</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Link State Update. </a:t>
            </a:r>
            <a:r>
              <a:rPr lang="en-US" altLang="en-US" dirty="0" err="1">
                <a:solidFill>
                  <a:schemeClr val="tx2"/>
                </a:solidFill>
              </a:rPr>
              <a:t>Gói</a:t>
            </a:r>
            <a:r>
              <a:rPr lang="en-US" altLang="en-US" dirty="0">
                <a:solidFill>
                  <a:schemeClr val="tx2"/>
                </a:solidFill>
              </a:rPr>
              <a:t> LSU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chứa</a:t>
            </a:r>
            <a:r>
              <a:rPr lang="en-US" altLang="en-US" dirty="0">
                <a:solidFill>
                  <a:schemeClr val="tx2"/>
                </a:solidFill>
              </a:rPr>
              <a:t> </a:t>
            </a:r>
            <a:r>
              <a:rPr lang="en-US" altLang="en-US" dirty="0" err="1">
                <a:solidFill>
                  <a:schemeClr val="tx2"/>
                </a:solidFill>
              </a:rPr>
              <a:t>các</a:t>
            </a:r>
            <a:r>
              <a:rPr lang="en-US" altLang="en-US" dirty="0">
                <a:solidFill>
                  <a:schemeClr val="tx2"/>
                </a:solidFill>
              </a:rPr>
              <a:t> LSA </a:t>
            </a:r>
            <a:r>
              <a:rPr lang="en-US" altLang="en-US" dirty="0" err="1">
                <a:solidFill>
                  <a:schemeClr val="tx2"/>
                </a:solidFill>
              </a:rPr>
              <a:t>mà</a:t>
            </a:r>
            <a:r>
              <a:rPr lang="en-US" altLang="en-US" dirty="0">
                <a:solidFill>
                  <a:schemeClr val="tx2"/>
                </a:solidFill>
              </a:rPr>
              <a:t> router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gói</a:t>
            </a:r>
            <a:r>
              <a:rPr lang="en-US" altLang="en-US" dirty="0">
                <a:solidFill>
                  <a:schemeClr val="tx2"/>
                </a:solidFill>
              </a:rPr>
              <a:t> Link State Request </a:t>
            </a:r>
            <a:r>
              <a:rPr lang="en-US" altLang="en-US" dirty="0" err="1">
                <a:solidFill>
                  <a:schemeClr val="tx2"/>
                </a:solidFill>
              </a:rPr>
              <a:t>yêu</a:t>
            </a:r>
            <a:r>
              <a:rPr lang="en-US" altLang="en-US" dirty="0">
                <a:solidFill>
                  <a:schemeClr val="tx2"/>
                </a:solidFill>
              </a:rPr>
              <a:t> </a:t>
            </a:r>
            <a:r>
              <a:rPr lang="en-US" altLang="en-US" dirty="0" err="1">
                <a:solidFill>
                  <a:schemeClr val="tx2"/>
                </a:solidFill>
              </a:rPr>
              <a:t>cầu</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gói</a:t>
            </a:r>
            <a:r>
              <a:rPr lang="en-US" altLang="en-US" dirty="0">
                <a:solidFill>
                  <a:schemeClr val="tx2"/>
                </a:solidFill>
              </a:rPr>
              <a:t> LSU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thể</a:t>
            </a:r>
            <a:r>
              <a:rPr lang="en-US" altLang="en-US" dirty="0">
                <a:solidFill>
                  <a:schemeClr val="tx2"/>
                </a:solidFill>
              </a:rPr>
              <a:t> </a:t>
            </a:r>
            <a:r>
              <a:rPr lang="en-US" altLang="en-US" dirty="0" err="1">
                <a:solidFill>
                  <a:schemeClr val="tx2"/>
                </a:solidFill>
              </a:rPr>
              <a:t>chứa</a:t>
            </a:r>
            <a:r>
              <a:rPr lang="en-US" altLang="en-US" dirty="0">
                <a:solidFill>
                  <a:schemeClr val="tx2"/>
                </a:solidFill>
              </a:rPr>
              <a:t> </a:t>
            </a:r>
            <a:r>
              <a:rPr lang="en-US" altLang="en-US" dirty="0" err="1">
                <a:solidFill>
                  <a:schemeClr val="tx2"/>
                </a:solidFill>
              </a:rPr>
              <a:t>nhiều</a:t>
            </a:r>
            <a:r>
              <a:rPr lang="en-US" altLang="en-US" dirty="0">
                <a:solidFill>
                  <a:schemeClr val="tx2"/>
                </a:solidFill>
              </a:rPr>
              <a:t> LSA, </a:t>
            </a:r>
            <a:r>
              <a:rPr lang="en-US" altLang="en-US" dirty="0" err="1">
                <a:solidFill>
                  <a:schemeClr val="tx2"/>
                </a:solidFill>
              </a:rPr>
              <a:t>phụ</a:t>
            </a:r>
            <a:r>
              <a:rPr lang="en-US" altLang="en-US" dirty="0">
                <a:solidFill>
                  <a:schemeClr val="tx2"/>
                </a:solidFill>
              </a:rPr>
              <a:t> </a:t>
            </a:r>
            <a:r>
              <a:rPr lang="en-US" altLang="en-US" dirty="0" err="1">
                <a:solidFill>
                  <a:schemeClr val="tx2"/>
                </a:solidFill>
              </a:rPr>
              <a:t>thuộc</a:t>
            </a:r>
            <a:r>
              <a:rPr lang="en-US" altLang="en-US" dirty="0">
                <a:solidFill>
                  <a:schemeClr val="tx2"/>
                </a:solidFill>
              </a:rPr>
              <a:t> </a:t>
            </a:r>
            <a:r>
              <a:rPr lang="en-US" altLang="en-US" dirty="0" err="1">
                <a:solidFill>
                  <a:schemeClr val="tx2"/>
                </a:solidFill>
              </a:rPr>
              <a:t>vào</a:t>
            </a:r>
            <a:r>
              <a:rPr lang="en-US" altLang="en-US" dirty="0">
                <a:solidFill>
                  <a:schemeClr val="tx2"/>
                </a:solidFill>
              </a:rPr>
              <a:t> </a:t>
            </a:r>
            <a:r>
              <a:rPr lang="en-US" altLang="en-US" dirty="0" err="1">
                <a:solidFill>
                  <a:schemeClr val="tx2"/>
                </a:solidFill>
              </a:rPr>
              <a:t>kích</a:t>
            </a:r>
            <a:r>
              <a:rPr lang="en-US" altLang="en-US" dirty="0">
                <a:solidFill>
                  <a:schemeClr val="tx2"/>
                </a:solidFill>
              </a:rPr>
              <a:t> </a:t>
            </a:r>
            <a:r>
              <a:rPr lang="en-US" altLang="en-US" dirty="0" err="1">
                <a:solidFill>
                  <a:schemeClr val="tx2"/>
                </a:solidFill>
              </a:rPr>
              <a:t>thước</a:t>
            </a:r>
            <a:r>
              <a:rPr lang="en-US" altLang="en-US" dirty="0">
                <a:solidFill>
                  <a:schemeClr val="tx2"/>
                </a:solidFill>
              </a:rPr>
              <a:t> </a:t>
            </a:r>
            <a:r>
              <a:rPr lang="en-US" altLang="en-US" dirty="0" err="1">
                <a:solidFill>
                  <a:schemeClr val="tx2"/>
                </a:solidFill>
              </a:rPr>
              <a:t>tối</a:t>
            </a:r>
            <a:r>
              <a:rPr lang="en-US" altLang="en-US" dirty="0">
                <a:solidFill>
                  <a:schemeClr val="tx2"/>
                </a:solidFill>
              </a:rPr>
              <a:t> </a:t>
            </a:r>
            <a:r>
              <a:rPr lang="en-US" altLang="en-US" dirty="0" err="1">
                <a:solidFill>
                  <a:schemeClr val="tx2"/>
                </a:solidFill>
              </a:rPr>
              <a:t>đa</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a:t>
            </a:r>
          </a:p>
          <a:p>
            <a:pPr>
              <a:buNone/>
            </a:pPr>
            <a:endParaRPr lang="en-US" altLang="en-US" dirty="0">
              <a:solidFill>
                <a:schemeClr val="tx2"/>
              </a:solidFill>
            </a:endParaRPr>
          </a:p>
        </p:txBody>
      </p:sp>
      <p:pic>
        <p:nvPicPr>
          <p:cNvPr id="82950" name="Picture 11" descr="untitled">
            <a:extLst>
              <a:ext uri="{FF2B5EF4-FFF2-40B4-BE49-F238E27FC236}">
                <a16:creationId xmlns:a16="http://schemas.microsoft.com/office/drawing/2014/main" id="{32E86BC2-CDB0-418D-A078-B9D29896E7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8663" y="3768726"/>
            <a:ext cx="5356008" cy="2764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a:extLst>
              <a:ext uri="{FF2B5EF4-FFF2-40B4-BE49-F238E27FC236}">
                <a16:creationId xmlns:a16="http://schemas.microsoft.com/office/drawing/2014/main" id="{D55C88D7-5EEF-4108-AA7B-4DF1AC5DBADA}"/>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6">
            <a:extLst>
              <a:ext uri="{FF2B5EF4-FFF2-40B4-BE49-F238E27FC236}">
                <a16:creationId xmlns:a16="http://schemas.microsoft.com/office/drawing/2014/main" id="{1CF4963C-28C3-4B0F-837A-5DDB877DAFB6}"/>
              </a:ext>
            </a:extLst>
          </p:cNvPr>
          <p:cNvSpPr>
            <a:spLocks noChangeArrowheads="1"/>
          </p:cNvSpPr>
          <p:nvPr/>
        </p:nvSpPr>
        <p:spPr bwMode="gray">
          <a:xfrm>
            <a:off x="437321" y="1107623"/>
            <a:ext cx="11345104" cy="1968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Cơ</a:t>
            </a:r>
            <a:r>
              <a:rPr lang="en-US" altLang="en-US" dirty="0">
                <a:solidFill>
                  <a:schemeClr val="tx2"/>
                </a:solidFill>
              </a:rPr>
              <a:t> </a:t>
            </a:r>
            <a:r>
              <a:rPr lang="en-US" altLang="en-US" dirty="0" err="1">
                <a:solidFill>
                  <a:schemeClr val="tx2"/>
                </a:solidFill>
              </a:rPr>
              <a:t>chế</a:t>
            </a:r>
            <a:r>
              <a:rPr lang="en-US" altLang="en-US" dirty="0">
                <a:solidFill>
                  <a:schemeClr val="tx2"/>
                </a:solidFill>
              </a:rPr>
              <a:t> </a:t>
            </a:r>
            <a:r>
              <a:rPr lang="en-US" altLang="en-US" dirty="0" err="1">
                <a:solidFill>
                  <a:schemeClr val="tx2"/>
                </a:solidFill>
              </a:rPr>
              <a:t>hoạt</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a:t>
            </a:r>
          </a:p>
          <a:p>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 Link State Update </a:t>
            </a:r>
          </a:p>
          <a:p>
            <a:pPr>
              <a:buNone/>
            </a:pP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số</a:t>
            </a:r>
            <a:r>
              <a:rPr lang="en-US" altLang="en-US" dirty="0">
                <a:solidFill>
                  <a:schemeClr val="tx2"/>
                </a:solidFill>
              </a:rPr>
              <a:t> Number of LSAs </a:t>
            </a:r>
            <a:r>
              <a:rPr lang="en-US" altLang="en-US" dirty="0" err="1">
                <a:solidFill>
                  <a:schemeClr val="tx2"/>
                </a:solidFill>
              </a:rPr>
              <a:t>chứa</a:t>
            </a:r>
            <a:r>
              <a:rPr lang="en-US" altLang="en-US" dirty="0">
                <a:solidFill>
                  <a:schemeClr val="tx2"/>
                </a:solidFill>
              </a:rPr>
              <a:t> </a:t>
            </a:r>
            <a:r>
              <a:rPr lang="en-US" altLang="en-US" dirty="0" err="1">
                <a:solidFill>
                  <a:schemeClr val="tx2"/>
                </a:solidFill>
              </a:rPr>
              <a:t>số</a:t>
            </a:r>
            <a:r>
              <a:rPr lang="en-US" altLang="en-US" dirty="0">
                <a:solidFill>
                  <a:schemeClr val="tx2"/>
                </a:solidFill>
              </a:rPr>
              <a:t> </a:t>
            </a:r>
            <a:r>
              <a:rPr lang="en-US" altLang="en-US" dirty="0" err="1">
                <a:solidFill>
                  <a:schemeClr val="tx2"/>
                </a:solidFill>
              </a:rPr>
              <a:t>lượng</a:t>
            </a:r>
            <a:r>
              <a:rPr lang="en-US" altLang="en-US" dirty="0">
                <a:solidFill>
                  <a:schemeClr val="tx2"/>
                </a:solidFill>
              </a:rPr>
              <a:t> LSA </a:t>
            </a:r>
            <a:r>
              <a:rPr lang="en-US" altLang="en-US" dirty="0" err="1">
                <a:solidFill>
                  <a:schemeClr val="tx2"/>
                </a:solidFill>
              </a:rPr>
              <a:t>chứa</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gói</a:t>
            </a:r>
            <a:r>
              <a:rPr lang="en-US" altLang="en-US" dirty="0">
                <a:solidFill>
                  <a:schemeClr val="tx2"/>
                </a:solidFill>
              </a:rPr>
              <a:t>. </a:t>
            </a:r>
            <a:r>
              <a:rPr lang="en-US" altLang="en-US" dirty="0" err="1">
                <a:solidFill>
                  <a:schemeClr val="tx2"/>
                </a:solidFill>
              </a:rPr>
              <a:t>Các</a:t>
            </a:r>
            <a:r>
              <a:rPr lang="en-US" altLang="en-US" dirty="0">
                <a:solidFill>
                  <a:schemeClr val="tx2"/>
                </a:solidFill>
              </a:rPr>
              <a:t> LSA </a:t>
            </a:r>
            <a:r>
              <a:rPr lang="en-US" altLang="en-US" dirty="0" err="1">
                <a:solidFill>
                  <a:schemeClr val="tx2"/>
                </a:solidFill>
              </a:rPr>
              <a:t>chứa</a:t>
            </a:r>
            <a:r>
              <a:rPr lang="en-US" altLang="en-US" dirty="0">
                <a:solidFill>
                  <a:schemeClr val="tx2"/>
                </a:solidFill>
              </a:rPr>
              <a:t> </a:t>
            </a:r>
            <a:r>
              <a:rPr lang="en-US" altLang="en-US" dirty="0" err="1">
                <a:solidFill>
                  <a:schemeClr val="tx2"/>
                </a:solidFill>
              </a:rPr>
              <a:t>bên</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gói</a:t>
            </a:r>
            <a:r>
              <a:rPr lang="en-US" altLang="en-US" dirty="0">
                <a:solidFill>
                  <a:schemeClr val="tx2"/>
                </a:solidFill>
              </a:rPr>
              <a:t> LSU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thể</a:t>
            </a:r>
            <a:r>
              <a:rPr lang="en-US" altLang="en-US" dirty="0">
                <a:solidFill>
                  <a:schemeClr val="tx2"/>
                </a:solidFill>
              </a:rPr>
              <a:t> </a:t>
            </a:r>
            <a:r>
              <a:rPr lang="en-US" altLang="en-US" dirty="0" err="1">
                <a:solidFill>
                  <a:schemeClr val="tx2"/>
                </a:solidFill>
              </a:rPr>
              <a:t>thuộc</a:t>
            </a:r>
            <a:r>
              <a:rPr lang="en-US" altLang="en-US" dirty="0">
                <a:solidFill>
                  <a:schemeClr val="tx2"/>
                </a:solidFill>
              </a:rPr>
              <a:t> </a:t>
            </a:r>
            <a:r>
              <a:rPr lang="en-US" altLang="en-US" dirty="0" err="1">
                <a:solidFill>
                  <a:schemeClr val="tx2"/>
                </a:solidFill>
              </a:rPr>
              <a:t>nhiều</a:t>
            </a:r>
            <a:r>
              <a:rPr lang="en-US" altLang="en-US" dirty="0">
                <a:solidFill>
                  <a:schemeClr val="tx2"/>
                </a:solidFill>
              </a:rPr>
              <a:t> </a:t>
            </a:r>
            <a:r>
              <a:rPr lang="en-US" altLang="en-US" dirty="0" err="1">
                <a:solidFill>
                  <a:schemeClr val="tx2"/>
                </a:solidFill>
              </a:rPr>
              <a:t>loại</a:t>
            </a:r>
            <a:r>
              <a:rPr lang="en-US" altLang="en-US" dirty="0">
                <a:solidFill>
                  <a:schemeClr val="tx2"/>
                </a:solidFill>
              </a:rPr>
              <a:t> </a:t>
            </a:r>
            <a:r>
              <a:rPr lang="en-US" altLang="en-US" dirty="0" err="1">
                <a:solidFill>
                  <a:schemeClr val="tx2"/>
                </a:solidFill>
              </a:rPr>
              <a:t>khác</a:t>
            </a:r>
            <a:r>
              <a:rPr lang="en-US" altLang="en-US" dirty="0">
                <a:solidFill>
                  <a:schemeClr val="tx2"/>
                </a:solidFill>
              </a:rPr>
              <a:t> </a:t>
            </a:r>
            <a:r>
              <a:rPr lang="en-US" altLang="en-US" dirty="0" err="1">
                <a:solidFill>
                  <a:schemeClr val="tx2"/>
                </a:solidFill>
              </a:rPr>
              <a:t>nhau</a:t>
            </a:r>
            <a:r>
              <a:rPr lang="en-US" altLang="en-US" dirty="0">
                <a:solidFill>
                  <a:schemeClr val="tx2"/>
                </a:solidFill>
              </a:rPr>
              <a:t>.</a:t>
            </a:r>
          </a:p>
          <a:p>
            <a:pPr>
              <a:buNone/>
            </a:pPr>
            <a:endParaRPr lang="en-US" altLang="en-US" dirty="0">
              <a:solidFill>
                <a:schemeClr val="tx2"/>
              </a:solidFill>
            </a:endParaRPr>
          </a:p>
          <a:p>
            <a:pPr eaLnBrk="1" hangingPunct="1">
              <a:buFont typeface="Wingdings" panose="05000000000000000000" pitchFamily="2" charset="2"/>
              <a:buNone/>
            </a:pPr>
            <a:r>
              <a:rPr lang="en-US" altLang="en-US" dirty="0">
                <a:solidFill>
                  <a:schemeClr val="tx2"/>
                </a:solidFill>
              </a:rPr>
              <a:t> </a:t>
            </a:r>
          </a:p>
        </p:txBody>
      </p:sp>
      <p:sp>
        <p:nvSpPr>
          <p:cNvPr id="83972" name="Rectangle 7">
            <a:extLst>
              <a:ext uri="{FF2B5EF4-FFF2-40B4-BE49-F238E27FC236}">
                <a16:creationId xmlns:a16="http://schemas.microsoft.com/office/drawing/2014/main" id="{3498FE62-7BE1-4CF5-98AA-30FEED12E9D4}"/>
              </a:ext>
            </a:extLst>
          </p:cNvPr>
          <p:cNvSpPr>
            <a:spLocks noChangeArrowheads="1"/>
          </p:cNvSpPr>
          <p:nvPr/>
        </p:nvSpPr>
        <p:spPr bwMode="gray">
          <a:xfrm>
            <a:off x="2400300" y="2089150"/>
            <a:ext cx="7353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endParaRPr lang="en-US" altLang="en-US" dirty="0">
              <a:solidFill>
                <a:schemeClr val="tx2"/>
              </a:solidFill>
            </a:endParaRPr>
          </a:p>
        </p:txBody>
      </p:sp>
      <p:pic>
        <p:nvPicPr>
          <p:cNvPr id="83974" name="Picture 11" descr="untitled">
            <a:extLst>
              <a:ext uri="{FF2B5EF4-FFF2-40B4-BE49-F238E27FC236}">
                <a16:creationId xmlns:a16="http://schemas.microsoft.com/office/drawing/2014/main" id="{A38E9C40-34AC-464C-9C46-445300D4A3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2963" y="3000376"/>
            <a:ext cx="4837112" cy="310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5" name="Text Box 12">
            <a:extLst>
              <a:ext uri="{FF2B5EF4-FFF2-40B4-BE49-F238E27FC236}">
                <a16:creationId xmlns:a16="http://schemas.microsoft.com/office/drawing/2014/main" id="{FB8DA664-5DFD-4130-801D-B73B6651ED76}"/>
              </a:ext>
            </a:extLst>
          </p:cNvPr>
          <p:cNvSpPr txBox="1">
            <a:spLocks noChangeArrowheads="1"/>
          </p:cNvSpPr>
          <p:nvPr/>
        </p:nvSpPr>
        <p:spPr bwMode="auto">
          <a:xfrm>
            <a:off x="4471573" y="6166755"/>
            <a:ext cx="3276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en-US" sz="1800">
                <a:solidFill>
                  <a:schemeClr val="tx2"/>
                </a:solidFill>
              </a:rPr>
              <a:t>Các loại LAS trong gói LSU </a:t>
            </a:r>
          </a:p>
        </p:txBody>
      </p:sp>
      <p:sp>
        <p:nvSpPr>
          <p:cNvPr id="11" name="Title 1">
            <a:extLst>
              <a:ext uri="{FF2B5EF4-FFF2-40B4-BE49-F238E27FC236}">
                <a16:creationId xmlns:a16="http://schemas.microsoft.com/office/drawing/2014/main" id="{60F05328-55C1-49AF-A3F3-ECB8A8515DCE}"/>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6">
            <a:extLst>
              <a:ext uri="{FF2B5EF4-FFF2-40B4-BE49-F238E27FC236}">
                <a16:creationId xmlns:a16="http://schemas.microsoft.com/office/drawing/2014/main" id="{3EEE75D0-282F-466B-AC3A-0551341EC081}"/>
              </a:ext>
            </a:extLst>
          </p:cNvPr>
          <p:cNvSpPr>
            <a:spLocks noChangeArrowheads="1"/>
          </p:cNvSpPr>
          <p:nvPr/>
        </p:nvSpPr>
        <p:spPr bwMode="gray">
          <a:xfrm>
            <a:off x="437321" y="1079841"/>
            <a:ext cx="11326054" cy="2282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buFont typeface="Wingdings" panose="05000000000000000000" pitchFamily="2" charset="2"/>
              <a:buNone/>
            </a:pPr>
            <a:r>
              <a:rPr lang="en-US" altLang="en-US" dirty="0" err="1">
                <a:solidFill>
                  <a:schemeClr val="tx2"/>
                </a:solidFill>
              </a:rPr>
              <a:t>Cơ</a:t>
            </a:r>
            <a:r>
              <a:rPr lang="en-US" altLang="en-US" dirty="0">
                <a:solidFill>
                  <a:schemeClr val="tx2"/>
                </a:solidFill>
              </a:rPr>
              <a:t> </a:t>
            </a:r>
            <a:r>
              <a:rPr lang="en-US" altLang="en-US" dirty="0" err="1">
                <a:solidFill>
                  <a:schemeClr val="tx2"/>
                </a:solidFill>
              </a:rPr>
              <a:t>chế</a:t>
            </a:r>
            <a:r>
              <a:rPr lang="en-US" altLang="en-US" dirty="0">
                <a:solidFill>
                  <a:schemeClr val="tx2"/>
                </a:solidFill>
              </a:rPr>
              <a:t> </a:t>
            </a:r>
            <a:r>
              <a:rPr lang="en-US" altLang="en-US" dirty="0" err="1">
                <a:solidFill>
                  <a:schemeClr val="tx2"/>
                </a:solidFill>
              </a:rPr>
              <a:t>hoạt</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a:t>
            </a:r>
          </a:p>
          <a:p>
            <a:pPr algn="just"/>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 Link State Acknowledgment</a:t>
            </a:r>
          </a:p>
          <a:p>
            <a:pPr algn="just">
              <a:buNone/>
            </a:pPr>
            <a:r>
              <a:rPr lang="en-US" altLang="en-US" dirty="0" err="1">
                <a:solidFill>
                  <a:schemeClr val="tx2"/>
                </a:solidFill>
              </a:rPr>
              <a:t>Khi</a:t>
            </a:r>
            <a:r>
              <a:rPr lang="en-US" altLang="en-US" dirty="0">
                <a:solidFill>
                  <a:schemeClr val="tx2"/>
                </a:solidFill>
              </a:rPr>
              <a:t> </a:t>
            </a:r>
            <a:r>
              <a:rPr lang="en-US" altLang="en-US" dirty="0" err="1">
                <a:solidFill>
                  <a:schemeClr val="tx2"/>
                </a:solidFill>
              </a:rPr>
              <a:t>một</a:t>
            </a:r>
            <a:r>
              <a:rPr lang="en-US" altLang="en-US" dirty="0">
                <a:solidFill>
                  <a:schemeClr val="tx2"/>
                </a:solidFill>
              </a:rPr>
              <a:t> LSA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cập</a:t>
            </a:r>
            <a:r>
              <a:rPr lang="en-US" altLang="en-US" dirty="0">
                <a:solidFill>
                  <a:schemeClr val="tx2"/>
                </a:solidFill>
              </a:rPr>
              <a:t> </a:t>
            </a:r>
            <a:r>
              <a:rPr lang="en-US" altLang="en-US" dirty="0" err="1">
                <a:solidFill>
                  <a:schemeClr val="tx2"/>
                </a:solidFill>
              </a:rPr>
              <a:t>nhật</a:t>
            </a:r>
            <a:r>
              <a:rPr lang="en-US" altLang="en-US" dirty="0">
                <a:solidFill>
                  <a:schemeClr val="tx2"/>
                </a:solidFill>
              </a:rPr>
              <a:t>, header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bổ</a:t>
            </a:r>
            <a:r>
              <a:rPr lang="en-US" altLang="en-US" dirty="0">
                <a:solidFill>
                  <a:schemeClr val="tx2"/>
                </a:solidFill>
              </a:rPr>
              <a:t> sung </a:t>
            </a:r>
            <a:r>
              <a:rPr lang="en-US" altLang="en-US" dirty="0" err="1">
                <a:solidFill>
                  <a:schemeClr val="tx2"/>
                </a:solidFill>
              </a:rPr>
              <a:t>vào</a:t>
            </a:r>
            <a:r>
              <a:rPr lang="en-US" altLang="en-US" dirty="0">
                <a:solidFill>
                  <a:schemeClr val="tx2"/>
                </a:solidFill>
              </a:rPr>
              <a:t> </a:t>
            </a:r>
            <a:r>
              <a:rPr lang="en-US" altLang="en-US" dirty="0" err="1">
                <a:solidFill>
                  <a:schemeClr val="tx2"/>
                </a:solidFill>
              </a:rPr>
              <a:t>gói</a:t>
            </a:r>
            <a:r>
              <a:rPr lang="en-US" altLang="en-US" dirty="0">
                <a:solidFill>
                  <a:schemeClr val="tx2"/>
                </a:solidFill>
              </a:rPr>
              <a:t> Link State Acknowledgment. Sau </a:t>
            </a:r>
            <a:r>
              <a:rPr lang="en-US" altLang="en-US" dirty="0" err="1">
                <a:solidFill>
                  <a:schemeClr val="tx2"/>
                </a:solidFill>
              </a:rPr>
              <a:t>đó</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Link State Acknowledgment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phản</a:t>
            </a:r>
            <a:r>
              <a:rPr lang="en-US" altLang="en-US" dirty="0">
                <a:solidFill>
                  <a:schemeClr val="tx2"/>
                </a:solidFill>
              </a:rPr>
              <a:t> </a:t>
            </a:r>
            <a:r>
              <a:rPr lang="en-US" altLang="en-US" dirty="0" err="1">
                <a:solidFill>
                  <a:schemeClr val="tx2"/>
                </a:solidFill>
              </a:rPr>
              <a:t>hồi</a:t>
            </a:r>
            <a:r>
              <a:rPr lang="en-US" altLang="en-US" dirty="0">
                <a:solidFill>
                  <a:schemeClr val="tx2"/>
                </a:solidFill>
              </a:rPr>
              <a:t> </a:t>
            </a:r>
            <a:r>
              <a:rPr lang="en-US" altLang="en-US" dirty="0" err="1">
                <a:solidFill>
                  <a:schemeClr val="tx2"/>
                </a:solidFill>
              </a:rPr>
              <a:t>về</a:t>
            </a:r>
            <a:r>
              <a:rPr lang="en-US" altLang="en-US" dirty="0">
                <a:solidFill>
                  <a:schemeClr val="tx2"/>
                </a:solidFill>
              </a:rPr>
              <a:t> DR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xác</a:t>
            </a:r>
            <a:r>
              <a:rPr lang="en-US" altLang="en-US" dirty="0">
                <a:solidFill>
                  <a:schemeClr val="tx2"/>
                </a:solidFill>
              </a:rPr>
              <a:t> </a:t>
            </a:r>
            <a:r>
              <a:rPr lang="en-US" altLang="en-US" dirty="0" err="1">
                <a:solidFill>
                  <a:schemeClr val="tx2"/>
                </a:solidFill>
              </a:rPr>
              <a:t>nhận</a:t>
            </a:r>
            <a:r>
              <a:rPr lang="en-US" altLang="en-US" dirty="0">
                <a:solidFill>
                  <a:schemeClr val="tx2"/>
                </a:solidFill>
              </a:rPr>
              <a:t> </a:t>
            </a:r>
            <a:r>
              <a:rPr lang="en-US" altLang="en-US" dirty="0" err="1">
                <a:solidFill>
                  <a:schemeClr val="tx2"/>
                </a:solidFill>
              </a:rPr>
              <a:t>việc</a:t>
            </a:r>
            <a:r>
              <a:rPr lang="en-US" altLang="en-US" dirty="0">
                <a:solidFill>
                  <a:schemeClr val="tx2"/>
                </a:solidFill>
              </a:rPr>
              <a:t> </a:t>
            </a:r>
            <a:r>
              <a:rPr lang="en-US" altLang="en-US" dirty="0" err="1">
                <a:solidFill>
                  <a:schemeClr val="tx2"/>
                </a:solidFill>
              </a:rPr>
              <a:t>cập</a:t>
            </a:r>
            <a:r>
              <a:rPr lang="en-US" altLang="en-US" dirty="0">
                <a:solidFill>
                  <a:schemeClr val="tx2"/>
                </a:solidFill>
              </a:rPr>
              <a:t> </a:t>
            </a:r>
            <a:r>
              <a:rPr lang="en-US" altLang="en-US" dirty="0" err="1">
                <a:solidFill>
                  <a:schemeClr val="tx2"/>
                </a:solidFill>
              </a:rPr>
              <a:t>nhật</a:t>
            </a:r>
            <a:r>
              <a:rPr lang="en-US" altLang="en-US" dirty="0">
                <a:solidFill>
                  <a:schemeClr val="tx2"/>
                </a:solidFill>
              </a:rPr>
              <a:t> </a:t>
            </a:r>
            <a:r>
              <a:rPr lang="en-US" altLang="en-US" dirty="0" err="1">
                <a:solidFill>
                  <a:schemeClr val="tx2"/>
                </a:solidFill>
              </a:rPr>
              <a:t>đã</a:t>
            </a:r>
            <a:r>
              <a:rPr lang="en-US" altLang="en-US" dirty="0">
                <a:solidFill>
                  <a:schemeClr val="tx2"/>
                </a:solidFill>
              </a:rPr>
              <a:t> </a:t>
            </a:r>
            <a:r>
              <a:rPr lang="en-US" altLang="en-US" dirty="0" err="1">
                <a:solidFill>
                  <a:schemeClr val="tx2"/>
                </a:solidFill>
              </a:rPr>
              <a:t>thành</a:t>
            </a:r>
            <a:r>
              <a:rPr lang="en-US" altLang="en-US" dirty="0">
                <a:solidFill>
                  <a:schemeClr val="tx2"/>
                </a:solidFill>
              </a:rPr>
              <a:t> </a:t>
            </a:r>
            <a:r>
              <a:rPr lang="en-US" altLang="en-US" dirty="0" err="1">
                <a:solidFill>
                  <a:schemeClr val="tx2"/>
                </a:solidFill>
              </a:rPr>
              <a:t>công</a:t>
            </a:r>
            <a:r>
              <a:rPr lang="en-US" altLang="en-US" dirty="0">
                <a:solidFill>
                  <a:schemeClr val="tx2"/>
                </a:solidFill>
              </a:rPr>
              <a:t>.</a:t>
            </a:r>
          </a:p>
          <a:p>
            <a:pPr algn="just">
              <a:buNone/>
            </a:pPr>
            <a:r>
              <a:rPr lang="en-US" altLang="en-US" dirty="0">
                <a:solidFill>
                  <a:schemeClr val="tx2"/>
                </a:solidFill>
              </a:rPr>
              <a:t> </a:t>
            </a:r>
          </a:p>
          <a:p>
            <a:pPr algn="just" eaLnBrk="1" hangingPunct="1">
              <a:buFont typeface="Wingdings" panose="05000000000000000000" pitchFamily="2" charset="2"/>
              <a:buNone/>
            </a:pPr>
            <a:r>
              <a:rPr lang="en-US" altLang="en-US" dirty="0">
                <a:solidFill>
                  <a:schemeClr val="tx2"/>
                </a:solidFill>
              </a:rPr>
              <a:t> </a:t>
            </a:r>
          </a:p>
        </p:txBody>
      </p:sp>
      <p:sp>
        <p:nvSpPr>
          <p:cNvPr id="84996" name="Rectangle 7">
            <a:extLst>
              <a:ext uri="{FF2B5EF4-FFF2-40B4-BE49-F238E27FC236}">
                <a16:creationId xmlns:a16="http://schemas.microsoft.com/office/drawing/2014/main" id="{75A1195F-69D5-46A8-A448-F1DED1246092}"/>
              </a:ext>
            </a:extLst>
          </p:cNvPr>
          <p:cNvSpPr>
            <a:spLocks noChangeArrowheads="1"/>
          </p:cNvSpPr>
          <p:nvPr/>
        </p:nvSpPr>
        <p:spPr bwMode="gray">
          <a:xfrm>
            <a:off x="2400300" y="2089150"/>
            <a:ext cx="7962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endParaRPr lang="en-US" altLang="en-US" dirty="0">
              <a:solidFill>
                <a:schemeClr val="tx2"/>
              </a:solidFill>
            </a:endParaRPr>
          </a:p>
        </p:txBody>
      </p:sp>
      <p:pic>
        <p:nvPicPr>
          <p:cNvPr id="84998" name="Picture 12" descr="untitled">
            <a:extLst>
              <a:ext uri="{FF2B5EF4-FFF2-40B4-BE49-F238E27FC236}">
                <a16:creationId xmlns:a16="http://schemas.microsoft.com/office/drawing/2014/main" id="{C16BACF9-7B1B-40E2-B215-AACA44A9BA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2173" y="3201646"/>
            <a:ext cx="6529580" cy="3027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9" name="Text Box 13">
            <a:extLst>
              <a:ext uri="{FF2B5EF4-FFF2-40B4-BE49-F238E27FC236}">
                <a16:creationId xmlns:a16="http://schemas.microsoft.com/office/drawing/2014/main" id="{15706320-904A-4F6F-904C-EF162022CDD5}"/>
              </a:ext>
            </a:extLst>
          </p:cNvPr>
          <p:cNvSpPr txBox="1">
            <a:spLocks noChangeArrowheads="1"/>
          </p:cNvSpPr>
          <p:nvPr/>
        </p:nvSpPr>
        <p:spPr bwMode="auto">
          <a:xfrm>
            <a:off x="3281363" y="6338888"/>
            <a:ext cx="5791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solidFill>
                  <a:schemeClr val="tx2"/>
                </a:solidFill>
              </a:rPr>
              <a:t>Cấu trúc gói OSPF Link State Acknowledgement </a:t>
            </a:r>
          </a:p>
        </p:txBody>
      </p:sp>
      <p:sp>
        <p:nvSpPr>
          <p:cNvPr id="11" name="Title 1">
            <a:extLst>
              <a:ext uri="{FF2B5EF4-FFF2-40B4-BE49-F238E27FC236}">
                <a16:creationId xmlns:a16="http://schemas.microsoft.com/office/drawing/2014/main" id="{00DF9C7A-F3AE-4031-B51B-49343C4ADA48}"/>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6">
            <a:extLst>
              <a:ext uri="{FF2B5EF4-FFF2-40B4-BE49-F238E27FC236}">
                <a16:creationId xmlns:a16="http://schemas.microsoft.com/office/drawing/2014/main" id="{C7D55727-7197-4B39-A42B-2DCF1D7B36FE}"/>
              </a:ext>
            </a:extLst>
          </p:cNvPr>
          <p:cNvSpPr>
            <a:spLocks noChangeArrowheads="1"/>
          </p:cNvSpPr>
          <p:nvPr/>
        </p:nvSpPr>
        <p:spPr bwMode="gray">
          <a:xfrm>
            <a:off x="437321" y="1056823"/>
            <a:ext cx="662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a:solidFill>
                  <a:schemeClr val="tx2"/>
                </a:solidFill>
              </a:rPr>
              <a:t>Metric </a:t>
            </a:r>
            <a:r>
              <a:rPr lang="en-US" altLang="en-US" dirty="0" err="1">
                <a:solidFill>
                  <a:schemeClr val="tx2"/>
                </a:solidFill>
              </a:rPr>
              <a:t>của</a:t>
            </a:r>
            <a:r>
              <a:rPr lang="en-US" altLang="en-US" dirty="0">
                <a:solidFill>
                  <a:schemeClr val="tx2"/>
                </a:solidFill>
              </a:rPr>
              <a:t> OSPF </a:t>
            </a:r>
          </a:p>
        </p:txBody>
      </p:sp>
      <p:sp>
        <p:nvSpPr>
          <p:cNvPr id="86020" name="Text Box 11">
            <a:extLst>
              <a:ext uri="{FF2B5EF4-FFF2-40B4-BE49-F238E27FC236}">
                <a16:creationId xmlns:a16="http://schemas.microsoft.com/office/drawing/2014/main" id="{8D4F3C81-44AA-4375-ADF8-2B342A459004}"/>
              </a:ext>
            </a:extLst>
          </p:cNvPr>
          <p:cNvSpPr txBox="1">
            <a:spLocks noChangeArrowheads="1"/>
          </p:cNvSpPr>
          <p:nvPr/>
        </p:nvSpPr>
        <p:spPr bwMode="auto">
          <a:xfrm>
            <a:off x="437321" y="1674813"/>
            <a:ext cx="11459404" cy="390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dirty="0" err="1">
                <a:solidFill>
                  <a:schemeClr val="tx2"/>
                </a:solidFill>
              </a:rPr>
              <a:t>Giá</a:t>
            </a:r>
            <a:r>
              <a:rPr lang="en-US" altLang="en-US" dirty="0">
                <a:solidFill>
                  <a:schemeClr val="tx2"/>
                </a:solidFill>
              </a:rPr>
              <a:t> </a:t>
            </a:r>
            <a:r>
              <a:rPr lang="en-US" altLang="en-US" dirty="0" err="1">
                <a:solidFill>
                  <a:schemeClr val="tx2"/>
                </a:solidFill>
              </a:rPr>
              <a:t>trị</a:t>
            </a:r>
            <a:r>
              <a:rPr lang="en-US" altLang="en-US" dirty="0">
                <a:solidFill>
                  <a:schemeClr val="tx2"/>
                </a:solidFill>
              </a:rPr>
              <a:t> </a:t>
            </a:r>
            <a:r>
              <a:rPr lang="en-US" altLang="en-US" dirty="0" err="1">
                <a:solidFill>
                  <a:schemeClr val="tx2"/>
                </a:solidFill>
              </a:rPr>
              <a:t>cơ</a:t>
            </a:r>
            <a:r>
              <a:rPr lang="en-US" altLang="en-US" dirty="0">
                <a:solidFill>
                  <a:schemeClr val="tx2"/>
                </a:solidFill>
              </a:rPr>
              <a:t> </a:t>
            </a:r>
            <a:r>
              <a:rPr lang="en-US" altLang="en-US" dirty="0" err="1">
                <a:solidFill>
                  <a:schemeClr val="tx2"/>
                </a:solidFill>
              </a:rPr>
              <a:t>sở</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 </a:t>
            </a:r>
            <a:r>
              <a:rPr lang="en-US" altLang="en-US" dirty="0" err="1">
                <a:solidFill>
                  <a:schemeClr val="tx2"/>
                </a:solidFill>
              </a:rPr>
              <a:t>lựa</a:t>
            </a:r>
            <a:r>
              <a:rPr lang="en-US" altLang="en-US" dirty="0">
                <a:solidFill>
                  <a:schemeClr val="tx2"/>
                </a:solidFill>
              </a:rPr>
              <a:t> </a:t>
            </a:r>
            <a:r>
              <a:rPr lang="en-US" altLang="en-US" dirty="0" err="1">
                <a:solidFill>
                  <a:schemeClr val="tx2"/>
                </a:solidFill>
              </a:rPr>
              <a:t>chọn</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đi</a:t>
            </a:r>
            <a:r>
              <a:rPr lang="en-US" altLang="en-US" dirty="0">
                <a:solidFill>
                  <a:schemeClr val="tx2"/>
                </a:solidFill>
              </a:rPr>
              <a:t> </a:t>
            </a:r>
            <a:r>
              <a:rPr lang="en-US" altLang="en-US" dirty="0" err="1">
                <a:solidFill>
                  <a:schemeClr val="tx2"/>
                </a:solidFill>
              </a:rPr>
              <a:t>là</a:t>
            </a:r>
            <a:r>
              <a:rPr lang="en-US" altLang="en-US" dirty="0">
                <a:solidFill>
                  <a:schemeClr val="tx2"/>
                </a:solidFill>
              </a:rPr>
              <a:t> COST. </a:t>
            </a:r>
            <a:r>
              <a:rPr lang="en-US" altLang="en-US" dirty="0" err="1">
                <a:solidFill>
                  <a:schemeClr val="tx2"/>
                </a:solidFill>
              </a:rPr>
              <a:t>Giá</a:t>
            </a:r>
            <a:r>
              <a:rPr lang="en-US" altLang="en-US" dirty="0">
                <a:solidFill>
                  <a:schemeClr val="tx2"/>
                </a:solidFill>
              </a:rPr>
              <a:t> </a:t>
            </a:r>
            <a:r>
              <a:rPr lang="en-US" altLang="en-US" dirty="0" err="1">
                <a:solidFill>
                  <a:schemeClr val="tx2"/>
                </a:solidFill>
              </a:rPr>
              <a:t>trị</a:t>
            </a:r>
            <a:r>
              <a:rPr lang="en-US" altLang="en-US" dirty="0">
                <a:solidFill>
                  <a:schemeClr val="tx2"/>
                </a:solidFill>
              </a:rPr>
              <a:t> COST </a:t>
            </a:r>
            <a:r>
              <a:rPr lang="en-US" altLang="en-US" dirty="0" err="1">
                <a:solidFill>
                  <a:schemeClr val="tx2"/>
                </a:solidFill>
              </a:rPr>
              <a:t>càng</a:t>
            </a:r>
            <a:r>
              <a:rPr lang="en-US" altLang="en-US" dirty="0">
                <a:solidFill>
                  <a:schemeClr val="tx2"/>
                </a:solidFill>
              </a:rPr>
              <a:t> </a:t>
            </a:r>
            <a:r>
              <a:rPr lang="en-US" altLang="en-US" dirty="0" err="1">
                <a:solidFill>
                  <a:schemeClr val="tx2"/>
                </a:solidFill>
              </a:rPr>
              <a:t>nhỏ</a:t>
            </a:r>
            <a:r>
              <a:rPr lang="en-US" altLang="en-US" dirty="0">
                <a:solidFill>
                  <a:schemeClr val="tx2"/>
                </a:solidFill>
              </a:rPr>
              <a:t> </a:t>
            </a:r>
            <a:r>
              <a:rPr lang="en-US" altLang="en-US" dirty="0" err="1">
                <a:solidFill>
                  <a:schemeClr val="tx2"/>
                </a:solidFill>
              </a:rPr>
              <a:t>thì</a:t>
            </a:r>
            <a:r>
              <a:rPr lang="en-US" altLang="en-US" dirty="0">
                <a:solidFill>
                  <a:schemeClr val="tx2"/>
                </a:solidFill>
              </a:rPr>
              <a:t> </a:t>
            </a:r>
            <a:r>
              <a:rPr lang="en-US" altLang="en-US" dirty="0" err="1">
                <a:solidFill>
                  <a:schemeClr val="tx2"/>
                </a:solidFill>
              </a:rPr>
              <a:t>càng</a:t>
            </a:r>
            <a:r>
              <a:rPr lang="en-US" altLang="en-US" dirty="0">
                <a:solidFill>
                  <a:schemeClr val="tx2"/>
                </a:solidFill>
              </a:rPr>
              <a:t> </a:t>
            </a:r>
            <a:r>
              <a:rPr lang="en-US" altLang="en-US" dirty="0" err="1">
                <a:solidFill>
                  <a:schemeClr val="tx2"/>
                </a:solidFill>
              </a:rPr>
              <a:t>tốt</a:t>
            </a:r>
            <a:r>
              <a:rPr lang="en-US" altLang="en-US" dirty="0">
                <a:solidFill>
                  <a:schemeClr val="tx2"/>
                </a:solidFill>
              </a:rPr>
              <a:t>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tính</a:t>
            </a:r>
            <a:r>
              <a:rPr lang="en-US" altLang="en-US" dirty="0">
                <a:solidFill>
                  <a:schemeClr val="tx2"/>
                </a:solidFill>
              </a:rPr>
              <a:t> </a:t>
            </a:r>
            <a:r>
              <a:rPr lang="en-US" altLang="en-US" dirty="0" err="1">
                <a:solidFill>
                  <a:schemeClr val="tx2"/>
                </a:solidFill>
              </a:rPr>
              <a:t>theo</a:t>
            </a:r>
            <a:r>
              <a:rPr lang="en-US" altLang="en-US" dirty="0">
                <a:solidFill>
                  <a:schemeClr val="tx2"/>
                </a:solidFill>
              </a:rPr>
              <a:t> </a:t>
            </a:r>
            <a:r>
              <a:rPr lang="en-US" altLang="en-US" dirty="0" err="1">
                <a:solidFill>
                  <a:schemeClr val="tx2"/>
                </a:solidFill>
              </a:rPr>
              <a:t>công</a:t>
            </a:r>
            <a:r>
              <a:rPr lang="en-US" altLang="en-US" dirty="0">
                <a:solidFill>
                  <a:schemeClr val="tx2"/>
                </a:solidFill>
              </a:rPr>
              <a:t> </a:t>
            </a:r>
            <a:r>
              <a:rPr lang="en-US" altLang="en-US" dirty="0" err="1">
                <a:solidFill>
                  <a:schemeClr val="tx2"/>
                </a:solidFill>
              </a:rPr>
              <a:t>thức</a:t>
            </a:r>
            <a:r>
              <a:rPr lang="en-US" altLang="en-US" dirty="0">
                <a:solidFill>
                  <a:schemeClr val="tx2"/>
                </a:solidFill>
              </a:rPr>
              <a:t>:</a:t>
            </a:r>
            <a:endParaRPr lang="en-US" altLang="en-US" i="1" dirty="0">
              <a:solidFill>
                <a:schemeClr val="tx2"/>
              </a:solidFill>
            </a:endParaRPr>
          </a:p>
          <a:p>
            <a:pPr algn="ctr" eaLnBrk="1" hangingPunct="1">
              <a:lnSpc>
                <a:spcPct val="150000"/>
              </a:lnSpc>
              <a:spcBef>
                <a:spcPct val="0"/>
              </a:spcBef>
              <a:buClrTx/>
              <a:buFontTx/>
              <a:buNone/>
            </a:pPr>
            <a:r>
              <a:rPr lang="en-US" altLang="en-US" i="1" dirty="0">
                <a:solidFill>
                  <a:schemeClr val="tx2"/>
                </a:solidFill>
              </a:rPr>
              <a:t>108/ bandwidth</a:t>
            </a:r>
            <a:endParaRPr lang="en-US" altLang="en-US" dirty="0">
              <a:solidFill>
                <a:schemeClr val="tx2"/>
              </a:solidFill>
            </a:endParaRPr>
          </a:p>
          <a:p>
            <a:pPr eaLnBrk="1" hangingPunct="1">
              <a:lnSpc>
                <a:spcPct val="150000"/>
              </a:lnSpc>
              <a:spcBef>
                <a:spcPct val="0"/>
              </a:spcBef>
              <a:buClrTx/>
              <a:buFontTx/>
              <a:buNone/>
            </a:pPr>
            <a:r>
              <a:rPr lang="en-US" altLang="en-US" dirty="0" err="1">
                <a:solidFill>
                  <a:schemeClr val="tx2"/>
                </a:solidFill>
              </a:rPr>
              <a:t>Băng</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mặc</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là</a:t>
            </a:r>
            <a:r>
              <a:rPr lang="en-US" altLang="en-US" dirty="0">
                <a:solidFill>
                  <a:schemeClr val="tx2"/>
                </a:solidFill>
              </a:rPr>
              <a:t> 108 Mbps, </a:t>
            </a:r>
            <a:r>
              <a:rPr lang="en-US" altLang="en-US" dirty="0" err="1">
                <a:solidFill>
                  <a:schemeClr val="tx2"/>
                </a:solidFill>
              </a:rPr>
              <a:t>giá</a:t>
            </a:r>
            <a:r>
              <a:rPr lang="en-US" altLang="en-US" dirty="0">
                <a:solidFill>
                  <a:schemeClr val="tx2"/>
                </a:solidFill>
              </a:rPr>
              <a:t> </a:t>
            </a:r>
            <a:r>
              <a:rPr lang="en-US" altLang="en-US" dirty="0" err="1">
                <a:solidFill>
                  <a:schemeClr val="tx2"/>
                </a:solidFill>
              </a:rPr>
              <a:t>trị</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thể</a:t>
            </a:r>
            <a:r>
              <a:rPr lang="en-US" altLang="en-US" dirty="0">
                <a:solidFill>
                  <a:schemeClr val="tx2"/>
                </a:solidFill>
              </a:rPr>
              <a:t> </a:t>
            </a:r>
            <a:r>
              <a:rPr lang="en-US" altLang="en-US" dirty="0" err="1">
                <a:solidFill>
                  <a:schemeClr val="tx2"/>
                </a:solidFill>
              </a:rPr>
              <a:t>thay</a:t>
            </a:r>
            <a:r>
              <a:rPr lang="en-US" altLang="en-US" dirty="0">
                <a:solidFill>
                  <a:schemeClr val="tx2"/>
                </a:solidFill>
              </a:rPr>
              <a:t> </a:t>
            </a:r>
            <a:r>
              <a:rPr lang="en-US" altLang="en-US" dirty="0" err="1">
                <a:solidFill>
                  <a:schemeClr val="tx2"/>
                </a:solidFill>
              </a:rPr>
              <a:t>đổi</a:t>
            </a:r>
            <a:r>
              <a:rPr lang="en-US" altLang="en-US" dirty="0">
                <a:solidFill>
                  <a:schemeClr val="tx2"/>
                </a:solidFill>
              </a:rPr>
              <a:t> </a:t>
            </a:r>
            <a:r>
              <a:rPr lang="en-US" altLang="en-US" dirty="0" err="1">
                <a:solidFill>
                  <a:schemeClr val="tx2"/>
                </a:solidFill>
              </a:rPr>
              <a:t>nhờ</a:t>
            </a:r>
            <a:r>
              <a:rPr lang="en-US" altLang="en-US" dirty="0">
                <a:solidFill>
                  <a:schemeClr val="tx2"/>
                </a:solidFill>
              </a:rPr>
              <a:t> </a:t>
            </a:r>
            <a:r>
              <a:rPr lang="en-US" altLang="en-US" dirty="0" err="1">
                <a:solidFill>
                  <a:schemeClr val="tx2"/>
                </a:solidFill>
              </a:rPr>
              <a:t>lệnh</a:t>
            </a:r>
            <a:endParaRPr lang="en-US" altLang="en-US" i="1" dirty="0">
              <a:solidFill>
                <a:schemeClr val="tx2"/>
              </a:solidFill>
            </a:endParaRPr>
          </a:p>
          <a:p>
            <a:pPr algn="ctr" eaLnBrk="1" hangingPunct="1">
              <a:lnSpc>
                <a:spcPct val="150000"/>
              </a:lnSpc>
              <a:spcBef>
                <a:spcPct val="0"/>
              </a:spcBef>
              <a:buClrTx/>
              <a:buFontTx/>
              <a:buNone/>
            </a:pPr>
            <a:r>
              <a:rPr lang="en-US" altLang="en-US" i="1" dirty="0">
                <a:solidFill>
                  <a:schemeClr val="tx2"/>
                </a:solidFill>
              </a:rPr>
              <a:t>Auto-cost reference-bandwidth</a:t>
            </a:r>
            <a:endParaRPr lang="en-US" altLang="en-US" dirty="0">
              <a:solidFill>
                <a:schemeClr val="tx2"/>
              </a:solidFill>
            </a:endParaRPr>
          </a:p>
          <a:p>
            <a:pPr eaLnBrk="1" hangingPunct="1">
              <a:lnSpc>
                <a:spcPct val="150000"/>
              </a:lnSpc>
              <a:spcBef>
                <a:spcPct val="0"/>
              </a:spcBef>
              <a:buClrTx/>
              <a:buFontTx/>
              <a:buNone/>
            </a:pPr>
            <a:r>
              <a:rPr lang="en-US" altLang="en-US" dirty="0">
                <a:solidFill>
                  <a:schemeClr val="tx2"/>
                </a:solidFill>
              </a:rPr>
              <a:t>COST </a:t>
            </a:r>
            <a:r>
              <a:rPr lang="en-US" altLang="en-US" dirty="0" err="1">
                <a:solidFill>
                  <a:schemeClr val="tx2"/>
                </a:solidFill>
              </a:rPr>
              <a:t>của</a:t>
            </a:r>
            <a:r>
              <a:rPr lang="en-US" altLang="en-US" dirty="0">
                <a:solidFill>
                  <a:schemeClr val="tx2"/>
                </a:solidFill>
              </a:rPr>
              <a:t> 1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giá</a:t>
            </a:r>
            <a:r>
              <a:rPr lang="en-US" altLang="en-US" dirty="0">
                <a:solidFill>
                  <a:schemeClr val="tx2"/>
                </a:solidFill>
              </a:rPr>
              <a:t> </a:t>
            </a:r>
            <a:r>
              <a:rPr lang="en-US" altLang="en-US" dirty="0" err="1">
                <a:solidFill>
                  <a:schemeClr val="tx2"/>
                </a:solidFill>
              </a:rPr>
              <a:t>trị</a:t>
            </a:r>
            <a:r>
              <a:rPr lang="en-US" altLang="en-US" dirty="0">
                <a:solidFill>
                  <a:schemeClr val="tx2"/>
                </a:solidFill>
              </a:rPr>
              <a:t> </a:t>
            </a:r>
            <a:r>
              <a:rPr lang="en-US" altLang="en-US" dirty="0" err="1">
                <a:solidFill>
                  <a:schemeClr val="tx2"/>
                </a:solidFill>
              </a:rPr>
              <a:t>tích</a:t>
            </a:r>
            <a:r>
              <a:rPr lang="en-US" altLang="en-US" dirty="0">
                <a:solidFill>
                  <a:schemeClr val="tx2"/>
                </a:solidFill>
              </a:rPr>
              <a:t> </a:t>
            </a:r>
            <a:r>
              <a:rPr lang="en-US" altLang="en-US" dirty="0" err="1">
                <a:solidFill>
                  <a:schemeClr val="tx2"/>
                </a:solidFill>
              </a:rPr>
              <a:t>lũy</a:t>
            </a:r>
            <a:r>
              <a:rPr lang="en-US" altLang="en-US" dirty="0">
                <a:solidFill>
                  <a:schemeClr val="tx2"/>
                </a:solidFill>
              </a:rPr>
              <a:t> </a:t>
            </a:r>
            <a:r>
              <a:rPr lang="en-US" altLang="en-US" dirty="0" err="1">
                <a:solidFill>
                  <a:schemeClr val="tx2"/>
                </a:solidFill>
              </a:rPr>
              <a:t>từ</a:t>
            </a:r>
            <a:r>
              <a:rPr lang="en-US" altLang="en-US" dirty="0">
                <a:solidFill>
                  <a:schemeClr val="tx2"/>
                </a:solidFill>
              </a:rPr>
              <a:t> 1 router </a:t>
            </a:r>
            <a:r>
              <a:rPr lang="en-US" altLang="en-US" dirty="0" err="1">
                <a:solidFill>
                  <a:schemeClr val="tx2"/>
                </a:solidFill>
              </a:rPr>
              <a:t>đến</a:t>
            </a:r>
            <a:r>
              <a:rPr lang="en-US" altLang="en-US" dirty="0">
                <a:solidFill>
                  <a:schemeClr val="tx2"/>
                </a:solidFill>
              </a:rPr>
              <a:t> router </a:t>
            </a:r>
            <a:r>
              <a:rPr lang="en-US" altLang="en-US" dirty="0" err="1">
                <a:solidFill>
                  <a:schemeClr val="tx2"/>
                </a:solidFill>
              </a:rPr>
              <a:t>kế</a:t>
            </a:r>
            <a:r>
              <a:rPr lang="en-US" altLang="en-US" dirty="0">
                <a:solidFill>
                  <a:schemeClr val="tx2"/>
                </a:solidFill>
              </a:rPr>
              <a:t> </a:t>
            </a:r>
            <a:r>
              <a:rPr lang="en-US" altLang="en-US" dirty="0" err="1">
                <a:solidFill>
                  <a:schemeClr val="tx2"/>
                </a:solidFill>
              </a:rPr>
              <a:t>tiếp</a:t>
            </a:r>
            <a:r>
              <a:rPr lang="en-US" altLang="en-US" dirty="0">
                <a:solidFill>
                  <a:schemeClr val="tx2"/>
                </a:solidFill>
              </a:rPr>
              <a:t> </a:t>
            </a:r>
            <a:r>
              <a:rPr lang="en-US" altLang="en-US" dirty="0" err="1">
                <a:solidFill>
                  <a:schemeClr val="tx2"/>
                </a:solidFill>
              </a:rPr>
              <a:t>cho</a:t>
            </a:r>
            <a:r>
              <a:rPr lang="en-US" altLang="en-US" dirty="0">
                <a:solidFill>
                  <a:schemeClr val="tx2"/>
                </a:solidFill>
              </a:rPr>
              <a:t> </a:t>
            </a:r>
            <a:r>
              <a:rPr lang="en-US" altLang="en-US" dirty="0" err="1">
                <a:solidFill>
                  <a:schemeClr val="tx2"/>
                </a:solidFill>
              </a:rPr>
              <a:t>tới</a:t>
            </a:r>
            <a:r>
              <a:rPr lang="en-US" altLang="en-US" dirty="0">
                <a:solidFill>
                  <a:schemeClr val="tx2"/>
                </a:solidFill>
              </a:rPr>
              <a:t> </a:t>
            </a:r>
            <a:r>
              <a:rPr lang="en-US" altLang="en-US" dirty="0" err="1">
                <a:solidFill>
                  <a:schemeClr val="tx2"/>
                </a:solidFill>
              </a:rPr>
              <a:t>khi</a:t>
            </a:r>
            <a:r>
              <a:rPr lang="en-US" altLang="en-US" dirty="0">
                <a:solidFill>
                  <a:schemeClr val="tx2"/>
                </a:solidFill>
              </a:rPr>
              <a:t> </a:t>
            </a:r>
            <a:r>
              <a:rPr lang="en-US" altLang="en-US" dirty="0" err="1">
                <a:solidFill>
                  <a:schemeClr val="tx2"/>
                </a:solidFill>
              </a:rPr>
              <a:t>đến</a:t>
            </a:r>
            <a:r>
              <a:rPr lang="en-US" altLang="en-US" dirty="0">
                <a:solidFill>
                  <a:schemeClr val="tx2"/>
                </a:solidFill>
              </a:rPr>
              <a:t> </a:t>
            </a:r>
            <a:r>
              <a:rPr lang="en-US" altLang="en-US" dirty="0" err="1">
                <a:solidFill>
                  <a:schemeClr val="tx2"/>
                </a:solidFill>
              </a:rPr>
              <a:t>đích</a:t>
            </a:r>
            <a:r>
              <a:rPr lang="en-US" altLang="en-US" dirty="0">
                <a:solidFill>
                  <a:schemeClr val="tx2"/>
                </a:solidFill>
              </a:rPr>
              <a:t>. </a:t>
            </a:r>
          </a:p>
        </p:txBody>
      </p:sp>
      <p:sp>
        <p:nvSpPr>
          <p:cNvPr id="8" name="Title 1">
            <a:extLst>
              <a:ext uri="{FF2B5EF4-FFF2-40B4-BE49-F238E27FC236}">
                <a16:creationId xmlns:a16="http://schemas.microsoft.com/office/drawing/2014/main" id="{0EA52D7B-FE0D-41A2-B381-302878E8F970}"/>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6">
            <a:extLst>
              <a:ext uri="{FF2B5EF4-FFF2-40B4-BE49-F238E27FC236}">
                <a16:creationId xmlns:a16="http://schemas.microsoft.com/office/drawing/2014/main" id="{FDB360E9-9818-48E2-9D73-4E97B10E6ABD}"/>
              </a:ext>
            </a:extLst>
          </p:cNvPr>
          <p:cNvSpPr>
            <a:spLocks noChangeArrowheads="1"/>
          </p:cNvSpPr>
          <p:nvPr/>
        </p:nvSpPr>
        <p:spPr bwMode="gray">
          <a:xfrm>
            <a:off x="437321" y="1162050"/>
            <a:ext cx="662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Cấu</a:t>
            </a:r>
            <a:r>
              <a:rPr lang="en-US" altLang="en-US" dirty="0">
                <a:solidFill>
                  <a:schemeClr val="tx2"/>
                </a:solidFill>
              </a:rPr>
              <a:t> </a:t>
            </a:r>
            <a:r>
              <a:rPr lang="en-US" altLang="en-US" dirty="0" err="1">
                <a:solidFill>
                  <a:schemeClr val="tx2"/>
                </a:solidFill>
              </a:rPr>
              <a:t>hình</a:t>
            </a:r>
            <a:r>
              <a:rPr lang="en-US" altLang="en-US" dirty="0">
                <a:solidFill>
                  <a:schemeClr val="tx2"/>
                </a:solidFill>
              </a:rPr>
              <a:t> router </a:t>
            </a:r>
            <a:r>
              <a:rPr lang="en-US" altLang="en-US" dirty="0" err="1">
                <a:solidFill>
                  <a:schemeClr val="tx2"/>
                </a:solidFill>
              </a:rPr>
              <a:t>chạy</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 </a:t>
            </a:r>
          </a:p>
        </p:txBody>
      </p:sp>
      <p:sp>
        <p:nvSpPr>
          <p:cNvPr id="87044" name="Text Box 8">
            <a:extLst>
              <a:ext uri="{FF2B5EF4-FFF2-40B4-BE49-F238E27FC236}">
                <a16:creationId xmlns:a16="http://schemas.microsoft.com/office/drawing/2014/main" id="{A37F3959-11AA-468D-BC1C-2D729C9CE844}"/>
              </a:ext>
            </a:extLst>
          </p:cNvPr>
          <p:cNvSpPr txBox="1">
            <a:spLocks noChangeArrowheads="1"/>
          </p:cNvSpPr>
          <p:nvPr/>
        </p:nvSpPr>
        <p:spPr bwMode="auto">
          <a:xfrm>
            <a:off x="437321" y="1619250"/>
            <a:ext cx="11440354" cy="390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dirty="0" err="1">
                <a:solidFill>
                  <a:schemeClr val="tx2"/>
                </a:solidFill>
              </a:rPr>
              <a:t>Để</a:t>
            </a:r>
            <a:r>
              <a:rPr lang="en-US" altLang="en-US" dirty="0">
                <a:solidFill>
                  <a:schemeClr val="tx2"/>
                </a:solidFill>
              </a:rPr>
              <a:t> </a:t>
            </a:r>
            <a:r>
              <a:rPr lang="en-US" altLang="en-US" dirty="0" err="1">
                <a:solidFill>
                  <a:schemeClr val="tx2"/>
                </a:solidFill>
              </a:rPr>
              <a:t>cấu</a:t>
            </a:r>
            <a:r>
              <a:rPr lang="en-US" altLang="en-US" dirty="0">
                <a:solidFill>
                  <a:schemeClr val="tx2"/>
                </a:solidFill>
              </a:rPr>
              <a:t> </a:t>
            </a:r>
            <a:r>
              <a:rPr lang="en-US" altLang="en-US" dirty="0" err="1">
                <a:solidFill>
                  <a:schemeClr val="tx2"/>
                </a:solidFill>
              </a:rPr>
              <a:t>hình</a:t>
            </a:r>
            <a:r>
              <a:rPr lang="en-US" altLang="en-US" dirty="0">
                <a:solidFill>
                  <a:schemeClr val="tx2"/>
                </a:solidFill>
              </a:rPr>
              <a:t> </a:t>
            </a:r>
            <a:r>
              <a:rPr lang="en-US" altLang="en-US" dirty="0" err="1">
                <a:solidFill>
                  <a:schemeClr val="tx2"/>
                </a:solidFill>
              </a:rPr>
              <a:t>một</a:t>
            </a:r>
            <a:r>
              <a:rPr lang="en-US" altLang="en-US" dirty="0">
                <a:solidFill>
                  <a:schemeClr val="tx2"/>
                </a:solidFill>
              </a:rPr>
              <a:t> router </a:t>
            </a:r>
            <a:r>
              <a:rPr lang="en-US" altLang="en-US" dirty="0" err="1">
                <a:solidFill>
                  <a:schemeClr val="tx2"/>
                </a:solidFill>
              </a:rPr>
              <a:t>sử</a:t>
            </a:r>
            <a:r>
              <a:rPr lang="en-US" altLang="en-US" dirty="0">
                <a:solidFill>
                  <a:schemeClr val="tx2"/>
                </a:solidFill>
              </a:rPr>
              <a:t> </a:t>
            </a:r>
            <a:r>
              <a:rPr lang="en-US" altLang="en-US" dirty="0" err="1">
                <a:solidFill>
                  <a:schemeClr val="tx2"/>
                </a:solidFill>
              </a:rPr>
              <a:t>dụng</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 ta </a:t>
            </a:r>
            <a:r>
              <a:rPr lang="en-US" altLang="en-US" dirty="0" err="1">
                <a:solidFill>
                  <a:schemeClr val="tx2"/>
                </a:solidFill>
              </a:rPr>
              <a:t>dùng</a:t>
            </a:r>
            <a:r>
              <a:rPr lang="en-US" altLang="en-US" dirty="0">
                <a:solidFill>
                  <a:schemeClr val="tx2"/>
                </a:solidFill>
              </a:rPr>
              <a:t> </a:t>
            </a:r>
            <a:r>
              <a:rPr lang="en-US" altLang="en-US" dirty="0" err="1">
                <a:solidFill>
                  <a:schemeClr val="tx2"/>
                </a:solidFill>
              </a:rPr>
              <a:t>lệnh</a:t>
            </a:r>
            <a:endParaRPr lang="en-US" altLang="en-US" i="1" dirty="0">
              <a:solidFill>
                <a:schemeClr val="tx2"/>
              </a:solidFill>
            </a:endParaRPr>
          </a:p>
          <a:p>
            <a:pPr algn="ctr" eaLnBrk="1" hangingPunct="1">
              <a:lnSpc>
                <a:spcPct val="150000"/>
              </a:lnSpc>
              <a:spcBef>
                <a:spcPct val="0"/>
              </a:spcBef>
              <a:buClrTx/>
              <a:buFontTx/>
              <a:buNone/>
            </a:pPr>
            <a:r>
              <a:rPr lang="en-US" altLang="en-US" i="1" dirty="0">
                <a:solidFill>
                  <a:schemeClr val="tx2"/>
                </a:solidFill>
              </a:rPr>
              <a:t>Router(config)#router </a:t>
            </a:r>
            <a:r>
              <a:rPr lang="en-US" altLang="en-US" i="1" dirty="0" err="1">
                <a:solidFill>
                  <a:schemeClr val="tx2"/>
                </a:solidFill>
              </a:rPr>
              <a:t>ospf</a:t>
            </a:r>
            <a:r>
              <a:rPr lang="en-US" altLang="en-US" i="1" dirty="0">
                <a:solidFill>
                  <a:schemeClr val="tx2"/>
                </a:solidFill>
              </a:rPr>
              <a:t> </a:t>
            </a:r>
            <a:r>
              <a:rPr lang="en-US" altLang="en-US" i="1" dirty="0" err="1">
                <a:solidFill>
                  <a:schemeClr val="tx2"/>
                </a:solidFill>
              </a:rPr>
              <a:t>process_id</a:t>
            </a:r>
            <a:endParaRPr lang="en-US" altLang="en-US" i="1" dirty="0">
              <a:solidFill>
                <a:schemeClr val="tx2"/>
              </a:solidFill>
            </a:endParaRPr>
          </a:p>
          <a:p>
            <a:pPr eaLnBrk="1" hangingPunct="1">
              <a:lnSpc>
                <a:spcPct val="150000"/>
              </a:lnSpc>
              <a:spcBef>
                <a:spcPct val="0"/>
              </a:spcBef>
              <a:buClrTx/>
              <a:buFontTx/>
              <a:buNone/>
            </a:pPr>
            <a:r>
              <a:rPr lang="en-US" altLang="en-US" i="1" dirty="0" err="1">
                <a:solidFill>
                  <a:schemeClr val="tx2"/>
                </a:solidFill>
              </a:rPr>
              <a:t>Process_id</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số</a:t>
            </a:r>
            <a:r>
              <a:rPr lang="en-US" altLang="en-US" dirty="0">
                <a:solidFill>
                  <a:schemeClr val="tx2"/>
                </a:solidFill>
              </a:rPr>
              <a:t> </a:t>
            </a:r>
            <a:r>
              <a:rPr lang="en-US" altLang="en-US" dirty="0" err="1">
                <a:solidFill>
                  <a:schemeClr val="tx2"/>
                </a:solidFill>
              </a:rPr>
              <a:t>cục</a:t>
            </a:r>
            <a:r>
              <a:rPr lang="en-US" altLang="en-US" dirty="0">
                <a:solidFill>
                  <a:schemeClr val="tx2"/>
                </a:solidFill>
              </a:rPr>
              <a:t> </a:t>
            </a:r>
            <a:r>
              <a:rPr lang="en-US" altLang="en-US" dirty="0" err="1">
                <a:solidFill>
                  <a:schemeClr val="tx2"/>
                </a:solidFill>
              </a:rPr>
              <a:t>bộ</a:t>
            </a:r>
            <a:r>
              <a:rPr lang="en-US" altLang="en-US" dirty="0">
                <a:solidFill>
                  <a:schemeClr val="tx2"/>
                </a:solidFill>
              </a:rPr>
              <a:t> </a:t>
            </a:r>
            <a:r>
              <a:rPr lang="en-US" altLang="en-US" dirty="0" err="1">
                <a:solidFill>
                  <a:schemeClr val="tx2"/>
                </a:solidFill>
              </a:rPr>
              <a:t>trên</a:t>
            </a:r>
            <a:r>
              <a:rPr lang="en-US" altLang="en-US" dirty="0">
                <a:solidFill>
                  <a:schemeClr val="tx2"/>
                </a:solidFill>
              </a:rPr>
              <a:t> router</a:t>
            </a:r>
          </a:p>
          <a:p>
            <a:pPr eaLnBrk="1" hangingPunct="1">
              <a:lnSpc>
                <a:spcPct val="150000"/>
              </a:lnSpc>
              <a:spcBef>
                <a:spcPct val="0"/>
              </a:spcBef>
              <a:buClrTx/>
              <a:buFontTx/>
              <a:buNone/>
            </a:pPr>
            <a:r>
              <a:rPr lang="en-US" altLang="en-US" dirty="0">
                <a:solidFill>
                  <a:schemeClr val="tx2"/>
                </a:solidFill>
              </a:rPr>
              <a:t>Sau </a:t>
            </a:r>
            <a:r>
              <a:rPr lang="en-US" altLang="en-US" dirty="0" err="1">
                <a:solidFill>
                  <a:schemeClr val="tx2"/>
                </a:solidFill>
              </a:rPr>
              <a:t>đó</a:t>
            </a:r>
            <a:r>
              <a:rPr lang="en-US" altLang="en-US" dirty="0">
                <a:solidFill>
                  <a:schemeClr val="tx2"/>
                </a:solidFill>
              </a:rPr>
              <a:t> </a:t>
            </a:r>
            <a:r>
              <a:rPr lang="en-US" altLang="en-US" dirty="0" err="1">
                <a:solidFill>
                  <a:schemeClr val="tx2"/>
                </a:solidFill>
              </a:rPr>
              <a:t>liệt</a:t>
            </a:r>
            <a:r>
              <a:rPr lang="en-US" altLang="en-US" dirty="0">
                <a:solidFill>
                  <a:schemeClr val="tx2"/>
                </a:solidFill>
              </a:rPr>
              <a:t> </a:t>
            </a:r>
            <a:r>
              <a:rPr lang="en-US" altLang="en-US" dirty="0" err="1">
                <a:solidFill>
                  <a:schemeClr val="tx2"/>
                </a:solidFill>
              </a:rPr>
              <a:t>kê</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kết</a:t>
            </a:r>
            <a:r>
              <a:rPr lang="en-US" altLang="en-US" dirty="0">
                <a:solidFill>
                  <a:schemeClr val="tx2"/>
                </a:solidFill>
              </a:rPr>
              <a:t> </a:t>
            </a:r>
            <a:r>
              <a:rPr lang="en-US" altLang="en-US" dirty="0" err="1">
                <a:solidFill>
                  <a:schemeClr val="tx2"/>
                </a:solidFill>
              </a:rPr>
              <a:t>nối</a:t>
            </a:r>
            <a:r>
              <a:rPr lang="en-US" altLang="en-US" dirty="0">
                <a:solidFill>
                  <a:schemeClr val="tx2"/>
                </a:solidFill>
              </a:rPr>
              <a:t> </a:t>
            </a:r>
            <a:r>
              <a:rPr lang="en-US" altLang="en-US" dirty="0" err="1">
                <a:solidFill>
                  <a:schemeClr val="tx2"/>
                </a:solidFill>
              </a:rPr>
              <a:t>với</a:t>
            </a:r>
            <a:r>
              <a:rPr lang="en-US" altLang="en-US" dirty="0">
                <a:solidFill>
                  <a:schemeClr val="tx2"/>
                </a:solidFill>
              </a:rPr>
              <a:t> </a:t>
            </a:r>
            <a:r>
              <a:rPr lang="en-US" altLang="en-US" dirty="0" err="1">
                <a:solidFill>
                  <a:schemeClr val="tx2"/>
                </a:solidFill>
              </a:rPr>
              <a:t>nó</a:t>
            </a:r>
            <a:endParaRPr lang="en-US" altLang="en-US" i="1" dirty="0">
              <a:solidFill>
                <a:schemeClr val="tx2"/>
              </a:solidFill>
            </a:endParaRPr>
          </a:p>
          <a:p>
            <a:pPr algn="ctr" eaLnBrk="1" hangingPunct="1">
              <a:lnSpc>
                <a:spcPct val="150000"/>
              </a:lnSpc>
              <a:spcBef>
                <a:spcPct val="0"/>
              </a:spcBef>
              <a:buClrTx/>
              <a:buFontTx/>
              <a:buNone/>
            </a:pPr>
            <a:r>
              <a:rPr lang="en-US" altLang="en-US" i="1" dirty="0">
                <a:solidFill>
                  <a:schemeClr val="tx2"/>
                </a:solidFill>
              </a:rPr>
              <a:t>Router(config-config)#network </a:t>
            </a:r>
            <a:r>
              <a:rPr lang="en-US" altLang="en-US" i="1" dirty="0" err="1">
                <a:solidFill>
                  <a:schemeClr val="tx2"/>
                </a:solidFill>
              </a:rPr>
              <a:t>major_network</a:t>
            </a:r>
            <a:r>
              <a:rPr lang="en-US" altLang="en-US" i="1" dirty="0">
                <a:solidFill>
                  <a:schemeClr val="tx2"/>
                </a:solidFill>
              </a:rPr>
              <a:t> wildcard area </a:t>
            </a:r>
            <a:r>
              <a:rPr lang="en-US" altLang="en-US" i="1" dirty="0" err="1">
                <a:solidFill>
                  <a:schemeClr val="tx2"/>
                </a:solidFill>
              </a:rPr>
              <a:t>area_id</a:t>
            </a:r>
            <a:endParaRPr lang="en-US" altLang="en-US" i="1" dirty="0">
              <a:solidFill>
                <a:schemeClr val="tx2"/>
              </a:solidFill>
            </a:endParaRPr>
          </a:p>
          <a:p>
            <a:pPr eaLnBrk="1" hangingPunct="1">
              <a:lnSpc>
                <a:spcPct val="150000"/>
              </a:lnSpc>
              <a:spcBef>
                <a:spcPct val="0"/>
              </a:spcBef>
              <a:buClrTx/>
              <a:buFontTx/>
              <a:buNone/>
            </a:pPr>
            <a:r>
              <a:rPr lang="en-US" altLang="en-US" i="1" dirty="0" err="1">
                <a:solidFill>
                  <a:schemeClr val="tx2"/>
                </a:solidFill>
              </a:rPr>
              <a:t>Area_id</a:t>
            </a:r>
            <a:r>
              <a:rPr lang="en-US" altLang="en-US" i="1"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số</a:t>
            </a:r>
            <a:r>
              <a:rPr lang="en-US" altLang="en-US" dirty="0">
                <a:solidFill>
                  <a:schemeClr val="tx2"/>
                </a:solidFill>
              </a:rPr>
              <a:t> </a:t>
            </a:r>
            <a:r>
              <a:rPr lang="en-US" altLang="en-US" dirty="0" err="1">
                <a:solidFill>
                  <a:schemeClr val="tx2"/>
                </a:solidFill>
              </a:rPr>
              <a:t>dùng</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nhóm</a:t>
            </a:r>
            <a:r>
              <a:rPr lang="en-US" altLang="en-US" dirty="0">
                <a:solidFill>
                  <a:schemeClr val="tx2"/>
                </a:solidFill>
              </a:rPr>
              <a:t> </a:t>
            </a:r>
            <a:r>
              <a:rPr lang="en-US" altLang="en-US" dirty="0" err="1">
                <a:solidFill>
                  <a:schemeClr val="tx2"/>
                </a:solidFill>
              </a:rPr>
              <a:t>các</a:t>
            </a:r>
            <a:r>
              <a:rPr lang="en-US" altLang="en-US" dirty="0">
                <a:solidFill>
                  <a:schemeClr val="tx2"/>
                </a:solidFill>
              </a:rPr>
              <a:t> router </a:t>
            </a:r>
            <a:r>
              <a:rPr lang="en-US" altLang="en-US" dirty="0" err="1">
                <a:solidFill>
                  <a:schemeClr val="tx2"/>
                </a:solidFill>
              </a:rPr>
              <a:t>vào</a:t>
            </a:r>
            <a:r>
              <a:rPr lang="en-US" altLang="en-US" dirty="0">
                <a:solidFill>
                  <a:schemeClr val="tx2"/>
                </a:solidFill>
              </a:rPr>
              <a:t> </a:t>
            </a:r>
            <a:r>
              <a:rPr lang="en-US" altLang="en-US" dirty="0" err="1">
                <a:solidFill>
                  <a:schemeClr val="tx2"/>
                </a:solidFill>
              </a:rPr>
              <a:t>cùng</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area, </a:t>
            </a:r>
            <a:r>
              <a:rPr lang="en-US" altLang="en-US" dirty="0" err="1">
                <a:solidFill>
                  <a:schemeClr val="tx2"/>
                </a:solidFill>
              </a:rPr>
              <a:t>các</a:t>
            </a:r>
            <a:r>
              <a:rPr lang="en-US" altLang="en-US" dirty="0">
                <a:solidFill>
                  <a:schemeClr val="tx2"/>
                </a:solidFill>
              </a:rPr>
              <a:t> router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cùng</a:t>
            </a:r>
            <a:r>
              <a:rPr lang="en-US" altLang="en-US" dirty="0">
                <a:solidFill>
                  <a:schemeClr val="tx2"/>
                </a:solidFill>
              </a:rPr>
              <a:t> chia </a:t>
            </a:r>
            <a:r>
              <a:rPr lang="en-US" altLang="en-US" dirty="0" err="1">
                <a:solidFill>
                  <a:schemeClr val="tx2"/>
                </a:solidFill>
              </a:rPr>
              <a:t>sẻ</a:t>
            </a:r>
            <a:r>
              <a:rPr lang="en-US" altLang="en-US" dirty="0">
                <a:solidFill>
                  <a:schemeClr val="tx2"/>
                </a:solidFill>
              </a:rPr>
              <a:t> </a:t>
            </a:r>
            <a:r>
              <a:rPr lang="en-US" altLang="en-US" dirty="0" err="1">
                <a:solidFill>
                  <a:schemeClr val="tx2"/>
                </a:solidFill>
              </a:rPr>
              <a:t>hiểu</a:t>
            </a:r>
            <a:r>
              <a:rPr lang="en-US" altLang="en-US" dirty="0">
                <a:solidFill>
                  <a:schemeClr val="tx2"/>
                </a:solidFill>
              </a:rPr>
              <a:t> </a:t>
            </a:r>
            <a:r>
              <a:rPr lang="en-US" altLang="en-US" dirty="0" err="1">
                <a:solidFill>
                  <a:schemeClr val="tx2"/>
                </a:solidFill>
              </a:rPr>
              <a:t>biết</a:t>
            </a:r>
            <a:r>
              <a:rPr lang="en-US" altLang="en-US" dirty="0">
                <a:solidFill>
                  <a:schemeClr val="tx2"/>
                </a:solidFill>
              </a:rPr>
              <a:t> </a:t>
            </a:r>
            <a:r>
              <a:rPr lang="en-US" altLang="en-US" dirty="0" err="1">
                <a:solidFill>
                  <a:schemeClr val="tx2"/>
                </a:solidFill>
              </a:rPr>
              <a:t>về</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học</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miền</a:t>
            </a:r>
            <a:r>
              <a:rPr lang="en-US" altLang="en-US" dirty="0">
                <a:solidFill>
                  <a:schemeClr val="tx2"/>
                </a:solidFill>
              </a:rPr>
              <a:t> OSPF </a:t>
            </a:r>
          </a:p>
        </p:txBody>
      </p:sp>
      <p:sp>
        <p:nvSpPr>
          <p:cNvPr id="8" name="Title 1">
            <a:extLst>
              <a:ext uri="{FF2B5EF4-FFF2-40B4-BE49-F238E27FC236}">
                <a16:creationId xmlns:a16="http://schemas.microsoft.com/office/drawing/2014/main" id="{98FEB5BE-DD66-4A44-992F-B635A20839C8}"/>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6">
            <a:extLst>
              <a:ext uri="{FF2B5EF4-FFF2-40B4-BE49-F238E27FC236}">
                <a16:creationId xmlns:a16="http://schemas.microsoft.com/office/drawing/2014/main" id="{A37B4481-6AE9-428F-B42C-32721B5A653A}"/>
              </a:ext>
            </a:extLst>
          </p:cNvPr>
          <p:cNvSpPr>
            <a:spLocks noChangeArrowheads="1"/>
          </p:cNvSpPr>
          <p:nvPr/>
        </p:nvSpPr>
        <p:spPr bwMode="gray">
          <a:xfrm>
            <a:off x="1981200" y="1628775"/>
            <a:ext cx="662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Cấu</a:t>
            </a:r>
            <a:r>
              <a:rPr lang="en-US" altLang="en-US" dirty="0">
                <a:solidFill>
                  <a:schemeClr val="tx2"/>
                </a:solidFill>
              </a:rPr>
              <a:t> </a:t>
            </a:r>
            <a:r>
              <a:rPr lang="en-US" altLang="en-US" dirty="0" err="1">
                <a:solidFill>
                  <a:schemeClr val="tx2"/>
                </a:solidFill>
              </a:rPr>
              <a:t>hình</a:t>
            </a:r>
            <a:r>
              <a:rPr lang="en-US" altLang="en-US" dirty="0">
                <a:solidFill>
                  <a:schemeClr val="tx2"/>
                </a:solidFill>
              </a:rPr>
              <a:t> router </a:t>
            </a:r>
            <a:r>
              <a:rPr lang="en-US" altLang="en-US" dirty="0" err="1">
                <a:solidFill>
                  <a:schemeClr val="tx2"/>
                </a:solidFill>
              </a:rPr>
              <a:t>chạy</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 </a:t>
            </a:r>
          </a:p>
        </p:txBody>
      </p:sp>
      <p:pic>
        <p:nvPicPr>
          <p:cNvPr id="88068" name="Picture 9" descr="untitled">
            <a:extLst>
              <a:ext uri="{FF2B5EF4-FFF2-40B4-BE49-F238E27FC236}">
                <a16:creationId xmlns:a16="http://schemas.microsoft.com/office/drawing/2014/main" id="{DB242B46-F8A3-450F-86E0-30FF6534FD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0050" y="2384426"/>
            <a:ext cx="6172200" cy="341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9" name="Text Box 10">
            <a:extLst>
              <a:ext uri="{FF2B5EF4-FFF2-40B4-BE49-F238E27FC236}">
                <a16:creationId xmlns:a16="http://schemas.microsoft.com/office/drawing/2014/main" id="{E57ECE0D-2F09-463E-9887-80DDAD500681}"/>
              </a:ext>
            </a:extLst>
          </p:cNvPr>
          <p:cNvSpPr txBox="1">
            <a:spLocks noChangeArrowheads="1"/>
          </p:cNvSpPr>
          <p:nvPr/>
        </p:nvSpPr>
        <p:spPr bwMode="auto">
          <a:xfrm>
            <a:off x="2057400" y="2022476"/>
            <a:ext cx="4876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en-US" sz="1800">
                <a:solidFill>
                  <a:schemeClr val="tx2"/>
                </a:solidFill>
              </a:rPr>
              <a:t>Giả sử có sơ đồ mạng như hình</a:t>
            </a:r>
          </a:p>
        </p:txBody>
      </p:sp>
      <p:sp>
        <p:nvSpPr>
          <p:cNvPr id="88070" name="Text Box 11">
            <a:extLst>
              <a:ext uri="{FF2B5EF4-FFF2-40B4-BE49-F238E27FC236}">
                <a16:creationId xmlns:a16="http://schemas.microsoft.com/office/drawing/2014/main" id="{EC5D683D-4133-48CE-8706-22F6FE4EB3FA}"/>
              </a:ext>
            </a:extLst>
          </p:cNvPr>
          <p:cNvSpPr txBox="1">
            <a:spLocks noChangeArrowheads="1"/>
          </p:cNvSpPr>
          <p:nvPr/>
        </p:nvSpPr>
        <p:spPr bwMode="auto">
          <a:xfrm>
            <a:off x="1903413" y="6027738"/>
            <a:ext cx="8534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en-US" sz="1800">
                <a:solidFill>
                  <a:schemeClr val="tx2"/>
                </a:solidFill>
              </a:rPr>
              <a:t>Ta sẽ tiến hành cấu hình giao thức OSPF với process_id trên các router là 1, area_id là 100</a:t>
            </a:r>
          </a:p>
        </p:txBody>
      </p:sp>
      <p:sp>
        <p:nvSpPr>
          <p:cNvPr id="10" name="Title 1">
            <a:extLst>
              <a:ext uri="{FF2B5EF4-FFF2-40B4-BE49-F238E27FC236}">
                <a16:creationId xmlns:a16="http://schemas.microsoft.com/office/drawing/2014/main" id="{7AC84D1D-C8B0-4BF9-A3F0-25D969E7598E}"/>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6">
            <a:extLst>
              <a:ext uri="{FF2B5EF4-FFF2-40B4-BE49-F238E27FC236}">
                <a16:creationId xmlns:a16="http://schemas.microsoft.com/office/drawing/2014/main" id="{668C2620-123E-452D-B226-F5E22CC2EBF5}"/>
              </a:ext>
            </a:extLst>
          </p:cNvPr>
          <p:cNvSpPr>
            <a:spLocks noChangeArrowheads="1"/>
          </p:cNvSpPr>
          <p:nvPr/>
        </p:nvSpPr>
        <p:spPr bwMode="gray">
          <a:xfrm>
            <a:off x="1981200" y="1628775"/>
            <a:ext cx="662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Cấu</a:t>
            </a:r>
            <a:r>
              <a:rPr lang="en-US" altLang="en-US" dirty="0">
                <a:solidFill>
                  <a:schemeClr val="tx2"/>
                </a:solidFill>
              </a:rPr>
              <a:t> </a:t>
            </a:r>
            <a:r>
              <a:rPr lang="en-US" altLang="en-US" dirty="0" err="1">
                <a:solidFill>
                  <a:schemeClr val="tx2"/>
                </a:solidFill>
              </a:rPr>
              <a:t>hình</a:t>
            </a:r>
            <a:r>
              <a:rPr lang="en-US" altLang="en-US" dirty="0">
                <a:solidFill>
                  <a:schemeClr val="tx2"/>
                </a:solidFill>
              </a:rPr>
              <a:t> router </a:t>
            </a:r>
            <a:r>
              <a:rPr lang="en-US" altLang="en-US" dirty="0" err="1">
                <a:solidFill>
                  <a:schemeClr val="tx2"/>
                </a:solidFill>
              </a:rPr>
              <a:t>chạy</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 </a:t>
            </a:r>
          </a:p>
        </p:txBody>
      </p:sp>
      <p:sp>
        <p:nvSpPr>
          <p:cNvPr id="89092" name="Text Box 10">
            <a:extLst>
              <a:ext uri="{FF2B5EF4-FFF2-40B4-BE49-F238E27FC236}">
                <a16:creationId xmlns:a16="http://schemas.microsoft.com/office/drawing/2014/main" id="{A46C2F08-F502-4597-A73E-E18BD774937A}"/>
              </a:ext>
            </a:extLst>
          </p:cNvPr>
          <p:cNvSpPr txBox="1">
            <a:spLocks noChangeArrowheads="1"/>
          </p:cNvSpPr>
          <p:nvPr/>
        </p:nvSpPr>
        <p:spPr bwMode="auto">
          <a:xfrm>
            <a:off x="1981200" y="2033589"/>
            <a:ext cx="8077200" cy="174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sz="1800">
                <a:solidFill>
                  <a:schemeClr val="tx2"/>
                </a:solidFill>
              </a:rPr>
              <a:t>Trên R1:</a:t>
            </a:r>
            <a:endParaRPr lang="en-US" altLang="en-US" sz="1800" i="1">
              <a:solidFill>
                <a:schemeClr val="tx2"/>
              </a:solidFill>
            </a:endParaRPr>
          </a:p>
          <a:p>
            <a:pPr eaLnBrk="1" hangingPunct="1">
              <a:lnSpc>
                <a:spcPct val="150000"/>
              </a:lnSpc>
              <a:spcBef>
                <a:spcPct val="0"/>
              </a:spcBef>
              <a:buClrTx/>
              <a:buFontTx/>
              <a:buNone/>
            </a:pPr>
            <a:r>
              <a:rPr lang="en-US" altLang="en-US" sz="1800" i="1">
                <a:solidFill>
                  <a:schemeClr val="tx2"/>
                </a:solidFill>
              </a:rPr>
              <a:t>R1(config)#router ospf 1</a:t>
            </a:r>
          </a:p>
          <a:p>
            <a:pPr eaLnBrk="1" hangingPunct="1">
              <a:lnSpc>
                <a:spcPct val="150000"/>
              </a:lnSpc>
              <a:spcBef>
                <a:spcPct val="0"/>
              </a:spcBef>
              <a:buClrTx/>
              <a:buFontTx/>
              <a:buNone/>
            </a:pPr>
            <a:r>
              <a:rPr lang="en-US" altLang="en-US" sz="1800" i="1">
                <a:solidFill>
                  <a:schemeClr val="tx2"/>
                </a:solidFill>
              </a:rPr>
              <a:t>R1(config-router)#network 172.16.0.0 0.0.0.255 area 100</a:t>
            </a:r>
          </a:p>
          <a:p>
            <a:pPr eaLnBrk="1" hangingPunct="1">
              <a:lnSpc>
                <a:spcPct val="150000"/>
              </a:lnSpc>
              <a:spcBef>
                <a:spcPct val="0"/>
              </a:spcBef>
              <a:buClrTx/>
              <a:buFontTx/>
              <a:buNone/>
            </a:pPr>
            <a:r>
              <a:rPr lang="en-US" altLang="en-US" sz="1800" i="1">
                <a:solidFill>
                  <a:schemeClr val="tx2"/>
                </a:solidFill>
              </a:rPr>
              <a:t>R1(config-router)#network 172.16.1.0 0.0.0.255 area 100</a:t>
            </a:r>
          </a:p>
        </p:txBody>
      </p:sp>
      <p:sp>
        <p:nvSpPr>
          <p:cNvPr id="89093" name="Text Box 11">
            <a:extLst>
              <a:ext uri="{FF2B5EF4-FFF2-40B4-BE49-F238E27FC236}">
                <a16:creationId xmlns:a16="http://schemas.microsoft.com/office/drawing/2014/main" id="{29AE8816-809A-4969-B090-5A5C17E0F93A}"/>
              </a:ext>
            </a:extLst>
          </p:cNvPr>
          <p:cNvSpPr txBox="1">
            <a:spLocks noChangeArrowheads="1"/>
          </p:cNvSpPr>
          <p:nvPr/>
        </p:nvSpPr>
        <p:spPr bwMode="auto">
          <a:xfrm>
            <a:off x="1968500" y="3716339"/>
            <a:ext cx="7162800" cy="215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sz="1800">
                <a:solidFill>
                  <a:schemeClr val="tx2"/>
                </a:solidFill>
              </a:rPr>
              <a:t>Trên R2:</a:t>
            </a:r>
            <a:endParaRPr lang="en-US" altLang="en-US" sz="1800" i="1">
              <a:solidFill>
                <a:schemeClr val="tx2"/>
              </a:solidFill>
            </a:endParaRPr>
          </a:p>
          <a:p>
            <a:pPr eaLnBrk="1" hangingPunct="1">
              <a:lnSpc>
                <a:spcPct val="150000"/>
              </a:lnSpc>
              <a:spcBef>
                <a:spcPct val="0"/>
              </a:spcBef>
              <a:buClrTx/>
              <a:buFontTx/>
              <a:buNone/>
            </a:pPr>
            <a:r>
              <a:rPr lang="en-US" altLang="en-US" sz="1800" i="1">
                <a:solidFill>
                  <a:schemeClr val="tx2"/>
                </a:solidFill>
              </a:rPr>
              <a:t>R2(config)#router ospf 1</a:t>
            </a:r>
          </a:p>
          <a:p>
            <a:pPr eaLnBrk="1" hangingPunct="1">
              <a:lnSpc>
                <a:spcPct val="150000"/>
              </a:lnSpc>
              <a:spcBef>
                <a:spcPct val="0"/>
              </a:spcBef>
              <a:buClrTx/>
              <a:buFontTx/>
              <a:buNone/>
            </a:pPr>
            <a:r>
              <a:rPr lang="en-US" altLang="en-US" sz="1800" i="1">
                <a:solidFill>
                  <a:schemeClr val="tx2"/>
                </a:solidFill>
              </a:rPr>
              <a:t>R2(config-router)#network 172.16.1.0 0.0.0.255 area 100</a:t>
            </a:r>
          </a:p>
          <a:p>
            <a:pPr eaLnBrk="1" hangingPunct="1">
              <a:lnSpc>
                <a:spcPct val="150000"/>
              </a:lnSpc>
              <a:spcBef>
                <a:spcPct val="0"/>
              </a:spcBef>
              <a:buClrTx/>
              <a:buFontTx/>
              <a:buNone/>
            </a:pPr>
            <a:r>
              <a:rPr lang="en-US" altLang="en-US" sz="1800" i="1">
                <a:solidFill>
                  <a:schemeClr val="tx2"/>
                </a:solidFill>
              </a:rPr>
              <a:t>R2(config-router)#network 172.16.2.0 0.0.0.255 area 100</a:t>
            </a:r>
          </a:p>
          <a:p>
            <a:pPr eaLnBrk="1" hangingPunct="1">
              <a:lnSpc>
                <a:spcPct val="150000"/>
              </a:lnSpc>
              <a:spcBef>
                <a:spcPct val="0"/>
              </a:spcBef>
              <a:buClrTx/>
              <a:buFontTx/>
              <a:buNone/>
            </a:pPr>
            <a:r>
              <a:rPr lang="en-US" altLang="en-US" sz="1800" i="1">
                <a:solidFill>
                  <a:schemeClr val="tx2"/>
                </a:solidFill>
              </a:rPr>
              <a:t>R2(config-router)#network 192.168.1.0 0.0.0.255 area 100</a:t>
            </a:r>
          </a:p>
        </p:txBody>
      </p:sp>
      <p:sp>
        <p:nvSpPr>
          <p:cNvPr id="9" name="Title 1">
            <a:extLst>
              <a:ext uri="{FF2B5EF4-FFF2-40B4-BE49-F238E27FC236}">
                <a16:creationId xmlns:a16="http://schemas.microsoft.com/office/drawing/2014/main" id="{713630AE-E502-49D7-8ABB-EDF5494D0968}"/>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6">
            <a:extLst>
              <a:ext uri="{FF2B5EF4-FFF2-40B4-BE49-F238E27FC236}">
                <a16:creationId xmlns:a16="http://schemas.microsoft.com/office/drawing/2014/main" id="{95E6A240-B29E-4311-9260-DBC9301F4BE7}"/>
              </a:ext>
            </a:extLst>
          </p:cNvPr>
          <p:cNvSpPr>
            <a:spLocks noChangeArrowheads="1"/>
          </p:cNvSpPr>
          <p:nvPr/>
        </p:nvSpPr>
        <p:spPr bwMode="gray">
          <a:xfrm>
            <a:off x="1968500" y="1210017"/>
            <a:ext cx="662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Cấu</a:t>
            </a:r>
            <a:r>
              <a:rPr lang="en-US" altLang="en-US" dirty="0">
                <a:solidFill>
                  <a:schemeClr val="tx2"/>
                </a:solidFill>
              </a:rPr>
              <a:t> </a:t>
            </a:r>
            <a:r>
              <a:rPr lang="en-US" altLang="en-US" dirty="0" err="1">
                <a:solidFill>
                  <a:schemeClr val="tx2"/>
                </a:solidFill>
              </a:rPr>
              <a:t>hình</a:t>
            </a:r>
            <a:r>
              <a:rPr lang="en-US" altLang="en-US" dirty="0">
                <a:solidFill>
                  <a:schemeClr val="tx2"/>
                </a:solidFill>
              </a:rPr>
              <a:t> router </a:t>
            </a:r>
            <a:r>
              <a:rPr lang="en-US" altLang="en-US" dirty="0" err="1">
                <a:solidFill>
                  <a:schemeClr val="tx2"/>
                </a:solidFill>
              </a:rPr>
              <a:t>chạy</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OSPF </a:t>
            </a:r>
          </a:p>
        </p:txBody>
      </p:sp>
      <p:sp>
        <p:nvSpPr>
          <p:cNvPr id="90116" name="Text Box 8">
            <a:extLst>
              <a:ext uri="{FF2B5EF4-FFF2-40B4-BE49-F238E27FC236}">
                <a16:creationId xmlns:a16="http://schemas.microsoft.com/office/drawing/2014/main" id="{7A5BC7B2-3876-4A01-A4AB-C66599961BFE}"/>
              </a:ext>
            </a:extLst>
          </p:cNvPr>
          <p:cNvSpPr txBox="1">
            <a:spLocks noChangeArrowheads="1"/>
          </p:cNvSpPr>
          <p:nvPr/>
        </p:nvSpPr>
        <p:spPr bwMode="auto">
          <a:xfrm>
            <a:off x="1974850" y="1705318"/>
            <a:ext cx="8242300" cy="215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sz="1800" i="1" dirty="0" err="1">
                <a:solidFill>
                  <a:schemeClr val="tx2"/>
                </a:solidFill>
              </a:rPr>
              <a:t>Trên</a:t>
            </a:r>
            <a:r>
              <a:rPr lang="en-US" altLang="en-US" sz="1800" i="1" dirty="0">
                <a:solidFill>
                  <a:schemeClr val="tx2"/>
                </a:solidFill>
              </a:rPr>
              <a:t> R3:</a:t>
            </a:r>
          </a:p>
          <a:p>
            <a:pPr eaLnBrk="1" hangingPunct="1">
              <a:lnSpc>
                <a:spcPct val="150000"/>
              </a:lnSpc>
              <a:spcBef>
                <a:spcPct val="0"/>
              </a:spcBef>
              <a:buClrTx/>
              <a:buFontTx/>
              <a:buNone/>
            </a:pPr>
            <a:r>
              <a:rPr lang="en-US" altLang="en-US" sz="1800" i="1" dirty="0">
                <a:solidFill>
                  <a:schemeClr val="tx2"/>
                </a:solidFill>
              </a:rPr>
              <a:t>R3(config-if)#router </a:t>
            </a:r>
            <a:r>
              <a:rPr lang="en-US" altLang="en-US" sz="1800" i="1" dirty="0" err="1">
                <a:solidFill>
                  <a:schemeClr val="tx2"/>
                </a:solidFill>
              </a:rPr>
              <a:t>ospf</a:t>
            </a:r>
            <a:r>
              <a:rPr lang="en-US" altLang="en-US" sz="1800" i="1" dirty="0">
                <a:solidFill>
                  <a:schemeClr val="tx2"/>
                </a:solidFill>
              </a:rPr>
              <a:t> 1</a:t>
            </a:r>
          </a:p>
          <a:p>
            <a:pPr eaLnBrk="1" hangingPunct="1">
              <a:lnSpc>
                <a:spcPct val="150000"/>
              </a:lnSpc>
              <a:spcBef>
                <a:spcPct val="0"/>
              </a:spcBef>
              <a:buClrTx/>
              <a:buFontTx/>
              <a:buNone/>
            </a:pPr>
            <a:r>
              <a:rPr lang="en-US" altLang="en-US" sz="1800" i="1" dirty="0">
                <a:solidFill>
                  <a:schemeClr val="tx2"/>
                </a:solidFill>
              </a:rPr>
              <a:t>R3(config-router)#network 192.168.1.0 0.0.0.255 area 100</a:t>
            </a:r>
          </a:p>
          <a:p>
            <a:pPr eaLnBrk="1" hangingPunct="1">
              <a:lnSpc>
                <a:spcPct val="150000"/>
              </a:lnSpc>
              <a:spcBef>
                <a:spcPct val="0"/>
              </a:spcBef>
              <a:buClrTx/>
              <a:buFontTx/>
              <a:buNone/>
            </a:pPr>
            <a:r>
              <a:rPr lang="en-US" altLang="en-US" sz="1800" i="1" dirty="0">
                <a:solidFill>
                  <a:schemeClr val="tx2"/>
                </a:solidFill>
              </a:rPr>
              <a:t>R3(config-router)#network 192.168.2.0 0.0.0.255 area 100</a:t>
            </a:r>
          </a:p>
          <a:p>
            <a:pPr eaLnBrk="1" hangingPunct="1">
              <a:lnSpc>
                <a:spcPct val="150000"/>
              </a:lnSpc>
              <a:spcBef>
                <a:spcPct val="0"/>
              </a:spcBef>
              <a:buClrTx/>
              <a:buFontTx/>
              <a:buNone/>
            </a:pPr>
            <a:r>
              <a:rPr lang="en-US" altLang="en-US" sz="1800" i="1" dirty="0">
                <a:solidFill>
                  <a:schemeClr val="tx2"/>
                </a:solidFill>
              </a:rPr>
              <a:t>R3(config-router)#end</a:t>
            </a:r>
            <a:r>
              <a:rPr lang="en-US" altLang="en-US" sz="1800" dirty="0">
                <a:solidFill>
                  <a:schemeClr val="tx2"/>
                </a:solidFill>
              </a:rPr>
              <a:t> </a:t>
            </a:r>
          </a:p>
        </p:txBody>
      </p:sp>
      <p:pic>
        <p:nvPicPr>
          <p:cNvPr id="90117" name="Picture 10" descr="untitled">
            <a:extLst>
              <a:ext uri="{FF2B5EF4-FFF2-40B4-BE49-F238E27FC236}">
                <a16:creationId xmlns:a16="http://schemas.microsoft.com/office/drawing/2014/main" id="{1399087D-E6C4-4EDA-9767-5CA3E061C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0325" y="3861143"/>
            <a:ext cx="7239000"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8" name="Text Box 11">
            <a:extLst>
              <a:ext uri="{FF2B5EF4-FFF2-40B4-BE49-F238E27FC236}">
                <a16:creationId xmlns:a16="http://schemas.microsoft.com/office/drawing/2014/main" id="{586D7982-2376-4BC1-A761-40EDB8CEB13B}"/>
              </a:ext>
            </a:extLst>
          </p:cNvPr>
          <p:cNvSpPr txBox="1">
            <a:spLocks noChangeArrowheads="1"/>
          </p:cNvSpPr>
          <p:nvPr/>
        </p:nvSpPr>
        <p:spPr bwMode="auto">
          <a:xfrm>
            <a:off x="2970213" y="6212792"/>
            <a:ext cx="60960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en-US" sz="1500">
                <a:solidFill>
                  <a:schemeClr val="tx2"/>
                </a:solidFill>
              </a:rPr>
              <a:t>Kết quả ping từ R1 đến R3</a:t>
            </a:r>
          </a:p>
        </p:txBody>
      </p:sp>
      <p:sp>
        <p:nvSpPr>
          <p:cNvPr id="10" name="Title 1">
            <a:extLst>
              <a:ext uri="{FF2B5EF4-FFF2-40B4-BE49-F238E27FC236}">
                <a16:creationId xmlns:a16="http://schemas.microsoft.com/office/drawing/2014/main" id="{A4665A61-7038-4D62-B4F7-B7574DB13FD0}"/>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III.3 OSPF</a:t>
            </a:r>
            <a:endParaRPr lang="vi-VN" dirty="0">
              <a:cs typeface="Times New Roman"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10">
            <a:extLst>
              <a:ext uri="{FF2B5EF4-FFF2-40B4-BE49-F238E27FC236}">
                <a16:creationId xmlns:a16="http://schemas.microsoft.com/office/drawing/2014/main" id="{D0CA7EE5-FB74-4F99-8F1E-C999512F67ED}"/>
              </a:ext>
            </a:extLst>
          </p:cNvPr>
          <p:cNvSpPr>
            <a:spLocks noChangeArrowheads="1"/>
          </p:cNvSpPr>
          <p:nvPr/>
        </p:nvSpPr>
        <p:spPr bwMode="gray">
          <a:xfrm>
            <a:off x="437320" y="1057616"/>
            <a:ext cx="1131652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Giới</a:t>
            </a:r>
            <a:r>
              <a:rPr lang="en-US" altLang="en-US" dirty="0">
                <a:solidFill>
                  <a:schemeClr val="tx2"/>
                </a:solidFill>
              </a:rPr>
              <a:t> </a:t>
            </a:r>
            <a:r>
              <a:rPr lang="en-US" altLang="en-US" dirty="0" err="1">
                <a:solidFill>
                  <a:schemeClr val="tx2"/>
                </a:solidFill>
              </a:rPr>
              <a:t>thiệu</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EIGRP </a:t>
            </a:r>
          </a:p>
        </p:txBody>
      </p:sp>
      <p:sp>
        <p:nvSpPr>
          <p:cNvPr id="91140" name="Text Box 11">
            <a:extLst>
              <a:ext uri="{FF2B5EF4-FFF2-40B4-BE49-F238E27FC236}">
                <a16:creationId xmlns:a16="http://schemas.microsoft.com/office/drawing/2014/main" id="{AA95DD24-5C2E-49FC-8AD1-EA29F1D638EA}"/>
              </a:ext>
            </a:extLst>
          </p:cNvPr>
          <p:cNvSpPr txBox="1">
            <a:spLocks noChangeArrowheads="1"/>
          </p:cNvSpPr>
          <p:nvPr/>
        </p:nvSpPr>
        <p:spPr bwMode="auto">
          <a:xfrm>
            <a:off x="437320" y="1514816"/>
            <a:ext cx="11316528" cy="4455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buClrTx/>
              <a:buFontTx/>
              <a:buNone/>
            </a:pP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EIGRP (ENHANCED INTERIOR GATEWAY ROUTING PROTOCOL)</a:t>
            </a:r>
            <a:r>
              <a:rPr lang="en-US" altLang="en-US" dirty="0"/>
              <a:t> </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mở</a:t>
            </a:r>
            <a:r>
              <a:rPr lang="en-US" altLang="en-US" dirty="0">
                <a:solidFill>
                  <a:schemeClr val="tx2"/>
                </a:solidFill>
              </a:rPr>
              <a:t> </a:t>
            </a:r>
            <a:r>
              <a:rPr lang="en-US" altLang="en-US" dirty="0" err="1">
                <a:solidFill>
                  <a:schemeClr val="tx2"/>
                </a:solidFill>
              </a:rPr>
              <a:t>rộng</a:t>
            </a:r>
            <a:r>
              <a:rPr lang="en-US" altLang="en-US" dirty="0">
                <a:solidFill>
                  <a:schemeClr val="tx2"/>
                </a:solidFill>
              </a:rPr>
              <a:t> </a:t>
            </a:r>
            <a:r>
              <a:rPr lang="en-US" altLang="en-US" dirty="0" err="1">
                <a:solidFill>
                  <a:schemeClr val="tx2"/>
                </a:solidFill>
              </a:rPr>
              <a:t>từ</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IGRP, </a:t>
            </a:r>
            <a:r>
              <a:rPr lang="en-US" altLang="en-US" dirty="0" err="1">
                <a:solidFill>
                  <a:schemeClr val="tx2"/>
                </a:solidFill>
              </a:rPr>
              <a:t>nhằm</a:t>
            </a:r>
            <a:r>
              <a:rPr lang="en-US" altLang="en-US" dirty="0">
                <a:solidFill>
                  <a:schemeClr val="tx2"/>
                </a:solidFill>
              </a:rPr>
              <a:t> </a:t>
            </a:r>
            <a:r>
              <a:rPr lang="en-US" altLang="en-US" dirty="0" err="1">
                <a:solidFill>
                  <a:schemeClr val="tx2"/>
                </a:solidFill>
              </a:rPr>
              <a:t>khắc</a:t>
            </a:r>
            <a:r>
              <a:rPr lang="en-US" altLang="en-US" dirty="0">
                <a:solidFill>
                  <a:schemeClr val="tx2"/>
                </a:solidFill>
              </a:rPr>
              <a:t> </a:t>
            </a:r>
            <a:r>
              <a:rPr lang="en-US" altLang="en-US" dirty="0" err="1">
                <a:solidFill>
                  <a:schemeClr val="tx2"/>
                </a:solidFill>
              </a:rPr>
              <a:t>phục</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nhược</a:t>
            </a:r>
            <a:r>
              <a:rPr lang="en-US" altLang="en-US" dirty="0">
                <a:solidFill>
                  <a:schemeClr val="tx2"/>
                </a:solidFill>
              </a:rPr>
              <a:t> </a:t>
            </a:r>
            <a:r>
              <a:rPr lang="en-US" altLang="en-US" dirty="0" err="1">
                <a:solidFill>
                  <a:schemeClr val="tx2"/>
                </a:solidFill>
              </a:rPr>
              <a:t>điểm</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IGRP. </a:t>
            </a:r>
            <a:r>
              <a:rPr lang="en-US" altLang="en-US" dirty="0" err="1">
                <a:solidFill>
                  <a:schemeClr val="tx2"/>
                </a:solidFill>
              </a:rPr>
              <a:t>Đây</a:t>
            </a:r>
            <a:r>
              <a:rPr lang="en-US" altLang="en-US" dirty="0">
                <a:solidFill>
                  <a:schemeClr val="tx2"/>
                </a:solidFill>
              </a:rPr>
              <a:t> </a:t>
            </a:r>
            <a:r>
              <a:rPr lang="en-US" altLang="en-US" dirty="0" err="1">
                <a:solidFill>
                  <a:schemeClr val="tx2"/>
                </a:solidFill>
              </a:rPr>
              <a:t>cũng</a:t>
            </a:r>
            <a:r>
              <a:rPr lang="en-US" altLang="en-US" dirty="0">
                <a:solidFill>
                  <a:schemeClr val="tx2"/>
                </a:solidFill>
              </a:rPr>
              <a:t> </a:t>
            </a:r>
            <a:r>
              <a:rPr lang="en-US" altLang="en-US" dirty="0" err="1">
                <a:solidFill>
                  <a:schemeClr val="tx2"/>
                </a:solidFill>
              </a:rPr>
              <a:t>là</a:t>
            </a:r>
            <a:r>
              <a:rPr lang="en-US" altLang="en-US" dirty="0">
                <a:solidFill>
                  <a:schemeClr val="tx2"/>
                </a:solidFill>
              </a:rPr>
              <a:t> 1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độc</a:t>
            </a:r>
            <a:r>
              <a:rPr lang="en-US" altLang="en-US" dirty="0">
                <a:solidFill>
                  <a:schemeClr val="tx2"/>
                </a:solidFill>
              </a:rPr>
              <a:t> </a:t>
            </a:r>
            <a:r>
              <a:rPr lang="en-US" altLang="en-US" dirty="0" err="1">
                <a:solidFill>
                  <a:schemeClr val="tx2"/>
                </a:solidFill>
              </a:rPr>
              <a:t>quyền</a:t>
            </a:r>
            <a:r>
              <a:rPr lang="en-US" altLang="en-US" dirty="0">
                <a:solidFill>
                  <a:schemeClr val="tx2"/>
                </a:solidFill>
              </a:rPr>
              <a:t> </a:t>
            </a:r>
            <a:r>
              <a:rPr lang="en-US" altLang="en-US" dirty="0" err="1">
                <a:solidFill>
                  <a:schemeClr val="tx2"/>
                </a:solidFill>
              </a:rPr>
              <a:t>của</a:t>
            </a:r>
            <a:r>
              <a:rPr lang="en-US" altLang="en-US" dirty="0">
                <a:solidFill>
                  <a:schemeClr val="tx2"/>
                </a:solidFill>
              </a:rPr>
              <a:t> Cisco,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đưa</a:t>
            </a:r>
            <a:r>
              <a:rPr lang="en-US" altLang="en-US" dirty="0">
                <a:solidFill>
                  <a:schemeClr val="tx2"/>
                </a:solidFill>
              </a:rPr>
              <a:t> ra </a:t>
            </a:r>
            <a:r>
              <a:rPr lang="en-US" altLang="en-US" dirty="0" err="1">
                <a:solidFill>
                  <a:schemeClr val="tx2"/>
                </a:solidFill>
              </a:rPr>
              <a:t>vào</a:t>
            </a:r>
            <a:r>
              <a:rPr lang="en-US" altLang="en-US" dirty="0">
                <a:solidFill>
                  <a:schemeClr val="tx2"/>
                </a:solidFill>
              </a:rPr>
              <a:t> </a:t>
            </a:r>
            <a:r>
              <a:rPr lang="en-US" altLang="en-US" dirty="0" err="1">
                <a:solidFill>
                  <a:schemeClr val="tx2"/>
                </a:solidFill>
              </a:rPr>
              <a:t>năm</a:t>
            </a:r>
            <a:r>
              <a:rPr lang="en-US" altLang="en-US" dirty="0">
                <a:solidFill>
                  <a:schemeClr val="tx2"/>
                </a:solidFill>
              </a:rPr>
              <a:t> 1994 </a:t>
            </a:r>
            <a:r>
              <a:rPr lang="en-US" altLang="en-US" dirty="0" err="1">
                <a:solidFill>
                  <a:schemeClr val="tx2"/>
                </a:solidFill>
              </a:rPr>
              <a:t>với</a:t>
            </a:r>
            <a:r>
              <a:rPr lang="en-US" altLang="en-US" dirty="0">
                <a:solidFill>
                  <a:schemeClr val="tx2"/>
                </a:solidFill>
              </a:rPr>
              <a:t> IOS 9.2.1</a:t>
            </a:r>
          </a:p>
          <a:p>
            <a:pPr algn="just" eaLnBrk="1" hangingPunct="1">
              <a:lnSpc>
                <a:spcPct val="150000"/>
              </a:lnSpc>
              <a:spcBef>
                <a:spcPct val="0"/>
              </a:spcBef>
              <a:buClrTx/>
              <a:buFontTx/>
              <a:buNone/>
            </a:pP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EIGRP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nâng</a:t>
            </a:r>
            <a:r>
              <a:rPr lang="en-US" altLang="en-US" dirty="0">
                <a:solidFill>
                  <a:schemeClr val="tx2"/>
                </a:solidFill>
              </a:rPr>
              <a:t> </a:t>
            </a:r>
            <a:r>
              <a:rPr lang="en-US" altLang="en-US" dirty="0" err="1">
                <a:solidFill>
                  <a:schemeClr val="tx2"/>
                </a:solidFill>
              </a:rPr>
              <a:t>cao</a:t>
            </a:r>
            <a:r>
              <a:rPr lang="en-US" altLang="en-US" dirty="0">
                <a:solidFill>
                  <a:schemeClr val="tx2"/>
                </a:solidFill>
              </a:rPr>
              <a:t> </a:t>
            </a:r>
            <a:r>
              <a:rPr lang="en-US" altLang="en-US" dirty="0" err="1">
                <a:solidFill>
                  <a:schemeClr val="tx2"/>
                </a:solidFill>
              </a:rPr>
              <a:t>theo</a:t>
            </a:r>
            <a:r>
              <a:rPr lang="en-US" altLang="en-US" dirty="0">
                <a:solidFill>
                  <a:schemeClr val="tx2"/>
                </a:solidFill>
              </a:rPr>
              <a:t> vector </a:t>
            </a:r>
            <a:r>
              <a:rPr lang="en-US" altLang="en-US" dirty="0" err="1">
                <a:solidFill>
                  <a:schemeClr val="tx2"/>
                </a:solidFill>
              </a:rPr>
              <a:t>khoảng</a:t>
            </a:r>
            <a:r>
              <a:rPr lang="en-US" altLang="en-US" dirty="0">
                <a:solidFill>
                  <a:schemeClr val="tx2"/>
                </a:solidFill>
              </a:rPr>
              <a:t> </a:t>
            </a:r>
            <a:r>
              <a:rPr lang="en-US" altLang="en-US" dirty="0" err="1">
                <a:solidFill>
                  <a:schemeClr val="tx2"/>
                </a:solidFill>
              </a:rPr>
              <a:t>cách</a:t>
            </a:r>
            <a:r>
              <a:rPr lang="en-US" altLang="en-US" dirty="0">
                <a:solidFill>
                  <a:schemeClr val="tx2"/>
                </a:solidFill>
              </a:rPr>
              <a:t>, </a:t>
            </a:r>
            <a:r>
              <a:rPr lang="en-US" altLang="en-US" dirty="0" err="1">
                <a:solidFill>
                  <a:schemeClr val="tx2"/>
                </a:solidFill>
              </a:rPr>
              <a:t>tuy</a:t>
            </a:r>
            <a:r>
              <a:rPr lang="en-US" altLang="en-US" dirty="0">
                <a:solidFill>
                  <a:schemeClr val="tx2"/>
                </a:solidFill>
              </a:rPr>
              <a:t> </a:t>
            </a:r>
            <a:r>
              <a:rPr lang="en-US" altLang="en-US" dirty="0" err="1">
                <a:solidFill>
                  <a:schemeClr val="tx2"/>
                </a:solidFill>
              </a:rPr>
              <a:t>nhiên</a:t>
            </a:r>
            <a:r>
              <a:rPr lang="en-US" altLang="en-US" dirty="0">
                <a:solidFill>
                  <a:schemeClr val="tx2"/>
                </a:solidFill>
              </a:rPr>
              <a:t>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kết</a:t>
            </a:r>
            <a:r>
              <a:rPr lang="en-US" altLang="en-US" dirty="0">
                <a:solidFill>
                  <a:schemeClr val="tx2"/>
                </a:solidFill>
              </a:rPr>
              <a:t> </a:t>
            </a:r>
            <a:r>
              <a:rPr lang="en-US" altLang="en-US" dirty="0" err="1">
                <a:solidFill>
                  <a:schemeClr val="tx2"/>
                </a:solidFill>
              </a:rPr>
              <a:t>hợp</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ưu</a:t>
            </a:r>
            <a:r>
              <a:rPr lang="en-US" altLang="en-US" dirty="0">
                <a:solidFill>
                  <a:schemeClr val="tx2"/>
                </a:solidFill>
              </a:rPr>
              <a:t> </a:t>
            </a:r>
            <a:r>
              <a:rPr lang="en-US" altLang="en-US" dirty="0" err="1">
                <a:solidFill>
                  <a:schemeClr val="tx2"/>
                </a:solidFill>
              </a:rPr>
              <a:t>điểm</a:t>
            </a:r>
            <a:r>
              <a:rPr lang="en-US" altLang="en-US" dirty="0">
                <a:solidFill>
                  <a:schemeClr val="tx2"/>
                </a:solidFill>
              </a:rPr>
              <a:t> </a:t>
            </a:r>
            <a:r>
              <a:rPr lang="en-US" altLang="en-US" dirty="0" err="1">
                <a:solidFill>
                  <a:schemeClr val="tx2"/>
                </a:solidFill>
              </a:rPr>
              <a:t>của</a:t>
            </a:r>
            <a:r>
              <a:rPr lang="en-US" altLang="en-US" dirty="0">
                <a:solidFill>
                  <a:schemeClr val="tx2"/>
                </a:solidFill>
              </a:rPr>
              <a:t> vector </a:t>
            </a:r>
            <a:r>
              <a:rPr lang="en-US" altLang="en-US" dirty="0" err="1">
                <a:solidFill>
                  <a:schemeClr val="tx2"/>
                </a:solidFill>
              </a:rPr>
              <a:t>khoảng</a:t>
            </a:r>
            <a:r>
              <a:rPr lang="en-US" altLang="en-US" dirty="0">
                <a:solidFill>
                  <a:schemeClr val="tx2"/>
                </a:solidFill>
              </a:rPr>
              <a:t> </a:t>
            </a:r>
            <a:r>
              <a:rPr lang="en-US" altLang="en-US" dirty="0" err="1">
                <a:solidFill>
                  <a:schemeClr val="tx2"/>
                </a:solidFill>
              </a:rPr>
              <a:t>cách</a:t>
            </a:r>
            <a:r>
              <a:rPr lang="en-US" altLang="en-US" dirty="0">
                <a:solidFill>
                  <a:schemeClr val="tx2"/>
                </a:solidFill>
              </a:rPr>
              <a:t>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trạng</a:t>
            </a:r>
            <a:r>
              <a:rPr lang="en-US" altLang="en-US" dirty="0">
                <a:solidFill>
                  <a:schemeClr val="tx2"/>
                </a:solidFill>
              </a:rPr>
              <a:t> </a:t>
            </a:r>
            <a:r>
              <a:rPr lang="en-US" altLang="en-US" dirty="0" err="1">
                <a:solidFill>
                  <a:schemeClr val="tx2"/>
                </a:solidFill>
              </a:rPr>
              <a:t>thái</a:t>
            </a:r>
            <a:r>
              <a:rPr lang="en-US" altLang="en-US" dirty="0">
                <a:solidFill>
                  <a:schemeClr val="tx2"/>
                </a:solidFill>
              </a:rPr>
              <a:t> </a:t>
            </a:r>
            <a:r>
              <a:rPr lang="en-US" altLang="en-US" dirty="0" err="1">
                <a:solidFill>
                  <a:schemeClr val="tx2"/>
                </a:solidFill>
              </a:rPr>
              <a:t>liên</a:t>
            </a:r>
            <a:r>
              <a:rPr lang="en-US" altLang="en-US" dirty="0">
                <a:solidFill>
                  <a:schemeClr val="tx2"/>
                </a:solidFill>
              </a:rPr>
              <a:t> </a:t>
            </a:r>
            <a:r>
              <a:rPr lang="en-US" altLang="en-US" dirty="0" err="1">
                <a:solidFill>
                  <a:schemeClr val="tx2"/>
                </a:solidFill>
              </a:rPr>
              <a:t>kết</a:t>
            </a:r>
            <a:r>
              <a:rPr lang="en-US" altLang="en-US" dirty="0">
                <a:solidFill>
                  <a:schemeClr val="tx2"/>
                </a:solidFill>
              </a:rPr>
              <a:t>, </a:t>
            </a:r>
            <a:r>
              <a:rPr lang="en-US" altLang="en-US" dirty="0" err="1">
                <a:solidFill>
                  <a:schemeClr val="tx2"/>
                </a:solidFill>
              </a:rPr>
              <a:t>nên</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xem</a:t>
            </a:r>
            <a:r>
              <a:rPr lang="en-US" altLang="en-US" dirty="0">
                <a:solidFill>
                  <a:schemeClr val="tx2"/>
                </a:solidFill>
              </a:rPr>
              <a:t> </a:t>
            </a:r>
            <a:r>
              <a:rPr lang="en-US" altLang="en-US" dirty="0" err="1">
                <a:solidFill>
                  <a:schemeClr val="tx2"/>
                </a:solidFill>
              </a:rPr>
              <a:t>như</a:t>
            </a:r>
            <a:r>
              <a:rPr lang="en-US" altLang="en-US" dirty="0">
                <a:solidFill>
                  <a:schemeClr val="tx2"/>
                </a:solidFill>
              </a:rPr>
              <a:t> 1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lai</a:t>
            </a:r>
            <a:r>
              <a:rPr lang="en-US" altLang="en-US" dirty="0">
                <a:solidFill>
                  <a:schemeClr val="tx2"/>
                </a:solidFill>
              </a:rPr>
              <a:t> (hybrid protocol). EIGRP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lý</a:t>
            </a:r>
            <a:r>
              <a:rPr lang="en-US" altLang="en-US" dirty="0">
                <a:solidFill>
                  <a:schemeClr val="tx2"/>
                </a:solidFill>
              </a:rPr>
              <a:t> </a:t>
            </a:r>
            <a:r>
              <a:rPr lang="en-US" altLang="en-US" dirty="0" err="1">
                <a:solidFill>
                  <a:schemeClr val="tx2"/>
                </a:solidFill>
              </a:rPr>
              <a:t>tưởng</a:t>
            </a:r>
            <a:r>
              <a:rPr lang="en-US" altLang="en-US" dirty="0">
                <a:solidFill>
                  <a:schemeClr val="tx2"/>
                </a:solidFill>
              </a:rPr>
              <a:t> </a:t>
            </a:r>
            <a:r>
              <a:rPr lang="en-US" altLang="en-US" dirty="0" err="1">
                <a:solidFill>
                  <a:schemeClr val="tx2"/>
                </a:solidFill>
              </a:rPr>
              <a:t>cho</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lớn</a:t>
            </a:r>
            <a:r>
              <a:rPr lang="en-US" altLang="en-US" dirty="0">
                <a:solidFill>
                  <a:schemeClr val="tx2"/>
                </a:solidFill>
              </a:rPr>
              <a:t> </a:t>
            </a:r>
            <a:r>
              <a:rPr lang="en-US" altLang="en-US" dirty="0" err="1">
                <a:solidFill>
                  <a:schemeClr val="tx2"/>
                </a:solidFill>
              </a:rPr>
              <a:t>dựa</a:t>
            </a:r>
            <a:r>
              <a:rPr lang="en-US" altLang="en-US" dirty="0">
                <a:solidFill>
                  <a:schemeClr val="tx2"/>
                </a:solidFill>
              </a:rPr>
              <a:t> </a:t>
            </a:r>
            <a:r>
              <a:rPr lang="en-US" altLang="en-US" dirty="0" err="1">
                <a:solidFill>
                  <a:schemeClr val="tx2"/>
                </a:solidFill>
              </a:rPr>
              <a:t>trên</a:t>
            </a:r>
            <a:r>
              <a:rPr lang="en-US" altLang="en-US" dirty="0">
                <a:solidFill>
                  <a:schemeClr val="tx2"/>
                </a:solidFill>
              </a:rPr>
              <a:t> </a:t>
            </a:r>
            <a:r>
              <a:rPr lang="en-US" altLang="en-US" dirty="0" err="1">
                <a:solidFill>
                  <a:schemeClr val="tx2"/>
                </a:solidFill>
              </a:rPr>
              <a:t>công</a:t>
            </a:r>
            <a:r>
              <a:rPr lang="en-US" altLang="en-US" dirty="0">
                <a:solidFill>
                  <a:schemeClr val="tx2"/>
                </a:solidFill>
              </a:rPr>
              <a:t> </a:t>
            </a:r>
            <a:r>
              <a:rPr lang="en-US" altLang="en-US" dirty="0" err="1">
                <a:solidFill>
                  <a:schemeClr val="tx2"/>
                </a:solidFill>
              </a:rPr>
              <a:t>nghệ</a:t>
            </a:r>
            <a:r>
              <a:rPr lang="en-US" altLang="en-US" dirty="0">
                <a:solidFill>
                  <a:schemeClr val="tx2"/>
                </a:solidFill>
              </a:rPr>
              <a:t> Cisco. </a:t>
            </a:r>
          </a:p>
        </p:txBody>
      </p:sp>
      <p:sp>
        <p:nvSpPr>
          <p:cNvPr id="8" name="Title 1">
            <a:extLst>
              <a:ext uri="{FF2B5EF4-FFF2-40B4-BE49-F238E27FC236}">
                <a16:creationId xmlns:a16="http://schemas.microsoft.com/office/drawing/2014/main" id="{081ACFFF-4B09-4CB6-9871-865308AA9FC6}"/>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III.4 EIGRP</a:t>
            </a:r>
            <a:endParaRPr lang="vi-VN" dirty="0">
              <a:cs typeface="Times New Roman"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6">
            <a:extLst>
              <a:ext uri="{FF2B5EF4-FFF2-40B4-BE49-F238E27FC236}">
                <a16:creationId xmlns:a16="http://schemas.microsoft.com/office/drawing/2014/main" id="{F49A7CEF-ECF4-41E8-8F01-F11872FCA187}"/>
              </a:ext>
            </a:extLst>
          </p:cNvPr>
          <p:cNvSpPr>
            <a:spLocks noChangeArrowheads="1"/>
          </p:cNvSpPr>
          <p:nvPr/>
        </p:nvSpPr>
        <p:spPr bwMode="gray">
          <a:xfrm>
            <a:off x="437321" y="990942"/>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Đặc</a:t>
            </a:r>
            <a:r>
              <a:rPr lang="en-US" altLang="en-US" dirty="0">
                <a:solidFill>
                  <a:schemeClr val="tx2"/>
                </a:solidFill>
              </a:rPr>
              <a:t> </a:t>
            </a:r>
            <a:r>
              <a:rPr lang="en-US" altLang="en-US" dirty="0" err="1">
                <a:solidFill>
                  <a:schemeClr val="tx2"/>
                </a:solidFill>
              </a:rPr>
              <a:t>điểm</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EIGRP </a:t>
            </a:r>
          </a:p>
        </p:txBody>
      </p:sp>
      <p:sp>
        <p:nvSpPr>
          <p:cNvPr id="92164" name="Text Box 8">
            <a:extLst>
              <a:ext uri="{FF2B5EF4-FFF2-40B4-BE49-F238E27FC236}">
                <a16:creationId xmlns:a16="http://schemas.microsoft.com/office/drawing/2014/main" id="{3B607376-C160-4278-91FC-3679647A8067}"/>
              </a:ext>
            </a:extLst>
          </p:cNvPr>
          <p:cNvSpPr txBox="1">
            <a:spLocks noChangeArrowheads="1"/>
          </p:cNvSpPr>
          <p:nvPr/>
        </p:nvSpPr>
        <p:spPr bwMode="auto">
          <a:xfrm>
            <a:off x="437321" y="1591018"/>
            <a:ext cx="11507029" cy="4455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50000"/>
              </a:spcBef>
              <a:buClrTx/>
              <a:buFontTx/>
              <a:buNone/>
            </a:pPr>
            <a:r>
              <a:rPr lang="en-US" altLang="en-US" dirty="0">
                <a:solidFill>
                  <a:schemeClr val="tx2"/>
                </a:solidFill>
              </a:rPr>
              <a:t>EIGRP </a:t>
            </a:r>
            <a:r>
              <a:rPr lang="en-US" altLang="en-US" dirty="0" err="1">
                <a:solidFill>
                  <a:schemeClr val="tx2"/>
                </a:solidFill>
              </a:rPr>
              <a:t>sử</a:t>
            </a:r>
            <a:r>
              <a:rPr lang="en-US" altLang="en-US" dirty="0">
                <a:solidFill>
                  <a:schemeClr val="tx2"/>
                </a:solidFill>
              </a:rPr>
              <a:t> </a:t>
            </a:r>
            <a:r>
              <a:rPr lang="en-US" altLang="en-US" dirty="0" err="1">
                <a:solidFill>
                  <a:schemeClr val="tx2"/>
                </a:solidFill>
              </a:rPr>
              <a:t>dụng</a:t>
            </a:r>
            <a:r>
              <a:rPr lang="en-US" altLang="en-US" dirty="0">
                <a:solidFill>
                  <a:schemeClr val="tx2"/>
                </a:solidFill>
              </a:rPr>
              <a:t> </a:t>
            </a:r>
            <a:r>
              <a:rPr lang="en-US" altLang="en-US" dirty="0" err="1">
                <a:solidFill>
                  <a:schemeClr val="tx2"/>
                </a:solidFill>
              </a:rPr>
              <a:t>thuật</a:t>
            </a:r>
            <a:r>
              <a:rPr lang="en-US" altLang="en-US" dirty="0">
                <a:solidFill>
                  <a:schemeClr val="tx2"/>
                </a:solidFill>
              </a:rPr>
              <a:t> </a:t>
            </a:r>
            <a:r>
              <a:rPr lang="en-US" altLang="en-US" dirty="0" err="1">
                <a:solidFill>
                  <a:schemeClr val="tx2"/>
                </a:solidFill>
              </a:rPr>
              <a:t>toán</a:t>
            </a:r>
            <a:r>
              <a:rPr lang="en-US" altLang="en-US" dirty="0">
                <a:solidFill>
                  <a:schemeClr val="tx2"/>
                </a:solidFill>
              </a:rPr>
              <a:t> </a:t>
            </a:r>
            <a:r>
              <a:rPr lang="en-US" altLang="en-US" dirty="0" err="1">
                <a:solidFill>
                  <a:schemeClr val="tx2"/>
                </a:solidFill>
              </a:rPr>
              <a:t>cập</a:t>
            </a:r>
            <a:r>
              <a:rPr lang="en-US" altLang="en-US" dirty="0">
                <a:solidFill>
                  <a:schemeClr val="tx2"/>
                </a:solidFill>
              </a:rPr>
              <a:t> </a:t>
            </a:r>
            <a:r>
              <a:rPr lang="en-US" altLang="en-US" dirty="0" err="1">
                <a:solidFill>
                  <a:schemeClr val="tx2"/>
                </a:solidFill>
              </a:rPr>
              <a:t>nhật</a:t>
            </a:r>
            <a:r>
              <a:rPr lang="en-US" altLang="en-US" dirty="0">
                <a:solidFill>
                  <a:schemeClr val="tx2"/>
                </a:solidFill>
              </a:rPr>
              <a:t> </a:t>
            </a:r>
            <a:r>
              <a:rPr lang="en-US" altLang="en-US" dirty="0" err="1">
                <a:solidFill>
                  <a:schemeClr val="tx2"/>
                </a:solidFill>
              </a:rPr>
              <a:t>phân</a:t>
            </a:r>
            <a:r>
              <a:rPr lang="en-US" altLang="en-US" dirty="0">
                <a:solidFill>
                  <a:schemeClr val="tx2"/>
                </a:solidFill>
              </a:rPr>
              <a:t> </a:t>
            </a:r>
            <a:r>
              <a:rPr lang="en-US" altLang="en-US" dirty="0" err="1">
                <a:solidFill>
                  <a:schemeClr val="tx2"/>
                </a:solidFill>
              </a:rPr>
              <a:t>tán</a:t>
            </a:r>
            <a:r>
              <a:rPr lang="en-US" altLang="en-US" dirty="0">
                <a:solidFill>
                  <a:schemeClr val="tx2"/>
                </a:solidFill>
              </a:rPr>
              <a:t> DUAL (Diffusing Update Algorithm) </a:t>
            </a:r>
            <a:r>
              <a:rPr lang="en-US" altLang="en-US" dirty="0" err="1">
                <a:solidFill>
                  <a:schemeClr val="tx2"/>
                </a:solidFill>
              </a:rPr>
              <a:t>với</a:t>
            </a:r>
            <a:r>
              <a:rPr lang="en-US" altLang="en-US" dirty="0">
                <a:solidFill>
                  <a:schemeClr val="tx2"/>
                </a:solidFill>
              </a:rPr>
              <a:t> </a:t>
            </a:r>
            <a:r>
              <a:rPr lang="en-US" altLang="en-US" dirty="0" err="1">
                <a:solidFill>
                  <a:schemeClr val="tx2"/>
                </a:solidFill>
              </a:rPr>
              <a:t>những</a:t>
            </a:r>
            <a:r>
              <a:rPr lang="en-US" altLang="en-US" dirty="0">
                <a:solidFill>
                  <a:schemeClr val="tx2"/>
                </a:solidFill>
              </a:rPr>
              <a:t> </a:t>
            </a:r>
            <a:r>
              <a:rPr lang="en-US" altLang="en-US" dirty="0" err="1">
                <a:solidFill>
                  <a:schemeClr val="tx2"/>
                </a:solidFill>
              </a:rPr>
              <a:t>đặc</a:t>
            </a:r>
            <a:r>
              <a:rPr lang="en-US" altLang="en-US" dirty="0">
                <a:solidFill>
                  <a:schemeClr val="tx2"/>
                </a:solidFill>
              </a:rPr>
              <a:t> </a:t>
            </a:r>
            <a:r>
              <a:rPr lang="en-US" altLang="en-US" dirty="0" err="1">
                <a:solidFill>
                  <a:schemeClr val="tx2"/>
                </a:solidFill>
              </a:rPr>
              <a:t>điểm</a:t>
            </a:r>
            <a:r>
              <a:rPr lang="en-US" altLang="en-US" dirty="0">
                <a:solidFill>
                  <a:schemeClr val="tx2"/>
                </a:solidFill>
              </a:rPr>
              <a:t> </a:t>
            </a:r>
            <a:r>
              <a:rPr lang="en-US" altLang="en-US" dirty="0" err="1">
                <a:solidFill>
                  <a:schemeClr val="tx2"/>
                </a:solidFill>
              </a:rPr>
              <a:t>sau</a:t>
            </a:r>
            <a:r>
              <a:rPr lang="en-US" altLang="en-US" dirty="0">
                <a:solidFill>
                  <a:schemeClr val="tx2"/>
                </a:solidFill>
              </a:rPr>
              <a:t>:</a:t>
            </a:r>
          </a:p>
          <a:p>
            <a:pPr eaLnBrk="1" hangingPunct="1">
              <a:lnSpc>
                <a:spcPct val="150000"/>
              </a:lnSpc>
              <a:spcBef>
                <a:spcPct val="0"/>
              </a:spcBef>
              <a:buClrTx/>
              <a:buFontTx/>
              <a:buNone/>
            </a:pPr>
            <a:r>
              <a:rPr lang="en-US" altLang="en-US" dirty="0">
                <a:solidFill>
                  <a:schemeClr val="tx2"/>
                </a:solidFill>
              </a:rPr>
              <a:t> - </a:t>
            </a:r>
            <a:r>
              <a:rPr lang="en-US" altLang="en-US" dirty="0" err="1">
                <a:solidFill>
                  <a:schemeClr val="tx2"/>
                </a:solidFill>
              </a:rPr>
              <a:t>Tốc</a:t>
            </a:r>
            <a:r>
              <a:rPr lang="en-US" altLang="en-US" dirty="0">
                <a:solidFill>
                  <a:schemeClr val="tx2"/>
                </a:solidFill>
              </a:rPr>
              <a:t> </a:t>
            </a:r>
            <a:r>
              <a:rPr lang="en-US" altLang="en-US" dirty="0" err="1">
                <a:solidFill>
                  <a:schemeClr val="tx2"/>
                </a:solidFill>
              </a:rPr>
              <a:t>độ</a:t>
            </a:r>
            <a:r>
              <a:rPr lang="en-US" altLang="en-US" dirty="0">
                <a:solidFill>
                  <a:schemeClr val="tx2"/>
                </a:solidFill>
              </a:rPr>
              <a:t> </a:t>
            </a:r>
            <a:r>
              <a:rPr lang="en-US" altLang="en-US" dirty="0" err="1">
                <a:solidFill>
                  <a:schemeClr val="tx2"/>
                </a:solidFill>
              </a:rPr>
              <a:t>hội</a:t>
            </a:r>
            <a:r>
              <a:rPr lang="en-US" altLang="en-US" dirty="0">
                <a:solidFill>
                  <a:schemeClr val="tx2"/>
                </a:solidFill>
              </a:rPr>
              <a:t> </a:t>
            </a:r>
            <a:r>
              <a:rPr lang="en-US" altLang="en-US" dirty="0" err="1">
                <a:solidFill>
                  <a:schemeClr val="tx2"/>
                </a:solidFill>
              </a:rPr>
              <a:t>tụ</a:t>
            </a:r>
            <a:r>
              <a:rPr lang="en-US" altLang="en-US" dirty="0">
                <a:solidFill>
                  <a:schemeClr val="tx2"/>
                </a:solidFill>
              </a:rPr>
              <a:t> </a:t>
            </a:r>
            <a:r>
              <a:rPr lang="en-US" altLang="en-US" dirty="0" err="1">
                <a:solidFill>
                  <a:schemeClr val="tx2"/>
                </a:solidFill>
              </a:rPr>
              <a:t>nhanh</a:t>
            </a:r>
            <a:endParaRPr lang="en-US" altLang="en-US" dirty="0">
              <a:solidFill>
                <a:schemeClr val="tx2"/>
              </a:solidFill>
            </a:endParaRPr>
          </a:p>
          <a:p>
            <a:pPr eaLnBrk="1" hangingPunct="1">
              <a:lnSpc>
                <a:spcPct val="150000"/>
              </a:lnSpc>
              <a:spcBef>
                <a:spcPct val="0"/>
              </a:spcBef>
              <a:buClrTx/>
              <a:buFontTx/>
              <a:buNone/>
            </a:pPr>
            <a:r>
              <a:rPr lang="en-US" altLang="en-US" dirty="0">
                <a:solidFill>
                  <a:schemeClr val="tx2"/>
                </a:solidFill>
              </a:rPr>
              <a:t> - EIGRP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cập</a:t>
            </a:r>
            <a:r>
              <a:rPr lang="en-US" altLang="en-US" dirty="0">
                <a:solidFill>
                  <a:schemeClr val="tx2"/>
                </a:solidFill>
              </a:rPr>
              <a:t> </a:t>
            </a:r>
            <a:r>
              <a:rPr lang="en-US" altLang="en-US" dirty="0" err="1">
                <a:solidFill>
                  <a:schemeClr val="tx2"/>
                </a:solidFill>
              </a:rPr>
              <a:t>nhật</a:t>
            </a:r>
            <a:r>
              <a:rPr lang="en-US" altLang="en-US" dirty="0">
                <a:solidFill>
                  <a:schemeClr val="tx2"/>
                </a:solidFill>
              </a:rPr>
              <a:t> 1 </a:t>
            </a:r>
            <a:r>
              <a:rPr lang="en-US" altLang="en-US" dirty="0" err="1">
                <a:solidFill>
                  <a:schemeClr val="tx2"/>
                </a:solidFill>
              </a:rPr>
              <a:t>cách</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kì</a:t>
            </a:r>
            <a:r>
              <a:rPr lang="en-US" altLang="en-US" dirty="0">
                <a:solidFill>
                  <a:schemeClr val="tx2"/>
                </a:solidFill>
              </a:rPr>
              <a:t> </a:t>
            </a:r>
            <a:r>
              <a:rPr lang="en-US" altLang="en-US" dirty="0" err="1">
                <a:solidFill>
                  <a:schemeClr val="tx2"/>
                </a:solidFill>
              </a:rPr>
              <a:t>mà</a:t>
            </a: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khi</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sự</a:t>
            </a:r>
            <a:r>
              <a:rPr lang="en-US" altLang="en-US" dirty="0">
                <a:solidFill>
                  <a:schemeClr val="tx2"/>
                </a:solidFill>
              </a:rPr>
              <a:t> </a:t>
            </a:r>
            <a:r>
              <a:rPr lang="en-US" altLang="en-US" dirty="0" err="1">
                <a:solidFill>
                  <a:schemeClr val="tx2"/>
                </a:solidFill>
              </a:rPr>
              <a:t>thay</a:t>
            </a:r>
            <a:r>
              <a:rPr lang="en-US" altLang="en-US" dirty="0">
                <a:solidFill>
                  <a:schemeClr val="tx2"/>
                </a:solidFill>
              </a:rPr>
              <a:t> </a:t>
            </a:r>
            <a:r>
              <a:rPr lang="en-US" altLang="en-US" dirty="0" err="1">
                <a:solidFill>
                  <a:schemeClr val="tx2"/>
                </a:solidFill>
              </a:rPr>
              <a:t>đổi</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Đây</a:t>
            </a:r>
            <a:r>
              <a:rPr lang="en-US" altLang="en-US" dirty="0">
                <a:solidFill>
                  <a:schemeClr val="tx2"/>
                </a:solidFill>
              </a:rPr>
              <a:t> </a:t>
            </a:r>
            <a:r>
              <a:rPr lang="en-US" altLang="en-US" dirty="0" err="1">
                <a:solidFill>
                  <a:schemeClr val="tx2"/>
                </a:solidFill>
              </a:rPr>
              <a:t>là</a:t>
            </a:r>
            <a:r>
              <a:rPr lang="en-US" altLang="en-US" dirty="0">
                <a:solidFill>
                  <a:schemeClr val="tx2"/>
                </a:solidFill>
              </a:rPr>
              <a:t> 1 </a:t>
            </a:r>
            <a:r>
              <a:rPr lang="en-US" altLang="en-US" dirty="0" err="1">
                <a:solidFill>
                  <a:schemeClr val="tx2"/>
                </a:solidFill>
              </a:rPr>
              <a:t>ưu</a:t>
            </a:r>
            <a:r>
              <a:rPr lang="en-US" altLang="en-US" dirty="0">
                <a:solidFill>
                  <a:schemeClr val="tx2"/>
                </a:solidFill>
              </a:rPr>
              <a:t> </a:t>
            </a:r>
            <a:r>
              <a:rPr lang="en-US" altLang="en-US" dirty="0" err="1">
                <a:solidFill>
                  <a:schemeClr val="tx2"/>
                </a:solidFill>
              </a:rPr>
              <a:t>điểm</a:t>
            </a:r>
            <a:r>
              <a:rPr lang="en-US" altLang="en-US" dirty="0">
                <a:solidFill>
                  <a:schemeClr val="tx2"/>
                </a:solidFill>
              </a:rPr>
              <a:t> </a:t>
            </a:r>
            <a:r>
              <a:rPr lang="en-US" altLang="en-US" dirty="0" err="1">
                <a:solidFill>
                  <a:schemeClr val="tx2"/>
                </a:solidFill>
              </a:rPr>
              <a:t>kế</a:t>
            </a:r>
            <a:r>
              <a:rPr lang="en-US" altLang="en-US" dirty="0">
                <a:solidFill>
                  <a:schemeClr val="tx2"/>
                </a:solidFill>
              </a:rPr>
              <a:t> </a:t>
            </a:r>
            <a:r>
              <a:rPr lang="en-US" altLang="en-US" dirty="0" err="1">
                <a:solidFill>
                  <a:schemeClr val="tx2"/>
                </a:solidFill>
              </a:rPr>
              <a:t>thừa</a:t>
            </a:r>
            <a:r>
              <a:rPr lang="en-US" altLang="en-US" dirty="0">
                <a:solidFill>
                  <a:schemeClr val="tx2"/>
                </a:solidFill>
              </a:rPr>
              <a:t> </a:t>
            </a:r>
            <a:r>
              <a:rPr lang="en-US" altLang="en-US" dirty="0" err="1">
                <a:solidFill>
                  <a:schemeClr val="tx2"/>
                </a:solidFill>
              </a:rPr>
              <a:t>từ</a:t>
            </a:r>
            <a:r>
              <a:rPr lang="en-US" altLang="en-US" dirty="0">
                <a:solidFill>
                  <a:schemeClr val="tx2"/>
                </a:solidFill>
              </a:rPr>
              <a:t> link state.</a:t>
            </a:r>
          </a:p>
          <a:p>
            <a:pPr eaLnBrk="1" hangingPunct="1">
              <a:lnSpc>
                <a:spcPct val="150000"/>
              </a:lnSpc>
              <a:spcBef>
                <a:spcPct val="0"/>
              </a:spcBef>
              <a:buClrTx/>
              <a:buFontTx/>
              <a:buNone/>
            </a:pPr>
            <a:r>
              <a:rPr lang="en-US" altLang="en-US" dirty="0">
                <a:solidFill>
                  <a:schemeClr val="tx2"/>
                </a:solidFill>
              </a:rPr>
              <a:t> - </a:t>
            </a:r>
            <a:r>
              <a:rPr lang="en-US" altLang="en-US" dirty="0" err="1">
                <a:solidFill>
                  <a:schemeClr val="tx2"/>
                </a:solidFill>
              </a:rPr>
              <a:t>Thông</a:t>
            </a:r>
            <a:r>
              <a:rPr lang="en-US" altLang="en-US" dirty="0">
                <a:solidFill>
                  <a:schemeClr val="tx2"/>
                </a:solidFill>
              </a:rPr>
              <a:t> tin update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những</a:t>
            </a:r>
            <a:r>
              <a:rPr lang="en-US" altLang="en-US" dirty="0">
                <a:solidFill>
                  <a:schemeClr val="tx2"/>
                </a:solidFill>
              </a:rPr>
              <a:t> </a:t>
            </a:r>
            <a:r>
              <a:rPr lang="en-US" altLang="en-US" dirty="0" err="1">
                <a:solidFill>
                  <a:schemeClr val="tx2"/>
                </a:solidFill>
              </a:rPr>
              <a:t>sự</a:t>
            </a:r>
            <a:r>
              <a:rPr lang="en-US" altLang="en-US" dirty="0">
                <a:solidFill>
                  <a:schemeClr val="tx2"/>
                </a:solidFill>
              </a:rPr>
              <a:t> </a:t>
            </a:r>
            <a:r>
              <a:rPr lang="en-US" altLang="en-US" dirty="0" err="1">
                <a:solidFill>
                  <a:schemeClr val="tx2"/>
                </a:solidFill>
              </a:rPr>
              <a:t>thay</a:t>
            </a:r>
            <a:r>
              <a:rPr lang="en-US" altLang="en-US" dirty="0">
                <a:solidFill>
                  <a:schemeClr val="tx2"/>
                </a:solidFill>
              </a:rPr>
              <a:t> </a:t>
            </a:r>
            <a:r>
              <a:rPr lang="en-US" altLang="en-US" dirty="0" err="1">
                <a:solidFill>
                  <a:schemeClr val="tx2"/>
                </a:solidFill>
              </a:rPr>
              <a:t>đổi</a:t>
            </a:r>
            <a:r>
              <a:rPr lang="en-US" altLang="en-US" dirty="0">
                <a:solidFill>
                  <a:schemeClr val="tx2"/>
                </a:solidFill>
              </a:rPr>
              <a:t> </a:t>
            </a:r>
            <a:r>
              <a:rPr lang="en-US" altLang="en-US" dirty="0" err="1">
                <a:solidFill>
                  <a:schemeClr val="tx2"/>
                </a:solidFill>
              </a:rPr>
              <a:t>chứ</a:t>
            </a:r>
            <a:r>
              <a:rPr lang="en-US" altLang="en-US" dirty="0">
                <a:solidFill>
                  <a:schemeClr val="tx2"/>
                </a:solidFill>
              </a:rPr>
              <a:t>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toàn</a:t>
            </a:r>
            <a:r>
              <a:rPr lang="en-US" altLang="en-US" dirty="0">
                <a:solidFill>
                  <a:schemeClr val="tx2"/>
                </a:solidFill>
              </a:rPr>
              <a:t> </a:t>
            </a:r>
            <a:r>
              <a:rPr lang="en-US" altLang="en-US" dirty="0" err="1">
                <a:solidFill>
                  <a:schemeClr val="tx2"/>
                </a:solidFill>
              </a:rPr>
              <a:t>bộ</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p>
          <a:p>
            <a:pPr eaLnBrk="1" hangingPunct="1">
              <a:lnSpc>
                <a:spcPct val="150000"/>
              </a:lnSpc>
              <a:spcBef>
                <a:spcPct val="0"/>
              </a:spcBef>
              <a:buClrTx/>
              <a:buFontTx/>
              <a:buNone/>
            </a:pPr>
            <a:r>
              <a:rPr lang="en-US" altLang="en-US" dirty="0">
                <a:solidFill>
                  <a:schemeClr val="tx2"/>
                </a:solidFill>
              </a:rPr>
              <a:t> </a:t>
            </a:r>
          </a:p>
        </p:txBody>
      </p:sp>
      <p:sp>
        <p:nvSpPr>
          <p:cNvPr id="8" name="Title 1">
            <a:extLst>
              <a:ext uri="{FF2B5EF4-FFF2-40B4-BE49-F238E27FC236}">
                <a16:creationId xmlns:a16="http://schemas.microsoft.com/office/drawing/2014/main" id="{D0559530-70A9-4664-B9F6-E4581AB219C9}"/>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III.4 EIGRP</a:t>
            </a:r>
            <a:endParaRPr lang="vi-VN" dirty="0">
              <a:cs typeface="Times New Roman"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8C6E27-8383-4AA1-80D7-265A49FCF967}"/>
              </a:ext>
            </a:extLst>
          </p:cNvPr>
          <p:cNvSpPr>
            <a:spLocks noGrp="1"/>
          </p:cNvSpPr>
          <p:nvPr>
            <p:ph idx="1"/>
          </p:nvPr>
        </p:nvSpPr>
        <p:spPr/>
        <p:txBody>
          <a:bodyPr/>
          <a:lstStyle/>
          <a:p>
            <a:pPr>
              <a:lnSpc>
                <a:spcPct val="150000"/>
              </a:lnSpc>
              <a:spcBef>
                <a:spcPct val="0"/>
              </a:spcBef>
              <a:buNone/>
            </a:pP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cập</a:t>
            </a:r>
            <a:r>
              <a:rPr lang="en-US" altLang="en-US" dirty="0">
                <a:solidFill>
                  <a:schemeClr val="tx2"/>
                </a:solidFill>
              </a:rPr>
              <a:t> </a:t>
            </a:r>
            <a:r>
              <a:rPr lang="en-US" altLang="en-US" dirty="0" err="1">
                <a:solidFill>
                  <a:schemeClr val="tx2"/>
                </a:solidFill>
              </a:rPr>
              <a:t>nhật</a:t>
            </a:r>
            <a:r>
              <a:rPr lang="en-US" altLang="en-US" dirty="0">
                <a:solidFill>
                  <a:schemeClr val="tx2"/>
                </a:solidFill>
              </a:rPr>
              <a:t> </a:t>
            </a:r>
            <a:r>
              <a:rPr lang="en-US" altLang="en-US" dirty="0" err="1">
                <a:solidFill>
                  <a:schemeClr val="tx2"/>
                </a:solidFill>
              </a:rPr>
              <a:t>đến</a:t>
            </a:r>
            <a:r>
              <a:rPr lang="en-US" altLang="en-US" dirty="0">
                <a:solidFill>
                  <a:schemeClr val="tx2"/>
                </a:solidFill>
              </a:rPr>
              <a:t> </a:t>
            </a:r>
            <a:r>
              <a:rPr lang="en-US" altLang="en-US" dirty="0" err="1">
                <a:solidFill>
                  <a:schemeClr val="tx2"/>
                </a:solidFill>
              </a:rPr>
              <a:t>các</a:t>
            </a:r>
            <a:r>
              <a:rPr lang="en-US" altLang="en-US" dirty="0">
                <a:solidFill>
                  <a:schemeClr val="tx2"/>
                </a:solidFill>
              </a:rPr>
              <a:t> router </a:t>
            </a:r>
            <a:r>
              <a:rPr lang="en-US" altLang="en-US" dirty="0" err="1">
                <a:solidFill>
                  <a:schemeClr val="tx2"/>
                </a:solidFill>
              </a:rPr>
              <a:t>chạy</a:t>
            </a:r>
            <a:r>
              <a:rPr lang="en-US" altLang="en-US" dirty="0">
                <a:solidFill>
                  <a:schemeClr val="tx2"/>
                </a:solidFill>
              </a:rPr>
              <a:t> EIGRP.</a:t>
            </a:r>
          </a:p>
          <a:p>
            <a:pPr>
              <a:lnSpc>
                <a:spcPct val="150000"/>
              </a:lnSpc>
              <a:spcBef>
                <a:spcPct val="0"/>
              </a:spcBef>
              <a:buNone/>
            </a:pPr>
            <a:r>
              <a:rPr lang="en-US" altLang="en-US" dirty="0">
                <a:solidFill>
                  <a:schemeClr val="tx2"/>
                </a:solidFill>
              </a:rPr>
              <a:t> - </a:t>
            </a:r>
            <a:r>
              <a:rPr lang="en-US" altLang="en-US" dirty="0" err="1">
                <a:solidFill>
                  <a:schemeClr val="tx2"/>
                </a:solidFill>
              </a:rPr>
              <a:t>Hỗ</a:t>
            </a:r>
            <a:r>
              <a:rPr lang="en-US" altLang="en-US" dirty="0">
                <a:solidFill>
                  <a:schemeClr val="tx2"/>
                </a:solidFill>
              </a:rPr>
              <a:t> </a:t>
            </a:r>
            <a:r>
              <a:rPr lang="en-US" altLang="en-US" dirty="0" err="1">
                <a:solidFill>
                  <a:schemeClr val="tx2"/>
                </a:solidFill>
              </a:rPr>
              <a:t>trợ</a:t>
            </a:r>
            <a:r>
              <a:rPr lang="en-US" altLang="en-US" dirty="0">
                <a:solidFill>
                  <a:schemeClr val="tx2"/>
                </a:solidFill>
              </a:rPr>
              <a:t> </a:t>
            </a:r>
            <a:r>
              <a:rPr lang="en-US" altLang="en-US" dirty="0" err="1">
                <a:solidFill>
                  <a:schemeClr val="tx2"/>
                </a:solidFill>
              </a:rPr>
              <a:t>chứng</a:t>
            </a:r>
            <a:r>
              <a:rPr lang="en-US" altLang="en-US" dirty="0">
                <a:solidFill>
                  <a:schemeClr val="tx2"/>
                </a:solidFill>
              </a:rPr>
              <a:t> </a:t>
            </a:r>
            <a:r>
              <a:rPr lang="en-US" altLang="en-US" dirty="0" err="1">
                <a:solidFill>
                  <a:schemeClr val="tx2"/>
                </a:solidFill>
              </a:rPr>
              <a:t>thực</a:t>
            </a:r>
            <a:r>
              <a:rPr lang="en-US" altLang="en-US" dirty="0">
                <a:solidFill>
                  <a:schemeClr val="tx2"/>
                </a:solidFill>
              </a:rPr>
              <a:t> </a:t>
            </a:r>
            <a:r>
              <a:rPr lang="en-US" altLang="en-US" dirty="0" err="1">
                <a:solidFill>
                  <a:schemeClr val="tx2"/>
                </a:solidFill>
              </a:rPr>
              <a:t>bằng</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bản</a:t>
            </a:r>
            <a:r>
              <a:rPr lang="en-US" altLang="en-US" dirty="0">
                <a:solidFill>
                  <a:schemeClr val="tx2"/>
                </a:solidFill>
              </a:rPr>
              <a:t> tin </a:t>
            </a:r>
            <a:r>
              <a:rPr lang="en-US" altLang="en-US" dirty="0" err="1">
                <a:solidFill>
                  <a:schemeClr val="tx2"/>
                </a:solidFill>
              </a:rPr>
              <a:t>mã</a:t>
            </a:r>
            <a:r>
              <a:rPr lang="en-US" altLang="en-US" dirty="0">
                <a:solidFill>
                  <a:schemeClr val="tx2"/>
                </a:solidFill>
              </a:rPr>
              <a:t> </a:t>
            </a:r>
            <a:r>
              <a:rPr lang="en-US" altLang="en-US" dirty="0" err="1">
                <a:solidFill>
                  <a:schemeClr val="tx2"/>
                </a:solidFill>
              </a:rPr>
              <a:t>hóa</a:t>
            </a:r>
            <a:r>
              <a:rPr lang="en-US" altLang="en-US" dirty="0">
                <a:solidFill>
                  <a:schemeClr val="tx2"/>
                </a:solidFill>
              </a:rPr>
              <a:t> MD5.</a:t>
            </a:r>
          </a:p>
          <a:p>
            <a:pPr>
              <a:lnSpc>
                <a:spcPct val="150000"/>
              </a:lnSpc>
              <a:spcBef>
                <a:spcPct val="0"/>
              </a:spcBef>
              <a:buNone/>
            </a:pPr>
            <a:r>
              <a:rPr lang="en-US" altLang="en-US" dirty="0">
                <a:solidFill>
                  <a:schemeClr val="tx2"/>
                </a:solidFill>
              </a:rPr>
              <a:t> -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classless,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gửi</a:t>
            </a:r>
            <a:r>
              <a:rPr lang="en-US" altLang="en-US" dirty="0">
                <a:solidFill>
                  <a:schemeClr val="tx2"/>
                </a:solidFill>
              </a:rPr>
              <a:t> subnet mask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nên</a:t>
            </a:r>
            <a:r>
              <a:rPr lang="en-US" altLang="en-US" dirty="0">
                <a:solidFill>
                  <a:schemeClr val="tx2"/>
                </a:solidFill>
              </a:rPr>
              <a:t> </a:t>
            </a:r>
            <a:r>
              <a:rPr lang="en-US" altLang="en-US" dirty="0" err="1">
                <a:solidFill>
                  <a:schemeClr val="tx2"/>
                </a:solidFill>
              </a:rPr>
              <a:t>hỗ</a:t>
            </a:r>
            <a:r>
              <a:rPr lang="en-US" altLang="en-US" dirty="0">
                <a:solidFill>
                  <a:schemeClr val="tx2"/>
                </a:solidFill>
              </a:rPr>
              <a:t> </a:t>
            </a:r>
            <a:r>
              <a:rPr lang="en-US" altLang="en-US" dirty="0" err="1">
                <a:solidFill>
                  <a:schemeClr val="tx2"/>
                </a:solidFill>
              </a:rPr>
              <a:t>trợ</a:t>
            </a:r>
            <a:r>
              <a:rPr lang="en-US" altLang="en-US" dirty="0">
                <a:solidFill>
                  <a:schemeClr val="tx2"/>
                </a:solidFill>
              </a:rPr>
              <a:t> chia </a:t>
            </a:r>
            <a:r>
              <a:rPr lang="en-US" altLang="en-US" dirty="0" err="1">
                <a:solidFill>
                  <a:schemeClr val="tx2"/>
                </a:solidFill>
              </a:rPr>
              <a:t>mạng</a:t>
            </a:r>
            <a:r>
              <a:rPr lang="en-US" altLang="en-US" dirty="0">
                <a:solidFill>
                  <a:schemeClr val="tx2"/>
                </a:solidFill>
              </a:rPr>
              <a:t> con.</a:t>
            </a:r>
          </a:p>
          <a:p>
            <a:endParaRPr lang="en-US" dirty="0"/>
          </a:p>
        </p:txBody>
      </p:sp>
      <p:sp>
        <p:nvSpPr>
          <p:cNvPr id="4" name="Title 1">
            <a:extLst>
              <a:ext uri="{FF2B5EF4-FFF2-40B4-BE49-F238E27FC236}">
                <a16:creationId xmlns:a16="http://schemas.microsoft.com/office/drawing/2014/main" id="{89B8A103-4680-4AF5-8070-FCE468C3CD31}"/>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III.4 EIGRP</a:t>
            </a:r>
            <a:endParaRPr lang="vi-VN" dirty="0">
              <a:cs typeface="Times New Roman" pitchFamily="18" charset="0"/>
            </a:endParaRPr>
          </a:p>
        </p:txBody>
      </p:sp>
    </p:spTree>
    <p:extLst>
      <p:ext uri="{BB962C8B-B14F-4D97-AF65-F5344CB8AC3E}">
        <p14:creationId xmlns:p14="http://schemas.microsoft.com/office/powerpoint/2010/main" val="20387462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6">
            <a:extLst>
              <a:ext uri="{FF2B5EF4-FFF2-40B4-BE49-F238E27FC236}">
                <a16:creationId xmlns:a16="http://schemas.microsoft.com/office/drawing/2014/main" id="{C48E44E2-7573-4C0A-AEBE-86FED00CA8D2}"/>
              </a:ext>
            </a:extLst>
          </p:cNvPr>
          <p:cNvSpPr>
            <a:spLocks noChangeArrowheads="1"/>
          </p:cNvSpPr>
          <p:nvPr/>
        </p:nvSpPr>
        <p:spPr bwMode="gray">
          <a:xfrm>
            <a:off x="437321" y="1215726"/>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Đặc</a:t>
            </a:r>
            <a:r>
              <a:rPr lang="en-US" altLang="en-US" dirty="0">
                <a:solidFill>
                  <a:schemeClr val="tx2"/>
                </a:solidFill>
              </a:rPr>
              <a:t> </a:t>
            </a:r>
            <a:r>
              <a:rPr lang="en-US" altLang="en-US" dirty="0" err="1">
                <a:solidFill>
                  <a:schemeClr val="tx2"/>
                </a:solidFill>
              </a:rPr>
              <a:t>điểm</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EIGRP </a:t>
            </a:r>
          </a:p>
        </p:txBody>
      </p:sp>
      <p:sp>
        <p:nvSpPr>
          <p:cNvPr id="93188" name="Text Box 7">
            <a:extLst>
              <a:ext uri="{FF2B5EF4-FFF2-40B4-BE49-F238E27FC236}">
                <a16:creationId xmlns:a16="http://schemas.microsoft.com/office/drawing/2014/main" id="{FB496E6D-4947-42F4-BEF8-13DB3D040AC9}"/>
              </a:ext>
            </a:extLst>
          </p:cNvPr>
          <p:cNvSpPr txBox="1">
            <a:spLocks noChangeArrowheads="1"/>
          </p:cNvSpPr>
          <p:nvPr/>
        </p:nvSpPr>
        <p:spPr bwMode="auto">
          <a:xfrm>
            <a:off x="437320" y="1762126"/>
            <a:ext cx="11526079" cy="4825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50000"/>
              </a:spcBef>
              <a:buClrTx/>
              <a:buFontTx/>
              <a:buNone/>
            </a:pPr>
            <a:r>
              <a:rPr lang="en-US" altLang="en-US" dirty="0">
                <a:solidFill>
                  <a:schemeClr val="tx2"/>
                </a:solidFill>
              </a:rPr>
              <a:t> - </a:t>
            </a:r>
            <a:r>
              <a:rPr lang="en-US" altLang="en-US" dirty="0" err="1">
                <a:solidFill>
                  <a:schemeClr val="tx2"/>
                </a:solidFill>
              </a:rPr>
              <a:t>Sử</a:t>
            </a:r>
            <a:r>
              <a:rPr lang="en-US" altLang="en-US" dirty="0">
                <a:solidFill>
                  <a:schemeClr val="tx2"/>
                </a:solidFill>
              </a:rPr>
              <a:t> </a:t>
            </a:r>
            <a:r>
              <a:rPr lang="en-US" altLang="en-US" dirty="0" err="1">
                <a:solidFill>
                  <a:schemeClr val="tx2"/>
                </a:solidFill>
              </a:rPr>
              <a:t>dụng</a:t>
            </a:r>
            <a:r>
              <a:rPr lang="en-US" altLang="en-US" dirty="0">
                <a:solidFill>
                  <a:schemeClr val="tx2"/>
                </a:solidFill>
              </a:rPr>
              <a:t> </a:t>
            </a:r>
            <a:r>
              <a:rPr lang="en-US" altLang="en-US" dirty="0" err="1">
                <a:solidFill>
                  <a:schemeClr val="tx2"/>
                </a:solidFill>
              </a:rPr>
              <a:t>băng</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hiệu</a:t>
            </a:r>
            <a:r>
              <a:rPr lang="en-US" altLang="en-US" dirty="0">
                <a:solidFill>
                  <a:schemeClr val="tx2"/>
                </a:solidFill>
              </a:rPr>
              <a:t> </a:t>
            </a:r>
            <a:r>
              <a:rPr lang="en-US" altLang="en-US" dirty="0" err="1">
                <a:solidFill>
                  <a:schemeClr val="tx2"/>
                </a:solidFill>
              </a:rPr>
              <a:t>quả</a:t>
            </a:r>
            <a:r>
              <a:rPr lang="en-US" altLang="en-US" dirty="0">
                <a:solidFill>
                  <a:schemeClr val="tx2"/>
                </a:solidFill>
              </a:rPr>
              <a:t>: do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cập</a:t>
            </a:r>
            <a:r>
              <a:rPr lang="en-US" altLang="en-US" dirty="0">
                <a:solidFill>
                  <a:schemeClr val="tx2"/>
                </a:solidFill>
              </a:rPr>
              <a:t> </a:t>
            </a:r>
            <a:r>
              <a:rPr lang="en-US" altLang="en-US" dirty="0" err="1">
                <a:solidFill>
                  <a:schemeClr val="tx2"/>
                </a:solidFill>
              </a:rPr>
              <a:t>nhật</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kì</a:t>
            </a:r>
            <a:r>
              <a:rPr lang="en-US" altLang="en-US" dirty="0">
                <a:solidFill>
                  <a:schemeClr val="tx2"/>
                </a:solidFill>
              </a:rPr>
              <a:t>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những</a:t>
            </a:r>
            <a:r>
              <a:rPr lang="en-US" altLang="en-US" dirty="0">
                <a:solidFill>
                  <a:schemeClr val="tx2"/>
                </a:solidFill>
              </a:rPr>
              <a:t> </a:t>
            </a:r>
            <a:r>
              <a:rPr lang="en-US" altLang="en-US" dirty="0" err="1">
                <a:solidFill>
                  <a:schemeClr val="tx2"/>
                </a:solidFill>
              </a:rPr>
              <a:t>phần</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sự</a:t>
            </a:r>
            <a:r>
              <a:rPr lang="en-US" altLang="en-US" dirty="0">
                <a:solidFill>
                  <a:schemeClr val="tx2"/>
                </a:solidFill>
              </a:rPr>
              <a:t> </a:t>
            </a:r>
            <a:r>
              <a:rPr lang="en-US" altLang="en-US" dirty="0" err="1">
                <a:solidFill>
                  <a:schemeClr val="tx2"/>
                </a:solidFill>
              </a:rPr>
              <a:t>thay</a:t>
            </a:r>
            <a:r>
              <a:rPr lang="en-US" altLang="en-US" dirty="0">
                <a:solidFill>
                  <a:schemeClr val="tx2"/>
                </a:solidFill>
              </a:rPr>
              <a:t> </a:t>
            </a:r>
            <a:r>
              <a:rPr lang="en-US" altLang="en-US" dirty="0" err="1">
                <a:solidFill>
                  <a:schemeClr val="tx2"/>
                </a:solidFill>
              </a:rPr>
              <a:t>đổi</a:t>
            </a:r>
            <a:r>
              <a:rPr lang="en-US" altLang="en-US" dirty="0">
                <a:solidFill>
                  <a:schemeClr val="tx2"/>
                </a:solidFill>
              </a:rPr>
              <a:t> </a:t>
            </a:r>
            <a:r>
              <a:rPr lang="en-US" altLang="en-US" dirty="0" err="1">
                <a:solidFill>
                  <a:schemeClr val="tx2"/>
                </a:solidFill>
              </a:rPr>
              <a:t>nên</a:t>
            </a:r>
            <a:r>
              <a:rPr lang="en-US" altLang="en-US" dirty="0">
                <a:solidFill>
                  <a:schemeClr val="tx2"/>
                </a:solidFill>
              </a:rPr>
              <a:t> EIGRP </a:t>
            </a:r>
            <a:r>
              <a:rPr lang="en-US" altLang="en-US" dirty="0" err="1">
                <a:solidFill>
                  <a:schemeClr val="tx2"/>
                </a:solidFill>
              </a:rPr>
              <a:t>sử</a:t>
            </a:r>
            <a:r>
              <a:rPr lang="en-US" altLang="en-US" dirty="0">
                <a:solidFill>
                  <a:schemeClr val="tx2"/>
                </a:solidFill>
              </a:rPr>
              <a:t> </a:t>
            </a:r>
            <a:r>
              <a:rPr lang="en-US" altLang="en-US" dirty="0" err="1">
                <a:solidFill>
                  <a:schemeClr val="tx2"/>
                </a:solidFill>
              </a:rPr>
              <a:t>dụng</a:t>
            </a:r>
            <a:r>
              <a:rPr lang="en-US" altLang="en-US" dirty="0">
                <a:solidFill>
                  <a:schemeClr val="tx2"/>
                </a:solidFill>
              </a:rPr>
              <a:t> </a:t>
            </a:r>
            <a:r>
              <a:rPr lang="en-US" altLang="en-US" dirty="0" err="1">
                <a:solidFill>
                  <a:schemeClr val="tx2"/>
                </a:solidFill>
              </a:rPr>
              <a:t>ít</a:t>
            </a:r>
            <a:r>
              <a:rPr lang="en-US" altLang="en-US" dirty="0">
                <a:solidFill>
                  <a:schemeClr val="tx2"/>
                </a:solidFill>
              </a:rPr>
              <a:t> </a:t>
            </a:r>
            <a:r>
              <a:rPr lang="en-US" altLang="en-US" dirty="0" err="1">
                <a:solidFill>
                  <a:schemeClr val="tx2"/>
                </a:solidFill>
              </a:rPr>
              <a:t>băng</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hơn</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distance vector, </a:t>
            </a:r>
            <a:r>
              <a:rPr lang="en-US" altLang="en-US" dirty="0" err="1">
                <a:solidFill>
                  <a:schemeClr val="tx2"/>
                </a:solidFill>
              </a:rPr>
              <a:t>nên</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thể</a:t>
            </a:r>
            <a:r>
              <a:rPr lang="en-US" altLang="en-US" dirty="0">
                <a:solidFill>
                  <a:schemeClr val="tx2"/>
                </a:solidFill>
              </a:rPr>
              <a:t> </a:t>
            </a:r>
            <a:r>
              <a:rPr lang="en-US" altLang="en-US" dirty="0" err="1">
                <a:solidFill>
                  <a:schemeClr val="tx2"/>
                </a:solidFill>
              </a:rPr>
              <a:t>chạy</a:t>
            </a:r>
            <a:r>
              <a:rPr lang="en-US" altLang="en-US" dirty="0">
                <a:solidFill>
                  <a:schemeClr val="tx2"/>
                </a:solidFill>
              </a:rPr>
              <a:t> </a:t>
            </a:r>
            <a:r>
              <a:rPr lang="en-US" altLang="en-US" dirty="0" err="1">
                <a:solidFill>
                  <a:schemeClr val="tx2"/>
                </a:solidFill>
              </a:rPr>
              <a:t>trên</a:t>
            </a:r>
            <a:r>
              <a:rPr lang="en-US" altLang="en-US" dirty="0">
                <a:solidFill>
                  <a:schemeClr val="tx2"/>
                </a:solidFill>
              </a:rPr>
              <a:t> </a:t>
            </a:r>
            <a:r>
              <a:rPr lang="en-US" altLang="en-US" dirty="0" err="1">
                <a:solidFill>
                  <a:schemeClr val="tx2"/>
                </a:solidFill>
              </a:rPr>
              <a:t>những</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truyền</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băng</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thấp</a:t>
            </a:r>
            <a:r>
              <a:rPr lang="en-US" altLang="en-US" dirty="0">
                <a:solidFill>
                  <a:schemeClr val="tx2"/>
                </a:solidFill>
              </a:rPr>
              <a:t>. </a:t>
            </a:r>
            <a:r>
              <a:rPr lang="en-US" altLang="en-US" dirty="0" err="1">
                <a:solidFill>
                  <a:schemeClr val="tx2"/>
                </a:solidFill>
              </a:rPr>
              <a:t>Ngoài</a:t>
            </a:r>
            <a:r>
              <a:rPr lang="en-US" altLang="en-US" dirty="0">
                <a:solidFill>
                  <a:schemeClr val="tx2"/>
                </a:solidFill>
              </a:rPr>
              <a:t> ra, ta </a:t>
            </a:r>
            <a:r>
              <a:rPr lang="en-US" altLang="en-US" dirty="0" err="1">
                <a:solidFill>
                  <a:schemeClr val="tx2"/>
                </a:solidFill>
              </a:rPr>
              <a:t>còn</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thể</a:t>
            </a:r>
            <a:r>
              <a:rPr lang="en-US" altLang="en-US" dirty="0">
                <a:solidFill>
                  <a:schemeClr val="tx2"/>
                </a:solidFill>
              </a:rPr>
              <a:t> </a:t>
            </a:r>
            <a:r>
              <a:rPr lang="en-US" altLang="en-US" dirty="0" err="1">
                <a:solidFill>
                  <a:schemeClr val="tx2"/>
                </a:solidFill>
              </a:rPr>
              <a:t>điều</a:t>
            </a:r>
            <a:r>
              <a:rPr lang="en-US" altLang="en-US" dirty="0">
                <a:solidFill>
                  <a:schemeClr val="tx2"/>
                </a:solidFill>
              </a:rPr>
              <a:t> </a:t>
            </a:r>
            <a:r>
              <a:rPr lang="en-US" altLang="en-US" dirty="0" err="1">
                <a:solidFill>
                  <a:schemeClr val="tx2"/>
                </a:solidFill>
              </a:rPr>
              <a:t>chỉnh</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tỉ</a:t>
            </a:r>
            <a:r>
              <a:rPr lang="en-US" altLang="en-US" dirty="0">
                <a:solidFill>
                  <a:schemeClr val="tx2"/>
                </a:solidFill>
              </a:rPr>
              <a:t> </a:t>
            </a:r>
            <a:r>
              <a:rPr lang="en-US" altLang="en-US" dirty="0" err="1">
                <a:solidFill>
                  <a:schemeClr val="tx2"/>
                </a:solidFill>
              </a:rPr>
              <a:t>lệ</a:t>
            </a:r>
            <a:r>
              <a:rPr lang="en-US" altLang="en-US" dirty="0">
                <a:solidFill>
                  <a:schemeClr val="tx2"/>
                </a:solidFill>
              </a:rPr>
              <a:t> </a:t>
            </a:r>
            <a:r>
              <a:rPr lang="en-US" altLang="en-US" dirty="0" err="1">
                <a:solidFill>
                  <a:schemeClr val="tx2"/>
                </a:solidFill>
              </a:rPr>
              <a:t>băng</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dành</a:t>
            </a:r>
            <a:r>
              <a:rPr lang="en-US" altLang="en-US" dirty="0">
                <a:solidFill>
                  <a:schemeClr val="tx2"/>
                </a:solidFill>
              </a:rPr>
              <a:t> </a:t>
            </a:r>
            <a:r>
              <a:rPr lang="en-US" altLang="en-US" dirty="0" err="1">
                <a:solidFill>
                  <a:schemeClr val="tx2"/>
                </a:solidFill>
              </a:rPr>
              <a:t>cho</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bằng</a:t>
            </a:r>
            <a:r>
              <a:rPr lang="en-US" altLang="en-US" dirty="0">
                <a:solidFill>
                  <a:schemeClr val="tx2"/>
                </a:solidFill>
              </a:rPr>
              <a:t> </a:t>
            </a:r>
            <a:r>
              <a:rPr lang="en-US" altLang="en-US" dirty="0" err="1">
                <a:solidFill>
                  <a:schemeClr val="tx2"/>
                </a:solidFill>
              </a:rPr>
              <a:t>lệnh</a:t>
            </a:r>
            <a:r>
              <a:rPr lang="en-US" altLang="en-US" dirty="0">
                <a:solidFill>
                  <a:schemeClr val="tx2"/>
                </a:solidFill>
              </a:rPr>
              <a:t> </a:t>
            </a:r>
            <a:r>
              <a:rPr lang="en-US" altLang="en-US" i="1" dirty="0">
                <a:solidFill>
                  <a:schemeClr val="tx2"/>
                </a:solidFill>
              </a:rPr>
              <a:t>router(config)# </a:t>
            </a:r>
            <a:r>
              <a:rPr lang="en-US" altLang="en-US" i="1" dirty="0" err="1">
                <a:solidFill>
                  <a:schemeClr val="tx2"/>
                </a:solidFill>
              </a:rPr>
              <a:t>ip</a:t>
            </a:r>
            <a:r>
              <a:rPr lang="en-US" altLang="en-US" i="1" dirty="0">
                <a:solidFill>
                  <a:schemeClr val="tx2"/>
                </a:solidFill>
              </a:rPr>
              <a:t> bandwidth-percent </a:t>
            </a:r>
            <a:r>
              <a:rPr lang="en-US" altLang="en-US" i="1" dirty="0" err="1">
                <a:solidFill>
                  <a:schemeClr val="tx2"/>
                </a:solidFill>
              </a:rPr>
              <a:t>eigrp</a:t>
            </a:r>
            <a:endParaRPr lang="en-US" altLang="en-US" i="1" dirty="0">
              <a:solidFill>
                <a:schemeClr val="tx2"/>
              </a:solidFill>
            </a:endParaRPr>
          </a:p>
          <a:p>
            <a:pPr algn="just" eaLnBrk="1" hangingPunct="1">
              <a:lnSpc>
                <a:spcPct val="150000"/>
              </a:lnSpc>
              <a:spcBef>
                <a:spcPct val="50000"/>
              </a:spcBef>
              <a:buClrTx/>
              <a:buFontTx/>
              <a:buNone/>
            </a:pPr>
            <a:r>
              <a:rPr lang="en-US" altLang="en-US" dirty="0">
                <a:solidFill>
                  <a:schemeClr val="tx2"/>
                </a:solidFill>
              </a:rPr>
              <a:t> - </a:t>
            </a:r>
            <a:r>
              <a:rPr lang="en-US" altLang="en-US" dirty="0" err="1">
                <a:solidFill>
                  <a:schemeClr val="tx2"/>
                </a:solidFill>
              </a:rPr>
              <a:t>Hỗ</a:t>
            </a:r>
            <a:r>
              <a:rPr lang="en-US" altLang="en-US" dirty="0">
                <a:solidFill>
                  <a:schemeClr val="tx2"/>
                </a:solidFill>
              </a:rPr>
              <a:t> </a:t>
            </a:r>
            <a:r>
              <a:rPr lang="en-US" altLang="en-US" dirty="0" err="1">
                <a:solidFill>
                  <a:schemeClr val="tx2"/>
                </a:solidFill>
              </a:rPr>
              <a:t>trợ</a:t>
            </a:r>
            <a:r>
              <a:rPr lang="en-US" altLang="en-US" dirty="0">
                <a:solidFill>
                  <a:schemeClr val="tx2"/>
                </a:solidFill>
              </a:rPr>
              <a:t> </a:t>
            </a:r>
            <a:r>
              <a:rPr lang="en-US" altLang="en-US" dirty="0" err="1">
                <a:solidFill>
                  <a:schemeClr val="tx2"/>
                </a:solidFill>
              </a:rPr>
              <a:t>nhiều</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khác</a:t>
            </a:r>
            <a:r>
              <a:rPr lang="en-US" altLang="en-US" dirty="0">
                <a:solidFill>
                  <a:schemeClr val="tx2"/>
                </a:solidFill>
              </a:rPr>
              <a:t> </a:t>
            </a:r>
            <a:r>
              <a:rPr lang="en-US" altLang="en-US" dirty="0" err="1">
                <a:solidFill>
                  <a:schemeClr val="tx2"/>
                </a:solidFill>
              </a:rPr>
              <a:t>nhau</a:t>
            </a:r>
            <a:r>
              <a:rPr lang="en-US" altLang="en-US" dirty="0">
                <a:solidFill>
                  <a:schemeClr val="tx2"/>
                </a:solidFill>
              </a:rPr>
              <a:t>: EIGRP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hỗ</a:t>
            </a:r>
            <a:r>
              <a:rPr lang="en-US" altLang="en-US" dirty="0">
                <a:solidFill>
                  <a:schemeClr val="tx2"/>
                </a:solidFill>
              </a:rPr>
              <a:t> </a:t>
            </a:r>
            <a:r>
              <a:rPr lang="en-US" altLang="en-US" dirty="0" err="1">
                <a:solidFill>
                  <a:schemeClr val="tx2"/>
                </a:solidFill>
              </a:rPr>
              <a:t>trợ</a:t>
            </a:r>
            <a:r>
              <a:rPr lang="en-US" altLang="en-US" dirty="0">
                <a:solidFill>
                  <a:schemeClr val="tx2"/>
                </a:solidFill>
              </a:rPr>
              <a:t> </a:t>
            </a:r>
            <a:r>
              <a:rPr lang="en-US" altLang="en-US" dirty="0" err="1">
                <a:solidFill>
                  <a:schemeClr val="tx2"/>
                </a:solidFill>
              </a:rPr>
              <a:t>cho</a:t>
            </a:r>
            <a:r>
              <a:rPr lang="en-US" altLang="en-US" dirty="0">
                <a:solidFill>
                  <a:schemeClr val="tx2"/>
                </a:solidFill>
              </a:rPr>
              <a:t> IP, IPX </a:t>
            </a:r>
            <a:r>
              <a:rPr lang="en-US" altLang="en-US" dirty="0" err="1">
                <a:solidFill>
                  <a:schemeClr val="tx2"/>
                </a:solidFill>
              </a:rPr>
              <a:t>và</a:t>
            </a:r>
            <a:r>
              <a:rPr lang="en-US" altLang="en-US" dirty="0">
                <a:solidFill>
                  <a:schemeClr val="tx2"/>
                </a:solidFill>
              </a:rPr>
              <a:t> Apple Talk </a:t>
            </a:r>
            <a:r>
              <a:rPr lang="en-US" altLang="en-US" dirty="0" err="1">
                <a:solidFill>
                  <a:schemeClr val="tx2"/>
                </a:solidFill>
              </a:rPr>
              <a:t>nhờ</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cấu</a:t>
            </a:r>
            <a:r>
              <a:rPr lang="en-US" altLang="en-US" dirty="0">
                <a:solidFill>
                  <a:schemeClr val="tx2"/>
                </a:solidFill>
              </a:rPr>
              <a:t> </a:t>
            </a:r>
            <a:r>
              <a:rPr lang="en-US" altLang="en-US" dirty="0" err="1">
                <a:solidFill>
                  <a:schemeClr val="tx2"/>
                </a:solidFill>
              </a:rPr>
              <a:t>trúc</a:t>
            </a:r>
            <a:r>
              <a:rPr lang="en-US" altLang="en-US" dirty="0">
                <a:solidFill>
                  <a:schemeClr val="tx2"/>
                </a:solidFill>
              </a:rPr>
              <a:t> </a:t>
            </a:r>
            <a:r>
              <a:rPr lang="en-US" altLang="en-US" dirty="0" err="1">
                <a:solidFill>
                  <a:schemeClr val="tx2"/>
                </a:solidFill>
              </a:rPr>
              <a:t>từng</a:t>
            </a:r>
            <a:r>
              <a:rPr lang="en-US" altLang="en-US" dirty="0">
                <a:solidFill>
                  <a:schemeClr val="tx2"/>
                </a:solidFill>
              </a:rPr>
              <a:t> </a:t>
            </a:r>
            <a:r>
              <a:rPr lang="en-US" altLang="en-US" dirty="0" err="1">
                <a:solidFill>
                  <a:schemeClr val="tx2"/>
                </a:solidFill>
              </a:rPr>
              <a:t>phần</a:t>
            </a:r>
            <a:r>
              <a:rPr lang="en-US" altLang="en-US" dirty="0">
                <a:solidFill>
                  <a:schemeClr val="tx2"/>
                </a:solidFill>
              </a:rPr>
              <a:t> </a:t>
            </a:r>
            <a:r>
              <a:rPr lang="en-US" altLang="en-US" dirty="0" err="1">
                <a:solidFill>
                  <a:schemeClr val="tx2"/>
                </a:solidFill>
              </a:rPr>
              <a:t>theo</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(PDMs – protocol dependent) </a:t>
            </a:r>
          </a:p>
          <a:p>
            <a:pPr algn="just" eaLnBrk="1" hangingPunct="1">
              <a:lnSpc>
                <a:spcPct val="150000"/>
              </a:lnSpc>
              <a:spcBef>
                <a:spcPct val="50000"/>
              </a:spcBef>
              <a:buClrTx/>
              <a:buFontTx/>
              <a:buNone/>
            </a:pPr>
            <a:r>
              <a:rPr lang="en-US" altLang="en-US" dirty="0">
                <a:solidFill>
                  <a:schemeClr val="tx2"/>
                </a:solidFill>
              </a:rPr>
              <a:t> - EIGRP </a:t>
            </a:r>
            <a:r>
              <a:rPr lang="en-US" altLang="en-US" dirty="0" err="1">
                <a:solidFill>
                  <a:schemeClr val="tx2"/>
                </a:solidFill>
              </a:rPr>
              <a:t>sử</a:t>
            </a:r>
            <a:r>
              <a:rPr lang="en-US" altLang="en-US" dirty="0">
                <a:solidFill>
                  <a:schemeClr val="tx2"/>
                </a:solidFill>
              </a:rPr>
              <a:t> </a:t>
            </a:r>
            <a:r>
              <a:rPr lang="en-US" altLang="en-US" dirty="0" err="1">
                <a:solidFill>
                  <a:schemeClr val="tx2"/>
                </a:solidFill>
              </a:rPr>
              <a:t>dụng</a:t>
            </a:r>
            <a:r>
              <a:rPr lang="en-US" altLang="en-US" dirty="0">
                <a:solidFill>
                  <a:schemeClr val="tx2"/>
                </a:solidFill>
              </a:rPr>
              <a:t> </a:t>
            </a:r>
            <a:r>
              <a:rPr lang="en-US" altLang="en-US" dirty="0" err="1">
                <a:solidFill>
                  <a:schemeClr val="tx2"/>
                </a:solidFill>
              </a:rPr>
              <a:t>địa</a:t>
            </a: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multicact</a:t>
            </a:r>
            <a:r>
              <a:rPr lang="en-US" altLang="en-US" dirty="0">
                <a:solidFill>
                  <a:schemeClr val="tx2"/>
                </a:solidFill>
              </a:rPr>
              <a:t> 224.0.0.10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trao</a:t>
            </a:r>
            <a:r>
              <a:rPr lang="en-US" altLang="en-US" dirty="0">
                <a:solidFill>
                  <a:schemeClr val="tx2"/>
                </a:solidFill>
              </a:rPr>
              <a:t> </a:t>
            </a:r>
            <a:r>
              <a:rPr lang="en-US" altLang="en-US" dirty="0" err="1">
                <a:solidFill>
                  <a:schemeClr val="tx2"/>
                </a:solidFill>
              </a:rPr>
              <a:t>đổi</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p>
        </p:txBody>
      </p:sp>
      <p:sp>
        <p:nvSpPr>
          <p:cNvPr id="8" name="Title 1">
            <a:extLst>
              <a:ext uri="{FF2B5EF4-FFF2-40B4-BE49-F238E27FC236}">
                <a16:creationId xmlns:a16="http://schemas.microsoft.com/office/drawing/2014/main" id="{539558CC-B4B9-4D30-972D-83EA2C3002DE}"/>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III.4 EIGRP</a:t>
            </a:r>
            <a:endParaRPr lang="vi-VN" dirty="0">
              <a:cs typeface="Times New Roman" pitchFamily="18"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6">
            <a:extLst>
              <a:ext uri="{FF2B5EF4-FFF2-40B4-BE49-F238E27FC236}">
                <a16:creationId xmlns:a16="http://schemas.microsoft.com/office/drawing/2014/main" id="{535C565D-61F9-4E5D-9DE3-5CAF0B48ED58}"/>
              </a:ext>
            </a:extLst>
          </p:cNvPr>
          <p:cNvSpPr>
            <a:spLocks noChangeArrowheads="1"/>
          </p:cNvSpPr>
          <p:nvPr/>
        </p:nvSpPr>
        <p:spPr bwMode="gray">
          <a:xfrm>
            <a:off x="437321" y="1142095"/>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a:solidFill>
                  <a:schemeClr val="tx2"/>
                </a:solidFill>
              </a:rPr>
              <a:t>Metric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EIGRP </a:t>
            </a:r>
          </a:p>
        </p:txBody>
      </p:sp>
      <p:sp>
        <p:nvSpPr>
          <p:cNvPr id="94212" name="Text Box 7">
            <a:extLst>
              <a:ext uri="{FF2B5EF4-FFF2-40B4-BE49-F238E27FC236}">
                <a16:creationId xmlns:a16="http://schemas.microsoft.com/office/drawing/2014/main" id="{38646F53-B6C2-4631-87AB-52D22118075C}"/>
              </a:ext>
            </a:extLst>
          </p:cNvPr>
          <p:cNvSpPr txBox="1">
            <a:spLocks noChangeArrowheads="1"/>
          </p:cNvSpPr>
          <p:nvPr/>
        </p:nvSpPr>
        <p:spPr bwMode="auto">
          <a:xfrm>
            <a:off x="437321" y="1599295"/>
            <a:ext cx="11402254" cy="3347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dirty="0">
                <a:solidFill>
                  <a:schemeClr val="tx2"/>
                </a:solidFill>
              </a:rPr>
              <a:t>Metric </a:t>
            </a:r>
            <a:r>
              <a:rPr lang="en-US" altLang="en-US" dirty="0" err="1">
                <a:solidFill>
                  <a:schemeClr val="tx2"/>
                </a:solidFill>
              </a:rPr>
              <a:t>của</a:t>
            </a:r>
            <a:r>
              <a:rPr lang="en-US" altLang="en-US" dirty="0">
                <a:solidFill>
                  <a:schemeClr val="tx2"/>
                </a:solidFill>
              </a:rPr>
              <a:t> EIGRP </a:t>
            </a:r>
            <a:r>
              <a:rPr lang="en-US" altLang="en-US" dirty="0" err="1">
                <a:solidFill>
                  <a:schemeClr val="tx2"/>
                </a:solidFill>
              </a:rPr>
              <a:t>là</a:t>
            </a:r>
            <a:r>
              <a:rPr lang="en-US" altLang="en-US" dirty="0">
                <a:solidFill>
                  <a:schemeClr val="tx2"/>
                </a:solidFill>
              </a:rPr>
              <a:t> 1 </a:t>
            </a:r>
            <a:r>
              <a:rPr lang="en-US" altLang="en-US" dirty="0" err="1">
                <a:solidFill>
                  <a:schemeClr val="tx2"/>
                </a:solidFill>
              </a:rPr>
              <a:t>số</a:t>
            </a:r>
            <a:r>
              <a:rPr lang="en-US" altLang="en-US" dirty="0">
                <a:solidFill>
                  <a:schemeClr val="tx2"/>
                </a:solidFill>
              </a:rPr>
              <a:t> 32 bit,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tính</a:t>
            </a:r>
            <a:r>
              <a:rPr lang="en-US" altLang="en-US" dirty="0">
                <a:solidFill>
                  <a:schemeClr val="tx2"/>
                </a:solidFill>
              </a:rPr>
              <a:t> </a:t>
            </a:r>
            <a:r>
              <a:rPr lang="en-US" altLang="en-US" dirty="0" err="1">
                <a:solidFill>
                  <a:schemeClr val="tx2"/>
                </a:solidFill>
              </a:rPr>
              <a:t>dựa</a:t>
            </a:r>
            <a:r>
              <a:rPr lang="en-US" altLang="en-US" dirty="0">
                <a:solidFill>
                  <a:schemeClr val="tx2"/>
                </a:solidFill>
              </a:rPr>
              <a:t> </a:t>
            </a:r>
            <a:r>
              <a:rPr lang="en-US" altLang="en-US" dirty="0" err="1">
                <a:solidFill>
                  <a:schemeClr val="tx2"/>
                </a:solidFill>
              </a:rPr>
              <a:t>trên</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số</a:t>
            </a:r>
            <a:r>
              <a:rPr lang="en-US" altLang="en-US" dirty="0">
                <a:solidFill>
                  <a:schemeClr val="tx2"/>
                </a:solidFill>
              </a:rPr>
              <a:t> </a:t>
            </a:r>
            <a:r>
              <a:rPr lang="en-US" altLang="en-US" dirty="0" err="1">
                <a:solidFill>
                  <a:schemeClr val="tx2"/>
                </a:solidFill>
              </a:rPr>
              <a:t>sau</a:t>
            </a:r>
            <a:r>
              <a:rPr lang="en-US" altLang="en-US" dirty="0">
                <a:solidFill>
                  <a:schemeClr val="tx2"/>
                </a:solidFill>
              </a:rPr>
              <a:t>:</a:t>
            </a:r>
          </a:p>
          <a:p>
            <a:pPr eaLnBrk="1" hangingPunct="1">
              <a:lnSpc>
                <a:spcPct val="150000"/>
              </a:lnSpc>
              <a:spcBef>
                <a:spcPct val="0"/>
              </a:spcBef>
              <a:buClrTx/>
              <a:buFontTx/>
              <a:buNone/>
            </a:pPr>
            <a:r>
              <a:rPr lang="en-US" altLang="en-US" dirty="0">
                <a:solidFill>
                  <a:schemeClr val="tx2"/>
                </a:solidFill>
              </a:rPr>
              <a:t> - </a:t>
            </a:r>
            <a:r>
              <a:rPr lang="en-US" altLang="en-US" dirty="0" err="1">
                <a:solidFill>
                  <a:schemeClr val="tx2"/>
                </a:solidFill>
              </a:rPr>
              <a:t>Băng</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tính</a:t>
            </a:r>
            <a:r>
              <a:rPr lang="en-US" altLang="en-US" dirty="0">
                <a:solidFill>
                  <a:schemeClr val="tx2"/>
                </a:solidFill>
              </a:rPr>
              <a:t> </a:t>
            </a:r>
            <a:r>
              <a:rPr lang="en-US" altLang="en-US" dirty="0" err="1">
                <a:solidFill>
                  <a:schemeClr val="tx2"/>
                </a:solidFill>
              </a:rPr>
              <a:t>theo</a:t>
            </a:r>
            <a:r>
              <a:rPr lang="en-US" altLang="en-US" dirty="0">
                <a:solidFill>
                  <a:schemeClr val="tx2"/>
                </a:solidFill>
              </a:rPr>
              <a:t> kilobit</a:t>
            </a:r>
          </a:p>
          <a:p>
            <a:pPr eaLnBrk="1" hangingPunct="1">
              <a:lnSpc>
                <a:spcPct val="150000"/>
              </a:lnSpc>
              <a:spcBef>
                <a:spcPct val="0"/>
              </a:spcBef>
              <a:buClrTx/>
              <a:buFontTx/>
              <a:buNone/>
            </a:pPr>
            <a:r>
              <a:rPr lang="en-US" altLang="en-US" dirty="0">
                <a:solidFill>
                  <a:schemeClr val="tx2"/>
                </a:solidFill>
              </a:rPr>
              <a:t> - </a:t>
            </a:r>
            <a:r>
              <a:rPr lang="en-US" altLang="en-US" dirty="0" err="1">
                <a:solidFill>
                  <a:schemeClr val="tx2"/>
                </a:solidFill>
              </a:rPr>
              <a:t>Độ</a:t>
            </a:r>
            <a:r>
              <a:rPr lang="en-US" altLang="en-US" dirty="0">
                <a:solidFill>
                  <a:schemeClr val="tx2"/>
                </a:solidFill>
              </a:rPr>
              <a:t> </a:t>
            </a:r>
            <a:r>
              <a:rPr lang="en-US" altLang="en-US" dirty="0" err="1">
                <a:solidFill>
                  <a:schemeClr val="tx2"/>
                </a:solidFill>
              </a:rPr>
              <a:t>tải</a:t>
            </a:r>
            <a:r>
              <a:rPr lang="en-US" altLang="en-US" dirty="0">
                <a:solidFill>
                  <a:schemeClr val="tx2"/>
                </a:solidFill>
              </a:rPr>
              <a:t> (load)</a:t>
            </a:r>
          </a:p>
          <a:p>
            <a:pPr eaLnBrk="1" hangingPunct="1">
              <a:lnSpc>
                <a:spcPct val="150000"/>
              </a:lnSpc>
              <a:spcBef>
                <a:spcPct val="0"/>
              </a:spcBef>
              <a:buClrTx/>
              <a:buFontTx/>
              <a:buNone/>
            </a:pPr>
            <a:r>
              <a:rPr lang="en-US" altLang="en-US" dirty="0">
                <a:solidFill>
                  <a:schemeClr val="tx2"/>
                </a:solidFill>
              </a:rPr>
              <a:t> - </a:t>
            </a:r>
            <a:r>
              <a:rPr lang="en-US" altLang="en-US" dirty="0" err="1">
                <a:solidFill>
                  <a:schemeClr val="tx2"/>
                </a:solidFill>
              </a:rPr>
              <a:t>Độ</a:t>
            </a:r>
            <a:r>
              <a:rPr lang="en-US" altLang="en-US" dirty="0">
                <a:solidFill>
                  <a:schemeClr val="tx2"/>
                </a:solidFill>
              </a:rPr>
              <a:t> </a:t>
            </a:r>
            <a:r>
              <a:rPr lang="en-US" altLang="en-US" dirty="0" err="1">
                <a:solidFill>
                  <a:schemeClr val="tx2"/>
                </a:solidFill>
              </a:rPr>
              <a:t>trễ</a:t>
            </a:r>
            <a:r>
              <a:rPr lang="en-US" altLang="en-US" dirty="0">
                <a:solidFill>
                  <a:schemeClr val="tx2"/>
                </a:solidFill>
              </a:rPr>
              <a:t> (Delay)</a:t>
            </a:r>
          </a:p>
          <a:p>
            <a:pPr eaLnBrk="1" hangingPunct="1">
              <a:lnSpc>
                <a:spcPct val="150000"/>
              </a:lnSpc>
              <a:spcBef>
                <a:spcPct val="0"/>
              </a:spcBef>
              <a:buClrTx/>
              <a:buFontTx/>
              <a:buNone/>
            </a:pPr>
            <a:r>
              <a:rPr lang="en-US" altLang="en-US" dirty="0">
                <a:solidFill>
                  <a:schemeClr val="tx2"/>
                </a:solidFill>
              </a:rPr>
              <a:t> - </a:t>
            </a:r>
            <a:r>
              <a:rPr lang="en-US" altLang="en-US" dirty="0" err="1">
                <a:solidFill>
                  <a:schemeClr val="tx2"/>
                </a:solidFill>
              </a:rPr>
              <a:t>Độ</a:t>
            </a:r>
            <a:r>
              <a:rPr lang="en-US" altLang="en-US" dirty="0">
                <a:solidFill>
                  <a:schemeClr val="tx2"/>
                </a:solidFill>
              </a:rPr>
              <a:t> tin </a:t>
            </a:r>
            <a:r>
              <a:rPr lang="en-US" altLang="en-US" dirty="0" err="1">
                <a:solidFill>
                  <a:schemeClr val="tx2"/>
                </a:solidFill>
              </a:rPr>
              <a:t>cậy</a:t>
            </a:r>
            <a:r>
              <a:rPr lang="en-US" altLang="en-US" dirty="0">
                <a:solidFill>
                  <a:schemeClr val="tx2"/>
                </a:solidFill>
              </a:rPr>
              <a:t> (Reliability)</a:t>
            </a:r>
          </a:p>
          <a:p>
            <a:pPr eaLnBrk="1" hangingPunct="1">
              <a:lnSpc>
                <a:spcPct val="150000"/>
              </a:lnSpc>
              <a:spcBef>
                <a:spcPct val="0"/>
              </a:spcBef>
              <a:buClrTx/>
              <a:buFontTx/>
              <a:buNone/>
            </a:pPr>
            <a:r>
              <a:rPr lang="en-US" altLang="en-US" dirty="0" err="1">
                <a:solidFill>
                  <a:schemeClr val="tx2"/>
                </a:solidFill>
              </a:rPr>
              <a:t>Công</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tính</a:t>
            </a:r>
            <a:r>
              <a:rPr lang="en-US" altLang="en-US" dirty="0">
                <a:solidFill>
                  <a:schemeClr val="tx2"/>
                </a:solidFill>
              </a:rPr>
              <a:t> metric </a:t>
            </a:r>
            <a:r>
              <a:rPr lang="en-US" altLang="en-US" dirty="0" err="1">
                <a:solidFill>
                  <a:schemeClr val="tx2"/>
                </a:solidFill>
              </a:rPr>
              <a:t>của</a:t>
            </a:r>
            <a:r>
              <a:rPr lang="en-US" altLang="en-US" dirty="0">
                <a:solidFill>
                  <a:schemeClr val="tx2"/>
                </a:solidFill>
              </a:rPr>
              <a:t> EIGRP </a:t>
            </a:r>
            <a:r>
              <a:rPr lang="en-US" altLang="en-US" dirty="0" err="1">
                <a:solidFill>
                  <a:schemeClr val="tx2"/>
                </a:solidFill>
              </a:rPr>
              <a:t>như</a:t>
            </a:r>
            <a:r>
              <a:rPr lang="en-US" altLang="en-US" dirty="0">
                <a:solidFill>
                  <a:schemeClr val="tx2"/>
                </a:solidFill>
              </a:rPr>
              <a:t> </a:t>
            </a:r>
            <a:r>
              <a:rPr lang="en-US" altLang="en-US" dirty="0" err="1">
                <a:solidFill>
                  <a:schemeClr val="tx2"/>
                </a:solidFill>
              </a:rPr>
              <a:t>sau</a:t>
            </a:r>
            <a:r>
              <a:rPr lang="en-US" altLang="en-US" dirty="0">
                <a:solidFill>
                  <a:schemeClr val="tx2"/>
                </a:solidFill>
              </a:rPr>
              <a:t>:</a:t>
            </a:r>
          </a:p>
        </p:txBody>
      </p:sp>
      <p:sp>
        <p:nvSpPr>
          <p:cNvPr id="94213" name="Rectangle 9">
            <a:extLst>
              <a:ext uri="{FF2B5EF4-FFF2-40B4-BE49-F238E27FC236}">
                <a16:creationId xmlns:a16="http://schemas.microsoft.com/office/drawing/2014/main" id="{26DB946D-0AEC-4925-9076-8C87B01B2F65}"/>
              </a:ext>
            </a:extLst>
          </p:cNvPr>
          <p:cNvSpPr>
            <a:spLocks noChangeArrowheads="1"/>
          </p:cNvSpPr>
          <p:nvPr/>
        </p:nvSpPr>
        <p:spPr bwMode="auto">
          <a:xfrm>
            <a:off x="1524001" y="2844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graphicFrame>
        <p:nvGraphicFramePr>
          <p:cNvPr id="94214" name="Object 8">
            <a:extLst>
              <a:ext uri="{FF2B5EF4-FFF2-40B4-BE49-F238E27FC236}">
                <a16:creationId xmlns:a16="http://schemas.microsoft.com/office/drawing/2014/main" id="{AE49A852-22CF-4130-8B2D-548FE0376CA9}"/>
              </a:ext>
            </a:extLst>
          </p:cNvPr>
          <p:cNvGraphicFramePr>
            <a:graphicFrameLocks noChangeAspect="1"/>
          </p:cNvGraphicFramePr>
          <p:nvPr>
            <p:extLst>
              <p:ext uri="{D42A27DB-BD31-4B8C-83A1-F6EECF244321}">
                <p14:modId xmlns:p14="http://schemas.microsoft.com/office/powerpoint/2010/main" val="199717262"/>
              </p:ext>
            </p:extLst>
          </p:nvPr>
        </p:nvGraphicFramePr>
        <p:xfrm>
          <a:off x="2590800" y="5130801"/>
          <a:ext cx="6705600" cy="1477963"/>
        </p:xfrm>
        <a:graphic>
          <a:graphicData uri="http://schemas.openxmlformats.org/presentationml/2006/ole">
            <mc:AlternateContent xmlns:mc="http://schemas.openxmlformats.org/markup-compatibility/2006">
              <mc:Choice xmlns:v="urn:schemas-microsoft-com:vml" Requires="v">
                <p:oleObj spid="_x0000_s1027" name="Equation" r:id="rId3" imgW="3632200" imgH="800100" progId="Equation.3">
                  <p:embed/>
                </p:oleObj>
              </mc:Choice>
              <mc:Fallback>
                <p:oleObj name="Equation" r:id="rId3" imgW="3632200" imgH="800100" progId="Equation.3">
                  <p:embed/>
                  <p:pic>
                    <p:nvPicPr>
                      <p:cNvPr id="94214" name="Object 8">
                        <a:extLst>
                          <a:ext uri="{FF2B5EF4-FFF2-40B4-BE49-F238E27FC236}">
                            <a16:creationId xmlns:a16="http://schemas.microsoft.com/office/drawing/2014/main" id="{AE49A852-22CF-4130-8B2D-548FE0376C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130801"/>
                        <a:ext cx="67056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itle 1">
            <a:extLst>
              <a:ext uri="{FF2B5EF4-FFF2-40B4-BE49-F238E27FC236}">
                <a16:creationId xmlns:a16="http://schemas.microsoft.com/office/drawing/2014/main" id="{A319B603-4834-412E-8FBB-26AFC704CB9C}"/>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III.4 EIGRP</a:t>
            </a:r>
            <a:endParaRPr lang="vi-VN" dirty="0">
              <a:cs typeface="Times New Roman"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6">
            <a:extLst>
              <a:ext uri="{FF2B5EF4-FFF2-40B4-BE49-F238E27FC236}">
                <a16:creationId xmlns:a16="http://schemas.microsoft.com/office/drawing/2014/main" id="{B145636D-F616-4E1E-9C33-A1126985FF6D}"/>
              </a:ext>
            </a:extLst>
          </p:cNvPr>
          <p:cNvSpPr>
            <a:spLocks noChangeArrowheads="1"/>
          </p:cNvSpPr>
          <p:nvPr/>
        </p:nvSpPr>
        <p:spPr bwMode="gray">
          <a:xfrm>
            <a:off x="437321" y="1057617"/>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a:solidFill>
                  <a:schemeClr val="tx2"/>
                </a:solidFill>
              </a:rPr>
              <a:t>Metric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EIGRP </a:t>
            </a:r>
          </a:p>
        </p:txBody>
      </p:sp>
      <p:sp>
        <p:nvSpPr>
          <p:cNvPr id="95236" name="Text Box 7">
            <a:extLst>
              <a:ext uri="{FF2B5EF4-FFF2-40B4-BE49-F238E27FC236}">
                <a16:creationId xmlns:a16="http://schemas.microsoft.com/office/drawing/2014/main" id="{B0AE0AC8-17F2-4888-BBEB-D7CF7F616265}"/>
              </a:ext>
            </a:extLst>
          </p:cNvPr>
          <p:cNvSpPr txBox="1">
            <a:spLocks noChangeArrowheads="1"/>
          </p:cNvSpPr>
          <p:nvPr/>
        </p:nvSpPr>
        <p:spPr bwMode="auto">
          <a:xfrm>
            <a:off x="437321" y="1483968"/>
            <a:ext cx="11459404" cy="1685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dirty="0" err="1">
                <a:solidFill>
                  <a:schemeClr val="tx2"/>
                </a:solidFill>
              </a:rPr>
              <a:t>Giá</a:t>
            </a:r>
            <a:r>
              <a:rPr lang="en-US" altLang="en-US" dirty="0">
                <a:solidFill>
                  <a:schemeClr val="tx2"/>
                </a:solidFill>
              </a:rPr>
              <a:t> </a:t>
            </a:r>
            <a:r>
              <a:rPr lang="en-US" altLang="en-US" dirty="0" err="1">
                <a:solidFill>
                  <a:schemeClr val="tx2"/>
                </a:solidFill>
              </a:rPr>
              <a:t>trị</a:t>
            </a:r>
            <a:r>
              <a:rPr lang="en-US" altLang="en-US" dirty="0">
                <a:solidFill>
                  <a:schemeClr val="tx2"/>
                </a:solidFill>
              </a:rPr>
              <a:t> </a:t>
            </a:r>
            <a:r>
              <a:rPr lang="en-US" altLang="en-US" dirty="0" err="1">
                <a:solidFill>
                  <a:schemeClr val="tx2"/>
                </a:solidFill>
              </a:rPr>
              <a:t>mặc</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số</a:t>
            </a:r>
            <a:r>
              <a:rPr lang="en-US" altLang="en-US" dirty="0">
                <a:solidFill>
                  <a:schemeClr val="tx2"/>
                </a:solidFill>
              </a:rPr>
              <a:t> K1=1, K2=0, K3=1, K4=0, K5=0.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số</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thể</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chỉnh</a:t>
            </a:r>
            <a:r>
              <a:rPr lang="en-US" altLang="en-US" dirty="0">
                <a:solidFill>
                  <a:schemeClr val="tx2"/>
                </a:solidFill>
              </a:rPr>
              <a:t> </a:t>
            </a:r>
            <a:r>
              <a:rPr lang="en-US" altLang="en-US" dirty="0" err="1">
                <a:solidFill>
                  <a:schemeClr val="tx2"/>
                </a:solidFill>
              </a:rPr>
              <a:t>sửa</a:t>
            </a:r>
            <a:r>
              <a:rPr lang="en-US" altLang="en-US" dirty="0">
                <a:solidFill>
                  <a:schemeClr val="tx2"/>
                </a:solidFill>
              </a:rPr>
              <a:t>.</a:t>
            </a:r>
          </a:p>
          <a:p>
            <a:pPr eaLnBrk="1" hangingPunct="1">
              <a:lnSpc>
                <a:spcPct val="150000"/>
              </a:lnSpc>
              <a:spcBef>
                <a:spcPct val="0"/>
              </a:spcBef>
              <a:buClrTx/>
              <a:buFontTx/>
              <a:buNone/>
            </a:pPr>
            <a:r>
              <a:rPr lang="en-US" altLang="en-US" dirty="0" err="1">
                <a:solidFill>
                  <a:schemeClr val="tx2"/>
                </a:solidFill>
              </a:rPr>
              <a:t>Khi</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số</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mặc</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K4=K5=0, </a:t>
            </a:r>
            <a:r>
              <a:rPr lang="en-US" altLang="en-US" dirty="0" err="1">
                <a:solidFill>
                  <a:schemeClr val="tx2"/>
                </a:solidFill>
              </a:rPr>
              <a:t>công</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trên</a:t>
            </a:r>
            <a:r>
              <a:rPr lang="en-US" altLang="en-US" dirty="0">
                <a:solidFill>
                  <a:schemeClr val="tx2"/>
                </a:solidFill>
              </a:rPr>
              <a:t> </a:t>
            </a:r>
            <a:r>
              <a:rPr lang="en-US" altLang="en-US" dirty="0" err="1">
                <a:solidFill>
                  <a:schemeClr val="tx2"/>
                </a:solidFill>
              </a:rPr>
              <a:t>trở</a:t>
            </a:r>
            <a:r>
              <a:rPr lang="en-US" altLang="en-US" dirty="0">
                <a:solidFill>
                  <a:schemeClr val="tx2"/>
                </a:solidFill>
              </a:rPr>
              <a:t> </a:t>
            </a:r>
            <a:r>
              <a:rPr lang="en-US" altLang="en-US" dirty="0" err="1">
                <a:solidFill>
                  <a:schemeClr val="tx2"/>
                </a:solidFill>
              </a:rPr>
              <a:t>thành</a:t>
            </a:r>
            <a:r>
              <a:rPr lang="en-US" altLang="en-US" dirty="0">
                <a:solidFill>
                  <a:schemeClr val="tx2"/>
                </a:solidFill>
              </a:rPr>
              <a:t>:</a:t>
            </a:r>
          </a:p>
        </p:txBody>
      </p:sp>
      <p:sp>
        <p:nvSpPr>
          <p:cNvPr id="95237" name="Rectangle 8">
            <a:extLst>
              <a:ext uri="{FF2B5EF4-FFF2-40B4-BE49-F238E27FC236}">
                <a16:creationId xmlns:a16="http://schemas.microsoft.com/office/drawing/2014/main" id="{8EBE58EB-AB99-4D7F-B51D-D81AE0A66BD6}"/>
              </a:ext>
            </a:extLst>
          </p:cNvPr>
          <p:cNvSpPr>
            <a:spLocks noChangeArrowheads="1"/>
          </p:cNvSpPr>
          <p:nvPr/>
        </p:nvSpPr>
        <p:spPr bwMode="auto">
          <a:xfrm>
            <a:off x="1524001" y="2844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95238" name="Rectangle 11">
            <a:extLst>
              <a:ext uri="{FF2B5EF4-FFF2-40B4-BE49-F238E27FC236}">
                <a16:creationId xmlns:a16="http://schemas.microsoft.com/office/drawing/2014/main" id="{675D2348-1378-436C-88E8-3F2C6198D3A5}"/>
              </a:ext>
            </a:extLst>
          </p:cNvPr>
          <p:cNvSpPr>
            <a:spLocks noChangeArrowheads="1"/>
          </p:cNvSpPr>
          <p:nvPr/>
        </p:nvSpPr>
        <p:spPr bwMode="auto">
          <a:xfrm>
            <a:off x="1524001" y="3144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graphicFrame>
        <p:nvGraphicFramePr>
          <p:cNvPr id="95239" name="Object 10">
            <a:extLst>
              <a:ext uri="{FF2B5EF4-FFF2-40B4-BE49-F238E27FC236}">
                <a16:creationId xmlns:a16="http://schemas.microsoft.com/office/drawing/2014/main" id="{129F982B-FFF9-4F4F-87F6-1350B2E124A8}"/>
              </a:ext>
            </a:extLst>
          </p:cNvPr>
          <p:cNvGraphicFramePr>
            <a:graphicFrameLocks noChangeAspect="1"/>
          </p:cNvGraphicFramePr>
          <p:nvPr/>
        </p:nvGraphicFramePr>
        <p:xfrm>
          <a:off x="3549650" y="3505200"/>
          <a:ext cx="4191000" cy="490538"/>
        </p:xfrm>
        <a:graphic>
          <a:graphicData uri="http://schemas.openxmlformats.org/presentationml/2006/ole">
            <mc:AlternateContent xmlns:mc="http://schemas.openxmlformats.org/markup-compatibility/2006">
              <mc:Choice xmlns:v="urn:schemas-microsoft-com:vml" Requires="v">
                <p:oleObj spid="_x0000_s2051" name="Equation" r:id="rId3" imgW="1701800" imgH="203200" progId="Equation.3">
                  <p:embed/>
                </p:oleObj>
              </mc:Choice>
              <mc:Fallback>
                <p:oleObj name="Equation" r:id="rId3" imgW="1701800" imgH="203200" progId="Equation.3">
                  <p:embed/>
                  <p:pic>
                    <p:nvPicPr>
                      <p:cNvPr id="95239" name="Object 10">
                        <a:extLst>
                          <a:ext uri="{FF2B5EF4-FFF2-40B4-BE49-F238E27FC236}">
                            <a16:creationId xmlns:a16="http://schemas.microsoft.com/office/drawing/2014/main" id="{129F982B-FFF9-4F4F-87F6-1350B2E124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9650" y="3505200"/>
                        <a:ext cx="4191000"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itle 1">
            <a:extLst>
              <a:ext uri="{FF2B5EF4-FFF2-40B4-BE49-F238E27FC236}">
                <a16:creationId xmlns:a16="http://schemas.microsoft.com/office/drawing/2014/main" id="{7E937397-9F4A-4221-911B-4BDF09260302}"/>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III.4 EIGRP</a:t>
            </a:r>
            <a:endParaRPr lang="vi-VN" dirty="0">
              <a:cs typeface="Times New Roman"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6">
            <a:extLst>
              <a:ext uri="{FF2B5EF4-FFF2-40B4-BE49-F238E27FC236}">
                <a16:creationId xmlns:a16="http://schemas.microsoft.com/office/drawing/2014/main" id="{C0BD23E1-3442-480C-988E-35DAAA0C5018}"/>
              </a:ext>
            </a:extLst>
          </p:cNvPr>
          <p:cNvSpPr>
            <a:spLocks noChangeArrowheads="1"/>
          </p:cNvSpPr>
          <p:nvPr/>
        </p:nvSpPr>
        <p:spPr bwMode="gray">
          <a:xfrm>
            <a:off x="304800" y="1054441"/>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Các</a:t>
            </a:r>
            <a:r>
              <a:rPr lang="en-US" altLang="en-US" dirty="0">
                <a:solidFill>
                  <a:schemeClr val="tx2"/>
                </a:solidFill>
              </a:rPr>
              <a:t> </a:t>
            </a:r>
            <a:r>
              <a:rPr lang="en-US" altLang="en-US" dirty="0" err="1">
                <a:solidFill>
                  <a:schemeClr val="tx2"/>
                </a:solidFill>
              </a:rPr>
              <a:t>kỹ</a:t>
            </a:r>
            <a:r>
              <a:rPr lang="en-US" altLang="en-US" dirty="0">
                <a:solidFill>
                  <a:schemeClr val="tx2"/>
                </a:solidFill>
              </a:rPr>
              <a:t> </a:t>
            </a:r>
            <a:r>
              <a:rPr lang="en-US" altLang="en-US" dirty="0" err="1">
                <a:solidFill>
                  <a:schemeClr val="tx2"/>
                </a:solidFill>
              </a:rPr>
              <a:t>thuật</a:t>
            </a:r>
            <a:r>
              <a:rPr lang="en-US" altLang="en-US" dirty="0">
                <a:solidFill>
                  <a:schemeClr val="tx2"/>
                </a:solidFill>
              </a:rPr>
              <a:t> </a:t>
            </a:r>
            <a:r>
              <a:rPr lang="en-US" altLang="en-US" dirty="0" err="1">
                <a:solidFill>
                  <a:schemeClr val="tx2"/>
                </a:solidFill>
              </a:rPr>
              <a:t>dùng</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EIGRP </a:t>
            </a:r>
          </a:p>
        </p:txBody>
      </p:sp>
      <p:sp>
        <p:nvSpPr>
          <p:cNvPr id="96260" name="Rectangle 8">
            <a:extLst>
              <a:ext uri="{FF2B5EF4-FFF2-40B4-BE49-F238E27FC236}">
                <a16:creationId xmlns:a16="http://schemas.microsoft.com/office/drawing/2014/main" id="{C5F45110-6CD5-4AD7-BF5A-DFDD4954EA0E}"/>
              </a:ext>
            </a:extLst>
          </p:cNvPr>
          <p:cNvSpPr>
            <a:spLocks noChangeArrowheads="1"/>
          </p:cNvSpPr>
          <p:nvPr/>
        </p:nvSpPr>
        <p:spPr bwMode="auto">
          <a:xfrm>
            <a:off x="1524001" y="2844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96261" name="Rectangle 9">
            <a:extLst>
              <a:ext uri="{FF2B5EF4-FFF2-40B4-BE49-F238E27FC236}">
                <a16:creationId xmlns:a16="http://schemas.microsoft.com/office/drawing/2014/main" id="{97E4F9D2-7967-48DB-ADC4-EDE743AB084A}"/>
              </a:ext>
            </a:extLst>
          </p:cNvPr>
          <p:cNvSpPr>
            <a:spLocks noChangeArrowheads="1"/>
          </p:cNvSpPr>
          <p:nvPr/>
        </p:nvSpPr>
        <p:spPr bwMode="auto">
          <a:xfrm>
            <a:off x="1524001" y="3144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96262" name="Rectangle 11">
            <a:extLst>
              <a:ext uri="{FF2B5EF4-FFF2-40B4-BE49-F238E27FC236}">
                <a16:creationId xmlns:a16="http://schemas.microsoft.com/office/drawing/2014/main" id="{7E6F0FD6-3124-4889-9EDE-07373293D208}"/>
              </a:ext>
            </a:extLst>
          </p:cNvPr>
          <p:cNvSpPr>
            <a:spLocks noChangeArrowheads="1"/>
          </p:cNvSpPr>
          <p:nvPr/>
        </p:nvSpPr>
        <p:spPr bwMode="gray">
          <a:xfrm>
            <a:off x="437321" y="1571085"/>
            <a:ext cx="701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Phát</a:t>
            </a:r>
            <a:r>
              <a:rPr lang="en-US" altLang="en-US" dirty="0">
                <a:solidFill>
                  <a:schemeClr val="tx2"/>
                </a:solidFill>
              </a:rPr>
              <a:t> </a:t>
            </a:r>
            <a:r>
              <a:rPr lang="en-US" altLang="en-US" dirty="0" err="1">
                <a:solidFill>
                  <a:schemeClr val="tx2"/>
                </a:solidFill>
              </a:rPr>
              <a:t>hiện</a:t>
            </a:r>
            <a:r>
              <a:rPr lang="en-US" altLang="en-US" dirty="0">
                <a:solidFill>
                  <a:schemeClr val="tx2"/>
                </a:solidFill>
              </a:rPr>
              <a:t> </a:t>
            </a:r>
            <a:r>
              <a:rPr lang="en-US" altLang="en-US" dirty="0" err="1">
                <a:solidFill>
                  <a:schemeClr val="tx2"/>
                </a:solidFill>
              </a:rPr>
              <a:t>các</a:t>
            </a:r>
            <a:r>
              <a:rPr lang="en-US" altLang="en-US" dirty="0">
                <a:solidFill>
                  <a:schemeClr val="tx2"/>
                </a:solidFill>
              </a:rPr>
              <a:t> router </a:t>
            </a:r>
            <a:r>
              <a:rPr lang="en-US" altLang="en-US" dirty="0" err="1">
                <a:solidFill>
                  <a:schemeClr val="tx2"/>
                </a:solidFill>
              </a:rPr>
              <a:t>láng</a:t>
            </a:r>
            <a:r>
              <a:rPr lang="en-US" altLang="en-US" dirty="0">
                <a:solidFill>
                  <a:schemeClr val="tx2"/>
                </a:solidFill>
              </a:rPr>
              <a:t> </a:t>
            </a:r>
            <a:r>
              <a:rPr lang="en-US" altLang="en-US" dirty="0" err="1">
                <a:solidFill>
                  <a:schemeClr val="tx2"/>
                </a:solidFill>
              </a:rPr>
              <a:t>giềng</a:t>
            </a:r>
            <a:r>
              <a:rPr lang="en-US" altLang="en-US" dirty="0">
                <a:solidFill>
                  <a:schemeClr val="tx2"/>
                </a:solidFill>
              </a:rPr>
              <a:t> </a:t>
            </a:r>
          </a:p>
        </p:txBody>
      </p:sp>
      <p:sp>
        <p:nvSpPr>
          <p:cNvPr id="96263" name="Text Box 12">
            <a:extLst>
              <a:ext uri="{FF2B5EF4-FFF2-40B4-BE49-F238E27FC236}">
                <a16:creationId xmlns:a16="http://schemas.microsoft.com/office/drawing/2014/main" id="{BADE68EC-EDD8-47DC-9149-0E47161E425E}"/>
              </a:ext>
            </a:extLst>
          </p:cNvPr>
          <p:cNvSpPr txBox="1">
            <a:spLocks noChangeArrowheads="1"/>
          </p:cNvSpPr>
          <p:nvPr/>
        </p:nvSpPr>
        <p:spPr bwMode="auto">
          <a:xfrm>
            <a:off x="304800" y="2190751"/>
            <a:ext cx="11582400" cy="390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buClrTx/>
              <a:buFontTx/>
              <a:buNone/>
            </a:pPr>
            <a:r>
              <a:rPr lang="en-US" altLang="en-US" dirty="0">
                <a:solidFill>
                  <a:schemeClr val="tx2"/>
                </a:solidFill>
              </a:rPr>
              <a:t> - EIGRP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quảng</a:t>
            </a:r>
            <a:r>
              <a:rPr lang="en-US" altLang="en-US" dirty="0">
                <a:solidFill>
                  <a:schemeClr val="tx2"/>
                </a:solidFill>
              </a:rPr>
              <a:t> </a:t>
            </a:r>
            <a:r>
              <a:rPr lang="en-US" altLang="en-US" dirty="0" err="1">
                <a:solidFill>
                  <a:schemeClr val="tx2"/>
                </a:solidFill>
              </a:rPr>
              <a:t>bá</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a:t>
            </a:r>
            <a:r>
              <a:rPr lang="en-US" altLang="en-US" dirty="0" err="1">
                <a:solidFill>
                  <a:schemeClr val="tx2"/>
                </a:solidFill>
              </a:rPr>
              <a:t>cập</a:t>
            </a:r>
            <a:r>
              <a:rPr lang="en-US" altLang="en-US" dirty="0">
                <a:solidFill>
                  <a:schemeClr val="tx2"/>
                </a:solidFill>
              </a:rPr>
              <a:t> </a:t>
            </a:r>
            <a:r>
              <a:rPr lang="en-US" altLang="en-US" dirty="0" err="1">
                <a:solidFill>
                  <a:schemeClr val="tx2"/>
                </a:solidFill>
              </a:rPr>
              <a:t>nhật</a:t>
            </a:r>
            <a:r>
              <a:rPr lang="en-US" altLang="en-US" dirty="0">
                <a:solidFill>
                  <a:schemeClr val="tx2"/>
                </a:solidFill>
              </a:rPr>
              <a:t> </a:t>
            </a:r>
            <a:r>
              <a:rPr lang="en-US" altLang="en-US" dirty="0" err="1">
                <a:solidFill>
                  <a:schemeClr val="tx2"/>
                </a:solidFill>
              </a:rPr>
              <a:t>mà</a:t>
            </a:r>
            <a:r>
              <a:rPr lang="en-US" altLang="en-US" dirty="0">
                <a:solidFill>
                  <a:schemeClr val="tx2"/>
                </a:solidFill>
              </a:rPr>
              <a:t>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tìm</a:t>
            </a:r>
            <a:r>
              <a:rPr lang="en-US" altLang="en-US" dirty="0">
                <a:solidFill>
                  <a:schemeClr val="tx2"/>
                </a:solidFill>
              </a:rPr>
              <a:t> </a:t>
            </a:r>
            <a:r>
              <a:rPr lang="en-US" altLang="en-US" dirty="0" err="1">
                <a:solidFill>
                  <a:schemeClr val="tx2"/>
                </a:solidFill>
              </a:rPr>
              <a:t>các</a:t>
            </a:r>
            <a:r>
              <a:rPr lang="en-US" altLang="en-US" dirty="0">
                <a:solidFill>
                  <a:schemeClr val="tx2"/>
                </a:solidFill>
              </a:rPr>
              <a:t> router </a:t>
            </a:r>
            <a:r>
              <a:rPr lang="en-US" altLang="en-US" dirty="0" err="1">
                <a:solidFill>
                  <a:schemeClr val="tx2"/>
                </a:solidFill>
              </a:rPr>
              <a:t>láng</a:t>
            </a:r>
            <a:r>
              <a:rPr lang="en-US" altLang="en-US" dirty="0">
                <a:solidFill>
                  <a:schemeClr val="tx2"/>
                </a:solidFill>
              </a:rPr>
              <a:t> </a:t>
            </a:r>
            <a:r>
              <a:rPr lang="en-US" altLang="en-US" dirty="0" err="1">
                <a:solidFill>
                  <a:schemeClr val="tx2"/>
                </a:solidFill>
              </a:rPr>
              <a:t>giềng</a:t>
            </a:r>
            <a:r>
              <a:rPr lang="en-US" altLang="en-US" dirty="0">
                <a:solidFill>
                  <a:schemeClr val="tx2"/>
                </a:solidFill>
              </a:rPr>
              <a:t> </a:t>
            </a:r>
            <a:r>
              <a:rPr lang="en-US" altLang="en-US" dirty="0" err="1">
                <a:solidFill>
                  <a:schemeClr val="tx2"/>
                </a:solidFill>
              </a:rPr>
              <a:t>bằng</a:t>
            </a:r>
            <a:r>
              <a:rPr lang="en-US" altLang="en-US" dirty="0">
                <a:solidFill>
                  <a:schemeClr val="tx2"/>
                </a:solidFill>
              </a:rPr>
              <a:t> </a:t>
            </a:r>
            <a:r>
              <a:rPr lang="en-US" altLang="en-US" dirty="0" err="1">
                <a:solidFill>
                  <a:schemeClr val="tx2"/>
                </a:solidFill>
              </a:rPr>
              <a:t>gói</a:t>
            </a:r>
            <a:r>
              <a:rPr lang="en-US" altLang="en-US" dirty="0">
                <a:solidFill>
                  <a:schemeClr val="tx2"/>
                </a:solidFill>
              </a:rPr>
              <a:t> Hello, </a:t>
            </a:r>
            <a:r>
              <a:rPr lang="en-US" altLang="en-US" dirty="0" err="1">
                <a:solidFill>
                  <a:schemeClr val="tx2"/>
                </a:solidFill>
              </a:rPr>
              <a:t>tương</a:t>
            </a:r>
            <a:r>
              <a:rPr lang="en-US" altLang="en-US" dirty="0">
                <a:solidFill>
                  <a:schemeClr val="tx2"/>
                </a:solidFill>
              </a:rPr>
              <a:t> </a:t>
            </a:r>
            <a:r>
              <a:rPr lang="en-US" altLang="en-US" dirty="0" err="1">
                <a:solidFill>
                  <a:schemeClr val="tx2"/>
                </a:solidFill>
              </a:rPr>
              <a:t>tự</a:t>
            </a:r>
            <a:r>
              <a:rPr lang="en-US" altLang="en-US" dirty="0">
                <a:solidFill>
                  <a:schemeClr val="tx2"/>
                </a:solidFill>
              </a:rPr>
              <a:t> </a:t>
            </a:r>
            <a:r>
              <a:rPr lang="en-US" altLang="en-US" dirty="0" err="1">
                <a:solidFill>
                  <a:schemeClr val="tx2"/>
                </a:solidFill>
              </a:rPr>
              <a:t>như</a:t>
            </a:r>
            <a:r>
              <a:rPr lang="en-US" altLang="en-US" dirty="0">
                <a:solidFill>
                  <a:schemeClr val="tx2"/>
                </a:solidFill>
              </a:rPr>
              <a:t> OSPF.</a:t>
            </a:r>
          </a:p>
          <a:p>
            <a:pPr algn="just" eaLnBrk="1" hangingPunct="1">
              <a:lnSpc>
                <a:spcPct val="150000"/>
              </a:lnSpc>
              <a:spcBef>
                <a:spcPct val="0"/>
              </a:spcBef>
              <a:buClrTx/>
              <a:buFontTx/>
              <a:buNone/>
            </a:pPr>
            <a:r>
              <a:rPr lang="en-US" altLang="en-US" dirty="0">
                <a:solidFill>
                  <a:schemeClr val="tx2"/>
                </a:solidFill>
              </a:rPr>
              <a:t> - </a:t>
            </a:r>
            <a:r>
              <a:rPr lang="en-US" altLang="en-US" dirty="0" err="1">
                <a:solidFill>
                  <a:schemeClr val="tx2"/>
                </a:solidFill>
              </a:rPr>
              <a:t>Mặc</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gói</a:t>
            </a:r>
            <a:r>
              <a:rPr lang="en-US" altLang="en-US" dirty="0">
                <a:solidFill>
                  <a:schemeClr val="tx2"/>
                </a:solidFill>
              </a:rPr>
              <a:t> Hello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đi</a:t>
            </a:r>
            <a:r>
              <a:rPr lang="en-US" altLang="en-US" dirty="0">
                <a:solidFill>
                  <a:schemeClr val="tx2"/>
                </a:solidFill>
              </a:rPr>
              <a:t> </a:t>
            </a:r>
            <a:r>
              <a:rPr lang="en-US" altLang="en-US" dirty="0" err="1">
                <a:solidFill>
                  <a:schemeClr val="tx2"/>
                </a:solidFill>
              </a:rPr>
              <a:t>theo</a:t>
            </a:r>
            <a:r>
              <a:rPr lang="en-US" altLang="en-US" dirty="0">
                <a:solidFill>
                  <a:schemeClr val="tx2"/>
                </a:solidFill>
              </a:rPr>
              <a:t> chu </a:t>
            </a:r>
            <a:r>
              <a:rPr lang="en-US" altLang="en-US" dirty="0" err="1">
                <a:solidFill>
                  <a:schemeClr val="tx2"/>
                </a:solidFill>
              </a:rPr>
              <a:t>kỳ</a:t>
            </a:r>
            <a:r>
              <a:rPr lang="en-US" altLang="en-US" dirty="0">
                <a:solidFill>
                  <a:schemeClr val="tx2"/>
                </a:solidFill>
              </a:rPr>
              <a:t> 5 </a:t>
            </a:r>
            <a:r>
              <a:rPr lang="en-US" altLang="en-US" dirty="0" err="1">
                <a:solidFill>
                  <a:schemeClr val="tx2"/>
                </a:solidFill>
              </a:rPr>
              <a:t>giây</a:t>
            </a:r>
            <a:r>
              <a:rPr lang="en-US" altLang="en-US" dirty="0">
                <a:solidFill>
                  <a:schemeClr val="tx2"/>
                </a:solidFill>
              </a:rPr>
              <a:t>.</a:t>
            </a:r>
          </a:p>
          <a:p>
            <a:pPr algn="just" eaLnBrk="1" hangingPunct="1">
              <a:lnSpc>
                <a:spcPct val="150000"/>
              </a:lnSpc>
              <a:spcBef>
                <a:spcPct val="0"/>
              </a:spcBef>
              <a:buClrTx/>
              <a:buFontTx/>
              <a:buNone/>
            </a:pPr>
            <a:r>
              <a:rPr lang="en-US" altLang="en-US" dirty="0" err="1">
                <a:solidFill>
                  <a:schemeClr val="tx2"/>
                </a:solidFill>
              </a:rPr>
              <a:t>Nhờ</a:t>
            </a:r>
            <a:r>
              <a:rPr lang="en-US" altLang="en-US" dirty="0">
                <a:solidFill>
                  <a:schemeClr val="tx2"/>
                </a:solidFill>
              </a:rPr>
              <a:t> </a:t>
            </a:r>
            <a:r>
              <a:rPr lang="en-US" altLang="en-US" dirty="0" err="1">
                <a:solidFill>
                  <a:schemeClr val="tx2"/>
                </a:solidFill>
              </a:rPr>
              <a:t>việc</a:t>
            </a:r>
            <a:r>
              <a:rPr lang="en-US" altLang="en-US" dirty="0">
                <a:solidFill>
                  <a:schemeClr val="tx2"/>
                </a:solidFill>
              </a:rPr>
              <a:t> </a:t>
            </a:r>
            <a:r>
              <a:rPr lang="en-US" altLang="en-US" dirty="0" err="1">
                <a:solidFill>
                  <a:schemeClr val="tx2"/>
                </a:solidFill>
              </a:rPr>
              <a:t>thiết</a:t>
            </a:r>
            <a:r>
              <a:rPr lang="en-US" altLang="en-US" dirty="0">
                <a:solidFill>
                  <a:schemeClr val="tx2"/>
                </a:solidFill>
              </a:rPr>
              <a:t> </a:t>
            </a:r>
            <a:r>
              <a:rPr lang="en-US" altLang="en-US" dirty="0" err="1">
                <a:solidFill>
                  <a:schemeClr val="tx2"/>
                </a:solidFill>
              </a:rPr>
              <a:t>lập</a:t>
            </a:r>
            <a:r>
              <a:rPr lang="en-US" altLang="en-US" dirty="0">
                <a:solidFill>
                  <a:schemeClr val="tx2"/>
                </a:solidFill>
              </a:rPr>
              <a:t> </a:t>
            </a:r>
            <a:r>
              <a:rPr lang="en-US" altLang="en-US" dirty="0" err="1">
                <a:solidFill>
                  <a:schemeClr val="tx2"/>
                </a:solidFill>
              </a:rPr>
              <a:t>quan</a:t>
            </a:r>
            <a:r>
              <a:rPr lang="en-US" altLang="en-US" dirty="0">
                <a:solidFill>
                  <a:schemeClr val="tx2"/>
                </a:solidFill>
              </a:rPr>
              <a:t> </a:t>
            </a:r>
            <a:r>
              <a:rPr lang="en-US" altLang="en-US" dirty="0" err="1">
                <a:solidFill>
                  <a:schemeClr val="tx2"/>
                </a:solidFill>
              </a:rPr>
              <a:t>hệ</a:t>
            </a:r>
            <a:r>
              <a:rPr lang="en-US" altLang="en-US" dirty="0">
                <a:solidFill>
                  <a:schemeClr val="tx2"/>
                </a:solidFill>
              </a:rPr>
              <a:t>, EIGRP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thể</a:t>
            </a:r>
            <a:r>
              <a:rPr lang="en-US" altLang="en-US" dirty="0">
                <a:solidFill>
                  <a:schemeClr val="tx2"/>
                </a:solidFill>
              </a:rPr>
              <a:t>:</a:t>
            </a:r>
          </a:p>
          <a:p>
            <a:pPr algn="just" eaLnBrk="1" hangingPunct="1">
              <a:lnSpc>
                <a:spcPct val="150000"/>
              </a:lnSpc>
              <a:spcBef>
                <a:spcPct val="0"/>
              </a:spcBef>
              <a:buClrTx/>
              <a:buFontTx/>
              <a:buNone/>
            </a:pPr>
            <a:r>
              <a:rPr lang="en-US" altLang="en-US" dirty="0">
                <a:solidFill>
                  <a:schemeClr val="tx2"/>
                </a:solidFill>
              </a:rPr>
              <a:t> - </a:t>
            </a:r>
            <a:r>
              <a:rPr lang="en-US" altLang="en-US" dirty="0" err="1">
                <a:solidFill>
                  <a:schemeClr val="tx2"/>
                </a:solidFill>
              </a:rPr>
              <a:t>Tự</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 </a:t>
            </a:r>
            <a:r>
              <a:rPr lang="en-US" altLang="en-US" dirty="0" err="1">
                <a:solidFill>
                  <a:schemeClr val="tx2"/>
                </a:solidFill>
              </a:rPr>
              <a:t>học</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khi</a:t>
            </a:r>
            <a:r>
              <a:rPr lang="en-US" altLang="en-US" dirty="0">
                <a:solidFill>
                  <a:schemeClr val="tx2"/>
                </a:solidFill>
              </a:rPr>
              <a:t> </a:t>
            </a:r>
            <a:r>
              <a:rPr lang="en-US" altLang="en-US" dirty="0" err="1">
                <a:solidFill>
                  <a:schemeClr val="tx2"/>
                </a:solidFill>
              </a:rPr>
              <a:t>mới</a:t>
            </a:r>
            <a:r>
              <a:rPr lang="en-US" altLang="en-US" dirty="0">
                <a:solidFill>
                  <a:schemeClr val="tx2"/>
                </a:solidFill>
              </a:rPr>
              <a:t> </a:t>
            </a:r>
            <a:r>
              <a:rPr lang="en-US" altLang="en-US" dirty="0" err="1">
                <a:solidFill>
                  <a:schemeClr val="tx2"/>
                </a:solidFill>
              </a:rPr>
              <a:t>kết</a:t>
            </a:r>
            <a:r>
              <a:rPr lang="en-US" altLang="en-US" dirty="0">
                <a:solidFill>
                  <a:schemeClr val="tx2"/>
                </a:solidFill>
              </a:rPr>
              <a:t> </a:t>
            </a:r>
            <a:r>
              <a:rPr lang="en-US" altLang="en-US" dirty="0" err="1">
                <a:solidFill>
                  <a:schemeClr val="tx2"/>
                </a:solidFill>
              </a:rPr>
              <a:t>nối</a:t>
            </a:r>
            <a:r>
              <a:rPr lang="en-US" altLang="en-US" dirty="0">
                <a:solidFill>
                  <a:schemeClr val="tx2"/>
                </a:solidFill>
              </a:rPr>
              <a:t> </a:t>
            </a:r>
            <a:r>
              <a:rPr lang="en-US" altLang="en-US" dirty="0" err="1">
                <a:solidFill>
                  <a:schemeClr val="tx2"/>
                </a:solidFill>
              </a:rPr>
              <a:t>vào</a:t>
            </a:r>
            <a:r>
              <a:rPr lang="en-US" altLang="en-US" dirty="0">
                <a:solidFill>
                  <a:schemeClr val="tx2"/>
                </a:solidFill>
              </a:rPr>
              <a:t> </a:t>
            </a:r>
            <a:r>
              <a:rPr lang="en-US" altLang="en-US" dirty="0" err="1">
                <a:solidFill>
                  <a:schemeClr val="tx2"/>
                </a:solidFill>
              </a:rPr>
              <a:t>mạng</a:t>
            </a:r>
            <a:r>
              <a:rPr lang="en-US" altLang="en-US" dirty="0">
                <a:solidFill>
                  <a:schemeClr val="tx2"/>
                </a:solidFill>
              </a:rPr>
              <a:t>.</a:t>
            </a:r>
          </a:p>
          <a:p>
            <a:pPr algn="just" eaLnBrk="1" hangingPunct="1">
              <a:lnSpc>
                <a:spcPct val="150000"/>
              </a:lnSpc>
              <a:spcBef>
                <a:spcPct val="0"/>
              </a:spcBef>
              <a:buClrTx/>
              <a:buFontTx/>
              <a:buNone/>
            </a:pPr>
            <a:r>
              <a:rPr lang="en-US" altLang="en-US" dirty="0">
                <a:solidFill>
                  <a:schemeClr val="tx2"/>
                </a:solidFill>
              </a:rPr>
              <a:t> - </a:t>
            </a:r>
            <a:r>
              <a:rPr lang="en-US" altLang="en-US" dirty="0" err="1">
                <a:solidFill>
                  <a:schemeClr val="tx2"/>
                </a:solidFill>
              </a:rPr>
              <a:t>Xác</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1 router </a:t>
            </a:r>
            <a:r>
              <a:rPr lang="en-US" altLang="en-US" dirty="0" err="1">
                <a:solidFill>
                  <a:schemeClr val="tx2"/>
                </a:solidFill>
              </a:rPr>
              <a:t>láng</a:t>
            </a:r>
            <a:r>
              <a:rPr lang="en-US" altLang="en-US" dirty="0">
                <a:solidFill>
                  <a:schemeClr val="tx2"/>
                </a:solidFill>
              </a:rPr>
              <a:t> </a:t>
            </a:r>
            <a:r>
              <a:rPr lang="en-US" altLang="en-US" dirty="0" err="1">
                <a:solidFill>
                  <a:schemeClr val="tx2"/>
                </a:solidFill>
              </a:rPr>
              <a:t>giềng</a:t>
            </a:r>
            <a:r>
              <a:rPr lang="en-US" altLang="en-US" dirty="0">
                <a:solidFill>
                  <a:schemeClr val="tx2"/>
                </a:solidFill>
              </a:rPr>
              <a:t> </a:t>
            </a:r>
            <a:r>
              <a:rPr lang="en-US" altLang="en-US" dirty="0" err="1">
                <a:solidFill>
                  <a:schemeClr val="tx2"/>
                </a:solidFill>
              </a:rPr>
              <a:t>đã</a:t>
            </a:r>
            <a:r>
              <a:rPr lang="en-US" altLang="en-US" dirty="0">
                <a:solidFill>
                  <a:schemeClr val="tx2"/>
                </a:solidFill>
              </a:rPr>
              <a:t> </a:t>
            </a:r>
            <a:r>
              <a:rPr lang="en-US" altLang="en-US" dirty="0" err="1">
                <a:solidFill>
                  <a:schemeClr val="tx2"/>
                </a:solidFill>
              </a:rPr>
              <a:t>mất</a:t>
            </a:r>
            <a:r>
              <a:rPr lang="en-US" altLang="en-US" dirty="0">
                <a:solidFill>
                  <a:schemeClr val="tx2"/>
                </a:solidFill>
              </a:rPr>
              <a:t> </a:t>
            </a:r>
            <a:r>
              <a:rPr lang="en-US" altLang="en-US" dirty="0" err="1">
                <a:solidFill>
                  <a:schemeClr val="tx2"/>
                </a:solidFill>
              </a:rPr>
              <a:t>kết</a:t>
            </a:r>
            <a:r>
              <a:rPr lang="en-US" altLang="en-US" dirty="0">
                <a:solidFill>
                  <a:schemeClr val="tx2"/>
                </a:solidFill>
              </a:rPr>
              <a:t> </a:t>
            </a:r>
            <a:r>
              <a:rPr lang="en-US" altLang="en-US" dirty="0" err="1">
                <a:solidFill>
                  <a:schemeClr val="tx2"/>
                </a:solidFill>
              </a:rPr>
              <a:t>nối</a:t>
            </a:r>
            <a:r>
              <a:rPr lang="en-US" altLang="en-US" dirty="0">
                <a:solidFill>
                  <a:schemeClr val="tx2"/>
                </a:solidFill>
              </a:rPr>
              <a:t> hay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còn</a:t>
            </a:r>
            <a:r>
              <a:rPr lang="en-US" altLang="en-US" dirty="0">
                <a:solidFill>
                  <a:schemeClr val="tx2"/>
                </a:solidFill>
              </a:rPr>
              <a:t> </a:t>
            </a:r>
            <a:r>
              <a:rPr lang="en-US" altLang="en-US" dirty="0" err="1">
                <a:solidFill>
                  <a:schemeClr val="tx2"/>
                </a:solidFill>
              </a:rPr>
              <a:t>hoạt</a:t>
            </a:r>
            <a:r>
              <a:rPr lang="en-US" altLang="en-US" dirty="0">
                <a:solidFill>
                  <a:schemeClr val="tx2"/>
                </a:solidFill>
              </a:rPr>
              <a:t> </a:t>
            </a:r>
            <a:r>
              <a:rPr lang="en-US" altLang="en-US" dirty="0" err="1">
                <a:solidFill>
                  <a:schemeClr val="tx2"/>
                </a:solidFill>
              </a:rPr>
              <a:t>động</a:t>
            </a:r>
            <a:endParaRPr lang="en-US" altLang="en-US" dirty="0">
              <a:solidFill>
                <a:schemeClr val="tx2"/>
              </a:solidFill>
            </a:endParaRPr>
          </a:p>
          <a:p>
            <a:pPr algn="just" eaLnBrk="1" hangingPunct="1">
              <a:lnSpc>
                <a:spcPct val="150000"/>
              </a:lnSpc>
              <a:spcBef>
                <a:spcPct val="0"/>
              </a:spcBef>
              <a:buClrTx/>
              <a:buFontTx/>
              <a:buNone/>
            </a:pPr>
            <a:r>
              <a:rPr lang="en-US" altLang="en-US" dirty="0">
                <a:solidFill>
                  <a:schemeClr val="tx2"/>
                </a:solidFill>
              </a:rPr>
              <a:t> - </a:t>
            </a:r>
            <a:r>
              <a:rPr lang="en-US" altLang="en-US" dirty="0" err="1">
                <a:solidFill>
                  <a:schemeClr val="tx2"/>
                </a:solidFill>
              </a:rPr>
              <a:t>Phát</a:t>
            </a:r>
            <a:r>
              <a:rPr lang="en-US" altLang="en-US" dirty="0">
                <a:solidFill>
                  <a:schemeClr val="tx2"/>
                </a:solidFill>
              </a:rPr>
              <a:t> </a:t>
            </a:r>
            <a:r>
              <a:rPr lang="en-US" altLang="en-US" dirty="0" err="1">
                <a:solidFill>
                  <a:schemeClr val="tx2"/>
                </a:solidFill>
              </a:rPr>
              <a:t>hiện</a:t>
            </a:r>
            <a:r>
              <a:rPr lang="en-US" altLang="en-US" dirty="0">
                <a:solidFill>
                  <a:schemeClr val="tx2"/>
                </a:solidFill>
              </a:rPr>
              <a:t> </a:t>
            </a:r>
            <a:r>
              <a:rPr lang="en-US" altLang="en-US" dirty="0" err="1">
                <a:solidFill>
                  <a:schemeClr val="tx2"/>
                </a:solidFill>
              </a:rPr>
              <a:t>sự</a:t>
            </a:r>
            <a:r>
              <a:rPr lang="en-US" altLang="en-US" dirty="0">
                <a:solidFill>
                  <a:schemeClr val="tx2"/>
                </a:solidFill>
              </a:rPr>
              <a:t> </a:t>
            </a:r>
            <a:r>
              <a:rPr lang="en-US" altLang="en-US" dirty="0" err="1">
                <a:solidFill>
                  <a:schemeClr val="tx2"/>
                </a:solidFill>
              </a:rPr>
              <a:t>hoạt</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 </a:t>
            </a:r>
            <a:r>
              <a:rPr lang="en-US" altLang="en-US" dirty="0" err="1">
                <a:solidFill>
                  <a:schemeClr val="tx2"/>
                </a:solidFill>
              </a:rPr>
              <a:t>trở</a:t>
            </a:r>
            <a:r>
              <a:rPr lang="en-US" altLang="en-US" dirty="0">
                <a:solidFill>
                  <a:schemeClr val="tx2"/>
                </a:solidFill>
              </a:rPr>
              <a:t> </a:t>
            </a:r>
            <a:r>
              <a:rPr lang="en-US" altLang="en-US" dirty="0" err="1">
                <a:solidFill>
                  <a:schemeClr val="tx2"/>
                </a:solidFill>
              </a:rPr>
              <a:t>lại</a:t>
            </a:r>
            <a:r>
              <a:rPr lang="en-US" altLang="en-US" dirty="0">
                <a:solidFill>
                  <a:schemeClr val="tx2"/>
                </a:solidFill>
              </a:rPr>
              <a:t> </a:t>
            </a:r>
            <a:r>
              <a:rPr lang="en-US" altLang="en-US" dirty="0" err="1">
                <a:solidFill>
                  <a:schemeClr val="tx2"/>
                </a:solidFill>
              </a:rPr>
              <a:t>của</a:t>
            </a:r>
            <a:r>
              <a:rPr lang="en-US" altLang="en-US" dirty="0">
                <a:solidFill>
                  <a:schemeClr val="tx2"/>
                </a:solidFill>
              </a:rPr>
              <a:t> 1 router </a:t>
            </a:r>
          </a:p>
        </p:txBody>
      </p:sp>
      <p:sp>
        <p:nvSpPr>
          <p:cNvPr id="11" name="Title 1">
            <a:extLst>
              <a:ext uri="{FF2B5EF4-FFF2-40B4-BE49-F238E27FC236}">
                <a16:creationId xmlns:a16="http://schemas.microsoft.com/office/drawing/2014/main" id="{022B8630-00B7-40A3-89C5-C88046B47CC7}"/>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III.4 EIGRP</a:t>
            </a:r>
            <a:endParaRPr lang="vi-VN" dirty="0">
              <a:cs typeface="Times New Roman" pitchFamily="18"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6">
            <a:extLst>
              <a:ext uri="{FF2B5EF4-FFF2-40B4-BE49-F238E27FC236}">
                <a16:creationId xmlns:a16="http://schemas.microsoft.com/office/drawing/2014/main" id="{8219C483-49C7-4972-A588-2EBF0473FB00}"/>
              </a:ext>
            </a:extLst>
          </p:cNvPr>
          <p:cNvSpPr>
            <a:spLocks noChangeArrowheads="1"/>
          </p:cNvSpPr>
          <p:nvPr/>
        </p:nvSpPr>
        <p:spPr bwMode="gray">
          <a:xfrm>
            <a:off x="437321" y="1054441"/>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Các</a:t>
            </a:r>
            <a:r>
              <a:rPr lang="en-US" altLang="en-US" dirty="0">
                <a:solidFill>
                  <a:schemeClr val="tx2"/>
                </a:solidFill>
              </a:rPr>
              <a:t> </a:t>
            </a:r>
            <a:r>
              <a:rPr lang="en-US" altLang="en-US" dirty="0" err="1">
                <a:solidFill>
                  <a:schemeClr val="tx2"/>
                </a:solidFill>
              </a:rPr>
              <a:t>kỹ</a:t>
            </a:r>
            <a:r>
              <a:rPr lang="en-US" altLang="en-US" dirty="0">
                <a:solidFill>
                  <a:schemeClr val="tx2"/>
                </a:solidFill>
              </a:rPr>
              <a:t> </a:t>
            </a:r>
            <a:r>
              <a:rPr lang="en-US" altLang="en-US" dirty="0" err="1">
                <a:solidFill>
                  <a:schemeClr val="tx2"/>
                </a:solidFill>
              </a:rPr>
              <a:t>thuật</a:t>
            </a:r>
            <a:r>
              <a:rPr lang="en-US" altLang="en-US" dirty="0">
                <a:solidFill>
                  <a:schemeClr val="tx2"/>
                </a:solidFill>
              </a:rPr>
              <a:t> </a:t>
            </a:r>
            <a:r>
              <a:rPr lang="en-US" altLang="en-US" dirty="0" err="1">
                <a:solidFill>
                  <a:schemeClr val="tx2"/>
                </a:solidFill>
              </a:rPr>
              <a:t>dùng</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EIGRP </a:t>
            </a:r>
          </a:p>
        </p:txBody>
      </p:sp>
      <p:sp>
        <p:nvSpPr>
          <p:cNvPr id="97284" name="Rectangle 7">
            <a:extLst>
              <a:ext uri="{FF2B5EF4-FFF2-40B4-BE49-F238E27FC236}">
                <a16:creationId xmlns:a16="http://schemas.microsoft.com/office/drawing/2014/main" id="{EB0FE6C4-D265-4C86-9D24-3BEAEEF36B64}"/>
              </a:ext>
            </a:extLst>
          </p:cNvPr>
          <p:cNvSpPr>
            <a:spLocks noChangeArrowheads="1"/>
          </p:cNvSpPr>
          <p:nvPr/>
        </p:nvSpPr>
        <p:spPr bwMode="auto">
          <a:xfrm>
            <a:off x="1524001" y="2844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97285" name="Rectangle 8">
            <a:extLst>
              <a:ext uri="{FF2B5EF4-FFF2-40B4-BE49-F238E27FC236}">
                <a16:creationId xmlns:a16="http://schemas.microsoft.com/office/drawing/2014/main" id="{8CD24DD0-E0E5-4984-97E1-242FCF8F00AE}"/>
              </a:ext>
            </a:extLst>
          </p:cNvPr>
          <p:cNvSpPr>
            <a:spLocks noChangeArrowheads="1"/>
          </p:cNvSpPr>
          <p:nvPr/>
        </p:nvSpPr>
        <p:spPr bwMode="auto">
          <a:xfrm>
            <a:off x="1524001" y="3144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97286" name="Rectangle 9">
            <a:extLst>
              <a:ext uri="{FF2B5EF4-FFF2-40B4-BE49-F238E27FC236}">
                <a16:creationId xmlns:a16="http://schemas.microsoft.com/office/drawing/2014/main" id="{5E7F7949-732B-4BA7-8DCF-D849C54299E5}"/>
              </a:ext>
            </a:extLst>
          </p:cNvPr>
          <p:cNvSpPr>
            <a:spLocks noChangeArrowheads="1"/>
          </p:cNvSpPr>
          <p:nvPr/>
        </p:nvSpPr>
        <p:spPr bwMode="gray">
          <a:xfrm>
            <a:off x="437321" y="1565617"/>
            <a:ext cx="701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truyền</a:t>
            </a:r>
            <a:r>
              <a:rPr lang="en-US" altLang="en-US" dirty="0">
                <a:solidFill>
                  <a:schemeClr val="tx2"/>
                </a:solidFill>
              </a:rPr>
              <a:t> </a:t>
            </a:r>
            <a:r>
              <a:rPr lang="en-US" altLang="en-US" dirty="0" err="1">
                <a:solidFill>
                  <a:schemeClr val="tx2"/>
                </a:solidFill>
              </a:rPr>
              <a:t>tải</a:t>
            </a:r>
            <a:r>
              <a:rPr lang="en-US" altLang="en-US" dirty="0">
                <a:solidFill>
                  <a:schemeClr val="tx2"/>
                </a:solidFill>
              </a:rPr>
              <a:t> tin </a:t>
            </a:r>
            <a:r>
              <a:rPr lang="en-US" altLang="en-US" dirty="0" err="1">
                <a:solidFill>
                  <a:schemeClr val="tx2"/>
                </a:solidFill>
              </a:rPr>
              <a:t>cậy</a:t>
            </a:r>
            <a:r>
              <a:rPr lang="en-US" altLang="en-US" dirty="0">
                <a:solidFill>
                  <a:schemeClr val="tx2"/>
                </a:solidFill>
              </a:rPr>
              <a:t> </a:t>
            </a:r>
          </a:p>
        </p:txBody>
      </p:sp>
      <p:sp>
        <p:nvSpPr>
          <p:cNvPr id="97287" name="Text Box 10">
            <a:extLst>
              <a:ext uri="{FF2B5EF4-FFF2-40B4-BE49-F238E27FC236}">
                <a16:creationId xmlns:a16="http://schemas.microsoft.com/office/drawing/2014/main" id="{776AE7CD-52F3-436C-B1AB-E45212235A4D}"/>
              </a:ext>
            </a:extLst>
          </p:cNvPr>
          <p:cNvSpPr txBox="1">
            <a:spLocks noChangeArrowheads="1"/>
          </p:cNvSpPr>
          <p:nvPr/>
        </p:nvSpPr>
        <p:spPr bwMode="auto">
          <a:xfrm>
            <a:off x="437320" y="2022817"/>
            <a:ext cx="11526079" cy="4455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buClrTx/>
              <a:buFontTx/>
              <a:buNone/>
            </a:pPr>
            <a:r>
              <a:rPr lang="en-US" altLang="en-US" dirty="0">
                <a:solidFill>
                  <a:schemeClr val="tx2"/>
                </a:solidFill>
              </a:rPr>
              <a:t> -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truyền</a:t>
            </a:r>
            <a:r>
              <a:rPr lang="en-US" altLang="en-US" dirty="0">
                <a:solidFill>
                  <a:schemeClr val="tx2"/>
                </a:solidFill>
              </a:rPr>
              <a:t> </a:t>
            </a:r>
            <a:r>
              <a:rPr lang="en-US" altLang="en-US" dirty="0" err="1">
                <a:solidFill>
                  <a:schemeClr val="tx2"/>
                </a:solidFill>
              </a:rPr>
              <a:t>tải</a:t>
            </a:r>
            <a:r>
              <a:rPr lang="en-US" altLang="en-US" dirty="0">
                <a:solidFill>
                  <a:schemeClr val="tx2"/>
                </a:solidFill>
              </a:rPr>
              <a:t> tin </a:t>
            </a:r>
            <a:r>
              <a:rPr lang="en-US" altLang="en-US" dirty="0" err="1">
                <a:solidFill>
                  <a:schemeClr val="tx2"/>
                </a:solidFill>
              </a:rPr>
              <a:t>cậy</a:t>
            </a:r>
            <a:r>
              <a:rPr lang="en-US" altLang="en-US" dirty="0">
                <a:solidFill>
                  <a:schemeClr val="tx2"/>
                </a:solidFill>
              </a:rPr>
              <a:t> (RTP – Reliable Transport Protocol)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ở </a:t>
            </a:r>
            <a:r>
              <a:rPr lang="en-US" altLang="en-US" dirty="0" err="1">
                <a:solidFill>
                  <a:schemeClr val="tx2"/>
                </a:solidFill>
              </a:rPr>
              <a:t>lớp</a:t>
            </a:r>
            <a:r>
              <a:rPr lang="en-US" altLang="en-US" dirty="0">
                <a:solidFill>
                  <a:schemeClr val="tx2"/>
                </a:solidFill>
              </a:rPr>
              <a:t> </a:t>
            </a:r>
            <a:r>
              <a:rPr lang="en-US" altLang="en-US" dirty="0" err="1">
                <a:solidFill>
                  <a:schemeClr val="tx2"/>
                </a:solidFill>
              </a:rPr>
              <a:t>vận</a:t>
            </a:r>
            <a:r>
              <a:rPr lang="en-US" altLang="en-US" dirty="0">
                <a:solidFill>
                  <a:schemeClr val="tx2"/>
                </a:solidFill>
              </a:rPr>
              <a:t> </a:t>
            </a:r>
            <a:r>
              <a:rPr lang="en-US" altLang="en-US" dirty="0" err="1">
                <a:solidFill>
                  <a:schemeClr val="tx2"/>
                </a:solidFill>
              </a:rPr>
              <a:t>chuyển</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mô</a:t>
            </a:r>
            <a:r>
              <a:rPr lang="en-US" altLang="en-US" dirty="0">
                <a:solidFill>
                  <a:schemeClr val="tx2"/>
                </a:solidFill>
              </a:rPr>
              <a:t> </a:t>
            </a:r>
            <a:r>
              <a:rPr lang="en-US" altLang="en-US" dirty="0" err="1">
                <a:solidFill>
                  <a:schemeClr val="tx2"/>
                </a:solidFill>
              </a:rPr>
              <a:t>hình</a:t>
            </a:r>
            <a:r>
              <a:rPr lang="en-US" altLang="en-US" dirty="0">
                <a:solidFill>
                  <a:schemeClr val="tx2"/>
                </a:solidFill>
              </a:rPr>
              <a:t> OSI), </a:t>
            </a:r>
            <a:r>
              <a:rPr lang="en-US" altLang="en-US" dirty="0" err="1">
                <a:solidFill>
                  <a:schemeClr val="tx2"/>
                </a:solidFill>
              </a:rPr>
              <a:t>thực</a:t>
            </a:r>
            <a:r>
              <a:rPr lang="en-US" altLang="en-US" dirty="0">
                <a:solidFill>
                  <a:schemeClr val="tx2"/>
                </a:solidFill>
              </a:rPr>
              <a:t> </a:t>
            </a:r>
            <a:r>
              <a:rPr lang="en-US" altLang="en-US" dirty="0" err="1">
                <a:solidFill>
                  <a:schemeClr val="tx2"/>
                </a:solidFill>
              </a:rPr>
              <a:t>hiện</a:t>
            </a:r>
            <a:r>
              <a:rPr lang="en-US" altLang="en-US" dirty="0">
                <a:solidFill>
                  <a:schemeClr val="tx2"/>
                </a:solidFill>
              </a:rPr>
              <a:t> </a:t>
            </a:r>
            <a:r>
              <a:rPr lang="en-US" altLang="en-US" dirty="0" err="1">
                <a:solidFill>
                  <a:schemeClr val="tx2"/>
                </a:solidFill>
              </a:rPr>
              <a:t>việc</a:t>
            </a:r>
            <a:r>
              <a:rPr lang="en-US" altLang="en-US" dirty="0">
                <a:solidFill>
                  <a:schemeClr val="tx2"/>
                </a:solidFill>
              </a:rPr>
              <a:t> </a:t>
            </a:r>
            <a:r>
              <a:rPr lang="en-US" altLang="en-US" dirty="0" err="1">
                <a:solidFill>
                  <a:schemeClr val="tx2"/>
                </a:solidFill>
              </a:rPr>
              <a:t>chuyển</a:t>
            </a:r>
            <a:r>
              <a:rPr lang="en-US" altLang="en-US" dirty="0">
                <a:solidFill>
                  <a:schemeClr val="tx2"/>
                </a:solidFill>
              </a:rPr>
              <a:t> </a:t>
            </a:r>
            <a:r>
              <a:rPr lang="en-US" altLang="en-US" dirty="0" err="1">
                <a:solidFill>
                  <a:schemeClr val="tx2"/>
                </a:solidFill>
              </a:rPr>
              <a:t>gói</a:t>
            </a:r>
            <a:r>
              <a:rPr lang="en-US" altLang="en-US" dirty="0">
                <a:solidFill>
                  <a:schemeClr val="tx2"/>
                </a:solidFill>
              </a:rPr>
              <a:t> EIGRP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cách</a:t>
            </a:r>
            <a:r>
              <a:rPr lang="en-US" altLang="en-US" dirty="0">
                <a:solidFill>
                  <a:schemeClr val="tx2"/>
                </a:solidFill>
              </a:rPr>
              <a:t> tin </a:t>
            </a:r>
            <a:r>
              <a:rPr lang="en-US" altLang="en-US" dirty="0" err="1">
                <a:solidFill>
                  <a:schemeClr val="tx2"/>
                </a:solidFill>
              </a:rPr>
              <a:t>cậy</a:t>
            </a:r>
            <a:r>
              <a:rPr lang="en-US" altLang="en-US" dirty="0">
                <a:solidFill>
                  <a:schemeClr val="tx2"/>
                </a:solidFill>
              </a:rPr>
              <a:t>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thứ</a:t>
            </a:r>
            <a:r>
              <a:rPr lang="en-US" altLang="en-US" dirty="0">
                <a:solidFill>
                  <a:schemeClr val="tx2"/>
                </a:solidFill>
              </a:rPr>
              <a:t> </a:t>
            </a:r>
            <a:r>
              <a:rPr lang="en-US" altLang="en-US" dirty="0" err="1">
                <a:solidFill>
                  <a:schemeClr val="tx2"/>
                </a:solidFill>
              </a:rPr>
              <a:t>tự</a:t>
            </a:r>
            <a:r>
              <a:rPr lang="en-US" altLang="en-US" dirty="0">
                <a:solidFill>
                  <a:schemeClr val="tx2"/>
                </a:solidFill>
              </a:rPr>
              <a:t> </a:t>
            </a:r>
            <a:r>
              <a:rPr lang="en-US" altLang="en-US" dirty="0" err="1">
                <a:solidFill>
                  <a:schemeClr val="tx2"/>
                </a:solidFill>
              </a:rPr>
              <a:t>đến</a:t>
            </a:r>
            <a:r>
              <a:rPr lang="en-US" altLang="en-US" dirty="0">
                <a:solidFill>
                  <a:schemeClr val="tx2"/>
                </a:solidFill>
              </a:rPr>
              <a:t> </a:t>
            </a:r>
            <a:r>
              <a:rPr lang="en-US" altLang="en-US" dirty="0" err="1">
                <a:solidFill>
                  <a:schemeClr val="tx2"/>
                </a:solidFill>
              </a:rPr>
              <a:t>các</a:t>
            </a:r>
            <a:r>
              <a:rPr lang="en-US" altLang="en-US" dirty="0">
                <a:solidFill>
                  <a:schemeClr val="tx2"/>
                </a:solidFill>
              </a:rPr>
              <a:t> router </a:t>
            </a:r>
            <a:r>
              <a:rPr lang="en-US" altLang="en-US" dirty="0" err="1">
                <a:solidFill>
                  <a:schemeClr val="tx2"/>
                </a:solidFill>
              </a:rPr>
              <a:t>láng</a:t>
            </a:r>
            <a:r>
              <a:rPr lang="en-US" altLang="en-US" dirty="0">
                <a:solidFill>
                  <a:schemeClr val="tx2"/>
                </a:solidFill>
              </a:rPr>
              <a:t> </a:t>
            </a:r>
            <a:r>
              <a:rPr lang="en-US" altLang="en-US" dirty="0" err="1">
                <a:solidFill>
                  <a:schemeClr val="tx2"/>
                </a:solidFill>
              </a:rPr>
              <a:t>giềng</a:t>
            </a:r>
            <a:r>
              <a:rPr lang="en-US" altLang="en-US" dirty="0">
                <a:solidFill>
                  <a:schemeClr val="tx2"/>
                </a:solidFill>
              </a:rPr>
              <a:t>. </a:t>
            </a:r>
          </a:p>
          <a:p>
            <a:pPr algn="just" eaLnBrk="1" hangingPunct="1">
              <a:lnSpc>
                <a:spcPct val="150000"/>
              </a:lnSpc>
              <a:spcBef>
                <a:spcPct val="0"/>
              </a:spcBef>
              <a:buClrTx/>
              <a:buFontTx/>
              <a:buNone/>
            </a:pPr>
            <a:r>
              <a:rPr lang="en-US" altLang="en-US" dirty="0">
                <a:solidFill>
                  <a:schemeClr val="tx2"/>
                </a:solidFill>
              </a:rPr>
              <a:t> - EIGRP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độc</a:t>
            </a:r>
            <a:r>
              <a:rPr lang="en-US" altLang="en-US" dirty="0">
                <a:solidFill>
                  <a:schemeClr val="tx2"/>
                </a:solidFill>
              </a:rPr>
              <a:t> </a:t>
            </a:r>
            <a:r>
              <a:rPr lang="en-US" altLang="en-US" dirty="0" err="1">
                <a:solidFill>
                  <a:schemeClr val="tx2"/>
                </a:solidFill>
              </a:rPr>
              <a:t>lập</a:t>
            </a:r>
            <a:r>
              <a:rPr lang="en-US" altLang="en-US" dirty="0">
                <a:solidFill>
                  <a:schemeClr val="tx2"/>
                </a:solidFill>
              </a:rPr>
              <a:t> </a:t>
            </a:r>
            <a:r>
              <a:rPr lang="en-US" altLang="en-US" dirty="0" err="1">
                <a:solidFill>
                  <a:schemeClr val="tx2"/>
                </a:solidFill>
              </a:rPr>
              <a:t>với</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do </a:t>
            </a:r>
            <a:r>
              <a:rPr lang="en-US" altLang="en-US" dirty="0" err="1">
                <a:solidFill>
                  <a:schemeClr val="tx2"/>
                </a:solidFill>
              </a:rPr>
              <a:t>đó</a:t>
            </a:r>
            <a:r>
              <a:rPr lang="en-US" altLang="en-US" dirty="0">
                <a:solidFill>
                  <a:schemeClr val="tx2"/>
                </a:solidFill>
              </a:rPr>
              <a:t>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dựa</a:t>
            </a:r>
            <a:r>
              <a:rPr lang="en-US" altLang="en-US" dirty="0">
                <a:solidFill>
                  <a:schemeClr val="tx2"/>
                </a:solidFill>
              </a:rPr>
              <a:t> </a:t>
            </a:r>
            <a:r>
              <a:rPr lang="en-US" altLang="en-US" dirty="0" err="1">
                <a:solidFill>
                  <a:schemeClr val="tx2"/>
                </a:solidFill>
              </a:rPr>
              <a:t>vào</a:t>
            </a:r>
            <a:r>
              <a:rPr lang="en-US" altLang="en-US" dirty="0">
                <a:solidFill>
                  <a:schemeClr val="tx2"/>
                </a:solidFill>
              </a:rPr>
              <a:t> TCP/IP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thực</a:t>
            </a:r>
            <a:r>
              <a:rPr lang="en-US" altLang="en-US" dirty="0">
                <a:solidFill>
                  <a:schemeClr val="tx2"/>
                </a:solidFill>
              </a:rPr>
              <a:t> </a:t>
            </a:r>
            <a:r>
              <a:rPr lang="en-US" altLang="en-US" dirty="0" err="1">
                <a:solidFill>
                  <a:schemeClr val="tx2"/>
                </a:solidFill>
              </a:rPr>
              <a:t>hiện</a:t>
            </a:r>
            <a:r>
              <a:rPr lang="en-US" altLang="en-US" dirty="0">
                <a:solidFill>
                  <a:schemeClr val="tx2"/>
                </a:solidFill>
              </a:rPr>
              <a:t> </a:t>
            </a:r>
            <a:r>
              <a:rPr lang="en-US" altLang="en-US" dirty="0" err="1">
                <a:solidFill>
                  <a:schemeClr val="tx2"/>
                </a:solidFill>
              </a:rPr>
              <a:t>trao</a:t>
            </a:r>
            <a:r>
              <a:rPr lang="en-US" altLang="en-US" dirty="0">
                <a:solidFill>
                  <a:schemeClr val="tx2"/>
                </a:solidFill>
              </a:rPr>
              <a:t> </a:t>
            </a:r>
            <a:r>
              <a:rPr lang="en-US" altLang="en-US" dirty="0" err="1">
                <a:solidFill>
                  <a:schemeClr val="tx2"/>
                </a:solidFill>
              </a:rPr>
              <a:t>đổi</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EIGRP </a:t>
            </a:r>
            <a:r>
              <a:rPr lang="en-US" altLang="en-US" dirty="0" err="1">
                <a:solidFill>
                  <a:schemeClr val="tx2"/>
                </a:solidFill>
              </a:rPr>
              <a:t>sử</a:t>
            </a:r>
            <a:r>
              <a:rPr lang="en-US" altLang="en-US" dirty="0">
                <a:solidFill>
                  <a:schemeClr val="tx2"/>
                </a:solidFill>
              </a:rPr>
              <a:t> </a:t>
            </a:r>
            <a:r>
              <a:rPr lang="en-US" altLang="en-US" dirty="0" err="1">
                <a:solidFill>
                  <a:schemeClr val="tx2"/>
                </a:solidFill>
              </a:rPr>
              <a:t>dụng</a:t>
            </a:r>
            <a:r>
              <a:rPr lang="en-US" altLang="en-US" dirty="0">
                <a:solidFill>
                  <a:schemeClr val="tx2"/>
                </a:solidFill>
              </a:rPr>
              <a:t> RTP </a:t>
            </a:r>
            <a:r>
              <a:rPr lang="en-US" altLang="en-US" dirty="0" err="1">
                <a:solidFill>
                  <a:schemeClr val="tx2"/>
                </a:solidFill>
              </a:rPr>
              <a:t>làm</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vận</a:t>
            </a:r>
            <a:r>
              <a:rPr lang="en-US" altLang="en-US" dirty="0">
                <a:solidFill>
                  <a:schemeClr val="tx2"/>
                </a:solidFill>
              </a:rPr>
              <a:t> </a:t>
            </a:r>
            <a:r>
              <a:rPr lang="en-US" altLang="en-US" dirty="0" err="1">
                <a:solidFill>
                  <a:schemeClr val="tx2"/>
                </a:solidFill>
              </a:rPr>
              <a:t>chuyển</a:t>
            </a:r>
            <a:r>
              <a:rPr lang="en-US" altLang="en-US" dirty="0">
                <a:solidFill>
                  <a:schemeClr val="tx2"/>
                </a:solidFill>
              </a:rPr>
              <a:t> </a:t>
            </a:r>
            <a:r>
              <a:rPr lang="en-US" altLang="en-US" dirty="0" err="1">
                <a:solidFill>
                  <a:schemeClr val="tx2"/>
                </a:solidFill>
              </a:rPr>
              <a:t>riêng</a:t>
            </a:r>
            <a:r>
              <a:rPr lang="en-US" altLang="en-US" dirty="0">
                <a:solidFill>
                  <a:schemeClr val="tx2"/>
                </a:solidFill>
              </a:rPr>
              <a:t> </a:t>
            </a:r>
            <a:r>
              <a:rPr lang="en-US" altLang="en-US" dirty="0" err="1">
                <a:solidFill>
                  <a:schemeClr val="tx2"/>
                </a:solidFill>
              </a:rPr>
              <a:t>độc</a:t>
            </a:r>
            <a:r>
              <a:rPr lang="en-US" altLang="en-US" dirty="0">
                <a:solidFill>
                  <a:schemeClr val="tx2"/>
                </a:solidFill>
              </a:rPr>
              <a:t> </a:t>
            </a:r>
            <a:r>
              <a:rPr lang="en-US" altLang="en-US" dirty="0" err="1">
                <a:solidFill>
                  <a:schemeClr val="tx2"/>
                </a:solidFill>
              </a:rPr>
              <a:t>quyền</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đảm</a:t>
            </a:r>
            <a:r>
              <a:rPr lang="en-US" altLang="en-US" dirty="0">
                <a:solidFill>
                  <a:schemeClr val="tx2"/>
                </a:solidFill>
              </a:rPr>
              <a:t> </a:t>
            </a:r>
            <a:r>
              <a:rPr lang="en-US" altLang="en-US" dirty="0" err="1">
                <a:solidFill>
                  <a:schemeClr val="tx2"/>
                </a:solidFill>
              </a:rPr>
              <a:t>bảo</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endParaRPr lang="en-US" altLang="en-US" dirty="0">
              <a:solidFill>
                <a:schemeClr val="tx2"/>
              </a:solidFill>
            </a:endParaRPr>
          </a:p>
          <a:p>
            <a:pPr algn="just" eaLnBrk="1" hangingPunct="1">
              <a:lnSpc>
                <a:spcPct val="150000"/>
              </a:lnSpc>
              <a:spcBef>
                <a:spcPct val="0"/>
              </a:spcBef>
              <a:buClrTx/>
              <a:buFontTx/>
              <a:buNone/>
            </a:pPr>
            <a:r>
              <a:rPr lang="en-US" altLang="en-US" dirty="0">
                <a:solidFill>
                  <a:schemeClr val="tx2"/>
                </a:solidFill>
              </a:rPr>
              <a:t> - EIGRP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thể</a:t>
            </a:r>
            <a:r>
              <a:rPr lang="en-US" altLang="en-US" dirty="0">
                <a:solidFill>
                  <a:schemeClr val="tx2"/>
                </a:solidFill>
              </a:rPr>
              <a:t> </a:t>
            </a:r>
            <a:r>
              <a:rPr lang="en-US" altLang="en-US" dirty="0" err="1">
                <a:solidFill>
                  <a:schemeClr val="tx2"/>
                </a:solidFill>
              </a:rPr>
              <a:t>yêu</a:t>
            </a:r>
            <a:r>
              <a:rPr lang="en-US" altLang="en-US" dirty="0">
                <a:solidFill>
                  <a:schemeClr val="tx2"/>
                </a:solidFill>
              </a:rPr>
              <a:t> </a:t>
            </a:r>
            <a:r>
              <a:rPr lang="en-US" altLang="en-US" dirty="0" err="1">
                <a:solidFill>
                  <a:schemeClr val="tx2"/>
                </a:solidFill>
              </a:rPr>
              <a:t>cầu</a:t>
            </a:r>
            <a:r>
              <a:rPr lang="en-US" altLang="en-US" dirty="0">
                <a:solidFill>
                  <a:schemeClr val="tx2"/>
                </a:solidFill>
              </a:rPr>
              <a:t> RTP </a:t>
            </a:r>
            <a:r>
              <a:rPr lang="en-US" altLang="en-US" dirty="0" err="1">
                <a:solidFill>
                  <a:schemeClr val="tx2"/>
                </a:solidFill>
              </a:rPr>
              <a:t>cung</a:t>
            </a:r>
            <a:r>
              <a:rPr lang="en-US" altLang="en-US" dirty="0">
                <a:solidFill>
                  <a:schemeClr val="tx2"/>
                </a:solidFill>
              </a:rPr>
              <a:t> </a:t>
            </a:r>
            <a:r>
              <a:rPr lang="en-US" altLang="en-US" dirty="0" err="1">
                <a:solidFill>
                  <a:schemeClr val="tx2"/>
                </a:solidFill>
              </a:rPr>
              <a:t>cấp</a:t>
            </a:r>
            <a:r>
              <a:rPr lang="en-US" altLang="en-US" dirty="0">
                <a:solidFill>
                  <a:schemeClr val="tx2"/>
                </a:solidFill>
              </a:rPr>
              <a:t> </a:t>
            </a:r>
            <a:r>
              <a:rPr lang="en-US" altLang="en-US" dirty="0" err="1">
                <a:solidFill>
                  <a:schemeClr val="tx2"/>
                </a:solidFill>
              </a:rPr>
              <a:t>dịch</a:t>
            </a:r>
            <a:r>
              <a:rPr lang="en-US" altLang="en-US" dirty="0">
                <a:solidFill>
                  <a:schemeClr val="tx2"/>
                </a:solidFill>
              </a:rPr>
              <a:t> </a:t>
            </a:r>
            <a:r>
              <a:rPr lang="en-US" altLang="en-US" dirty="0" err="1">
                <a:solidFill>
                  <a:schemeClr val="tx2"/>
                </a:solidFill>
              </a:rPr>
              <a:t>vụ</a:t>
            </a:r>
            <a:r>
              <a:rPr lang="en-US" altLang="en-US" dirty="0">
                <a:solidFill>
                  <a:schemeClr val="tx2"/>
                </a:solidFill>
              </a:rPr>
              <a:t> </a:t>
            </a:r>
            <a:r>
              <a:rPr lang="en-US" altLang="en-US" dirty="0" err="1">
                <a:solidFill>
                  <a:schemeClr val="tx2"/>
                </a:solidFill>
              </a:rPr>
              <a:t>truyền</a:t>
            </a:r>
            <a:r>
              <a:rPr lang="en-US" altLang="en-US" dirty="0">
                <a:solidFill>
                  <a:schemeClr val="tx2"/>
                </a:solidFill>
              </a:rPr>
              <a:t> tin </a:t>
            </a:r>
            <a:r>
              <a:rPr lang="en-US" altLang="en-US" dirty="0" err="1">
                <a:solidFill>
                  <a:schemeClr val="tx2"/>
                </a:solidFill>
              </a:rPr>
              <a:t>cậy</a:t>
            </a:r>
            <a:r>
              <a:rPr lang="en-US" altLang="en-US" dirty="0">
                <a:solidFill>
                  <a:schemeClr val="tx2"/>
                </a:solidFill>
              </a:rPr>
              <a:t> </a:t>
            </a:r>
            <a:r>
              <a:rPr lang="en-US" altLang="en-US" dirty="0" err="1">
                <a:solidFill>
                  <a:schemeClr val="tx2"/>
                </a:solidFill>
              </a:rPr>
              <a:t>hoặc</a:t>
            </a:r>
            <a:r>
              <a:rPr lang="en-US" altLang="en-US" dirty="0">
                <a:solidFill>
                  <a:schemeClr val="tx2"/>
                </a:solidFill>
              </a:rPr>
              <a:t> </a:t>
            </a:r>
            <a:r>
              <a:rPr lang="en-US" altLang="en-US" dirty="0" err="1">
                <a:solidFill>
                  <a:schemeClr val="tx2"/>
                </a:solidFill>
              </a:rPr>
              <a:t>không</a:t>
            </a:r>
            <a:r>
              <a:rPr lang="en-US" altLang="en-US" dirty="0">
                <a:solidFill>
                  <a:schemeClr val="tx2"/>
                </a:solidFill>
              </a:rPr>
              <a:t> tin </a:t>
            </a:r>
            <a:r>
              <a:rPr lang="en-US" altLang="en-US" dirty="0" err="1">
                <a:solidFill>
                  <a:schemeClr val="tx2"/>
                </a:solidFill>
              </a:rPr>
              <a:t>cậy</a:t>
            </a:r>
            <a:r>
              <a:rPr lang="en-US" altLang="en-US" dirty="0">
                <a:solidFill>
                  <a:schemeClr val="tx2"/>
                </a:solidFill>
              </a:rPr>
              <a:t> </a:t>
            </a:r>
            <a:r>
              <a:rPr lang="en-US" altLang="en-US" dirty="0" err="1">
                <a:solidFill>
                  <a:schemeClr val="tx2"/>
                </a:solidFill>
              </a:rPr>
              <a:t>tùy</a:t>
            </a:r>
            <a:r>
              <a:rPr lang="en-US" altLang="en-US" dirty="0">
                <a:solidFill>
                  <a:schemeClr val="tx2"/>
                </a:solidFill>
              </a:rPr>
              <a:t> </a:t>
            </a:r>
            <a:r>
              <a:rPr lang="en-US" altLang="en-US" dirty="0" err="1">
                <a:solidFill>
                  <a:schemeClr val="tx2"/>
                </a:solidFill>
              </a:rPr>
              <a:t>theo</a:t>
            </a:r>
            <a:r>
              <a:rPr lang="en-US" altLang="en-US" dirty="0">
                <a:solidFill>
                  <a:schemeClr val="tx2"/>
                </a:solidFill>
              </a:rPr>
              <a:t> </a:t>
            </a:r>
            <a:r>
              <a:rPr lang="en-US" altLang="en-US" dirty="0" err="1">
                <a:solidFill>
                  <a:schemeClr val="tx2"/>
                </a:solidFill>
              </a:rPr>
              <a:t>yêu</a:t>
            </a:r>
            <a:r>
              <a:rPr lang="en-US" altLang="en-US" dirty="0">
                <a:solidFill>
                  <a:schemeClr val="tx2"/>
                </a:solidFill>
              </a:rPr>
              <a:t> </a:t>
            </a:r>
            <a:r>
              <a:rPr lang="en-US" altLang="en-US" dirty="0" err="1">
                <a:solidFill>
                  <a:schemeClr val="tx2"/>
                </a:solidFill>
              </a:rPr>
              <a:t>cầu</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từng</a:t>
            </a:r>
            <a:r>
              <a:rPr lang="en-US" altLang="en-US" dirty="0">
                <a:solidFill>
                  <a:schemeClr val="tx2"/>
                </a:solidFill>
              </a:rPr>
              <a:t> </a:t>
            </a:r>
            <a:r>
              <a:rPr lang="en-US" altLang="en-US" dirty="0" err="1">
                <a:solidFill>
                  <a:schemeClr val="tx2"/>
                </a:solidFill>
              </a:rPr>
              <a:t>trường</a:t>
            </a:r>
            <a:r>
              <a:rPr lang="en-US" altLang="en-US" dirty="0">
                <a:solidFill>
                  <a:schemeClr val="tx2"/>
                </a:solidFill>
              </a:rPr>
              <a:t> </a:t>
            </a:r>
            <a:r>
              <a:rPr lang="en-US" altLang="en-US" dirty="0" err="1">
                <a:solidFill>
                  <a:schemeClr val="tx2"/>
                </a:solidFill>
              </a:rPr>
              <a:t>hợp</a:t>
            </a:r>
            <a:r>
              <a:rPr lang="en-US" altLang="en-US" dirty="0">
                <a:solidFill>
                  <a:schemeClr val="tx2"/>
                </a:solidFill>
              </a:rPr>
              <a:t> </a:t>
            </a:r>
          </a:p>
        </p:txBody>
      </p:sp>
      <p:sp>
        <p:nvSpPr>
          <p:cNvPr id="11" name="Title 1">
            <a:extLst>
              <a:ext uri="{FF2B5EF4-FFF2-40B4-BE49-F238E27FC236}">
                <a16:creationId xmlns:a16="http://schemas.microsoft.com/office/drawing/2014/main" id="{3FE0FD0B-A962-449B-B9CE-A467A92D1BC5}"/>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III.4 EIGRP</a:t>
            </a:r>
            <a:endParaRPr lang="vi-VN" dirty="0">
              <a:cs typeface="Times New Roman"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6">
            <a:extLst>
              <a:ext uri="{FF2B5EF4-FFF2-40B4-BE49-F238E27FC236}">
                <a16:creationId xmlns:a16="http://schemas.microsoft.com/office/drawing/2014/main" id="{FADF4154-B83C-4FF3-8F0F-9E7654615582}"/>
              </a:ext>
            </a:extLst>
          </p:cNvPr>
          <p:cNvSpPr>
            <a:spLocks noChangeArrowheads="1"/>
          </p:cNvSpPr>
          <p:nvPr/>
        </p:nvSpPr>
        <p:spPr bwMode="gray">
          <a:xfrm>
            <a:off x="437321" y="1094129"/>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Các</a:t>
            </a:r>
            <a:r>
              <a:rPr lang="en-US" altLang="en-US" dirty="0">
                <a:solidFill>
                  <a:schemeClr val="tx2"/>
                </a:solidFill>
              </a:rPr>
              <a:t> </a:t>
            </a:r>
            <a:r>
              <a:rPr lang="en-US" altLang="en-US" dirty="0" err="1">
                <a:solidFill>
                  <a:schemeClr val="tx2"/>
                </a:solidFill>
              </a:rPr>
              <a:t>kỹ</a:t>
            </a:r>
            <a:r>
              <a:rPr lang="en-US" altLang="en-US" dirty="0">
                <a:solidFill>
                  <a:schemeClr val="tx2"/>
                </a:solidFill>
              </a:rPr>
              <a:t> </a:t>
            </a:r>
            <a:r>
              <a:rPr lang="en-US" altLang="en-US" dirty="0" err="1">
                <a:solidFill>
                  <a:schemeClr val="tx2"/>
                </a:solidFill>
              </a:rPr>
              <a:t>thuật</a:t>
            </a:r>
            <a:r>
              <a:rPr lang="en-US" altLang="en-US" dirty="0">
                <a:solidFill>
                  <a:schemeClr val="tx2"/>
                </a:solidFill>
              </a:rPr>
              <a:t> </a:t>
            </a:r>
            <a:r>
              <a:rPr lang="en-US" altLang="en-US" dirty="0" err="1">
                <a:solidFill>
                  <a:schemeClr val="tx2"/>
                </a:solidFill>
              </a:rPr>
              <a:t>dùng</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EIGRP </a:t>
            </a:r>
          </a:p>
        </p:txBody>
      </p:sp>
      <p:sp>
        <p:nvSpPr>
          <p:cNvPr id="98308" name="Rectangle 7">
            <a:extLst>
              <a:ext uri="{FF2B5EF4-FFF2-40B4-BE49-F238E27FC236}">
                <a16:creationId xmlns:a16="http://schemas.microsoft.com/office/drawing/2014/main" id="{C0B2F444-6DB3-463B-B179-AA97EC69DF63}"/>
              </a:ext>
            </a:extLst>
          </p:cNvPr>
          <p:cNvSpPr>
            <a:spLocks noChangeArrowheads="1"/>
          </p:cNvSpPr>
          <p:nvPr/>
        </p:nvSpPr>
        <p:spPr bwMode="auto">
          <a:xfrm>
            <a:off x="1524001" y="2844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98309" name="Rectangle 8">
            <a:extLst>
              <a:ext uri="{FF2B5EF4-FFF2-40B4-BE49-F238E27FC236}">
                <a16:creationId xmlns:a16="http://schemas.microsoft.com/office/drawing/2014/main" id="{748737C4-7159-4899-B660-D387050B35BF}"/>
              </a:ext>
            </a:extLst>
          </p:cNvPr>
          <p:cNvSpPr>
            <a:spLocks noChangeArrowheads="1"/>
          </p:cNvSpPr>
          <p:nvPr/>
        </p:nvSpPr>
        <p:spPr bwMode="auto">
          <a:xfrm>
            <a:off x="1524001" y="3144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98310" name="Rectangle 9">
            <a:extLst>
              <a:ext uri="{FF2B5EF4-FFF2-40B4-BE49-F238E27FC236}">
                <a16:creationId xmlns:a16="http://schemas.microsoft.com/office/drawing/2014/main" id="{CC488CC4-45C0-4F44-9B77-7828F0BC2257}"/>
              </a:ext>
            </a:extLst>
          </p:cNvPr>
          <p:cNvSpPr>
            <a:spLocks noChangeArrowheads="1"/>
          </p:cNvSpPr>
          <p:nvPr/>
        </p:nvSpPr>
        <p:spPr bwMode="gray">
          <a:xfrm>
            <a:off x="437321" y="1535731"/>
            <a:ext cx="701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Thuật</a:t>
            </a:r>
            <a:r>
              <a:rPr lang="en-US" altLang="en-US" dirty="0">
                <a:solidFill>
                  <a:schemeClr val="tx2"/>
                </a:solidFill>
              </a:rPr>
              <a:t> </a:t>
            </a:r>
            <a:r>
              <a:rPr lang="en-US" altLang="en-US" dirty="0" err="1">
                <a:solidFill>
                  <a:schemeClr val="tx2"/>
                </a:solidFill>
              </a:rPr>
              <a:t>toán</a:t>
            </a:r>
            <a:r>
              <a:rPr lang="en-US" altLang="en-US" dirty="0">
                <a:solidFill>
                  <a:schemeClr val="tx2"/>
                </a:solidFill>
              </a:rPr>
              <a:t> DUAL </a:t>
            </a:r>
          </a:p>
        </p:txBody>
      </p:sp>
      <p:sp>
        <p:nvSpPr>
          <p:cNvPr id="98311" name="Text Box 10">
            <a:extLst>
              <a:ext uri="{FF2B5EF4-FFF2-40B4-BE49-F238E27FC236}">
                <a16:creationId xmlns:a16="http://schemas.microsoft.com/office/drawing/2014/main" id="{FF2204F1-2070-4C86-8620-442248A0D4BD}"/>
              </a:ext>
            </a:extLst>
          </p:cNvPr>
          <p:cNvSpPr txBox="1">
            <a:spLocks noChangeArrowheads="1"/>
          </p:cNvSpPr>
          <p:nvPr/>
        </p:nvSpPr>
        <p:spPr bwMode="auto">
          <a:xfrm>
            <a:off x="437320" y="1992931"/>
            <a:ext cx="11487979" cy="2793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buClrTx/>
              <a:buFontTx/>
              <a:buNone/>
            </a:pPr>
            <a:r>
              <a:rPr lang="en-US" altLang="en-US" dirty="0">
                <a:solidFill>
                  <a:schemeClr val="tx2"/>
                </a:solidFill>
              </a:rPr>
              <a:t> - </a:t>
            </a:r>
            <a:r>
              <a:rPr lang="en-US" altLang="en-US" dirty="0" err="1">
                <a:solidFill>
                  <a:schemeClr val="tx2"/>
                </a:solidFill>
              </a:rPr>
              <a:t>Thành</a:t>
            </a:r>
            <a:r>
              <a:rPr lang="en-US" altLang="en-US" dirty="0">
                <a:solidFill>
                  <a:schemeClr val="tx2"/>
                </a:solidFill>
              </a:rPr>
              <a:t> </a:t>
            </a:r>
            <a:r>
              <a:rPr lang="en-US" altLang="en-US" dirty="0" err="1">
                <a:solidFill>
                  <a:schemeClr val="tx2"/>
                </a:solidFill>
              </a:rPr>
              <a:t>phần</a:t>
            </a:r>
            <a:r>
              <a:rPr lang="en-US" altLang="en-US" dirty="0">
                <a:solidFill>
                  <a:schemeClr val="tx2"/>
                </a:solidFill>
              </a:rPr>
              <a:t> </a:t>
            </a:r>
            <a:r>
              <a:rPr lang="en-US" altLang="en-US" dirty="0" err="1">
                <a:solidFill>
                  <a:schemeClr val="tx2"/>
                </a:solidFill>
              </a:rPr>
              <a:t>trung</a:t>
            </a:r>
            <a:r>
              <a:rPr lang="en-US" altLang="en-US" dirty="0">
                <a:solidFill>
                  <a:schemeClr val="tx2"/>
                </a:solidFill>
              </a:rPr>
              <a:t> </a:t>
            </a:r>
            <a:r>
              <a:rPr lang="en-US" altLang="en-US" dirty="0" err="1">
                <a:solidFill>
                  <a:schemeClr val="tx2"/>
                </a:solidFill>
              </a:rPr>
              <a:t>tâm</a:t>
            </a:r>
            <a:r>
              <a:rPr lang="en-US" altLang="en-US" dirty="0">
                <a:solidFill>
                  <a:schemeClr val="tx2"/>
                </a:solidFill>
              </a:rPr>
              <a:t> </a:t>
            </a:r>
            <a:r>
              <a:rPr lang="en-US" altLang="en-US" dirty="0" err="1">
                <a:solidFill>
                  <a:schemeClr val="tx2"/>
                </a:solidFill>
              </a:rPr>
              <a:t>của</a:t>
            </a:r>
            <a:r>
              <a:rPr lang="en-US" altLang="en-US" dirty="0">
                <a:solidFill>
                  <a:schemeClr val="tx2"/>
                </a:solidFill>
              </a:rPr>
              <a:t> EIGRP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thuật</a:t>
            </a:r>
            <a:r>
              <a:rPr lang="en-US" altLang="en-US" dirty="0">
                <a:solidFill>
                  <a:schemeClr val="tx2"/>
                </a:solidFill>
              </a:rPr>
              <a:t> </a:t>
            </a:r>
            <a:r>
              <a:rPr lang="en-US" altLang="en-US" dirty="0" err="1">
                <a:solidFill>
                  <a:schemeClr val="tx2"/>
                </a:solidFill>
              </a:rPr>
              <a:t>toán</a:t>
            </a:r>
            <a:r>
              <a:rPr lang="en-US" altLang="en-US" dirty="0">
                <a:solidFill>
                  <a:schemeClr val="tx2"/>
                </a:solidFill>
              </a:rPr>
              <a:t> </a:t>
            </a:r>
            <a:r>
              <a:rPr lang="en-US" altLang="en-US" dirty="0" err="1">
                <a:solidFill>
                  <a:schemeClr val="tx2"/>
                </a:solidFill>
              </a:rPr>
              <a:t>cập</a:t>
            </a:r>
            <a:r>
              <a:rPr lang="en-US" altLang="en-US" dirty="0">
                <a:solidFill>
                  <a:schemeClr val="tx2"/>
                </a:solidFill>
              </a:rPr>
              <a:t> </a:t>
            </a:r>
            <a:r>
              <a:rPr lang="en-US" altLang="en-US" dirty="0" err="1">
                <a:solidFill>
                  <a:schemeClr val="tx2"/>
                </a:solidFill>
              </a:rPr>
              <a:t>nhật</a:t>
            </a:r>
            <a:r>
              <a:rPr lang="en-US" altLang="en-US" dirty="0">
                <a:solidFill>
                  <a:schemeClr val="tx2"/>
                </a:solidFill>
              </a:rPr>
              <a:t> </a:t>
            </a:r>
            <a:r>
              <a:rPr lang="en-US" altLang="en-US" dirty="0" err="1">
                <a:solidFill>
                  <a:schemeClr val="tx2"/>
                </a:solidFill>
              </a:rPr>
              <a:t>nhiều</a:t>
            </a:r>
            <a:r>
              <a:rPr lang="en-US" altLang="en-US" dirty="0">
                <a:solidFill>
                  <a:schemeClr val="tx2"/>
                </a:solidFill>
              </a:rPr>
              <a:t> </a:t>
            </a:r>
            <a:r>
              <a:rPr lang="en-US" altLang="en-US" dirty="0" err="1">
                <a:solidFill>
                  <a:schemeClr val="tx2"/>
                </a:solidFill>
              </a:rPr>
              <a:t>mức</a:t>
            </a:r>
            <a:r>
              <a:rPr lang="en-US" altLang="en-US" dirty="0">
                <a:solidFill>
                  <a:schemeClr val="tx2"/>
                </a:solidFill>
              </a:rPr>
              <a:t> DUAL (Diffusing Update Algorithm),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bộ</a:t>
            </a:r>
            <a:r>
              <a:rPr lang="en-US" altLang="en-US" dirty="0">
                <a:solidFill>
                  <a:schemeClr val="tx2"/>
                </a:solidFill>
              </a:rPr>
              <a:t> </a:t>
            </a:r>
            <a:r>
              <a:rPr lang="en-US" altLang="en-US" dirty="0" err="1">
                <a:solidFill>
                  <a:schemeClr val="tx2"/>
                </a:solidFill>
              </a:rPr>
              <a:t>máy</a:t>
            </a:r>
            <a:r>
              <a:rPr lang="en-US" altLang="en-US" dirty="0">
                <a:solidFill>
                  <a:schemeClr val="tx2"/>
                </a:solidFill>
              </a:rPr>
              <a:t> </a:t>
            </a:r>
            <a:r>
              <a:rPr lang="en-US" altLang="en-US" dirty="0" err="1">
                <a:solidFill>
                  <a:schemeClr val="tx2"/>
                </a:solidFill>
              </a:rPr>
              <a:t>tính</a:t>
            </a:r>
            <a:r>
              <a:rPr lang="en-US" altLang="en-US" dirty="0">
                <a:solidFill>
                  <a:schemeClr val="tx2"/>
                </a:solidFill>
              </a:rPr>
              <a:t> </a:t>
            </a:r>
            <a:r>
              <a:rPr lang="en-US" altLang="en-US" dirty="0" err="1">
                <a:solidFill>
                  <a:schemeClr val="tx2"/>
                </a:solidFill>
              </a:rPr>
              <a:t>toán</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đi</a:t>
            </a:r>
            <a:r>
              <a:rPr lang="en-US" altLang="en-US" dirty="0">
                <a:solidFill>
                  <a:schemeClr val="tx2"/>
                </a:solidFill>
              </a:rPr>
              <a:t> </a:t>
            </a:r>
            <a:r>
              <a:rPr lang="en-US" altLang="en-US" dirty="0" err="1">
                <a:solidFill>
                  <a:schemeClr val="tx2"/>
                </a:solidFill>
              </a:rPr>
              <a:t>của</a:t>
            </a:r>
            <a:r>
              <a:rPr lang="en-US" altLang="en-US" dirty="0">
                <a:solidFill>
                  <a:schemeClr val="tx2"/>
                </a:solidFill>
              </a:rPr>
              <a:t> EIGRP. </a:t>
            </a:r>
            <a:r>
              <a:rPr lang="en-US" altLang="en-US" dirty="0" err="1">
                <a:solidFill>
                  <a:schemeClr val="tx2"/>
                </a:solidFill>
              </a:rPr>
              <a:t>Tên</a:t>
            </a:r>
            <a:r>
              <a:rPr lang="en-US" altLang="en-US" dirty="0">
                <a:solidFill>
                  <a:schemeClr val="tx2"/>
                </a:solidFill>
              </a:rPr>
              <a:t> </a:t>
            </a:r>
            <a:r>
              <a:rPr lang="en-US" altLang="en-US" dirty="0" err="1">
                <a:solidFill>
                  <a:schemeClr val="tx2"/>
                </a:solidFill>
              </a:rPr>
              <a:t>đầy</a:t>
            </a:r>
            <a:r>
              <a:rPr lang="en-US" altLang="en-US" dirty="0">
                <a:solidFill>
                  <a:schemeClr val="tx2"/>
                </a:solidFill>
              </a:rPr>
              <a:t> </a:t>
            </a:r>
            <a:r>
              <a:rPr lang="en-US" altLang="en-US" dirty="0" err="1">
                <a:solidFill>
                  <a:schemeClr val="tx2"/>
                </a:solidFill>
              </a:rPr>
              <a:t>đủ</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kỹ</a:t>
            </a:r>
            <a:r>
              <a:rPr lang="en-US" altLang="en-US" dirty="0">
                <a:solidFill>
                  <a:schemeClr val="tx2"/>
                </a:solidFill>
              </a:rPr>
              <a:t> </a:t>
            </a:r>
            <a:r>
              <a:rPr lang="en-US" altLang="en-US" dirty="0" err="1">
                <a:solidFill>
                  <a:schemeClr val="tx2"/>
                </a:solidFill>
              </a:rPr>
              <a:t>thuật</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là</a:t>
            </a:r>
            <a:r>
              <a:rPr lang="en-US" altLang="en-US" dirty="0">
                <a:solidFill>
                  <a:schemeClr val="tx2"/>
                </a:solidFill>
              </a:rPr>
              <a:t> DUAL FSM (finite-state machine-</a:t>
            </a:r>
            <a:r>
              <a:rPr lang="en-US" altLang="en-US" dirty="0" err="1">
                <a:solidFill>
                  <a:schemeClr val="tx2"/>
                </a:solidFill>
              </a:rPr>
              <a:t>máy</a:t>
            </a:r>
            <a:r>
              <a:rPr lang="en-US" altLang="en-US" dirty="0">
                <a:solidFill>
                  <a:schemeClr val="tx2"/>
                </a:solidFill>
              </a:rPr>
              <a:t> </a:t>
            </a:r>
            <a:r>
              <a:rPr lang="en-US" altLang="en-US" dirty="0" err="1">
                <a:solidFill>
                  <a:schemeClr val="tx2"/>
                </a:solidFill>
              </a:rPr>
              <a:t>trạng</a:t>
            </a:r>
            <a:r>
              <a:rPr lang="en-US" altLang="en-US" dirty="0">
                <a:solidFill>
                  <a:schemeClr val="tx2"/>
                </a:solidFill>
              </a:rPr>
              <a:t> </a:t>
            </a:r>
            <a:r>
              <a:rPr lang="en-US" altLang="en-US" dirty="0" err="1">
                <a:solidFill>
                  <a:schemeClr val="tx2"/>
                </a:solidFill>
              </a:rPr>
              <a:t>thái</a:t>
            </a:r>
            <a:r>
              <a:rPr lang="en-US" altLang="en-US" dirty="0">
                <a:solidFill>
                  <a:schemeClr val="tx2"/>
                </a:solidFill>
              </a:rPr>
              <a:t> </a:t>
            </a:r>
            <a:r>
              <a:rPr lang="en-US" altLang="en-US" dirty="0" err="1">
                <a:solidFill>
                  <a:schemeClr val="tx2"/>
                </a:solidFill>
              </a:rPr>
              <a:t>giới</a:t>
            </a:r>
            <a:r>
              <a:rPr lang="en-US" altLang="en-US" dirty="0">
                <a:solidFill>
                  <a:schemeClr val="tx2"/>
                </a:solidFill>
              </a:rPr>
              <a:t> </a:t>
            </a:r>
            <a:r>
              <a:rPr lang="en-US" altLang="en-US" dirty="0" err="1">
                <a:solidFill>
                  <a:schemeClr val="tx2"/>
                </a:solidFill>
              </a:rPr>
              <a:t>hạn</a:t>
            </a:r>
            <a:r>
              <a:rPr lang="en-US" altLang="en-US" dirty="0">
                <a:solidFill>
                  <a:schemeClr val="tx2"/>
                </a:solidFill>
              </a:rPr>
              <a:t>)</a:t>
            </a:r>
          </a:p>
          <a:p>
            <a:pPr algn="just" eaLnBrk="1" hangingPunct="1">
              <a:lnSpc>
                <a:spcPct val="150000"/>
              </a:lnSpc>
              <a:spcBef>
                <a:spcPct val="0"/>
              </a:spcBef>
              <a:buClrTx/>
              <a:buFontTx/>
              <a:buNone/>
            </a:pPr>
            <a:r>
              <a:rPr lang="en-US" altLang="en-US" dirty="0">
                <a:solidFill>
                  <a:schemeClr val="tx2"/>
                </a:solidFill>
              </a:rPr>
              <a:t> - DUAL </a:t>
            </a:r>
            <a:r>
              <a:rPr lang="en-US" altLang="en-US" dirty="0" err="1">
                <a:solidFill>
                  <a:schemeClr val="tx2"/>
                </a:solidFill>
              </a:rPr>
              <a:t>chạy</a:t>
            </a:r>
            <a:r>
              <a:rPr lang="en-US" altLang="en-US" dirty="0">
                <a:solidFill>
                  <a:schemeClr val="tx2"/>
                </a:solidFill>
              </a:rPr>
              <a:t> </a:t>
            </a:r>
            <a:r>
              <a:rPr lang="en-US" altLang="en-US" dirty="0" err="1">
                <a:solidFill>
                  <a:schemeClr val="tx2"/>
                </a:solidFill>
              </a:rPr>
              <a:t>hai</a:t>
            </a:r>
            <a:r>
              <a:rPr lang="en-US" altLang="en-US" dirty="0">
                <a:solidFill>
                  <a:schemeClr val="tx2"/>
                </a:solidFill>
              </a:rPr>
              <a:t> </a:t>
            </a:r>
            <a:r>
              <a:rPr lang="en-US" altLang="en-US" dirty="0" err="1">
                <a:solidFill>
                  <a:schemeClr val="tx2"/>
                </a:solidFill>
              </a:rPr>
              <a:t>thuật</a:t>
            </a:r>
            <a:r>
              <a:rPr lang="en-US" altLang="en-US" dirty="0">
                <a:solidFill>
                  <a:schemeClr val="tx2"/>
                </a:solidFill>
              </a:rPr>
              <a:t> </a:t>
            </a:r>
            <a:r>
              <a:rPr lang="en-US" altLang="en-US" dirty="0" err="1">
                <a:solidFill>
                  <a:schemeClr val="tx2"/>
                </a:solidFill>
              </a:rPr>
              <a:t>toán</a:t>
            </a:r>
            <a:r>
              <a:rPr lang="en-US" altLang="en-US" dirty="0">
                <a:solidFill>
                  <a:schemeClr val="tx2"/>
                </a:solidFill>
              </a:rPr>
              <a:t> song </a:t>
            </a:r>
            <a:r>
              <a:rPr lang="en-US" altLang="en-US" dirty="0" err="1">
                <a:solidFill>
                  <a:schemeClr val="tx2"/>
                </a:solidFill>
              </a:rPr>
              <a:t>song</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theo</a:t>
            </a:r>
            <a:r>
              <a:rPr lang="en-US" altLang="en-US" dirty="0">
                <a:solidFill>
                  <a:schemeClr val="tx2"/>
                </a:solidFill>
              </a:rPr>
              <a:t> </a:t>
            </a:r>
            <a:r>
              <a:rPr lang="en-US" altLang="en-US" dirty="0" err="1">
                <a:solidFill>
                  <a:schemeClr val="tx2"/>
                </a:solidFill>
              </a:rPr>
              <a:t>trạng</a:t>
            </a:r>
            <a:r>
              <a:rPr lang="en-US" altLang="en-US" dirty="0">
                <a:solidFill>
                  <a:schemeClr val="tx2"/>
                </a:solidFill>
              </a:rPr>
              <a:t> </a:t>
            </a:r>
            <a:r>
              <a:rPr lang="en-US" altLang="en-US" dirty="0" err="1">
                <a:solidFill>
                  <a:schemeClr val="tx2"/>
                </a:solidFill>
              </a:rPr>
              <a:t>thái</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liên</a:t>
            </a:r>
            <a:r>
              <a:rPr lang="en-US" altLang="en-US" dirty="0">
                <a:solidFill>
                  <a:schemeClr val="tx2"/>
                </a:solidFill>
              </a:rPr>
              <a:t> </a:t>
            </a:r>
            <a:r>
              <a:rPr lang="en-US" altLang="en-US" dirty="0" err="1">
                <a:solidFill>
                  <a:schemeClr val="tx2"/>
                </a:solidFill>
              </a:rPr>
              <a:t>kết</a:t>
            </a:r>
            <a:r>
              <a:rPr lang="en-US" altLang="en-US" dirty="0">
                <a:solidFill>
                  <a:schemeClr val="tx2"/>
                </a:solidFill>
              </a:rPr>
              <a:t> (LSA)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theo</a:t>
            </a:r>
            <a:r>
              <a:rPr lang="en-US" altLang="en-US" dirty="0">
                <a:solidFill>
                  <a:schemeClr val="tx2"/>
                </a:solidFill>
              </a:rPr>
              <a:t> </a:t>
            </a:r>
            <a:r>
              <a:rPr lang="en-US" altLang="en-US" dirty="0" err="1">
                <a:solidFill>
                  <a:schemeClr val="tx2"/>
                </a:solidFill>
              </a:rPr>
              <a:t>vectơ</a:t>
            </a:r>
            <a:r>
              <a:rPr lang="en-US" altLang="en-US" dirty="0">
                <a:solidFill>
                  <a:schemeClr val="tx2"/>
                </a:solidFill>
              </a:rPr>
              <a:t> </a:t>
            </a:r>
            <a:r>
              <a:rPr lang="en-US" altLang="en-US" dirty="0" err="1">
                <a:solidFill>
                  <a:schemeClr val="tx2"/>
                </a:solidFill>
              </a:rPr>
              <a:t>khoảng</a:t>
            </a:r>
            <a:r>
              <a:rPr lang="en-US" altLang="en-US" dirty="0">
                <a:solidFill>
                  <a:schemeClr val="tx2"/>
                </a:solidFill>
              </a:rPr>
              <a:t> </a:t>
            </a:r>
            <a:r>
              <a:rPr lang="en-US" altLang="en-US" dirty="0" err="1">
                <a:solidFill>
                  <a:schemeClr val="tx2"/>
                </a:solidFill>
              </a:rPr>
              <a:t>cách</a:t>
            </a:r>
            <a:r>
              <a:rPr lang="en-US" altLang="en-US" dirty="0">
                <a:solidFill>
                  <a:schemeClr val="tx2"/>
                </a:solidFill>
              </a:rPr>
              <a:t> (DVA). </a:t>
            </a:r>
          </a:p>
        </p:txBody>
      </p:sp>
      <p:sp>
        <p:nvSpPr>
          <p:cNvPr id="11" name="Title 1">
            <a:extLst>
              <a:ext uri="{FF2B5EF4-FFF2-40B4-BE49-F238E27FC236}">
                <a16:creationId xmlns:a16="http://schemas.microsoft.com/office/drawing/2014/main" id="{FB4505A8-FF6E-40FD-982D-DCA05D84114A}"/>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III.4 EIGRP</a:t>
            </a:r>
            <a:endParaRPr lang="vi-VN" dirty="0">
              <a:cs typeface="Times New Roman" pitchFamily="18"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Rectangle 6">
            <a:extLst>
              <a:ext uri="{FF2B5EF4-FFF2-40B4-BE49-F238E27FC236}">
                <a16:creationId xmlns:a16="http://schemas.microsoft.com/office/drawing/2014/main" id="{C737125C-B1A6-4F55-BFDA-2138BB99D1F2}"/>
              </a:ext>
            </a:extLst>
          </p:cNvPr>
          <p:cNvSpPr>
            <a:spLocks noChangeArrowheads="1"/>
          </p:cNvSpPr>
          <p:nvPr/>
        </p:nvSpPr>
        <p:spPr bwMode="gray">
          <a:xfrm>
            <a:off x="342900" y="1080119"/>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Các</a:t>
            </a:r>
            <a:r>
              <a:rPr lang="en-US" altLang="en-US" dirty="0">
                <a:solidFill>
                  <a:schemeClr val="tx2"/>
                </a:solidFill>
              </a:rPr>
              <a:t> </a:t>
            </a:r>
            <a:r>
              <a:rPr lang="en-US" altLang="en-US" dirty="0" err="1">
                <a:solidFill>
                  <a:schemeClr val="tx2"/>
                </a:solidFill>
              </a:rPr>
              <a:t>kỹ</a:t>
            </a:r>
            <a:r>
              <a:rPr lang="en-US" altLang="en-US" dirty="0">
                <a:solidFill>
                  <a:schemeClr val="tx2"/>
                </a:solidFill>
              </a:rPr>
              <a:t> </a:t>
            </a:r>
            <a:r>
              <a:rPr lang="en-US" altLang="en-US" dirty="0" err="1">
                <a:solidFill>
                  <a:schemeClr val="tx2"/>
                </a:solidFill>
              </a:rPr>
              <a:t>thuật</a:t>
            </a:r>
            <a:r>
              <a:rPr lang="en-US" altLang="en-US" dirty="0">
                <a:solidFill>
                  <a:schemeClr val="tx2"/>
                </a:solidFill>
              </a:rPr>
              <a:t> </a:t>
            </a:r>
            <a:r>
              <a:rPr lang="en-US" altLang="en-US" dirty="0" err="1">
                <a:solidFill>
                  <a:schemeClr val="tx2"/>
                </a:solidFill>
              </a:rPr>
              <a:t>dùng</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EIGRP </a:t>
            </a:r>
          </a:p>
        </p:txBody>
      </p:sp>
      <p:sp>
        <p:nvSpPr>
          <p:cNvPr id="99332" name="Rectangle 7">
            <a:extLst>
              <a:ext uri="{FF2B5EF4-FFF2-40B4-BE49-F238E27FC236}">
                <a16:creationId xmlns:a16="http://schemas.microsoft.com/office/drawing/2014/main" id="{FAB51EF7-365F-427C-8767-6D67833A1BFA}"/>
              </a:ext>
            </a:extLst>
          </p:cNvPr>
          <p:cNvSpPr>
            <a:spLocks noChangeArrowheads="1"/>
          </p:cNvSpPr>
          <p:nvPr/>
        </p:nvSpPr>
        <p:spPr bwMode="auto">
          <a:xfrm>
            <a:off x="1524001" y="2844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99333" name="Rectangle 8">
            <a:extLst>
              <a:ext uri="{FF2B5EF4-FFF2-40B4-BE49-F238E27FC236}">
                <a16:creationId xmlns:a16="http://schemas.microsoft.com/office/drawing/2014/main" id="{C1A8AEFF-7B32-4687-B245-1609BA0255F4}"/>
              </a:ext>
            </a:extLst>
          </p:cNvPr>
          <p:cNvSpPr>
            <a:spLocks noChangeArrowheads="1"/>
          </p:cNvSpPr>
          <p:nvPr/>
        </p:nvSpPr>
        <p:spPr bwMode="auto">
          <a:xfrm>
            <a:off x="1524001" y="3144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99334" name="Rectangle 9">
            <a:extLst>
              <a:ext uri="{FF2B5EF4-FFF2-40B4-BE49-F238E27FC236}">
                <a16:creationId xmlns:a16="http://schemas.microsoft.com/office/drawing/2014/main" id="{C85BEAA8-32E4-4ECF-8D51-0819108B56FE}"/>
              </a:ext>
            </a:extLst>
          </p:cNvPr>
          <p:cNvSpPr>
            <a:spLocks noChangeArrowheads="1"/>
          </p:cNvSpPr>
          <p:nvPr/>
        </p:nvSpPr>
        <p:spPr bwMode="gray">
          <a:xfrm>
            <a:off x="342900" y="1649411"/>
            <a:ext cx="10763250" cy="92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Cấu</a:t>
            </a:r>
            <a:r>
              <a:rPr lang="en-US" altLang="en-US" dirty="0">
                <a:solidFill>
                  <a:schemeClr val="tx2"/>
                </a:solidFill>
              </a:rPr>
              <a:t> </a:t>
            </a:r>
            <a:r>
              <a:rPr lang="en-US" altLang="en-US" dirty="0" err="1">
                <a:solidFill>
                  <a:schemeClr val="tx2"/>
                </a:solidFill>
              </a:rPr>
              <a:t>trúc</a:t>
            </a:r>
            <a:r>
              <a:rPr lang="en-US" altLang="en-US" dirty="0">
                <a:solidFill>
                  <a:schemeClr val="tx2"/>
                </a:solidFill>
              </a:rPr>
              <a:t> </a:t>
            </a:r>
            <a:r>
              <a:rPr lang="en-US" altLang="en-US" dirty="0" err="1">
                <a:solidFill>
                  <a:schemeClr val="tx2"/>
                </a:solidFill>
              </a:rPr>
              <a:t>từng</a:t>
            </a:r>
            <a:r>
              <a:rPr lang="en-US" altLang="en-US" dirty="0">
                <a:solidFill>
                  <a:schemeClr val="tx2"/>
                </a:solidFill>
              </a:rPr>
              <a:t> </a:t>
            </a:r>
            <a:r>
              <a:rPr lang="en-US" altLang="en-US" dirty="0" err="1">
                <a:solidFill>
                  <a:schemeClr val="tx2"/>
                </a:solidFill>
              </a:rPr>
              <a:t>phần</a:t>
            </a:r>
            <a:r>
              <a:rPr lang="en-US" altLang="en-US" dirty="0">
                <a:solidFill>
                  <a:schemeClr val="tx2"/>
                </a:solidFill>
              </a:rPr>
              <a:t> </a:t>
            </a:r>
            <a:r>
              <a:rPr lang="en-US" altLang="en-US" dirty="0" err="1">
                <a:solidFill>
                  <a:schemeClr val="tx2"/>
                </a:solidFill>
              </a:rPr>
              <a:t>theo</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(PDMs – Protocol dependent Modules) </a:t>
            </a:r>
          </a:p>
        </p:txBody>
      </p:sp>
      <p:sp>
        <p:nvSpPr>
          <p:cNvPr id="99335" name="Text Box 10">
            <a:extLst>
              <a:ext uri="{FF2B5EF4-FFF2-40B4-BE49-F238E27FC236}">
                <a16:creationId xmlns:a16="http://schemas.microsoft.com/office/drawing/2014/main" id="{C4C2D898-C33A-43A0-A607-1B9AB734BB06}"/>
              </a:ext>
            </a:extLst>
          </p:cNvPr>
          <p:cNvSpPr txBox="1">
            <a:spLocks noChangeArrowheads="1"/>
          </p:cNvSpPr>
          <p:nvPr/>
        </p:nvSpPr>
        <p:spPr bwMode="auto">
          <a:xfrm>
            <a:off x="342900" y="2351087"/>
            <a:ext cx="11506200" cy="2793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buClrTx/>
              <a:buFontTx/>
              <a:buNone/>
            </a:pPr>
            <a:r>
              <a:rPr lang="en-US" altLang="en-US" dirty="0">
                <a:solidFill>
                  <a:schemeClr val="tx2"/>
                </a:solidFill>
              </a:rPr>
              <a:t> - EIGRP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thiết</a:t>
            </a:r>
            <a:r>
              <a:rPr lang="en-US" altLang="en-US" dirty="0">
                <a:solidFill>
                  <a:schemeClr val="tx2"/>
                </a:solidFill>
              </a:rPr>
              <a:t> </a:t>
            </a:r>
            <a:r>
              <a:rPr lang="en-US" altLang="en-US" dirty="0" err="1">
                <a:solidFill>
                  <a:schemeClr val="tx2"/>
                </a:solidFill>
              </a:rPr>
              <a:t>kế</a:t>
            </a:r>
            <a:r>
              <a:rPr lang="en-US" altLang="en-US" dirty="0">
                <a:solidFill>
                  <a:schemeClr val="tx2"/>
                </a:solidFill>
              </a:rPr>
              <a:t> </a:t>
            </a:r>
            <a:r>
              <a:rPr lang="en-US" altLang="en-US" dirty="0" err="1">
                <a:solidFill>
                  <a:schemeClr val="tx2"/>
                </a:solidFill>
              </a:rPr>
              <a:t>thành</a:t>
            </a:r>
            <a:r>
              <a:rPr lang="en-US" altLang="en-US" dirty="0">
                <a:solidFill>
                  <a:schemeClr val="tx2"/>
                </a:solidFill>
              </a:rPr>
              <a:t> </a:t>
            </a:r>
            <a:r>
              <a:rPr lang="en-US" altLang="en-US" dirty="0" err="1">
                <a:solidFill>
                  <a:schemeClr val="tx2"/>
                </a:solidFill>
              </a:rPr>
              <a:t>từng</a:t>
            </a:r>
            <a:r>
              <a:rPr lang="en-US" altLang="en-US" dirty="0">
                <a:solidFill>
                  <a:schemeClr val="tx2"/>
                </a:solidFill>
              </a:rPr>
              <a:t> </a:t>
            </a:r>
            <a:r>
              <a:rPr lang="en-US" altLang="en-US" dirty="0" err="1">
                <a:solidFill>
                  <a:schemeClr val="tx2"/>
                </a:solidFill>
              </a:rPr>
              <a:t>phấn</a:t>
            </a:r>
            <a:r>
              <a:rPr lang="en-US" altLang="en-US" dirty="0">
                <a:solidFill>
                  <a:schemeClr val="tx2"/>
                </a:solidFill>
              </a:rPr>
              <a:t> </a:t>
            </a:r>
            <a:r>
              <a:rPr lang="en-US" altLang="en-US" dirty="0" err="1">
                <a:solidFill>
                  <a:schemeClr val="tx2"/>
                </a:solidFill>
              </a:rPr>
              <a:t>riêng</a:t>
            </a:r>
            <a:r>
              <a:rPr lang="en-US" altLang="en-US" dirty="0">
                <a:solidFill>
                  <a:schemeClr val="tx2"/>
                </a:solidFill>
              </a:rPr>
              <a:t> </a:t>
            </a:r>
            <a:r>
              <a:rPr lang="en-US" altLang="en-US" dirty="0" err="1">
                <a:solidFill>
                  <a:schemeClr val="tx2"/>
                </a:solidFill>
              </a:rPr>
              <a:t>biệt</a:t>
            </a:r>
            <a:r>
              <a:rPr lang="en-US" altLang="en-US" dirty="0">
                <a:solidFill>
                  <a:schemeClr val="tx2"/>
                </a:solidFill>
              </a:rPr>
              <a:t> </a:t>
            </a:r>
            <a:r>
              <a:rPr lang="en-US" altLang="en-US" dirty="0" err="1">
                <a:solidFill>
                  <a:schemeClr val="tx2"/>
                </a:solidFill>
              </a:rPr>
              <a:t>theo</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Nhờ</a:t>
            </a:r>
            <a:r>
              <a:rPr lang="en-US" altLang="en-US" dirty="0">
                <a:solidFill>
                  <a:schemeClr val="tx2"/>
                </a:solidFill>
              </a:rPr>
              <a:t> </a:t>
            </a:r>
            <a:r>
              <a:rPr lang="en-US" altLang="en-US" dirty="0" err="1">
                <a:solidFill>
                  <a:schemeClr val="tx2"/>
                </a:solidFill>
              </a:rPr>
              <a:t>vào</a:t>
            </a:r>
            <a:r>
              <a:rPr lang="en-US" altLang="en-US" dirty="0">
                <a:solidFill>
                  <a:schemeClr val="tx2"/>
                </a:solidFill>
              </a:rPr>
              <a:t> </a:t>
            </a:r>
            <a:r>
              <a:rPr lang="en-US" altLang="en-US" dirty="0" err="1">
                <a:solidFill>
                  <a:schemeClr val="tx2"/>
                </a:solidFill>
              </a:rPr>
              <a:t>khả</a:t>
            </a:r>
            <a:r>
              <a:rPr lang="en-US" altLang="en-US" dirty="0">
                <a:solidFill>
                  <a:schemeClr val="tx2"/>
                </a:solidFill>
              </a:rPr>
              <a:t> </a:t>
            </a:r>
            <a:r>
              <a:rPr lang="en-US" altLang="en-US" dirty="0" err="1">
                <a:solidFill>
                  <a:schemeClr val="tx2"/>
                </a:solidFill>
              </a:rPr>
              <a:t>năng</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mà</a:t>
            </a:r>
            <a:r>
              <a:rPr lang="en-US" altLang="en-US" dirty="0">
                <a:solidFill>
                  <a:schemeClr val="tx2"/>
                </a:solidFill>
              </a:rPr>
              <a:t>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khả</a:t>
            </a:r>
            <a:r>
              <a:rPr lang="en-US" altLang="en-US" dirty="0">
                <a:solidFill>
                  <a:schemeClr val="tx2"/>
                </a:solidFill>
              </a:rPr>
              <a:t> </a:t>
            </a:r>
            <a:r>
              <a:rPr lang="en-US" altLang="en-US" dirty="0" err="1">
                <a:solidFill>
                  <a:schemeClr val="tx2"/>
                </a:solidFill>
              </a:rPr>
              <a:t>năng</a:t>
            </a:r>
            <a:r>
              <a:rPr lang="en-US" altLang="en-US" dirty="0">
                <a:solidFill>
                  <a:schemeClr val="tx2"/>
                </a:solidFill>
              </a:rPr>
              <a:t> </a:t>
            </a:r>
            <a:r>
              <a:rPr lang="en-US" altLang="en-US" dirty="0" err="1">
                <a:solidFill>
                  <a:schemeClr val="tx2"/>
                </a:solidFill>
              </a:rPr>
              <a:t>mở</a:t>
            </a:r>
            <a:r>
              <a:rPr lang="en-US" altLang="en-US" dirty="0">
                <a:solidFill>
                  <a:schemeClr val="tx2"/>
                </a:solidFill>
              </a:rPr>
              <a:t> </a:t>
            </a:r>
            <a:r>
              <a:rPr lang="en-US" altLang="en-US" dirty="0" err="1">
                <a:solidFill>
                  <a:schemeClr val="tx2"/>
                </a:solidFill>
              </a:rPr>
              <a:t>rộng</a:t>
            </a:r>
            <a:r>
              <a:rPr lang="en-US" altLang="en-US" dirty="0">
                <a:solidFill>
                  <a:schemeClr val="tx2"/>
                </a:solidFill>
              </a:rPr>
              <a:t>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tương</a:t>
            </a:r>
            <a:r>
              <a:rPr lang="en-US" altLang="en-US" dirty="0">
                <a:solidFill>
                  <a:schemeClr val="tx2"/>
                </a:solidFill>
              </a:rPr>
              <a:t> </a:t>
            </a:r>
            <a:r>
              <a:rPr lang="en-US" altLang="en-US" dirty="0" err="1">
                <a:solidFill>
                  <a:schemeClr val="tx2"/>
                </a:solidFill>
              </a:rPr>
              <a:t>thích</a:t>
            </a:r>
            <a:r>
              <a:rPr lang="en-US" altLang="en-US" dirty="0">
                <a:solidFill>
                  <a:schemeClr val="tx2"/>
                </a:solidFill>
              </a:rPr>
              <a:t> </a:t>
            </a:r>
            <a:r>
              <a:rPr lang="en-US" altLang="en-US" dirty="0" err="1">
                <a:solidFill>
                  <a:schemeClr val="tx2"/>
                </a:solidFill>
              </a:rPr>
              <a:t>tốt</a:t>
            </a:r>
            <a:r>
              <a:rPr lang="en-US" altLang="en-US" dirty="0">
                <a:solidFill>
                  <a:schemeClr val="tx2"/>
                </a:solidFill>
              </a:rPr>
              <a:t>.</a:t>
            </a:r>
          </a:p>
          <a:p>
            <a:pPr algn="just" eaLnBrk="1" hangingPunct="1">
              <a:lnSpc>
                <a:spcPct val="150000"/>
              </a:lnSpc>
              <a:spcBef>
                <a:spcPct val="0"/>
              </a:spcBef>
              <a:buClrTx/>
              <a:buFontTx/>
              <a:buNone/>
            </a:pPr>
            <a:r>
              <a:rPr lang="en-US" altLang="en-US" dirty="0">
                <a:solidFill>
                  <a:schemeClr val="tx2"/>
                </a:solidFill>
              </a:rPr>
              <a:t> -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như</a:t>
            </a:r>
            <a:r>
              <a:rPr lang="en-US" altLang="en-US" dirty="0">
                <a:solidFill>
                  <a:schemeClr val="tx2"/>
                </a:solidFill>
              </a:rPr>
              <a:t> IP, IPX </a:t>
            </a:r>
            <a:r>
              <a:rPr lang="en-US" altLang="en-US" dirty="0" err="1">
                <a:solidFill>
                  <a:schemeClr val="tx2"/>
                </a:solidFill>
              </a:rPr>
              <a:t>và</a:t>
            </a:r>
            <a:r>
              <a:rPr lang="en-US" altLang="en-US" dirty="0">
                <a:solidFill>
                  <a:schemeClr val="tx2"/>
                </a:solidFill>
              </a:rPr>
              <a:t> Apple Talk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đưa</a:t>
            </a:r>
            <a:r>
              <a:rPr lang="en-US" altLang="en-US" dirty="0">
                <a:solidFill>
                  <a:schemeClr val="tx2"/>
                </a:solidFill>
              </a:rPr>
              <a:t> </a:t>
            </a:r>
            <a:r>
              <a:rPr lang="en-US" altLang="en-US" dirty="0" err="1">
                <a:solidFill>
                  <a:schemeClr val="tx2"/>
                </a:solidFill>
              </a:rPr>
              <a:t>vào</a:t>
            </a:r>
            <a:r>
              <a:rPr lang="en-US" altLang="en-US" dirty="0">
                <a:solidFill>
                  <a:schemeClr val="tx2"/>
                </a:solidFill>
              </a:rPr>
              <a:t> EIGRP </a:t>
            </a:r>
            <a:r>
              <a:rPr lang="en-US" altLang="en-US" dirty="0" err="1">
                <a:solidFill>
                  <a:schemeClr val="tx2"/>
                </a:solidFill>
              </a:rPr>
              <a:t>thông</a:t>
            </a:r>
            <a:r>
              <a:rPr lang="en-US" altLang="en-US" dirty="0">
                <a:solidFill>
                  <a:schemeClr val="tx2"/>
                </a:solidFill>
              </a:rPr>
              <a:t> qua </a:t>
            </a:r>
            <a:r>
              <a:rPr lang="en-US" altLang="en-US" dirty="0" err="1">
                <a:solidFill>
                  <a:schemeClr val="tx2"/>
                </a:solidFill>
              </a:rPr>
              <a:t>các</a:t>
            </a:r>
            <a:r>
              <a:rPr lang="en-US" altLang="en-US" dirty="0">
                <a:solidFill>
                  <a:schemeClr val="tx2"/>
                </a:solidFill>
              </a:rPr>
              <a:t> PDM. EIGRP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thể</a:t>
            </a:r>
            <a:r>
              <a:rPr lang="en-US" altLang="en-US" dirty="0">
                <a:solidFill>
                  <a:schemeClr val="tx2"/>
                </a:solidFill>
              </a:rPr>
              <a:t> </a:t>
            </a:r>
            <a:r>
              <a:rPr lang="en-US" altLang="en-US" dirty="0" err="1">
                <a:solidFill>
                  <a:schemeClr val="tx2"/>
                </a:solidFill>
              </a:rPr>
              <a:t>dễ</a:t>
            </a:r>
            <a:r>
              <a:rPr lang="en-US" altLang="en-US" dirty="0">
                <a:solidFill>
                  <a:schemeClr val="tx2"/>
                </a:solidFill>
              </a:rPr>
              <a:t> </a:t>
            </a:r>
            <a:r>
              <a:rPr lang="en-US" altLang="en-US" dirty="0" err="1">
                <a:solidFill>
                  <a:schemeClr val="tx2"/>
                </a:solidFill>
              </a:rPr>
              <a:t>dàng</a:t>
            </a:r>
            <a:r>
              <a:rPr lang="en-US" altLang="en-US" dirty="0">
                <a:solidFill>
                  <a:schemeClr val="tx2"/>
                </a:solidFill>
              </a:rPr>
              <a:t> </a:t>
            </a:r>
            <a:r>
              <a:rPr lang="en-US" altLang="en-US" dirty="0" err="1">
                <a:solidFill>
                  <a:schemeClr val="tx2"/>
                </a:solidFill>
              </a:rPr>
              <a:t>tương</a:t>
            </a:r>
            <a:r>
              <a:rPr lang="en-US" altLang="en-US" dirty="0">
                <a:solidFill>
                  <a:schemeClr val="tx2"/>
                </a:solidFill>
              </a:rPr>
              <a:t> </a:t>
            </a:r>
            <a:r>
              <a:rPr lang="en-US" altLang="en-US" dirty="0" err="1">
                <a:solidFill>
                  <a:schemeClr val="tx2"/>
                </a:solidFill>
              </a:rPr>
              <a:t>thích</a:t>
            </a:r>
            <a:r>
              <a:rPr lang="en-US" altLang="en-US" dirty="0">
                <a:solidFill>
                  <a:schemeClr val="tx2"/>
                </a:solidFill>
              </a:rPr>
              <a:t> </a:t>
            </a:r>
            <a:r>
              <a:rPr lang="en-US" altLang="en-US" dirty="0" err="1">
                <a:solidFill>
                  <a:schemeClr val="tx2"/>
                </a:solidFill>
              </a:rPr>
              <a:t>với</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mới</a:t>
            </a:r>
            <a:r>
              <a:rPr lang="en-US" altLang="en-US" dirty="0">
                <a:solidFill>
                  <a:schemeClr val="tx2"/>
                </a:solidFill>
              </a:rPr>
              <a:t> </a:t>
            </a:r>
            <a:r>
              <a:rPr lang="en-US" altLang="en-US" dirty="0" err="1">
                <a:solidFill>
                  <a:schemeClr val="tx2"/>
                </a:solidFill>
              </a:rPr>
              <a:t>bằng</a:t>
            </a:r>
            <a:r>
              <a:rPr lang="en-US" altLang="en-US" dirty="0">
                <a:solidFill>
                  <a:schemeClr val="tx2"/>
                </a:solidFill>
              </a:rPr>
              <a:t> </a:t>
            </a:r>
            <a:r>
              <a:rPr lang="en-US" altLang="en-US" dirty="0" err="1">
                <a:solidFill>
                  <a:schemeClr val="tx2"/>
                </a:solidFill>
              </a:rPr>
              <a:t>cách</a:t>
            </a:r>
            <a:r>
              <a:rPr lang="en-US" altLang="en-US" dirty="0">
                <a:solidFill>
                  <a:schemeClr val="tx2"/>
                </a:solidFill>
              </a:rPr>
              <a:t> </a:t>
            </a:r>
            <a:r>
              <a:rPr lang="en-US" altLang="en-US" dirty="0" err="1">
                <a:solidFill>
                  <a:schemeClr val="tx2"/>
                </a:solidFill>
              </a:rPr>
              <a:t>bổ</a:t>
            </a:r>
            <a:r>
              <a:rPr lang="en-US" altLang="en-US" dirty="0">
                <a:solidFill>
                  <a:schemeClr val="tx2"/>
                </a:solidFill>
              </a:rPr>
              <a:t> sung </a:t>
            </a:r>
            <a:r>
              <a:rPr lang="en-US" altLang="en-US" dirty="0" err="1">
                <a:solidFill>
                  <a:schemeClr val="tx2"/>
                </a:solidFill>
              </a:rPr>
              <a:t>các</a:t>
            </a:r>
            <a:r>
              <a:rPr lang="en-US" altLang="en-US" dirty="0">
                <a:solidFill>
                  <a:schemeClr val="tx2"/>
                </a:solidFill>
              </a:rPr>
              <a:t> PDM </a:t>
            </a:r>
          </a:p>
        </p:txBody>
      </p:sp>
      <p:sp>
        <p:nvSpPr>
          <p:cNvPr id="11" name="Title 1">
            <a:extLst>
              <a:ext uri="{FF2B5EF4-FFF2-40B4-BE49-F238E27FC236}">
                <a16:creationId xmlns:a16="http://schemas.microsoft.com/office/drawing/2014/main" id="{39744545-26B9-4CB6-A4AC-6CE4E27C3F71}"/>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III.4 EIGRP</a:t>
            </a:r>
            <a:endParaRPr lang="vi-VN" dirty="0">
              <a:cs typeface="Times New Roman"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6">
            <a:extLst>
              <a:ext uri="{FF2B5EF4-FFF2-40B4-BE49-F238E27FC236}">
                <a16:creationId xmlns:a16="http://schemas.microsoft.com/office/drawing/2014/main" id="{C2A81F39-BF2C-4C70-BA9A-6BB1721949CD}"/>
              </a:ext>
            </a:extLst>
          </p:cNvPr>
          <p:cNvSpPr>
            <a:spLocks noChangeArrowheads="1"/>
          </p:cNvSpPr>
          <p:nvPr/>
        </p:nvSpPr>
        <p:spPr bwMode="gray">
          <a:xfrm>
            <a:off x="437321" y="1196071"/>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Các</a:t>
            </a:r>
            <a:r>
              <a:rPr lang="en-US" altLang="en-US" dirty="0">
                <a:solidFill>
                  <a:schemeClr val="tx2"/>
                </a:solidFill>
              </a:rPr>
              <a:t> </a:t>
            </a:r>
            <a:r>
              <a:rPr lang="en-US" altLang="en-US" dirty="0" err="1">
                <a:solidFill>
                  <a:schemeClr val="tx2"/>
                </a:solidFill>
              </a:rPr>
              <a:t>dạng</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a:t>
            </a:r>
            <a:r>
              <a:rPr lang="en-US" altLang="en-US" dirty="0" err="1">
                <a:solidFill>
                  <a:schemeClr val="tx2"/>
                </a:solidFill>
              </a:rPr>
              <a:t>của</a:t>
            </a:r>
            <a:r>
              <a:rPr lang="en-US" altLang="en-US" dirty="0">
                <a:solidFill>
                  <a:schemeClr val="tx2"/>
                </a:solidFill>
              </a:rPr>
              <a:t> EIGRP </a:t>
            </a:r>
          </a:p>
        </p:txBody>
      </p:sp>
      <p:sp>
        <p:nvSpPr>
          <p:cNvPr id="100356" name="Rectangle 7">
            <a:extLst>
              <a:ext uri="{FF2B5EF4-FFF2-40B4-BE49-F238E27FC236}">
                <a16:creationId xmlns:a16="http://schemas.microsoft.com/office/drawing/2014/main" id="{A3D70EA0-66F0-4E8A-BC44-B4E50799A28C}"/>
              </a:ext>
            </a:extLst>
          </p:cNvPr>
          <p:cNvSpPr>
            <a:spLocks noChangeArrowheads="1"/>
          </p:cNvSpPr>
          <p:nvPr/>
        </p:nvSpPr>
        <p:spPr bwMode="auto">
          <a:xfrm>
            <a:off x="1524001" y="2844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00357" name="Rectangle 8">
            <a:extLst>
              <a:ext uri="{FF2B5EF4-FFF2-40B4-BE49-F238E27FC236}">
                <a16:creationId xmlns:a16="http://schemas.microsoft.com/office/drawing/2014/main" id="{2C9E1F7D-403C-491C-B648-C4D2C0EE8554}"/>
              </a:ext>
            </a:extLst>
          </p:cNvPr>
          <p:cNvSpPr>
            <a:spLocks noChangeArrowheads="1"/>
          </p:cNvSpPr>
          <p:nvPr/>
        </p:nvSpPr>
        <p:spPr bwMode="auto">
          <a:xfrm>
            <a:off x="1524001" y="3144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00358" name="Text Box 10">
            <a:extLst>
              <a:ext uri="{FF2B5EF4-FFF2-40B4-BE49-F238E27FC236}">
                <a16:creationId xmlns:a16="http://schemas.microsoft.com/office/drawing/2014/main" id="{C0A32398-C9BB-43A8-A585-7335B37C7C43}"/>
              </a:ext>
            </a:extLst>
          </p:cNvPr>
          <p:cNvSpPr txBox="1">
            <a:spLocks noChangeArrowheads="1"/>
          </p:cNvSpPr>
          <p:nvPr/>
        </p:nvSpPr>
        <p:spPr bwMode="auto">
          <a:xfrm>
            <a:off x="556589" y="1653271"/>
            <a:ext cx="11359185" cy="3347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dirty="0">
                <a:solidFill>
                  <a:schemeClr val="tx2"/>
                </a:solidFill>
              </a:rPr>
              <a:t> EIGRP </a:t>
            </a:r>
            <a:r>
              <a:rPr lang="en-US" altLang="en-US" dirty="0" err="1">
                <a:solidFill>
                  <a:schemeClr val="tx2"/>
                </a:solidFill>
              </a:rPr>
              <a:t>sử</a:t>
            </a:r>
            <a:r>
              <a:rPr lang="en-US" altLang="en-US" dirty="0">
                <a:solidFill>
                  <a:schemeClr val="tx2"/>
                </a:solidFill>
              </a:rPr>
              <a:t> </a:t>
            </a:r>
            <a:r>
              <a:rPr lang="en-US" altLang="en-US" dirty="0" err="1">
                <a:solidFill>
                  <a:schemeClr val="tx2"/>
                </a:solidFill>
              </a:rPr>
              <a:t>dụng</a:t>
            </a:r>
            <a:r>
              <a:rPr lang="en-US" altLang="en-US" dirty="0">
                <a:solidFill>
                  <a:schemeClr val="tx2"/>
                </a:solidFill>
              </a:rPr>
              <a:t> 5 </a:t>
            </a:r>
            <a:r>
              <a:rPr lang="en-US" altLang="en-US" dirty="0" err="1">
                <a:solidFill>
                  <a:schemeClr val="tx2"/>
                </a:solidFill>
              </a:rPr>
              <a:t>loại</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a:t>
            </a:r>
            <a:r>
              <a:rPr lang="en-US" altLang="en-US" dirty="0" err="1">
                <a:solidFill>
                  <a:schemeClr val="tx2"/>
                </a:solidFill>
              </a:rPr>
              <a:t>sau</a:t>
            </a:r>
            <a:r>
              <a:rPr lang="en-US" altLang="en-US" dirty="0">
                <a:solidFill>
                  <a:schemeClr val="tx2"/>
                </a:solidFill>
              </a:rPr>
              <a:t>:</a:t>
            </a:r>
          </a:p>
          <a:p>
            <a:pPr eaLnBrk="1" hangingPunct="1">
              <a:lnSpc>
                <a:spcPct val="150000"/>
              </a:lnSpc>
              <a:spcBef>
                <a:spcPct val="0"/>
              </a:spcBef>
              <a:buClrTx/>
              <a:buFontTx/>
              <a:buNone/>
            </a:pPr>
            <a:r>
              <a:rPr lang="en-US" altLang="en-US" dirty="0">
                <a:solidFill>
                  <a:schemeClr val="tx2"/>
                </a:solidFill>
              </a:rPr>
              <a:t> - Hello packet</a:t>
            </a:r>
          </a:p>
          <a:p>
            <a:pPr eaLnBrk="1" hangingPunct="1">
              <a:lnSpc>
                <a:spcPct val="150000"/>
              </a:lnSpc>
              <a:spcBef>
                <a:spcPct val="0"/>
              </a:spcBef>
              <a:buClrTx/>
              <a:buFontTx/>
              <a:buNone/>
            </a:pPr>
            <a:r>
              <a:rPr lang="en-US" altLang="en-US" dirty="0">
                <a:solidFill>
                  <a:schemeClr val="tx2"/>
                </a:solidFill>
              </a:rPr>
              <a:t> - Acknowledgement packet</a:t>
            </a:r>
          </a:p>
          <a:p>
            <a:pPr eaLnBrk="1" hangingPunct="1">
              <a:lnSpc>
                <a:spcPct val="150000"/>
              </a:lnSpc>
              <a:spcBef>
                <a:spcPct val="0"/>
              </a:spcBef>
              <a:buClrTx/>
              <a:buFontTx/>
              <a:buNone/>
            </a:pPr>
            <a:r>
              <a:rPr lang="en-US" altLang="en-US" dirty="0">
                <a:solidFill>
                  <a:schemeClr val="tx2"/>
                </a:solidFill>
              </a:rPr>
              <a:t> - Update packet</a:t>
            </a:r>
          </a:p>
          <a:p>
            <a:pPr eaLnBrk="1" hangingPunct="1">
              <a:lnSpc>
                <a:spcPct val="150000"/>
              </a:lnSpc>
              <a:spcBef>
                <a:spcPct val="0"/>
              </a:spcBef>
              <a:buClrTx/>
              <a:buFontTx/>
              <a:buNone/>
            </a:pPr>
            <a:r>
              <a:rPr lang="en-US" altLang="en-US" dirty="0">
                <a:solidFill>
                  <a:schemeClr val="tx2"/>
                </a:solidFill>
              </a:rPr>
              <a:t> - Query packet</a:t>
            </a:r>
          </a:p>
          <a:p>
            <a:pPr eaLnBrk="1" hangingPunct="1">
              <a:lnSpc>
                <a:spcPct val="150000"/>
              </a:lnSpc>
              <a:spcBef>
                <a:spcPct val="0"/>
              </a:spcBef>
              <a:buClrTx/>
              <a:buFontTx/>
              <a:buNone/>
            </a:pPr>
            <a:r>
              <a:rPr lang="en-US" altLang="en-US" dirty="0">
                <a:solidFill>
                  <a:schemeClr val="tx2"/>
                </a:solidFill>
              </a:rPr>
              <a:t> - Reply packet </a:t>
            </a:r>
          </a:p>
        </p:txBody>
      </p:sp>
      <p:sp>
        <p:nvSpPr>
          <p:cNvPr id="11" name="Title 1">
            <a:extLst>
              <a:ext uri="{FF2B5EF4-FFF2-40B4-BE49-F238E27FC236}">
                <a16:creationId xmlns:a16="http://schemas.microsoft.com/office/drawing/2014/main" id="{19C91B5B-2BB3-40E4-9FDD-CF0FE1416C18}"/>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III.4 EIGRP</a:t>
            </a:r>
            <a:endParaRPr lang="vi-VN" dirty="0">
              <a:cs typeface="Times New Roman"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6">
            <a:extLst>
              <a:ext uri="{FF2B5EF4-FFF2-40B4-BE49-F238E27FC236}">
                <a16:creationId xmlns:a16="http://schemas.microsoft.com/office/drawing/2014/main" id="{CB7F36CF-797B-445E-B415-5BAE58FA1A7C}"/>
              </a:ext>
            </a:extLst>
          </p:cNvPr>
          <p:cNvSpPr>
            <a:spLocks noChangeArrowheads="1"/>
          </p:cNvSpPr>
          <p:nvPr/>
        </p:nvSpPr>
        <p:spPr bwMode="gray">
          <a:xfrm>
            <a:off x="381000" y="964703"/>
            <a:ext cx="11620500" cy="20420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Các</a:t>
            </a:r>
            <a:r>
              <a:rPr lang="en-US" altLang="en-US" dirty="0">
                <a:solidFill>
                  <a:schemeClr val="tx2"/>
                </a:solidFill>
              </a:rPr>
              <a:t> </a:t>
            </a:r>
            <a:r>
              <a:rPr lang="en-US" altLang="en-US" dirty="0" err="1">
                <a:solidFill>
                  <a:schemeClr val="tx2"/>
                </a:solidFill>
              </a:rPr>
              <a:t>dạng</a:t>
            </a:r>
            <a:r>
              <a:rPr lang="en-US" altLang="en-US" dirty="0">
                <a:solidFill>
                  <a:schemeClr val="tx2"/>
                </a:solidFill>
              </a:rPr>
              <a:t> </a:t>
            </a:r>
            <a:r>
              <a:rPr lang="en-US" altLang="en-US" dirty="0" err="1">
                <a:solidFill>
                  <a:schemeClr val="tx2"/>
                </a:solidFill>
              </a:rPr>
              <a:t>gói</a:t>
            </a:r>
            <a:r>
              <a:rPr lang="en-US" altLang="en-US" dirty="0">
                <a:solidFill>
                  <a:schemeClr val="tx2"/>
                </a:solidFill>
              </a:rPr>
              <a:t> tin </a:t>
            </a:r>
            <a:r>
              <a:rPr lang="en-US" altLang="en-US" dirty="0" err="1">
                <a:solidFill>
                  <a:schemeClr val="tx2"/>
                </a:solidFill>
              </a:rPr>
              <a:t>của</a:t>
            </a:r>
            <a:r>
              <a:rPr lang="en-US" altLang="en-US" dirty="0">
                <a:solidFill>
                  <a:schemeClr val="tx2"/>
                </a:solidFill>
              </a:rPr>
              <a:t> EIGRP</a:t>
            </a:r>
          </a:p>
          <a:p>
            <a:r>
              <a:rPr lang="en-US" altLang="en-US" dirty="0">
                <a:solidFill>
                  <a:schemeClr val="tx2"/>
                </a:solidFill>
              </a:rPr>
              <a:t>Hello packet: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sử</a:t>
            </a:r>
            <a:r>
              <a:rPr lang="en-US" altLang="en-US" dirty="0">
                <a:solidFill>
                  <a:schemeClr val="tx2"/>
                </a:solidFill>
              </a:rPr>
              <a:t> </a:t>
            </a:r>
            <a:r>
              <a:rPr lang="en-US" altLang="en-US" dirty="0" err="1">
                <a:solidFill>
                  <a:schemeClr val="tx2"/>
                </a:solidFill>
              </a:rPr>
              <a:t>dụng</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tìm</a:t>
            </a:r>
            <a:r>
              <a:rPr lang="en-US" altLang="en-US" dirty="0">
                <a:solidFill>
                  <a:schemeClr val="tx2"/>
                </a:solidFill>
              </a:rPr>
              <a:t>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thiết</a:t>
            </a:r>
            <a:r>
              <a:rPr lang="en-US" altLang="en-US" dirty="0">
                <a:solidFill>
                  <a:schemeClr val="tx2"/>
                </a:solidFill>
              </a:rPr>
              <a:t> </a:t>
            </a:r>
            <a:r>
              <a:rPr lang="en-US" altLang="en-US" dirty="0" err="1">
                <a:solidFill>
                  <a:schemeClr val="tx2"/>
                </a:solidFill>
              </a:rPr>
              <a:t>lập</a:t>
            </a:r>
            <a:r>
              <a:rPr lang="en-US" altLang="en-US" dirty="0">
                <a:solidFill>
                  <a:schemeClr val="tx2"/>
                </a:solidFill>
              </a:rPr>
              <a:t> </a:t>
            </a:r>
            <a:r>
              <a:rPr lang="en-US" altLang="en-US" dirty="0" err="1">
                <a:solidFill>
                  <a:schemeClr val="tx2"/>
                </a:solidFill>
              </a:rPr>
              <a:t>quan</a:t>
            </a:r>
            <a:r>
              <a:rPr lang="en-US" altLang="en-US" dirty="0">
                <a:solidFill>
                  <a:schemeClr val="tx2"/>
                </a:solidFill>
              </a:rPr>
              <a:t> </a:t>
            </a:r>
            <a:r>
              <a:rPr lang="en-US" altLang="en-US" dirty="0" err="1">
                <a:solidFill>
                  <a:schemeClr val="tx2"/>
                </a:solidFill>
              </a:rPr>
              <a:t>hệ</a:t>
            </a:r>
            <a:r>
              <a:rPr lang="en-US" altLang="en-US" dirty="0">
                <a:solidFill>
                  <a:schemeClr val="tx2"/>
                </a:solidFill>
              </a:rPr>
              <a:t> </a:t>
            </a:r>
            <a:r>
              <a:rPr lang="en-US" altLang="en-US" dirty="0" err="1">
                <a:solidFill>
                  <a:schemeClr val="tx2"/>
                </a:solidFill>
              </a:rPr>
              <a:t>láng</a:t>
            </a:r>
            <a:r>
              <a:rPr lang="en-US" altLang="en-US" dirty="0">
                <a:solidFill>
                  <a:schemeClr val="tx2"/>
                </a:solidFill>
              </a:rPr>
              <a:t> </a:t>
            </a:r>
            <a:r>
              <a:rPr lang="en-US" altLang="en-US" dirty="0" err="1">
                <a:solidFill>
                  <a:schemeClr val="tx2"/>
                </a:solidFill>
              </a:rPr>
              <a:t>giềng</a:t>
            </a:r>
            <a:r>
              <a:rPr lang="en-US" altLang="en-US" dirty="0">
                <a:solidFill>
                  <a:schemeClr val="tx2"/>
                </a:solidFill>
              </a:rPr>
              <a:t> </a:t>
            </a:r>
            <a:r>
              <a:rPr lang="en-US" altLang="en-US" dirty="0" err="1">
                <a:solidFill>
                  <a:schemeClr val="tx2"/>
                </a:solidFill>
              </a:rPr>
              <a:t>khi</a:t>
            </a:r>
            <a:r>
              <a:rPr lang="en-US" altLang="en-US" dirty="0">
                <a:solidFill>
                  <a:schemeClr val="tx2"/>
                </a:solidFill>
              </a:rPr>
              <a:t> router </a:t>
            </a:r>
            <a:r>
              <a:rPr lang="en-US" altLang="en-US" dirty="0" err="1">
                <a:solidFill>
                  <a:schemeClr val="tx2"/>
                </a:solidFill>
              </a:rPr>
              <a:t>vừa</a:t>
            </a:r>
            <a:r>
              <a:rPr lang="en-US" altLang="en-US" dirty="0">
                <a:solidFill>
                  <a:schemeClr val="tx2"/>
                </a:solidFill>
              </a:rPr>
              <a:t> </a:t>
            </a:r>
            <a:r>
              <a:rPr lang="en-US" altLang="en-US" dirty="0" err="1">
                <a:solidFill>
                  <a:schemeClr val="tx2"/>
                </a:solidFill>
              </a:rPr>
              <a:t>hoạt</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 </a:t>
            </a:r>
            <a:r>
              <a:rPr lang="en-US" altLang="en-US" dirty="0" err="1">
                <a:solidFill>
                  <a:schemeClr val="tx2"/>
                </a:solidFill>
              </a:rPr>
              <a:t>Gói</a:t>
            </a:r>
            <a:r>
              <a:rPr lang="en-US" altLang="en-US" dirty="0">
                <a:solidFill>
                  <a:schemeClr val="tx2"/>
                </a:solidFill>
              </a:rPr>
              <a:t> Hello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đi</a:t>
            </a:r>
            <a:r>
              <a:rPr lang="en-US" altLang="en-US" dirty="0">
                <a:solidFill>
                  <a:schemeClr val="tx2"/>
                </a:solidFill>
              </a:rPr>
              <a:t> </a:t>
            </a:r>
            <a:r>
              <a:rPr lang="en-US" altLang="en-US" dirty="0" err="1">
                <a:solidFill>
                  <a:schemeClr val="tx2"/>
                </a:solidFill>
              </a:rPr>
              <a:t>theo</a:t>
            </a:r>
            <a:r>
              <a:rPr lang="en-US" altLang="en-US" dirty="0">
                <a:solidFill>
                  <a:schemeClr val="tx2"/>
                </a:solidFill>
              </a:rPr>
              <a:t> chu </a:t>
            </a:r>
            <a:r>
              <a:rPr lang="en-US" altLang="en-US" dirty="0" err="1">
                <a:solidFill>
                  <a:schemeClr val="tx2"/>
                </a:solidFill>
              </a:rPr>
              <a:t>kỳ</a:t>
            </a:r>
            <a:r>
              <a:rPr lang="en-US" altLang="en-US" dirty="0">
                <a:solidFill>
                  <a:schemeClr val="tx2"/>
                </a:solidFill>
              </a:rPr>
              <a:t> 5 </a:t>
            </a:r>
            <a:r>
              <a:rPr lang="en-US" altLang="en-US" dirty="0" err="1">
                <a:solidFill>
                  <a:schemeClr val="tx2"/>
                </a:solidFill>
              </a:rPr>
              <a:t>giây</a:t>
            </a:r>
            <a:r>
              <a:rPr lang="en-US" altLang="en-US" dirty="0">
                <a:solidFill>
                  <a:schemeClr val="tx2"/>
                </a:solidFill>
              </a:rPr>
              <a:t>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theo</a:t>
            </a:r>
            <a:r>
              <a:rPr lang="en-US" altLang="en-US" dirty="0">
                <a:solidFill>
                  <a:schemeClr val="tx2"/>
                </a:solidFill>
              </a:rPr>
              <a:t> </a:t>
            </a:r>
            <a:r>
              <a:rPr lang="en-US" altLang="en-US" dirty="0" err="1">
                <a:solidFill>
                  <a:schemeClr val="tx2"/>
                </a:solidFill>
              </a:rPr>
              <a:t>kiểu</a:t>
            </a:r>
            <a:r>
              <a:rPr lang="en-US" altLang="en-US" dirty="0">
                <a:solidFill>
                  <a:schemeClr val="tx2"/>
                </a:solidFill>
              </a:rPr>
              <a:t> </a:t>
            </a:r>
            <a:r>
              <a:rPr lang="en-US" altLang="en-US" dirty="0" err="1">
                <a:solidFill>
                  <a:schemeClr val="tx2"/>
                </a:solidFill>
              </a:rPr>
              <a:t>không</a:t>
            </a:r>
            <a:r>
              <a:rPr lang="en-US" altLang="en-US" dirty="0">
                <a:solidFill>
                  <a:schemeClr val="tx2"/>
                </a:solidFill>
              </a:rPr>
              <a:t> tin </a:t>
            </a:r>
            <a:r>
              <a:rPr lang="en-US" altLang="en-US" dirty="0" err="1">
                <a:solidFill>
                  <a:schemeClr val="tx2"/>
                </a:solidFill>
              </a:rPr>
              <a:t>cậy</a:t>
            </a:r>
            <a:r>
              <a:rPr lang="en-US" altLang="en-US" dirty="0">
                <a:solidFill>
                  <a:schemeClr val="tx2"/>
                </a:solidFill>
              </a:rPr>
              <a:t>, multicast. </a:t>
            </a:r>
          </a:p>
          <a:p>
            <a:r>
              <a:rPr lang="en-US" altLang="en-US" dirty="0">
                <a:solidFill>
                  <a:schemeClr val="tx2"/>
                </a:solidFill>
              </a:rPr>
              <a:t>Acknowledgement packet: </a:t>
            </a:r>
            <a:r>
              <a:rPr lang="en-US" altLang="en-US" dirty="0" err="1">
                <a:solidFill>
                  <a:schemeClr val="tx2"/>
                </a:solidFill>
              </a:rPr>
              <a:t>dùng</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xác</a:t>
            </a:r>
            <a:r>
              <a:rPr lang="en-US" altLang="en-US" dirty="0">
                <a:solidFill>
                  <a:schemeClr val="tx2"/>
                </a:solidFill>
              </a:rPr>
              <a:t> </a:t>
            </a:r>
            <a:r>
              <a:rPr lang="en-US" altLang="en-US" dirty="0" err="1">
                <a:solidFill>
                  <a:schemeClr val="tx2"/>
                </a:solidFill>
              </a:rPr>
              <a:t>nhận</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đã</a:t>
            </a:r>
            <a:r>
              <a:rPr lang="en-US" altLang="en-US" dirty="0">
                <a:solidFill>
                  <a:schemeClr val="tx2"/>
                </a:solidFill>
              </a:rPr>
              <a:t> </a:t>
            </a:r>
            <a:r>
              <a:rPr lang="en-US" altLang="en-US" dirty="0" err="1">
                <a:solidFill>
                  <a:schemeClr val="tx2"/>
                </a:solidFill>
              </a:rPr>
              <a:t>nhận</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gói</a:t>
            </a:r>
            <a:r>
              <a:rPr lang="en-US" altLang="en-US" dirty="0">
                <a:solidFill>
                  <a:schemeClr val="tx2"/>
                </a:solidFill>
              </a:rPr>
              <a:t> EIGRP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quá</a:t>
            </a:r>
            <a:r>
              <a:rPr lang="en-US" altLang="en-US" dirty="0">
                <a:solidFill>
                  <a:schemeClr val="tx2"/>
                </a:solidFill>
              </a:rPr>
              <a:t> </a:t>
            </a:r>
            <a:r>
              <a:rPr lang="en-US" altLang="en-US" dirty="0" err="1">
                <a:solidFill>
                  <a:schemeClr val="tx2"/>
                </a:solidFill>
              </a:rPr>
              <a:t>trình</a:t>
            </a:r>
            <a:r>
              <a:rPr lang="en-US" altLang="en-US" dirty="0">
                <a:solidFill>
                  <a:schemeClr val="tx2"/>
                </a:solidFill>
              </a:rPr>
              <a:t> </a:t>
            </a:r>
            <a:r>
              <a:rPr lang="en-US" altLang="en-US" dirty="0" err="1">
                <a:solidFill>
                  <a:schemeClr val="tx2"/>
                </a:solidFill>
              </a:rPr>
              <a:t>trao</a:t>
            </a:r>
            <a:r>
              <a:rPr lang="en-US" altLang="en-US" dirty="0">
                <a:solidFill>
                  <a:schemeClr val="tx2"/>
                </a:solidFill>
              </a:rPr>
              <a:t> </a:t>
            </a:r>
            <a:r>
              <a:rPr lang="en-US" altLang="en-US" dirty="0" err="1">
                <a:solidFill>
                  <a:schemeClr val="tx2"/>
                </a:solidFill>
              </a:rPr>
              <a:t>đổi</a:t>
            </a:r>
            <a:r>
              <a:rPr lang="en-US" altLang="en-US" dirty="0">
                <a:solidFill>
                  <a:schemeClr val="tx2"/>
                </a:solidFill>
              </a:rPr>
              <a:t> tin </a:t>
            </a:r>
            <a:r>
              <a:rPr lang="en-US" altLang="en-US" dirty="0" err="1">
                <a:solidFill>
                  <a:schemeClr val="tx2"/>
                </a:solidFill>
              </a:rPr>
              <a:t>cậy</a:t>
            </a:r>
            <a:r>
              <a:rPr lang="en-US" altLang="en-US" dirty="0">
                <a:solidFill>
                  <a:schemeClr val="tx2"/>
                </a:solidFill>
              </a:rPr>
              <a:t>. </a:t>
            </a:r>
            <a:r>
              <a:rPr lang="en-US" altLang="en-US" dirty="0" err="1">
                <a:solidFill>
                  <a:schemeClr val="tx2"/>
                </a:solidFill>
              </a:rPr>
              <a:t>Gói</a:t>
            </a:r>
            <a:r>
              <a:rPr lang="en-US" altLang="en-US" dirty="0">
                <a:solidFill>
                  <a:schemeClr val="tx2"/>
                </a:solidFill>
              </a:rPr>
              <a:t> Acknowledgement packet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gói</a:t>
            </a:r>
            <a:r>
              <a:rPr lang="en-US" altLang="en-US" dirty="0">
                <a:solidFill>
                  <a:schemeClr val="tx2"/>
                </a:solidFill>
              </a:rPr>
              <a:t> Hello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chứa</a:t>
            </a:r>
            <a:r>
              <a:rPr lang="en-US" altLang="en-US" dirty="0">
                <a:solidFill>
                  <a:schemeClr val="tx2"/>
                </a:solidFill>
              </a:rPr>
              <a:t> </a:t>
            </a:r>
            <a:r>
              <a:rPr lang="en-US" altLang="en-US" dirty="0" err="1">
                <a:solidFill>
                  <a:schemeClr val="tx2"/>
                </a:solidFill>
              </a:rPr>
              <a:t>dữ</a:t>
            </a:r>
            <a:r>
              <a:rPr lang="en-US" altLang="en-US" dirty="0">
                <a:solidFill>
                  <a:schemeClr val="tx2"/>
                </a:solidFill>
              </a:rPr>
              <a:t> </a:t>
            </a:r>
            <a:r>
              <a:rPr lang="en-US" altLang="en-US" dirty="0" err="1">
                <a:solidFill>
                  <a:schemeClr val="tx2"/>
                </a:solidFill>
              </a:rPr>
              <a:t>liệu</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theo</a:t>
            </a:r>
            <a:r>
              <a:rPr lang="en-US" altLang="en-US" dirty="0">
                <a:solidFill>
                  <a:schemeClr val="tx2"/>
                </a:solidFill>
              </a:rPr>
              <a:t> </a:t>
            </a:r>
            <a:r>
              <a:rPr lang="en-US" altLang="en-US" dirty="0" err="1">
                <a:solidFill>
                  <a:schemeClr val="tx2"/>
                </a:solidFill>
              </a:rPr>
              <a:t>kiểu</a:t>
            </a:r>
            <a:r>
              <a:rPr lang="en-US" altLang="en-US" dirty="0">
                <a:solidFill>
                  <a:schemeClr val="tx2"/>
                </a:solidFill>
              </a:rPr>
              <a:t> unicast.</a:t>
            </a:r>
          </a:p>
          <a:p>
            <a:r>
              <a:rPr lang="en-US" altLang="en-US" dirty="0">
                <a:solidFill>
                  <a:schemeClr val="tx2"/>
                </a:solidFill>
              </a:rPr>
              <a:t>Update packet: </a:t>
            </a:r>
            <a:r>
              <a:rPr lang="en-US" altLang="en-US" dirty="0" err="1">
                <a:solidFill>
                  <a:schemeClr val="tx2"/>
                </a:solidFill>
              </a:rPr>
              <a:t>Chứa</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thay</a:t>
            </a:r>
            <a:r>
              <a:rPr lang="en-US" altLang="en-US" dirty="0">
                <a:solidFill>
                  <a:schemeClr val="tx2"/>
                </a:solidFill>
              </a:rPr>
              <a:t> </a:t>
            </a:r>
            <a:r>
              <a:rPr lang="en-US" altLang="en-US" dirty="0" err="1">
                <a:solidFill>
                  <a:schemeClr val="tx2"/>
                </a:solidFill>
              </a:rPr>
              <a:t>đổi</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gửi</a:t>
            </a:r>
            <a:r>
              <a:rPr lang="en-US" altLang="en-US" dirty="0">
                <a:solidFill>
                  <a:schemeClr val="tx2"/>
                </a:solidFill>
              </a:rPr>
              <a:t> multicast </a:t>
            </a:r>
            <a:r>
              <a:rPr lang="en-US" altLang="en-US" dirty="0" err="1">
                <a:solidFill>
                  <a:schemeClr val="tx2"/>
                </a:solidFill>
              </a:rPr>
              <a:t>theo</a:t>
            </a:r>
            <a:r>
              <a:rPr lang="en-US" altLang="en-US" dirty="0">
                <a:solidFill>
                  <a:schemeClr val="tx2"/>
                </a:solidFill>
              </a:rPr>
              <a:t> </a:t>
            </a:r>
            <a:r>
              <a:rPr lang="en-US" altLang="en-US" dirty="0" err="1">
                <a:solidFill>
                  <a:schemeClr val="tx2"/>
                </a:solidFill>
              </a:rPr>
              <a:t>kiểu</a:t>
            </a:r>
            <a:r>
              <a:rPr lang="en-US" altLang="en-US" dirty="0">
                <a:solidFill>
                  <a:schemeClr val="tx2"/>
                </a:solidFill>
              </a:rPr>
              <a:t> tin </a:t>
            </a:r>
            <a:r>
              <a:rPr lang="en-US" altLang="en-US" dirty="0" err="1">
                <a:solidFill>
                  <a:schemeClr val="tx2"/>
                </a:solidFill>
              </a:rPr>
              <a:t>cậy</a:t>
            </a:r>
            <a:r>
              <a:rPr lang="en-US" altLang="en-US" dirty="0">
                <a:solidFill>
                  <a:schemeClr val="tx2"/>
                </a:solidFill>
              </a:rPr>
              <a:t>.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theo</a:t>
            </a:r>
            <a:r>
              <a:rPr lang="en-US" altLang="en-US" dirty="0">
                <a:solidFill>
                  <a:schemeClr val="tx2"/>
                </a:solidFill>
              </a:rPr>
              <a:t> chu </a:t>
            </a:r>
            <a:r>
              <a:rPr lang="en-US" altLang="en-US" dirty="0" err="1">
                <a:solidFill>
                  <a:schemeClr val="tx2"/>
                </a:solidFill>
              </a:rPr>
              <a:t>kỳ</a:t>
            </a:r>
            <a:r>
              <a:rPr lang="en-US" altLang="en-US" dirty="0">
                <a:solidFill>
                  <a:schemeClr val="tx2"/>
                </a:solidFill>
              </a:rPr>
              <a:t> </a:t>
            </a:r>
            <a:r>
              <a:rPr lang="en-US" altLang="en-US" dirty="0" err="1">
                <a:solidFill>
                  <a:schemeClr val="tx2"/>
                </a:solidFill>
              </a:rPr>
              <a:t>mà</a:t>
            </a: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khi</a:t>
            </a:r>
            <a:r>
              <a:rPr lang="en-US" altLang="en-US" dirty="0">
                <a:solidFill>
                  <a:schemeClr val="tx2"/>
                </a:solidFill>
              </a:rPr>
              <a:t>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sự</a:t>
            </a:r>
            <a:r>
              <a:rPr lang="en-US" altLang="en-US" dirty="0">
                <a:solidFill>
                  <a:schemeClr val="tx2"/>
                </a:solidFill>
              </a:rPr>
              <a:t> </a:t>
            </a:r>
            <a:r>
              <a:rPr lang="en-US" altLang="en-US" dirty="0" err="1">
                <a:solidFill>
                  <a:schemeClr val="tx2"/>
                </a:solidFill>
              </a:rPr>
              <a:t>thay</a:t>
            </a:r>
            <a:r>
              <a:rPr lang="en-US" altLang="en-US" dirty="0">
                <a:solidFill>
                  <a:schemeClr val="tx2"/>
                </a:solidFill>
              </a:rPr>
              <a:t> </a:t>
            </a:r>
            <a:r>
              <a:rPr lang="en-US" altLang="en-US" dirty="0" err="1">
                <a:solidFill>
                  <a:schemeClr val="tx2"/>
                </a:solidFill>
              </a:rPr>
              <a:t>đổi</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mạng</a:t>
            </a:r>
            <a:r>
              <a:rPr lang="en-US" altLang="en-US" dirty="0">
                <a:solidFill>
                  <a:schemeClr val="tx2"/>
                </a:solidFill>
              </a:rPr>
              <a:t>.</a:t>
            </a:r>
          </a:p>
        </p:txBody>
      </p:sp>
      <p:sp>
        <p:nvSpPr>
          <p:cNvPr id="101380" name="Rectangle 7">
            <a:extLst>
              <a:ext uri="{FF2B5EF4-FFF2-40B4-BE49-F238E27FC236}">
                <a16:creationId xmlns:a16="http://schemas.microsoft.com/office/drawing/2014/main" id="{886A5A96-ECB3-4A78-8168-000E371CDCC5}"/>
              </a:ext>
            </a:extLst>
          </p:cNvPr>
          <p:cNvSpPr>
            <a:spLocks noChangeArrowheads="1"/>
          </p:cNvSpPr>
          <p:nvPr/>
        </p:nvSpPr>
        <p:spPr bwMode="auto">
          <a:xfrm>
            <a:off x="1524001" y="2844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01381" name="Rectangle 8">
            <a:extLst>
              <a:ext uri="{FF2B5EF4-FFF2-40B4-BE49-F238E27FC236}">
                <a16:creationId xmlns:a16="http://schemas.microsoft.com/office/drawing/2014/main" id="{873B7FBD-5F9E-486B-80C3-8E521383B1D6}"/>
              </a:ext>
            </a:extLst>
          </p:cNvPr>
          <p:cNvSpPr>
            <a:spLocks noChangeArrowheads="1"/>
          </p:cNvSpPr>
          <p:nvPr/>
        </p:nvSpPr>
        <p:spPr bwMode="auto">
          <a:xfrm>
            <a:off x="1524001" y="3144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01383" name="Text Box 11">
            <a:extLst>
              <a:ext uri="{FF2B5EF4-FFF2-40B4-BE49-F238E27FC236}">
                <a16:creationId xmlns:a16="http://schemas.microsoft.com/office/drawing/2014/main" id="{ED8E11F9-DC2E-4BBE-BB8B-845CE68A3744}"/>
              </a:ext>
            </a:extLst>
          </p:cNvPr>
          <p:cNvSpPr txBox="1">
            <a:spLocks noChangeArrowheads="1"/>
          </p:cNvSpPr>
          <p:nvPr/>
        </p:nvSpPr>
        <p:spPr bwMode="auto">
          <a:xfrm>
            <a:off x="2971800" y="3830092"/>
            <a:ext cx="8305800" cy="456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50000"/>
              </a:spcBef>
              <a:buClrTx/>
              <a:buFont typeface="Wingdings" panose="05000000000000000000" pitchFamily="2" charset="2"/>
              <a:buChar char="Ø"/>
            </a:pPr>
            <a:r>
              <a:rPr lang="en-US" altLang="en-US" sz="1800" dirty="0">
                <a:solidFill>
                  <a:schemeClr val="tx2"/>
                </a:solidFill>
              </a:rPr>
              <a:t> </a:t>
            </a:r>
          </a:p>
        </p:txBody>
      </p:sp>
      <p:sp>
        <p:nvSpPr>
          <p:cNvPr id="13" name="Title 1">
            <a:extLst>
              <a:ext uri="{FF2B5EF4-FFF2-40B4-BE49-F238E27FC236}">
                <a16:creationId xmlns:a16="http://schemas.microsoft.com/office/drawing/2014/main" id="{9B41949A-8BD1-4D8A-BA98-66434496C9B0}"/>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III.4 EIGRP</a:t>
            </a:r>
            <a:endParaRPr lang="vi-VN" dirty="0">
              <a:cs typeface="Times New Roman" pitchFamily="18"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D5AC55-BFFB-4043-9A09-8A4B3B3D19D9}"/>
              </a:ext>
            </a:extLst>
          </p:cNvPr>
          <p:cNvSpPr>
            <a:spLocks noGrp="1"/>
          </p:cNvSpPr>
          <p:nvPr>
            <p:ph idx="1"/>
          </p:nvPr>
        </p:nvSpPr>
        <p:spPr/>
        <p:txBody>
          <a:bodyPr/>
          <a:lstStyle/>
          <a:p>
            <a:r>
              <a:rPr lang="en-US" altLang="en-US" dirty="0">
                <a:solidFill>
                  <a:schemeClr val="tx2"/>
                </a:solidFill>
              </a:rPr>
              <a:t>Query packet: </a:t>
            </a:r>
            <a:r>
              <a:rPr lang="en-US" altLang="en-US" dirty="0" err="1">
                <a:solidFill>
                  <a:schemeClr val="tx2"/>
                </a:solidFill>
              </a:rPr>
              <a:t>khi</a:t>
            </a:r>
            <a:r>
              <a:rPr lang="en-US" altLang="en-US" dirty="0">
                <a:solidFill>
                  <a:schemeClr val="tx2"/>
                </a:solidFill>
              </a:rPr>
              <a:t> 1 router </a:t>
            </a:r>
            <a:r>
              <a:rPr lang="en-US" altLang="en-US" dirty="0" err="1">
                <a:solidFill>
                  <a:schemeClr val="tx2"/>
                </a:solidFill>
              </a:rPr>
              <a:t>mất</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về</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đi</a:t>
            </a:r>
            <a:r>
              <a:rPr lang="en-US" altLang="en-US" dirty="0">
                <a:solidFill>
                  <a:schemeClr val="tx2"/>
                </a:solidFill>
              </a:rPr>
              <a:t> </a:t>
            </a:r>
            <a:r>
              <a:rPr lang="en-US" altLang="en-US" dirty="0" err="1">
                <a:solidFill>
                  <a:schemeClr val="tx2"/>
                </a:solidFill>
              </a:rPr>
              <a:t>nào</a:t>
            </a:r>
            <a:r>
              <a:rPr lang="en-US" altLang="en-US" dirty="0">
                <a:solidFill>
                  <a:schemeClr val="tx2"/>
                </a:solidFill>
              </a:rPr>
              <a:t> </a:t>
            </a:r>
            <a:r>
              <a:rPr lang="en-US" altLang="en-US" dirty="0" err="1">
                <a:solidFill>
                  <a:schemeClr val="tx2"/>
                </a:solidFill>
              </a:rPr>
              <a:t>đó</a:t>
            </a:r>
            <a:r>
              <a:rPr lang="en-US" altLang="en-US" dirty="0">
                <a:solidFill>
                  <a:schemeClr val="tx2"/>
                </a:solidFill>
              </a:rPr>
              <a:t>,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đi</a:t>
            </a:r>
            <a:r>
              <a:rPr lang="en-US" altLang="en-US" dirty="0">
                <a:solidFill>
                  <a:schemeClr val="tx2"/>
                </a:solidFill>
              </a:rPr>
              <a:t> </a:t>
            </a:r>
            <a:r>
              <a:rPr lang="en-US" altLang="en-US" dirty="0" err="1">
                <a:solidFill>
                  <a:schemeClr val="tx2"/>
                </a:solidFill>
              </a:rPr>
              <a:t>theo</a:t>
            </a:r>
            <a:r>
              <a:rPr lang="en-US" altLang="en-US" dirty="0">
                <a:solidFill>
                  <a:schemeClr val="tx2"/>
                </a:solidFill>
              </a:rPr>
              <a:t> </a:t>
            </a:r>
            <a:r>
              <a:rPr lang="en-US" altLang="en-US" dirty="0" err="1">
                <a:solidFill>
                  <a:schemeClr val="tx2"/>
                </a:solidFill>
              </a:rPr>
              <a:t>kiểu</a:t>
            </a:r>
            <a:r>
              <a:rPr lang="en-US" altLang="en-US" dirty="0">
                <a:solidFill>
                  <a:schemeClr val="tx2"/>
                </a:solidFill>
              </a:rPr>
              <a:t> tin </a:t>
            </a:r>
            <a:r>
              <a:rPr lang="en-US" altLang="en-US" dirty="0" err="1">
                <a:solidFill>
                  <a:schemeClr val="tx2"/>
                </a:solidFill>
              </a:rPr>
              <a:t>cậy</a:t>
            </a:r>
            <a:r>
              <a:rPr lang="en-US" altLang="en-US" dirty="0">
                <a:solidFill>
                  <a:schemeClr val="tx2"/>
                </a:solidFill>
              </a:rPr>
              <a:t> </a:t>
            </a:r>
            <a:r>
              <a:rPr lang="en-US" altLang="en-US" dirty="0" err="1">
                <a:solidFill>
                  <a:schemeClr val="tx2"/>
                </a:solidFill>
              </a:rPr>
              <a:t>gói</a:t>
            </a:r>
            <a:r>
              <a:rPr lang="en-US" altLang="en-US" dirty="0">
                <a:solidFill>
                  <a:schemeClr val="tx2"/>
                </a:solidFill>
              </a:rPr>
              <a:t> Query packet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hỏi</a:t>
            </a:r>
            <a:r>
              <a:rPr lang="en-US" altLang="en-US" dirty="0">
                <a:solidFill>
                  <a:schemeClr val="tx2"/>
                </a:solidFill>
              </a:rPr>
              <a:t> </a:t>
            </a:r>
            <a:r>
              <a:rPr lang="en-US" altLang="en-US" dirty="0" err="1">
                <a:solidFill>
                  <a:schemeClr val="tx2"/>
                </a:solidFill>
              </a:rPr>
              <a:t>về</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đi</a:t>
            </a:r>
            <a:r>
              <a:rPr lang="en-US" altLang="en-US" dirty="0">
                <a:solidFill>
                  <a:schemeClr val="tx2"/>
                </a:solidFill>
              </a:rPr>
              <a:t> </a:t>
            </a:r>
            <a:r>
              <a:rPr lang="en-US" altLang="en-US" dirty="0" err="1">
                <a:solidFill>
                  <a:schemeClr val="tx2"/>
                </a:solidFill>
              </a:rPr>
              <a:t>dự</a:t>
            </a:r>
            <a:r>
              <a:rPr lang="en-US" altLang="en-US" dirty="0">
                <a:solidFill>
                  <a:schemeClr val="tx2"/>
                </a:solidFill>
              </a:rPr>
              <a:t> </a:t>
            </a:r>
            <a:r>
              <a:rPr lang="en-US" altLang="en-US" dirty="0" err="1">
                <a:solidFill>
                  <a:schemeClr val="tx2"/>
                </a:solidFill>
              </a:rPr>
              <a:t>phòng</a:t>
            </a:r>
            <a:endParaRPr lang="en-US" altLang="en-US" dirty="0">
              <a:solidFill>
                <a:schemeClr val="tx2"/>
              </a:solidFill>
            </a:endParaRPr>
          </a:p>
          <a:p>
            <a:r>
              <a:rPr lang="en-US" altLang="en-US" dirty="0">
                <a:solidFill>
                  <a:schemeClr val="tx2"/>
                </a:solidFill>
              </a:rPr>
              <a:t>Reply packet: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gói</a:t>
            </a:r>
            <a:r>
              <a:rPr lang="en-US" altLang="en-US" dirty="0">
                <a:solidFill>
                  <a:schemeClr val="tx2"/>
                </a:solidFill>
              </a:rPr>
              <a:t> </a:t>
            </a:r>
            <a:r>
              <a:rPr lang="en-US" altLang="en-US" dirty="0" err="1">
                <a:solidFill>
                  <a:schemeClr val="tx2"/>
                </a:solidFill>
              </a:rPr>
              <a:t>trả</a:t>
            </a:r>
            <a:r>
              <a:rPr lang="en-US" altLang="en-US" dirty="0">
                <a:solidFill>
                  <a:schemeClr val="tx2"/>
                </a:solidFill>
              </a:rPr>
              <a:t> </a:t>
            </a:r>
            <a:r>
              <a:rPr lang="en-US" altLang="en-US" dirty="0" err="1">
                <a:solidFill>
                  <a:schemeClr val="tx2"/>
                </a:solidFill>
              </a:rPr>
              <a:t>lời</a:t>
            </a:r>
            <a:r>
              <a:rPr lang="en-US" altLang="en-US" dirty="0">
                <a:solidFill>
                  <a:schemeClr val="tx2"/>
                </a:solidFill>
              </a:rPr>
              <a:t> </a:t>
            </a:r>
            <a:r>
              <a:rPr lang="en-US" altLang="en-US" dirty="0" err="1">
                <a:solidFill>
                  <a:schemeClr val="tx2"/>
                </a:solidFill>
              </a:rPr>
              <a:t>cho</a:t>
            </a:r>
            <a:r>
              <a:rPr lang="en-US" altLang="en-US" dirty="0">
                <a:solidFill>
                  <a:schemeClr val="tx2"/>
                </a:solidFill>
              </a:rPr>
              <a:t> </a:t>
            </a:r>
            <a:r>
              <a:rPr lang="en-US" altLang="en-US" dirty="0" err="1">
                <a:solidFill>
                  <a:schemeClr val="tx2"/>
                </a:solidFill>
              </a:rPr>
              <a:t>gói</a:t>
            </a:r>
            <a:r>
              <a:rPr lang="en-US" altLang="en-US" dirty="0">
                <a:solidFill>
                  <a:schemeClr val="tx2"/>
                </a:solidFill>
              </a:rPr>
              <a:t> Query packet.</a:t>
            </a:r>
            <a:endParaRPr lang="en-US" dirty="0"/>
          </a:p>
        </p:txBody>
      </p:sp>
      <p:sp>
        <p:nvSpPr>
          <p:cNvPr id="4" name="Title 1">
            <a:extLst>
              <a:ext uri="{FF2B5EF4-FFF2-40B4-BE49-F238E27FC236}">
                <a16:creationId xmlns:a16="http://schemas.microsoft.com/office/drawing/2014/main" id="{E473A853-01FF-463D-8B58-25FCDE59C0C6}"/>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III.4 EIGRP</a:t>
            </a:r>
            <a:endParaRPr lang="vi-VN" dirty="0">
              <a:cs typeface="Times New Roman" pitchFamily="18" charset="0"/>
            </a:endParaRPr>
          </a:p>
        </p:txBody>
      </p:sp>
    </p:spTree>
    <p:extLst>
      <p:ext uri="{BB962C8B-B14F-4D97-AF65-F5344CB8AC3E}">
        <p14:creationId xmlns:p14="http://schemas.microsoft.com/office/powerpoint/2010/main" val="47870373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6">
            <a:extLst>
              <a:ext uri="{FF2B5EF4-FFF2-40B4-BE49-F238E27FC236}">
                <a16:creationId xmlns:a16="http://schemas.microsoft.com/office/drawing/2014/main" id="{F268DF36-0378-4A71-BB1F-95DA22E9CCEC}"/>
              </a:ext>
            </a:extLst>
          </p:cNvPr>
          <p:cNvSpPr>
            <a:spLocks noChangeArrowheads="1"/>
          </p:cNvSpPr>
          <p:nvPr/>
        </p:nvSpPr>
        <p:spPr bwMode="gray">
          <a:xfrm>
            <a:off x="437321" y="1097304"/>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Các</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của</a:t>
            </a:r>
            <a:r>
              <a:rPr lang="en-US" altLang="en-US" dirty="0">
                <a:solidFill>
                  <a:schemeClr val="tx2"/>
                </a:solidFill>
              </a:rPr>
              <a:t> EIGRP </a:t>
            </a:r>
          </a:p>
        </p:txBody>
      </p:sp>
      <p:sp>
        <p:nvSpPr>
          <p:cNvPr id="102404" name="Rectangle 7">
            <a:extLst>
              <a:ext uri="{FF2B5EF4-FFF2-40B4-BE49-F238E27FC236}">
                <a16:creationId xmlns:a16="http://schemas.microsoft.com/office/drawing/2014/main" id="{0D9A206E-FE4B-49C8-AF22-B137C416D197}"/>
              </a:ext>
            </a:extLst>
          </p:cNvPr>
          <p:cNvSpPr>
            <a:spLocks noChangeArrowheads="1"/>
          </p:cNvSpPr>
          <p:nvPr/>
        </p:nvSpPr>
        <p:spPr bwMode="auto">
          <a:xfrm>
            <a:off x="1524001" y="2844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02405" name="Rectangle 8">
            <a:extLst>
              <a:ext uri="{FF2B5EF4-FFF2-40B4-BE49-F238E27FC236}">
                <a16:creationId xmlns:a16="http://schemas.microsoft.com/office/drawing/2014/main" id="{3895CC8A-2B1C-40D6-A7E2-6265B1DA9C25}"/>
              </a:ext>
            </a:extLst>
          </p:cNvPr>
          <p:cNvSpPr>
            <a:spLocks noChangeArrowheads="1"/>
          </p:cNvSpPr>
          <p:nvPr/>
        </p:nvSpPr>
        <p:spPr bwMode="auto">
          <a:xfrm>
            <a:off x="1524001" y="3144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02406" name="Rectangle 13">
            <a:extLst>
              <a:ext uri="{FF2B5EF4-FFF2-40B4-BE49-F238E27FC236}">
                <a16:creationId xmlns:a16="http://schemas.microsoft.com/office/drawing/2014/main" id="{50869608-8368-449C-A565-8770AC46E411}"/>
              </a:ext>
            </a:extLst>
          </p:cNvPr>
          <p:cNvSpPr>
            <a:spLocks noChangeArrowheads="1"/>
          </p:cNvSpPr>
          <p:nvPr/>
        </p:nvSpPr>
        <p:spPr bwMode="gray">
          <a:xfrm>
            <a:off x="437321" y="1624354"/>
            <a:ext cx="541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láng</a:t>
            </a:r>
            <a:r>
              <a:rPr lang="en-US" altLang="en-US" dirty="0">
                <a:solidFill>
                  <a:schemeClr val="tx2"/>
                </a:solidFill>
              </a:rPr>
              <a:t> </a:t>
            </a:r>
            <a:r>
              <a:rPr lang="en-US" altLang="en-US" dirty="0" err="1">
                <a:solidFill>
                  <a:schemeClr val="tx2"/>
                </a:solidFill>
              </a:rPr>
              <a:t>giềng</a:t>
            </a:r>
            <a:r>
              <a:rPr lang="en-US" altLang="en-US" dirty="0">
                <a:solidFill>
                  <a:schemeClr val="tx2"/>
                </a:solidFill>
              </a:rPr>
              <a:t> </a:t>
            </a:r>
          </a:p>
        </p:txBody>
      </p:sp>
      <p:sp>
        <p:nvSpPr>
          <p:cNvPr id="102407" name="Text Box 14">
            <a:extLst>
              <a:ext uri="{FF2B5EF4-FFF2-40B4-BE49-F238E27FC236}">
                <a16:creationId xmlns:a16="http://schemas.microsoft.com/office/drawing/2014/main" id="{CB954908-3920-4BBA-B1BC-6C4A363A408F}"/>
              </a:ext>
            </a:extLst>
          </p:cNvPr>
          <p:cNvSpPr txBox="1">
            <a:spLocks noChangeArrowheads="1"/>
          </p:cNvSpPr>
          <p:nvPr/>
        </p:nvSpPr>
        <p:spPr bwMode="auto">
          <a:xfrm>
            <a:off x="465067" y="2160310"/>
            <a:ext cx="11393558" cy="2978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50000"/>
              </a:spcBef>
              <a:buClrTx/>
              <a:buFontTx/>
              <a:buNone/>
            </a:pP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láng</a:t>
            </a:r>
            <a:r>
              <a:rPr lang="en-US" altLang="en-US" dirty="0">
                <a:solidFill>
                  <a:schemeClr val="tx2"/>
                </a:solidFill>
              </a:rPr>
              <a:t> </a:t>
            </a:r>
            <a:r>
              <a:rPr lang="en-US" altLang="en-US" dirty="0" err="1">
                <a:solidFill>
                  <a:schemeClr val="tx2"/>
                </a:solidFill>
              </a:rPr>
              <a:t>giềng</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quan</a:t>
            </a:r>
            <a:r>
              <a:rPr lang="en-US" altLang="en-US" dirty="0">
                <a:solidFill>
                  <a:schemeClr val="tx2"/>
                </a:solidFill>
              </a:rPr>
              <a:t> </a:t>
            </a:r>
            <a:r>
              <a:rPr lang="en-US" altLang="en-US" dirty="0" err="1">
                <a:solidFill>
                  <a:schemeClr val="tx2"/>
                </a:solidFill>
              </a:rPr>
              <a:t>trọng</a:t>
            </a:r>
            <a:r>
              <a:rPr lang="en-US" altLang="en-US" dirty="0">
                <a:solidFill>
                  <a:schemeClr val="tx2"/>
                </a:solidFill>
              </a:rPr>
              <a:t> </a:t>
            </a:r>
            <a:r>
              <a:rPr lang="en-US" altLang="en-US" dirty="0" err="1">
                <a:solidFill>
                  <a:schemeClr val="tx2"/>
                </a:solidFill>
              </a:rPr>
              <a:t>nhất</a:t>
            </a:r>
            <a:r>
              <a:rPr lang="en-US" altLang="en-US" dirty="0">
                <a:solidFill>
                  <a:schemeClr val="tx2"/>
                </a:solidFill>
              </a:rPr>
              <a:t> </a:t>
            </a:r>
            <a:r>
              <a:rPr lang="en-US" altLang="en-US" dirty="0" err="1">
                <a:solidFill>
                  <a:schemeClr val="tx2"/>
                </a:solidFill>
              </a:rPr>
              <a:t>trong</a:t>
            </a:r>
            <a:r>
              <a:rPr lang="en-US" altLang="en-US" dirty="0">
                <a:solidFill>
                  <a:schemeClr val="tx2"/>
                </a:solidFill>
              </a:rPr>
              <a:t> EIGRP. </a:t>
            </a:r>
            <a:r>
              <a:rPr lang="en-US" altLang="en-US" dirty="0" err="1">
                <a:solidFill>
                  <a:schemeClr val="tx2"/>
                </a:solidFill>
              </a:rPr>
              <a:t>Mỗi</a:t>
            </a:r>
            <a:r>
              <a:rPr lang="en-US" altLang="en-US" dirty="0">
                <a:solidFill>
                  <a:schemeClr val="tx2"/>
                </a:solidFill>
              </a:rPr>
              <a:t> router EIGRP </a:t>
            </a:r>
            <a:r>
              <a:rPr lang="en-US" altLang="en-US" dirty="0" err="1">
                <a:solidFill>
                  <a:schemeClr val="tx2"/>
                </a:solidFill>
              </a:rPr>
              <a:t>lưu</a:t>
            </a:r>
            <a:r>
              <a:rPr lang="en-US" altLang="en-US" dirty="0">
                <a:solidFill>
                  <a:schemeClr val="tx2"/>
                </a:solidFill>
              </a:rPr>
              <a:t> </a:t>
            </a:r>
            <a:r>
              <a:rPr lang="en-US" altLang="en-US" dirty="0" err="1">
                <a:solidFill>
                  <a:schemeClr val="tx2"/>
                </a:solidFill>
              </a:rPr>
              <a:t>giữ</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láng</a:t>
            </a:r>
            <a:r>
              <a:rPr lang="en-US" altLang="en-US" dirty="0">
                <a:solidFill>
                  <a:schemeClr val="tx2"/>
                </a:solidFill>
              </a:rPr>
              <a:t> </a:t>
            </a:r>
            <a:r>
              <a:rPr lang="en-US" altLang="en-US" dirty="0" err="1">
                <a:solidFill>
                  <a:schemeClr val="tx2"/>
                </a:solidFill>
              </a:rPr>
              <a:t>giềng</a:t>
            </a:r>
            <a:r>
              <a:rPr lang="en-US" altLang="en-US" dirty="0">
                <a:solidFill>
                  <a:schemeClr val="tx2"/>
                </a:solidFill>
              </a:rPr>
              <a:t>, </a:t>
            </a:r>
            <a:r>
              <a:rPr lang="en-US" altLang="en-US" dirty="0" err="1">
                <a:solidFill>
                  <a:schemeClr val="tx2"/>
                </a:solidFill>
              </a:rPr>
              <a:t>đó</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danh</a:t>
            </a:r>
            <a:r>
              <a:rPr lang="en-US" altLang="en-US" dirty="0">
                <a:solidFill>
                  <a:schemeClr val="tx2"/>
                </a:solidFill>
              </a:rPr>
              <a:t> </a:t>
            </a:r>
            <a:r>
              <a:rPr lang="en-US" altLang="en-US" dirty="0" err="1">
                <a:solidFill>
                  <a:schemeClr val="tx2"/>
                </a:solidFill>
              </a:rPr>
              <a:t>sách</a:t>
            </a:r>
            <a:r>
              <a:rPr lang="en-US" altLang="en-US" dirty="0">
                <a:solidFill>
                  <a:schemeClr val="tx2"/>
                </a:solidFill>
              </a:rPr>
              <a:t> </a:t>
            </a:r>
            <a:r>
              <a:rPr lang="en-US" altLang="en-US" dirty="0" err="1">
                <a:solidFill>
                  <a:schemeClr val="tx2"/>
                </a:solidFill>
              </a:rPr>
              <a:t>các</a:t>
            </a:r>
            <a:r>
              <a:rPr lang="en-US" altLang="en-US" dirty="0">
                <a:solidFill>
                  <a:schemeClr val="tx2"/>
                </a:solidFill>
              </a:rPr>
              <a:t> router </a:t>
            </a:r>
            <a:r>
              <a:rPr lang="en-US" altLang="en-US" dirty="0" err="1">
                <a:solidFill>
                  <a:schemeClr val="tx2"/>
                </a:solidFill>
              </a:rPr>
              <a:t>kết</a:t>
            </a:r>
            <a:r>
              <a:rPr lang="en-US" altLang="en-US" dirty="0">
                <a:solidFill>
                  <a:schemeClr val="tx2"/>
                </a:solidFill>
              </a:rPr>
              <a:t> </a:t>
            </a:r>
            <a:r>
              <a:rPr lang="en-US" altLang="en-US" dirty="0" err="1">
                <a:solidFill>
                  <a:schemeClr val="tx2"/>
                </a:solidFill>
              </a:rPr>
              <a:t>nối</a:t>
            </a:r>
            <a:r>
              <a:rPr lang="en-US" altLang="en-US" dirty="0">
                <a:solidFill>
                  <a:schemeClr val="tx2"/>
                </a:solidFill>
              </a:rPr>
              <a:t> </a:t>
            </a:r>
            <a:r>
              <a:rPr lang="en-US" altLang="en-US" dirty="0" err="1">
                <a:solidFill>
                  <a:schemeClr val="tx2"/>
                </a:solidFill>
              </a:rPr>
              <a:t>trực</a:t>
            </a:r>
            <a:r>
              <a:rPr lang="en-US" altLang="en-US" dirty="0">
                <a:solidFill>
                  <a:schemeClr val="tx2"/>
                </a:solidFill>
              </a:rPr>
              <a:t> </a:t>
            </a:r>
            <a:r>
              <a:rPr lang="en-US" altLang="en-US" dirty="0" err="1">
                <a:solidFill>
                  <a:schemeClr val="tx2"/>
                </a:solidFill>
              </a:rPr>
              <a:t>tiếp</a:t>
            </a:r>
            <a:r>
              <a:rPr lang="en-US" altLang="en-US" dirty="0">
                <a:solidFill>
                  <a:schemeClr val="tx2"/>
                </a:solidFill>
              </a:rPr>
              <a:t> </a:t>
            </a:r>
            <a:r>
              <a:rPr lang="en-US" altLang="en-US" dirty="0" err="1">
                <a:solidFill>
                  <a:schemeClr val="tx2"/>
                </a:solidFill>
              </a:rPr>
              <a:t>với</a:t>
            </a:r>
            <a:r>
              <a:rPr lang="en-US" altLang="en-US" dirty="0">
                <a:solidFill>
                  <a:schemeClr val="tx2"/>
                </a:solidFill>
              </a:rPr>
              <a:t> </a:t>
            </a:r>
            <a:r>
              <a:rPr lang="en-US" altLang="en-US" dirty="0" err="1">
                <a:solidFill>
                  <a:schemeClr val="tx2"/>
                </a:solidFill>
              </a:rPr>
              <a:t>nó</a:t>
            </a:r>
            <a:r>
              <a:rPr lang="en-US" altLang="en-US" dirty="0">
                <a:solidFill>
                  <a:schemeClr val="tx2"/>
                </a:solidFill>
              </a:rPr>
              <a:t>. </a:t>
            </a:r>
            <a:r>
              <a:rPr lang="en-US" altLang="en-US" dirty="0" err="1">
                <a:solidFill>
                  <a:schemeClr val="tx2"/>
                </a:solidFill>
              </a:rPr>
              <a:t>Đối</a:t>
            </a:r>
            <a:r>
              <a:rPr lang="en-US" altLang="en-US" dirty="0">
                <a:solidFill>
                  <a:schemeClr val="tx2"/>
                </a:solidFill>
              </a:rPr>
              <a:t> </a:t>
            </a:r>
            <a:r>
              <a:rPr lang="en-US" altLang="en-US" dirty="0" err="1">
                <a:solidFill>
                  <a:schemeClr val="tx2"/>
                </a:solidFill>
              </a:rPr>
              <a:t>với</a:t>
            </a:r>
            <a:r>
              <a:rPr lang="en-US" altLang="en-US" dirty="0">
                <a:solidFill>
                  <a:schemeClr val="tx2"/>
                </a:solidFill>
              </a:rPr>
              <a:t> </a:t>
            </a:r>
            <a:r>
              <a:rPr lang="en-US" altLang="en-US" dirty="0" err="1">
                <a:solidFill>
                  <a:schemeClr val="tx2"/>
                </a:solidFill>
              </a:rPr>
              <a:t>mỗi</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mà</a:t>
            </a:r>
            <a:r>
              <a:rPr lang="en-US" altLang="en-US" dirty="0">
                <a:solidFill>
                  <a:schemeClr val="tx2"/>
                </a:solidFill>
              </a:rPr>
              <a:t> EIGRP </a:t>
            </a:r>
            <a:r>
              <a:rPr lang="en-US" altLang="en-US" dirty="0" err="1">
                <a:solidFill>
                  <a:schemeClr val="tx2"/>
                </a:solidFill>
              </a:rPr>
              <a:t>hỗ</a:t>
            </a:r>
            <a:r>
              <a:rPr lang="en-US" altLang="en-US" dirty="0">
                <a:solidFill>
                  <a:schemeClr val="tx2"/>
                </a:solidFill>
              </a:rPr>
              <a:t> </a:t>
            </a:r>
            <a:r>
              <a:rPr lang="en-US" altLang="en-US" dirty="0" err="1">
                <a:solidFill>
                  <a:schemeClr val="tx2"/>
                </a:solidFill>
              </a:rPr>
              <a:t>trợ</a:t>
            </a:r>
            <a:r>
              <a:rPr lang="en-US" altLang="en-US" dirty="0">
                <a:solidFill>
                  <a:schemeClr val="tx2"/>
                </a:solidFill>
              </a:rPr>
              <a:t>, EIGRP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láng</a:t>
            </a:r>
            <a:r>
              <a:rPr lang="en-US" altLang="en-US" dirty="0">
                <a:solidFill>
                  <a:schemeClr val="tx2"/>
                </a:solidFill>
              </a:rPr>
              <a:t> </a:t>
            </a:r>
            <a:r>
              <a:rPr lang="en-US" altLang="en-US" dirty="0" err="1">
                <a:solidFill>
                  <a:schemeClr val="tx2"/>
                </a:solidFill>
              </a:rPr>
              <a:t>giềng</a:t>
            </a:r>
            <a:r>
              <a:rPr lang="en-US" altLang="en-US" dirty="0">
                <a:solidFill>
                  <a:schemeClr val="tx2"/>
                </a:solidFill>
              </a:rPr>
              <a:t> </a:t>
            </a:r>
            <a:r>
              <a:rPr lang="en-US" altLang="en-US" dirty="0" err="1">
                <a:solidFill>
                  <a:schemeClr val="tx2"/>
                </a:solidFill>
              </a:rPr>
              <a:t>riêng</a:t>
            </a:r>
            <a:r>
              <a:rPr lang="en-US" altLang="en-US" dirty="0">
                <a:solidFill>
                  <a:schemeClr val="tx2"/>
                </a:solidFill>
              </a:rPr>
              <a:t> </a:t>
            </a:r>
            <a:r>
              <a:rPr lang="en-US" altLang="en-US" dirty="0" err="1">
                <a:solidFill>
                  <a:schemeClr val="tx2"/>
                </a:solidFill>
              </a:rPr>
              <a:t>tương</a:t>
            </a:r>
            <a:r>
              <a:rPr lang="en-US" altLang="en-US" dirty="0">
                <a:solidFill>
                  <a:schemeClr val="tx2"/>
                </a:solidFill>
              </a:rPr>
              <a:t> </a:t>
            </a:r>
            <a:r>
              <a:rPr lang="en-US" altLang="en-US" dirty="0" err="1">
                <a:solidFill>
                  <a:schemeClr val="tx2"/>
                </a:solidFill>
              </a:rPr>
              <a:t>ứng</a:t>
            </a:r>
            <a:r>
              <a:rPr lang="en-US" altLang="en-US" dirty="0">
                <a:solidFill>
                  <a:schemeClr val="tx2"/>
                </a:solidFill>
              </a:rPr>
              <a:t>.</a:t>
            </a:r>
          </a:p>
          <a:p>
            <a:pPr algn="just" eaLnBrk="1" hangingPunct="1">
              <a:lnSpc>
                <a:spcPct val="150000"/>
              </a:lnSpc>
              <a:spcBef>
                <a:spcPct val="50000"/>
              </a:spcBef>
              <a:buClrTx/>
              <a:buFontTx/>
              <a:buNone/>
            </a:pPr>
            <a:r>
              <a:rPr lang="en-US" altLang="en-US" dirty="0" err="1">
                <a:solidFill>
                  <a:schemeClr val="tx2"/>
                </a:solidFill>
              </a:rPr>
              <a:t>Khi</a:t>
            </a:r>
            <a:r>
              <a:rPr lang="en-US" altLang="en-US" dirty="0">
                <a:solidFill>
                  <a:schemeClr val="tx2"/>
                </a:solidFill>
              </a:rPr>
              <a:t> </a:t>
            </a:r>
            <a:r>
              <a:rPr lang="en-US" altLang="en-US" dirty="0" err="1">
                <a:solidFill>
                  <a:schemeClr val="tx2"/>
                </a:solidFill>
              </a:rPr>
              <a:t>phát</a:t>
            </a:r>
            <a:r>
              <a:rPr lang="en-US" altLang="en-US" dirty="0">
                <a:solidFill>
                  <a:schemeClr val="tx2"/>
                </a:solidFill>
              </a:rPr>
              <a:t> </a:t>
            </a:r>
            <a:r>
              <a:rPr lang="en-US" altLang="en-US" dirty="0" err="1">
                <a:solidFill>
                  <a:schemeClr val="tx2"/>
                </a:solidFill>
              </a:rPr>
              <a:t>hiện</a:t>
            </a:r>
            <a:r>
              <a:rPr lang="en-US" altLang="en-US" dirty="0">
                <a:solidFill>
                  <a:schemeClr val="tx2"/>
                </a:solidFill>
              </a:rPr>
              <a:t> ra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láng</a:t>
            </a:r>
            <a:r>
              <a:rPr lang="en-US" altLang="en-US" dirty="0">
                <a:solidFill>
                  <a:schemeClr val="tx2"/>
                </a:solidFill>
              </a:rPr>
              <a:t> </a:t>
            </a:r>
            <a:r>
              <a:rPr lang="en-US" altLang="en-US" dirty="0" err="1">
                <a:solidFill>
                  <a:schemeClr val="tx2"/>
                </a:solidFill>
              </a:rPr>
              <a:t>giềng</a:t>
            </a:r>
            <a:r>
              <a:rPr lang="en-US" altLang="en-US" dirty="0">
                <a:solidFill>
                  <a:schemeClr val="tx2"/>
                </a:solidFill>
              </a:rPr>
              <a:t> </a:t>
            </a:r>
            <a:r>
              <a:rPr lang="en-US" altLang="en-US" dirty="0" err="1">
                <a:solidFill>
                  <a:schemeClr val="tx2"/>
                </a:solidFill>
              </a:rPr>
              <a:t>mới</a:t>
            </a:r>
            <a:r>
              <a:rPr lang="en-US" altLang="en-US" dirty="0">
                <a:solidFill>
                  <a:schemeClr val="tx2"/>
                </a:solidFill>
              </a:rPr>
              <a:t>, router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ghi</a:t>
            </a:r>
            <a:r>
              <a:rPr lang="en-US" altLang="en-US" dirty="0">
                <a:solidFill>
                  <a:schemeClr val="tx2"/>
                </a:solidFill>
              </a:rPr>
              <a:t> </a:t>
            </a:r>
            <a:r>
              <a:rPr lang="en-US" altLang="en-US" dirty="0" err="1">
                <a:solidFill>
                  <a:schemeClr val="tx2"/>
                </a:solidFill>
              </a:rPr>
              <a:t>lại</a:t>
            </a:r>
            <a:r>
              <a:rPr lang="en-US" altLang="en-US" dirty="0">
                <a:solidFill>
                  <a:schemeClr val="tx2"/>
                </a:solidFill>
              </a:rPr>
              <a:t> </a:t>
            </a:r>
            <a:r>
              <a:rPr lang="en-US" altLang="en-US" dirty="0" err="1">
                <a:solidFill>
                  <a:schemeClr val="tx2"/>
                </a:solidFill>
              </a:rPr>
              <a:t>địa</a:t>
            </a: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cổng</a:t>
            </a:r>
            <a:r>
              <a:rPr lang="en-US" altLang="en-US" dirty="0">
                <a:solidFill>
                  <a:schemeClr val="tx2"/>
                </a:solidFill>
              </a:rPr>
              <a:t> </a:t>
            </a:r>
            <a:r>
              <a:rPr lang="en-US" altLang="en-US" dirty="0" err="1">
                <a:solidFill>
                  <a:schemeClr val="tx2"/>
                </a:solidFill>
              </a:rPr>
              <a:t>kết</a:t>
            </a:r>
            <a:r>
              <a:rPr lang="en-US" altLang="en-US" dirty="0">
                <a:solidFill>
                  <a:schemeClr val="tx2"/>
                </a:solidFill>
              </a:rPr>
              <a:t> </a:t>
            </a:r>
            <a:r>
              <a:rPr lang="en-US" altLang="en-US" dirty="0" err="1">
                <a:solidFill>
                  <a:schemeClr val="tx2"/>
                </a:solidFill>
              </a:rPr>
              <a:t>nối</a:t>
            </a:r>
            <a:r>
              <a:rPr lang="en-US" altLang="en-US" dirty="0">
                <a:solidFill>
                  <a:schemeClr val="tx2"/>
                </a:solidFill>
              </a:rPr>
              <a:t>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láng</a:t>
            </a:r>
            <a:r>
              <a:rPr lang="en-US" altLang="en-US" dirty="0">
                <a:solidFill>
                  <a:schemeClr val="tx2"/>
                </a:solidFill>
              </a:rPr>
              <a:t> </a:t>
            </a:r>
            <a:r>
              <a:rPr lang="en-US" altLang="en-US" dirty="0" err="1">
                <a:solidFill>
                  <a:schemeClr val="tx2"/>
                </a:solidFill>
              </a:rPr>
              <a:t>giềng</a:t>
            </a:r>
            <a:r>
              <a:rPr lang="en-US" altLang="en-US" dirty="0">
                <a:solidFill>
                  <a:schemeClr val="tx2"/>
                </a:solidFill>
              </a:rPr>
              <a:t> </a:t>
            </a:r>
            <a:r>
              <a:rPr lang="en-US" altLang="en-US" dirty="0" err="1">
                <a:solidFill>
                  <a:schemeClr val="tx2"/>
                </a:solidFill>
              </a:rPr>
              <a:t>đó</a:t>
            </a:r>
            <a:r>
              <a:rPr lang="en-US" altLang="en-US" dirty="0">
                <a:solidFill>
                  <a:schemeClr val="tx2"/>
                </a:solidFill>
              </a:rPr>
              <a:t> </a:t>
            </a:r>
            <a:r>
              <a:rPr lang="en-US" altLang="en-US" dirty="0" err="1">
                <a:solidFill>
                  <a:schemeClr val="tx2"/>
                </a:solidFill>
              </a:rPr>
              <a:t>vào</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láng</a:t>
            </a:r>
            <a:r>
              <a:rPr lang="en-US" altLang="en-US" dirty="0">
                <a:solidFill>
                  <a:schemeClr val="tx2"/>
                </a:solidFill>
              </a:rPr>
              <a:t> </a:t>
            </a:r>
            <a:r>
              <a:rPr lang="en-US" altLang="en-US" dirty="0" err="1">
                <a:solidFill>
                  <a:schemeClr val="tx2"/>
                </a:solidFill>
              </a:rPr>
              <a:t>giềng</a:t>
            </a:r>
            <a:r>
              <a:rPr lang="en-US" altLang="en-US" dirty="0">
                <a:solidFill>
                  <a:schemeClr val="tx2"/>
                </a:solidFill>
              </a:rPr>
              <a:t> </a:t>
            </a:r>
          </a:p>
        </p:txBody>
      </p:sp>
      <p:sp>
        <p:nvSpPr>
          <p:cNvPr id="11" name="Title 1">
            <a:extLst>
              <a:ext uri="{FF2B5EF4-FFF2-40B4-BE49-F238E27FC236}">
                <a16:creationId xmlns:a16="http://schemas.microsoft.com/office/drawing/2014/main" id="{6CF32666-2F4E-4B1B-B8EF-88A5A19E1CF0}"/>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III.4 EIGRP</a:t>
            </a:r>
            <a:endParaRPr lang="vi-VN" dirty="0">
              <a:cs typeface="Times New Roman" pitchFamily="18"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Rectangle 6">
            <a:extLst>
              <a:ext uri="{FF2B5EF4-FFF2-40B4-BE49-F238E27FC236}">
                <a16:creationId xmlns:a16="http://schemas.microsoft.com/office/drawing/2014/main" id="{C96AF13A-4E68-446A-BD91-9BA632ECE286}"/>
              </a:ext>
            </a:extLst>
          </p:cNvPr>
          <p:cNvSpPr>
            <a:spLocks noChangeArrowheads="1"/>
          </p:cNvSpPr>
          <p:nvPr/>
        </p:nvSpPr>
        <p:spPr bwMode="gray">
          <a:xfrm>
            <a:off x="437321" y="1045258"/>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Các</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của</a:t>
            </a:r>
            <a:r>
              <a:rPr lang="en-US" altLang="en-US" dirty="0">
                <a:solidFill>
                  <a:schemeClr val="tx2"/>
                </a:solidFill>
              </a:rPr>
              <a:t> EIGRP </a:t>
            </a:r>
          </a:p>
        </p:txBody>
      </p:sp>
      <p:sp>
        <p:nvSpPr>
          <p:cNvPr id="103428" name="Rectangle 7">
            <a:extLst>
              <a:ext uri="{FF2B5EF4-FFF2-40B4-BE49-F238E27FC236}">
                <a16:creationId xmlns:a16="http://schemas.microsoft.com/office/drawing/2014/main" id="{63B77427-6538-42F9-BC33-79AFFA98F2EE}"/>
              </a:ext>
            </a:extLst>
          </p:cNvPr>
          <p:cNvSpPr>
            <a:spLocks noChangeArrowheads="1"/>
          </p:cNvSpPr>
          <p:nvPr/>
        </p:nvSpPr>
        <p:spPr bwMode="auto">
          <a:xfrm>
            <a:off x="1524001" y="2844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03429" name="Rectangle 8">
            <a:extLst>
              <a:ext uri="{FF2B5EF4-FFF2-40B4-BE49-F238E27FC236}">
                <a16:creationId xmlns:a16="http://schemas.microsoft.com/office/drawing/2014/main" id="{7123FEC9-7156-4B00-8F7D-3647150B9FD8}"/>
              </a:ext>
            </a:extLst>
          </p:cNvPr>
          <p:cNvSpPr>
            <a:spLocks noChangeArrowheads="1"/>
          </p:cNvSpPr>
          <p:nvPr/>
        </p:nvSpPr>
        <p:spPr bwMode="auto">
          <a:xfrm>
            <a:off x="1524001" y="3144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03430" name="Rectangle 9">
            <a:extLst>
              <a:ext uri="{FF2B5EF4-FFF2-40B4-BE49-F238E27FC236}">
                <a16:creationId xmlns:a16="http://schemas.microsoft.com/office/drawing/2014/main" id="{0C176EF4-C0B1-4585-BFE0-7B388F56C13A}"/>
              </a:ext>
            </a:extLst>
          </p:cNvPr>
          <p:cNvSpPr>
            <a:spLocks noChangeArrowheads="1"/>
          </p:cNvSpPr>
          <p:nvPr/>
        </p:nvSpPr>
        <p:spPr bwMode="gray">
          <a:xfrm>
            <a:off x="437321" y="1573896"/>
            <a:ext cx="541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cấu</a:t>
            </a:r>
            <a:r>
              <a:rPr lang="en-US" altLang="en-US" dirty="0">
                <a:solidFill>
                  <a:schemeClr val="tx2"/>
                </a:solidFill>
              </a:rPr>
              <a:t> </a:t>
            </a:r>
            <a:r>
              <a:rPr lang="en-US" altLang="en-US" dirty="0" err="1">
                <a:solidFill>
                  <a:schemeClr val="tx2"/>
                </a:solidFill>
              </a:rPr>
              <a:t>trúc</a:t>
            </a:r>
            <a:r>
              <a:rPr lang="en-US" altLang="en-US" dirty="0">
                <a:solidFill>
                  <a:schemeClr val="tx2"/>
                </a:solidFill>
              </a:rPr>
              <a:t> </a:t>
            </a:r>
            <a:r>
              <a:rPr lang="en-US" altLang="en-US" dirty="0" err="1">
                <a:solidFill>
                  <a:schemeClr val="tx2"/>
                </a:solidFill>
              </a:rPr>
              <a:t>mạng</a:t>
            </a:r>
            <a:endParaRPr lang="en-US" altLang="en-US" dirty="0">
              <a:solidFill>
                <a:schemeClr val="tx2"/>
              </a:solidFill>
            </a:endParaRPr>
          </a:p>
        </p:txBody>
      </p:sp>
      <p:sp>
        <p:nvSpPr>
          <p:cNvPr id="103431" name="Text Box 10">
            <a:extLst>
              <a:ext uri="{FF2B5EF4-FFF2-40B4-BE49-F238E27FC236}">
                <a16:creationId xmlns:a16="http://schemas.microsoft.com/office/drawing/2014/main" id="{6220AB78-D7D8-4A06-A552-2C6AA37AFE8F}"/>
              </a:ext>
            </a:extLst>
          </p:cNvPr>
          <p:cNvSpPr txBox="1">
            <a:spLocks noChangeArrowheads="1"/>
          </p:cNvSpPr>
          <p:nvPr/>
        </p:nvSpPr>
        <p:spPr bwMode="auto">
          <a:xfrm>
            <a:off x="437320" y="2031096"/>
            <a:ext cx="11392729" cy="4640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50000"/>
              </a:spcBef>
              <a:buClrTx/>
              <a:buFontTx/>
              <a:buNone/>
            </a:pP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cấu</a:t>
            </a:r>
            <a:r>
              <a:rPr lang="en-US" altLang="en-US" dirty="0">
                <a:solidFill>
                  <a:schemeClr val="tx2"/>
                </a:solidFill>
              </a:rPr>
              <a:t> </a:t>
            </a:r>
            <a:r>
              <a:rPr lang="en-US" altLang="en-US" dirty="0" err="1">
                <a:solidFill>
                  <a:schemeClr val="tx2"/>
                </a:solidFill>
              </a:rPr>
              <a:t>trúc</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cung</a:t>
            </a:r>
            <a:r>
              <a:rPr lang="en-US" altLang="en-US" dirty="0">
                <a:solidFill>
                  <a:schemeClr val="tx2"/>
                </a:solidFill>
              </a:rPr>
              <a:t> </a:t>
            </a:r>
            <a:r>
              <a:rPr lang="en-US" altLang="en-US" dirty="0" err="1">
                <a:solidFill>
                  <a:schemeClr val="tx2"/>
                </a:solidFill>
              </a:rPr>
              <a:t>cấp</a:t>
            </a:r>
            <a:r>
              <a:rPr lang="en-US" altLang="en-US" dirty="0">
                <a:solidFill>
                  <a:schemeClr val="tx2"/>
                </a:solidFill>
              </a:rPr>
              <a:t> </a:t>
            </a:r>
            <a:r>
              <a:rPr lang="en-US" altLang="en-US" dirty="0" err="1">
                <a:solidFill>
                  <a:schemeClr val="tx2"/>
                </a:solidFill>
              </a:rPr>
              <a:t>dữ</a:t>
            </a:r>
            <a:r>
              <a:rPr lang="en-US" altLang="en-US" dirty="0">
                <a:solidFill>
                  <a:schemeClr val="tx2"/>
                </a:solidFill>
              </a:rPr>
              <a:t> </a:t>
            </a:r>
            <a:r>
              <a:rPr lang="en-US" altLang="en-US" dirty="0" err="1">
                <a:solidFill>
                  <a:schemeClr val="tx2"/>
                </a:solidFill>
              </a:rPr>
              <a:t>liệu</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xây</a:t>
            </a:r>
            <a:r>
              <a:rPr lang="en-US" altLang="en-US" dirty="0">
                <a:solidFill>
                  <a:schemeClr val="tx2"/>
                </a:solidFill>
              </a:rPr>
              <a:t> </a:t>
            </a:r>
            <a:r>
              <a:rPr lang="en-US" altLang="en-US" dirty="0" err="1">
                <a:solidFill>
                  <a:schemeClr val="tx2"/>
                </a:solidFill>
              </a:rPr>
              <a:t>dựng</a:t>
            </a:r>
            <a:r>
              <a:rPr lang="en-US" altLang="en-US" dirty="0">
                <a:solidFill>
                  <a:schemeClr val="tx2"/>
                </a:solidFill>
              </a:rPr>
              <a:t> </a:t>
            </a:r>
            <a:r>
              <a:rPr lang="en-US" altLang="en-US" dirty="0" err="1">
                <a:solidFill>
                  <a:schemeClr val="tx2"/>
                </a:solidFill>
              </a:rPr>
              <a:t>nên</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của</a:t>
            </a:r>
            <a:r>
              <a:rPr lang="en-US" altLang="en-US" dirty="0">
                <a:solidFill>
                  <a:schemeClr val="tx2"/>
                </a:solidFill>
              </a:rPr>
              <a:t> EIGRP. DUAL </a:t>
            </a:r>
            <a:r>
              <a:rPr lang="en-US" altLang="en-US" dirty="0" err="1">
                <a:solidFill>
                  <a:schemeClr val="tx2"/>
                </a:solidFill>
              </a:rPr>
              <a:t>lấy</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từ</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láng</a:t>
            </a:r>
            <a:r>
              <a:rPr lang="en-US" altLang="en-US" dirty="0">
                <a:solidFill>
                  <a:schemeClr val="tx2"/>
                </a:solidFill>
              </a:rPr>
              <a:t> </a:t>
            </a:r>
            <a:r>
              <a:rPr lang="en-US" altLang="en-US" dirty="0" err="1">
                <a:solidFill>
                  <a:schemeClr val="tx2"/>
                </a:solidFill>
              </a:rPr>
              <a:t>giềng</a:t>
            </a:r>
            <a:r>
              <a:rPr lang="en-US" altLang="en-US" dirty="0">
                <a:solidFill>
                  <a:schemeClr val="tx2"/>
                </a:solidFill>
              </a:rPr>
              <a:t>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cấu</a:t>
            </a:r>
            <a:r>
              <a:rPr lang="en-US" altLang="en-US" dirty="0">
                <a:solidFill>
                  <a:schemeClr val="tx2"/>
                </a:solidFill>
              </a:rPr>
              <a:t> </a:t>
            </a:r>
            <a:r>
              <a:rPr lang="en-US" altLang="en-US" dirty="0" err="1">
                <a:solidFill>
                  <a:schemeClr val="tx2"/>
                </a:solidFill>
              </a:rPr>
              <a:t>trúc</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tính</a:t>
            </a:r>
            <a:r>
              <a:rPr lang="en-US" altLang="en-US" dirty="0">
                <a:solidFill>
                  <a:schemeClr val="tx2"/>
                </a:solidFill>
              </a:rPr>
              <a:t> </a:t>
            </a:r>
            <a:r>
              <a:rPr lang="en-US" altLang="en-US" dirty="0" err="1">
                <a:solidFill>
                  <a:schemeClr val="tx2"/>
                </a:solidFill>
              </a:rPr>
              <a:t>toán</a:t>
            </a:r>
            <a:r>
              <a:rPr lang="en-US" altLang="en-US" dirty="0">
                <a:solidFill>
                  <a:schemeClr val="tx2"/>
                </a:solidFill>
              </a:rPr>
              <a:t> </a:t>
            </a:r>
            <a:r>
              <a:rPr lang="en-US" altLang="en-US" dirty="0" err="1">
                <a:solidFill>
                  <a:schemeClr val="tx2"/>
                </a:solidFill>
              </a:rPr>
              <a:t>chọn</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có</a:t>
            </a:r>
            <a:r>
              <a:rPr lang="en-US" altLang="en-US" dirty="0">
                <a:solidFill>
                  <a:schemeClr val="tx2"/>
                </a:solidFill>
              </a:rPr>
              <a:t> chi </a:t>
            </a:r>
            <a:r>
              <a:rPr lang="en-US" altLang="en-US" dirty="0" err="1">
                <a:solidFill>
                  <a:schemeClr val="tx2"/>
                </a:solidFill>
              </a:rPr>
              <a:t>phí</a:t>
            </a:r>
            <a:r>
              <a:rPr lang="en-US" altLang="en-US" dirty="0">
                <a:solidFill>
                  <a:schemeClr val="tx2"/>
                </a:solidFill>
              </a:rPr>
              <a:t> </a:t>
            </a:r>
            <a:r>
              <a:rPr lang="en-US" altLang="en-US" dirty="0" err="1">
                <a:solidFill>
                  <a:schemeClr val="tx2"/>
                </a:solidFill>
              </a:rPr>
              <a:t>thấp</a:t>
            </a:r>
            <a:r>
              <a:rPr lang="en-US" altLang="en-US" dirty="0">
                <a:solidFill>
                  <a:schemeClr val="tx2"/>
                </a:solidFill>
              </a:rPr>
              <a:t> </a:t>
            </a:r>
            <a:r>
              <a:rPr lang="en-US" altLang="en-US" dirty="0" err="1">
                <a:solidFill>
                  <a:schemeClr val="tx2"/>
                </a:solidFill>
              </a:rPr>
              <a:t>nhất</a:t>
            </a:r>
            <a:r>
              <a:rPr lang="en-US" altLang="en-US" dirty="0">
                <a:solidFill>
                  <a:schemeClr val="tx2"/>
                </a:solidFill>
              </a:rPr>
              <a:t> </a:t>
            </a:r>
            <a:r>
              <a:rPr lang="en-US" altLang="en-US" dirty="0" err="1">
                <a:solidFill>
                  <a:schemeClr val="tx2"/>
                </a:solidFill>
              </a:rPr>
              <a:t>đến</a:t>
            </a:r>
            <a:r>
              <a:rPr lang="en-US" altLang="en-US" dirty="0">
                <a:solidFill>
                  <a:schemeClr val="tx2"/>
                </a:solidFill>
              </a:rPr>
              <a:t> </a:t>
            </a:r>
            <a:r>
              <a:rPr lang="en-US" altLang="en-US" dirty="0" err="1">
                <a:solidFill>
                  <a:schemeClr val="tx2"/>
                </a:solidFill>
              </a:rPr>
              <a:t>từng</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đích</a:t>
            </a:r>
            <a:r>
              <a:rPr lang="en-US" altLang="en-US" dirty="0">
                <a:solidFill>
                  <a:schemeClr val="tx2"/>
                </a:solidFill>
              </a:rPr>
              <a:t>. </a:t>
            </a:r>
          </a:p>
          <a:p>
            <a:pPr algn="just" eaLnBrk="1" hangingPunct="1">
              <a:lnSpc>
                <a:spcPct val="150000"/>
              </a:lnSpc>
              <a:spcBef>
                <a:spcPct val="50000"/>
              </a:spcBef>
              <a:buClrTx/>
              <a:buFontTx/>
              <a:buNone/>
            </a:pPr>
            <a:r>
              <a:rPr lang="en-US" altLang="en-US" dirty="0" err="1">
                <a:solidFill>
                  <a:schemeClr val="tx2"/>
                </a:solidFill>
              </a:rPr>
              <a:t>Mỗi</a:t>
            </a:r>
            <a:r>
              <a:rPr lang="en-US" altLang="en-US" dirty="0">
                <a:solidFill>
                  <a:schemeClr val="tx2"/>
                </a:solidFill>
              </a:rPr>
              <a:t> EIGRP router </a:t>
            </a:r>
            <a:r>
              <a:rPr lang="en-US" altLang="en-US" dirty="0" err="1">
                <a:solidFill>
                  <a:schemeClr val="tx2"/>
                </a:solidFill>
              </a:rPr>
              <a:t>lưu</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cấu</a:t>
            </a:r>
            <a:r>
              <a:rPr lang="en-US" altLang="en-US" dirty="0">
                <a:solidFill>
                  <a:schemeClr val="tx2"/>
                </a:solidFill>
              </a:rPr>
              <a:t> </a:t>
            </a:r>
            <a:r>
              <a:rPr lang="en-US" altLang="en-US" dirty="0" err="1">
                <a:solidFill>
                  <a:schemeClr val="tx2"/>
                </a:solidFill>
              </a:rPr>
              <a:t>trúc</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riêng</a:t>
            </a:r>
            <a:r>
              <a:rPr lang="en-US" altLang="en-US" dirty="0">
                <a:solidFill>
                  <a:schemeClr val="tx2"/>
                </a:solidFill>
              </a:rPr>
              <a:t> </a:t>
            </a:r>
            <a:r>
              <a:rPr lang="en-US" altLang="en-US" dirty="0" err="1">
                <a:solidFill>
                  <a:schemeClr val="tx2"/>
                </a:solidFill>
              </a:rPr>
              <a:t>tương</a:t>
            </a:r>
            <a:r>
              <a:rPr lang="en-US" altLang="en-US" dirty="0">
                <a:solidFill>
                  <a:schemeClr val="tx2"/>
                </a:solidFill>
              </a:rPr>
              <a:t> </a:t>
            </a:r>
            <a:r>
              <a:rPr lang="en-US" altLang="en-US" dirty="0" err="1">
                <a:solidFill>
                  <a:schemeClr val="tx2"/>
                </a:solidFill>
              </a:rPr>
              <a:t>ứng</a:t>
            </a:r>
            <a:r>
              <a:rPr lang="en-US" altLang="en-US" dirty="0">
                <a:solidFill>
                  <a:schemeClr val="tx2"/>
                </a:solidFill>
              </a:rPr>
              <a:t> </a:t>
            </a:r>
            <a:r>
              <a:rPr lang="en-US" altLang="en-US" dirty="0" err="1">
                <a:solidFill>
                  <a:schemeClr val="tx2"/>
                </a:solidFill>
              </a:rPr>
              <a:t>với</a:t>
            </a:r>
            <a:r>
              <a:rPr lang="en-US" altLang="en-US" dirty="0">
                <a:solidFill>
                  <a:schemeClr val="tx2"/>
                </a:solidFill>
              </a:rPr>
              <a:t> </a:t>
            </a:r>
            <a:r>
              <a:rPr lang="en-US" altLang="en-US" dirty="0" err="1">
                <a:solidFill>
                  <a:schemeClr val="tx2"/>
                </a:solidFill>
              </a:rPr>
              <a:t>từng</a:t>
            </a:r>
            <a:r>
              <a:rPr lang="en-US" altLang="en-US" dirty="0">
                <a:solidFill>
                  <a:schemeClr val="tx2"/>
                </a:solidFill>
              </a:rPr>
              <a:t> </a:t>
            </a:r>
            <a:r>
              <a:rPr lang="en-US" altLang="en-US" dirty="0" err="1">
                <a:solidFill>
                  <a:schemeClr val="tx2"/>
                </a:solidFill>
              </a:rPr>
              <a:t>loại</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khác</a:t>
            </a:r>
            <a:r>
              <a:rPr lang="en-US" altLang="en-US" dirty="0">
                <a:solidFill>
                  <a:schemeClr val="tx2"/>
                </a:solidFill>
              </a:rPr>
              <a:t> </a:t>
            </a:r>
            <a:r>
              <a:rPr lang="en-US" altLang="en-US" dirty="0" err="1">
                <a:solidFill>
                  <a:schemeClr val="tx2"/>
                </a:solidFill>
              </a:rPr>
              <a:t>nhau</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cấu</a:t>
            </a:r>
            <a:r>
              <a:rPr lang="en-US" altLang="en-US" dirty="0">
                <a:solidFill>
                  <a:schemeClr val="tx2"/>
                </a:solidFill>
              </a:rPr>
              <a:t> </a:t>
            </a:r>
            <a:r>
              <a:rPr lang="en-US" altLang="en-US" dirty="0" err="1">
                <a:solidFill>
                  <a:schemeClr val="tx2"/>
                </a:solidFill>
              </a:rPr>
              <a:t>trúc</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chứa</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về</a:t>
            </a:r>
            <a:r>
              <a:rPr lang="en-US" altLang="en-US" dirty="0">
                <a:solidFill>
                  <a:schemeClr val="tx2"/>
                </a:solidFill>
              </a:rPr>
              <a:t> </a:t>
            </a:r>
            <a:r>
              <a:rPr lang="en-US" altLang="en-US" dirty="0" err="1">
                <a:solidFill>
                  <a:schemeClr val="tx2"/>
                </a:solidFill>
              </a:rPr>
              <a:t>tất</a:t>
            </a:r>
            <a:r>
              <a:rPr lang="en-US" altLang="en-US" dirty="0">
                <a:solidFill>
                  <a:schemeClr val="tx2"/>
                </a:solidFill>
              </a:rPr>
              <a:t> </a:t>
            </a:r>
            <a:r>
              <a:rPr lang="en-US" altLang="en-US" dirty="0" err="1">
                <a:solidFill>
                  <a:schemeClr val="tx2"/>
                </a:solidFill>
              </a:rPr>
              <a:t>cả</a:t>
            </a:r>
            <a:r>
              <a:rPr lang="en-US" altLang="en-US" dirty="0">
                <a:solidFill>
                  <a:schemeClr val="tx2"/>
                </a:solidFill>
              </a:rPr>
              <a:t> </a:t>
            </a:r>
            <a:r>
              <a:rPr lang="en-US" altLang="en-US" dirty="0" err="1">
                <a:solidFill>
                  <a:schemeClr val="tx2"/>
                </a:solidFill>
              </a:rPr>
              <a:t>các</a:t>
            </a:r>
            <a:r>
              <a:rPr lang="en-US" altLang="en-US" dirty="0">
                <a:solidFill>
                  <a:schemeClr val="tx2"/>
                </a:solidFill>
              </a:rPr>
              <a:t> con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mà</a:t>
            </a:r>
            <a:r>
              <a:rPr lang="en-US" altLang="en-US" dirty="0">
                <a:solidFill>
                  <a:schemeClr val="tx2"/>
                </a:solidFill>
              </a:rPr>
              <a:t> router </a:t>
            </a:r>
            <a:r>
              <a:rPr lang="en-US" altLang="en-US" dirty="0" err="1">
                <a:solidFill>
                  <a:schemeClr val="tx2"/>
                </a:solidFill>
              </a:rPr>
              <a:t>học</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Nhờ</a:t>
            </a:r>
            <a:r>
              <a:rPr lang="en-US" altLang="en-US" dirty="0">
                <a:solidFill>
                  <a:schemeClr val="tx2"/>
                </a:solidFill>
              </a:rPr>
              <a:t> </a:t>
            </a:r>
            <a:r>
              <a:rPr lang="en-US" altLang="en-US" dirty="0" err="1">
                <a:solidFill>
                  <a:schemeClr val="tx2"/>
                </a:solidFill>
              </a:rPr>
              <a:t>những</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mà</a:t>
            </a:r>
            <a:r>
              <a:rPr lang="en-US" altLang="en-US" dirty="0">
                <a:solidFill>
                  <a:schemeClr val="tx2"/>
                </a:solidFill>
              </a:rPr>
              <a:t> router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thể</a:t>
            </a:r>
            <a:r>
              <a:rPr lang="en-US" altLang="en-US" dirty="0">
                <a:solidFill>
                  <a:schemeClr val="tx2"/>
                </a:solidFill>
              </a:rPr>
              <a:t> </a:t>
            </a:r>
            <a:r>
              <a:rPr lang="en-US" altLang="en-US" dirty="0" err="1">
                <a:solidFill>
                  <a:schemeClr val="tx2"/>
                </a:solidFill>
              </a:rPr>
              <a:t>xác</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đi</a:t>
            </a:r>
            <a:r>
              <a:rPr lang="en-US" altLang="en-US" dirty="0">
                <a:solidFill>
                  <a:schemeClr val="tx2"/>
                </a:solidFill>
              </a:rPr>
              <a:t> </a:t>
            </a:r>
            <a:r>
              <a:rPr lang="en-US" altLang="en-US" dirty="0" err="1">
                <a:solidFill>
                  <a:schemeClr val="tx2"/>
                </a:solidFill>
              </a:rPr>
              <a:t>khác</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thay</a:t>
            </a:r>
            <a:r>
              <a:rPr lang="en-US" altLang="en-US" dirty="0">
                <a:solidFill>
                  <a:schemeClr val="tx2"/>
                </a:solidFill>
              </a:rPr>
              <a:t> </a:t>
            </a:r>
            <a:r>
              <a:rPr lang="en-US" altLang="en-US" dirty="0" err="1">
                <a:solidFill>
                  <a:schemeClr val="tx2"/>
                </a:solidFill>
              </a:rPr>
              <a:t>thế</a:t>
            </a:r>
            <a:r>
              <a:rPr lang="en-US" altLang="en-US" dirty="0">
                <a:solidFill>
                  <a:schemeClr val="tx2"/>
                </a:solidFill>
              </a:rPr>
              <a:t> </a:t>
            </a:r>
            <a:r>
              <a:rPr lang="en-US" altLang="en-US" dirty="0" err="1">
                <a:solidFill>
                  <a:schemeClr val="tx2"/>
                </a:solidFill>
              </a:rPr>
              <a:t>nhanh</a:t>
            </a:r>
            <a:r>
              <a:rPr lang="en-US" altLang="en-US" dirty="0">
                <a:solidFill>
                  <a:schemeClr val="tx2"/>
                </a:solidFill>
              </a:rPr>
              <a:t> </a:t>
            </a:r>
            <a:r>
              <a:rPr lang="en-US" altLang="en-US" dirty="0" err="1">
                <a:solidFill>
                  <a:schemeClr val="tx2"/>
                </a:solidFill>
              </a:rPr>
              <a:t>chóng</a:t>
            </a:r>
            <a:r>
              <a:rPr lang="en-US" altLang="en-US" dirty="0">
                <a:solidFill>
                  <a:schemeClr val="tx2"/>
                </a:solidFill>
              </a:rPr>
              <a:t> </a:t>
            </a:r>
            <a:r>
              <a:rPr lang="en-US" altLang="en-US" dirty="0" err="1">
                <a:solidFill>
                  <a:schemeClr val="tx2"/>
                </a:solidFill>
              </a:rPr>
              <a:t>khi</a:t>
            </a:r>
            <a:r>
              <a:rPr lang="en-US" altLang="en-US" dirty="0">
                <a:solidFill>
                  <a:schemeClr val="tx2"/>
                </a:solidFill>
              </a:rPr>
              <a:t> </a:t>
            </a:r>
            <a:r>
              <a:rPr lang="en-US" altLang="en-US" dirty="0" err="1">
                <a:solidFill>
                  <a:schemeClr val="tx2"/>
                </a:solidFill>
              </a:rPr>
              <a:t>cần</a:t>
            </a:r>
            <a:r>
              <a:rPr lang="en-US" altLang="en-US" dirty="0">
                <a:solidFill>
                  <a:schemeClr val="tx2"/>
                </a:solidFill>
              </a:rPr>
              <a:t> </a:t>
            </a:r>
            <a:r>
              <a:rPr lang="en-US" altLang="en-US" dirty="0" err="1">
                <a:solidFill>
                  <a:schemeClr val="tx2"/>
                </a:solidFill>
              </a:rPr>
              <a:t>thiết</a:t>
            </a:r>
            <a:r>
              <a:rPr lang="en-US" altLang="en-US" dirty="0">
                <a:solidFill>
                  <a:schemeClr val="tx2"/>
                </a:solidFill>
              </a:rPr>
              <a:t>. </a:t>
            </a:r>
            <a:r>
              <a:rPr lang="en-US" altLang="en-US" dirty="0" err="1">
                <a:solidFill>
                  <a:schemeClr val="tx2"/>
                </a:solidFill>
              </a:rPr>
              <a:t>Thuật</a:t>
            </a:r>
            <a:r>
              <a:rPr lang="en-US" altLang="en-US" dirty="0">
                <a:solidFill>
                  <a:schemeClr val="tx2"/>
                </a:solidFill>
              </a:rPr>
              <a:t> </a:t>
            </a:r>
            <a:r>
              <a:rPr lang="en-US" altLang="en-US" dirty="0" err="1">
                <a:solidFill>
                  <a:schemeClr val="tx2"/>
                </a:solidFill>
              </a:rPr>
              <a:t>toán</a:t>
            </a:r>
            <a:r>
              <a:rPr lang="en-US" altLang="en-US" dirty="0">
                <a:solidFill>
                  <a:schemeClr val="tx2"/>
                </a:solidFill>
              </a:rPr>
              <a:t> DUAL </a:t>
            </a:r>
            <a:r>
              <a:rPr lang="en-US" altLang="en-US" dirty="0" err="1">
                <a:solidFill>
                  <a:schemeClr val="tx2"/>
                </a:solidFill>
              </a:rPr>
              <a:t>chọn</a:t>
            </a:r>
            <a:r>
              <a:rPr lang="en-US" altLang="en-US" dirty="0">
                <a:solidFill>
                  <a:schemeClr val="tx2"/>
                </a:solidFill>
              </a:rPr>
              <a:t> ra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tốt</a:t>
            </a:r>
            <a:r>
              <a:rPr lang="en-US" altLang="en-US" dirty="0">
                <a:solidFill>
                  <a:schemeClr val="tx2"/>
                </a:solidFill>
              </a:rPr>
              <a:t> </a:t>
            </a:r>
            <a:r>
              <a:rPr lang="en-US" altLang="en-US" dirty="0" err="1">
                <a:solidFill>
                  <a:schemeClr val="tx2"/>
                </a:solidFill>
              </a:rPr>
              <a:t>nhất</a:t>
            </a:r>
            <a:r>
              <a:rPr lang="en-US" altLang="en-US" dirty="0">
                <a:solidFill>
                  <a:schemeClr val="tx2"/>
                </a:solidFill>
              </a:rPr>
              <a:t> </a:t>
            </a:r>
            <a:r>
              <a:rPr lang="en-US" altLang="en-US" dirty="0" err="1">
                <a:solidFill>
                  <a:schemeClr val="tx2"/>
                </a:solidFill>
              </a:rPr>
              <a:t>đến</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đích</a:t>
            </a:r>
            <a:r>
              <a:rPr lang="en-US" altLang="en-US" dirty="0">
                <a:solidFill>
                  <a:schemeClr val="tx2"/>
                </a:solidFill>
              </a:rPr>
              <a:t> </a:t>
            </a:r>
            <a:r>
              <a:rPr lang="en-US" altLang="en-US" dirty="0" err="1">
                <a:solidFill>
                  <a:schemeClr val="tx2"/>
                </a:solidFill>
              </a:rPr>
              <a:t>gọi</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chính</a:t>
            </a:r>
            <a:r>
              <a:rPr lang="en-US" altLang="en-US" dirty="0">
                <a:solidFill>
                  <a:schemeClr val="tx2"/>
                </a:solidFill>
              </a:rPr>
              <a:t> (successor route).</a:t>
            </a:r>
          </a:p>
        </p:txBody>
      </p:sp>
      <p:sp>
        <p:nvSpPr>
          <p:cNvPr id="11" name="Title 1">
            <a:extLst>
              <a:ext uri="{FF2B5EF4-FFF2-40B4-BE49-F238E27FC236}">
                <a16:creationId xmlns:a16="http://schemas.microsoft.com/office/drawing/2014/main" id="{7D059249-708E-4461-8A46-16A916BADE4C}"/>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III.4 EIGRP</a:t>
            </a:r>
            <a:endParaRPr lang="vi-VN" dirty="0">
              <a:cs typeface="Times New Roman" pitchFamily="18"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6">
            <a:extLst>
              <a:ext uri="{FF2B5EF4-FFF2-40B4-BE49-F238E27FC236}">
                <a16:creationId xmlns:a16="http://schemas.microsoft.com/office/drawing/2014/main" id="{0E5E8F69-EE15-4040-9993-587BDC3C24C5}"/>
              </a:ext>
            </a:extLst>
          </p:cNvPr>
          <p:cNvSpPr>
            <a:spLocks noChangeArrowheads="1"/>
          </p:cNvSpPr>
          <p:nvPr/>
        </p:nvSpPr>
        <p:spPr bwMode="gray">
          <a:xfrm>
            <a:off x="437321" y="1037321"/>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Các</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của</a:t>
            </a:r>
            <a:r>
              <a:rPr lang="en-US" altLang="en-US" dirty="0">
                <a:solidFill>
                  <a:schemeClr val="tx2"/>
                </a:solidFill>
              </a:rPr>
              <a:t> EIGRP </a:t>
            </a:r>
          </a:p>
        </p:txBody>
      </p:sp>
      <p:sp>
        <p:nvSpPr>
          <p:cNvPr id="104452" name="Rectangle 7">
            <a:extLst>
              <a:ext uri="{FF2B5EF4-FFF2-40B4-BE49-F238E27FC236}">
                <a16:creationId xmlns:a16="http://schemas.microsoft.com/office/drawing/2014/main" id="{5590FC50-6D71-417A-84A2-1359E759C161}"/>
              </a:ext>
            </a:extLst>
          </p:cNvPr>
          <p:cNvSpPr>
            <a:spLocks noChangeArrowheads="1"/>
          </p:cNvSpPr>
          <p:nvPr/>
        </p:nvSpPr>
        <p:spPr bwMode="auto">
          <a:xfrm>
            <a:off x="1524001" y="2844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04453" name="Rectangle 8">
            <a:extLst>
              <a:ext uri="{FF2B5EF4-FFF2-40B4-BE49-F238E27FC236}">
                <a16:creationId xmlns:a16="http://schemas.microsoft.com/office/drawing/2014/main" id="{5436DEBA-488E-4B42-ADE3-239C2A3B8485}"/>
              </a:ext>
            </a:extLst>
          </p:cNvPr>
          <p:cNvSpPr>
            <a:spLocks noChangeArrowheads="1"/>
          </p:cNvSpPr>
          <p:nvPr/>
        </p:nvSpPr>
        <p:spPr bwMode="auto">
          <a:xfrm>
            <a:off x="1524001" y="3144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04454" name="Text Box 10">
            <a:extLst>
              <a:ext uri="{FF2B5EF4-FFF2-40B4-BE49-F238E27FC236}">
                <a16:creationId xmlns:a16="http://schemas.microsoft.com/office/drawing/2014/main" id="{8967F970-F86E-4CC4-A37A-AC939E34C3B3}"/>
              </a:ext>
            </a:extLst>
          </p:cNvPr>
          <p:cNvSpPr txBox="1">
            <a:spLocks noChangeArrowheads="1"/>
          </p:cNvSpPr>
          <p:nvPr/>
        </p:nvSpPr>
        <p:spPr bwMode="auto">
          <a:xfrm>
            <a:off x="437321" y="1887103"/>
            <a:ext cx="11573704" cy="4455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50000"/>
              </a:spcBef>
              <a:buClrTx/>
              <a:buFontTx/>
              <a:buNone/>
            </a:pPr>
            <a:r>
              <a:rPr lang="en-US" altLang="en-US" dirty="0" err="1">
                <a:solidFill>
                  <a:schemeClr val="tx2"/>
                </a:solidFill>
              </a:rPr>
              <a:t>Những</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cấu</a:t>
            </a:r>
            <a:r>
              <a:rPr lang="en-US" altLang="en-US" dirty="0">
                <a:solidFill>
                  <a:schemeClr val="tx2"/>
                </a:solidFill>
              </a:rPr>
              <a:t> </a:t>
            </a:r>
            <a:r>
              <a:rPr lang="en-US" altLang="en-US" dirty="0" err="1">
                <a:solidFill>
                  <a:schemeClr val="tx2"/>
                </a:solidFill>
              </a:rPr>
              <a:t>trúc</a:t>
            </a:r>
            <a:r>
              <a:rPr lang="en-US" altLang="en-US" dirty="0">
                <a:solidFill>
                  <a:schemeClr val="tx2"/>
                </a:solidFill>
              </a:rPr>
              <a:t> </a:t>
            </a:r>
            <a:r>
              <a:rPr lang="en-US" altLang="en-US" dirty="0" err="1">
                <a:solidFill>
                  <a:schemeClr val="tx2"/>
                </a:solidFill>
              </a:rPr>
              <a:t>mạng</a:t>
            </a:r>
            <a:r>
              <a:rPr lang="en-US" altLang="en-US" dirty="0">
                <a:solidFill>
                  <a:schemeClr val="tx2"/>
                </a:solidFill>
              </a:rPr>
              <a:t>:</a:t>
            </a:r>
          </a:p>
          <a:p>
            <a:pPr algn="just" eaLnBrk="1" hangingPunct="1">
              <a:lnSpc>
                <a:spcPct val="150000"/>
              </a:lnSpc>
              <a:spcBef>
                <a:spcPct val="50000"/>
              </a:spcBef>
              <a:buClrTx/>
              <a:buFontTx/>
              <a:buNone/>
            </a:pPr>
            <a:r>
              <a:rPr lang="en-US" altLang="en-US" dirty="0">
                <a:solidFill>
                  <a:schemeClr val="tx2"/>
                </a:solidFill>
              </a:rPr>
              <a:t> - Feasible Distance (FD):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số</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nhỏ</a:t>
            </a:r>
            <a:r>
              <a:rPr lang="en-US" altLang="en-US" dirty="0">
                <a:solidFill>
                  <a:schemeClr val="tx2"/>
                </a:solidFill>
              </a:rPr>
              <a:t> </a:t>
            </a:r>
            <a:r>
              <a:rPr lang="en-US" altLang="en-US" dirty="0" err="1">
                <a:solidFill>
                  <a:schemeClr val="tx2"/>
                </a:solidFill>
              </a:rPr>
              <a:t>nhất</a:t>
            </a:r>
            <a:r>
              <a:rPr lang="en-US" altLang="en-US" dirty="0">
                <a:solidFill>
                  <a:schemeClr val="tx2"/>
                </a:solidFill>
              </a:rPr>
              <a:t> </a:t>
            </a:r>
            <a:r>
              <a:rPr lang="en-US" altLang="en-US" dirty="0" err="1">
                <a:solidFill>
                  <a:schemeClr val="tx2"/>
                </a:solidFill>
              </a:rPr>
              <a:t>mà</a:t>
            </a:r>
            <a:r>
              <a:rPr lang="en-US" altLang="en-US" dirty="0">
                <a:solidFill>
                  <a:schemeClr val="tx2"/>
                </a:solidFill>
              </a:rPr>
              <a:t> EIGRP </a:t>
            </a:r>
            <a:r>
              <a:rPr lang="en-US" altLang="en-US" dirty="0" err="1">
                <a:solidFill>
                  <a:schemeClr val="tx2"/>
                </a:solidFill>
              </a:rPr>
              <a:t>tính</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cho</a:t>
            </a:r>
            <a:r>
              <a:rPr lang="en-US" altLang="en-US" dirty="0">
                <a:solidFill>
                  <a:schemeClr val="tx2"/>
                </a:solidFill>
              </a:rPr>
              <a:t> </a:t>
            </a:r>
            <a:r>
              <a:rPr lang="en-US" altLang="en-US" dirty="0" err="1">
                <a:solidFill>
                  <a:schemeClr val="tx2"/>
                </a:solidFill>
              </a:rPr>
              <a:t>từng</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đích</a:t>
            </a:r>
            <a:r>
              <a:rPr lang="en-US" altLang="en-US" dirty="0">
                <a:solidFill>
                  <a:schemeClr val="tx2"/>
                </a:solidFill>
              </a:rPr>
              <a:t>.</a:t>
            </a:r>
          </a:p>
          <a:p>
            <a:pPr algn="just" eaLnBrk="1" hangingPunct="1">
              <a:lnSpc>
                <a:spcPct val="150000"/>
              </a:lnSpc>
              <a:spcBef>
                <a:spcPct val="50000"/>
              </a:spcBef>
              <a:buClrTx/>
              <a:buFontTx/>
              <a:buNone/>
            </a:pPr>
            <a:r>
              <a:rPr lang="en-US" altLang="en-US" dirty="0">
                <a:solidFill>
                  <a:schemeClr val="tx2"/>
                </a:solidFill>
              </a:rPr>
              <a:t> - Route Source: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nguồn</a:t>
            </a:r>
            <a:r>
              <a:rPr lang="en-US" altLang="en-US" dirty="0">
                <a:solidFill>
                  <a:schemeClr val="tx2"/>
                </a:solidFill>
              </a:rPr>
              <a:t> </a:t>
            </a:r>
            <a:r>
              <a:rPr lang="en-US" altLang="en-US" dirty="0" err="1">
                <a:solidFill>
                  <a:schemeClr val="tx2"/>
                </a:solidFill>
              </a:rPr>
              <a:t>khởi</a:t>
            </a:r>
            <a:r>
              <a:rPr lang="en-US" altLang="en-US" dirty="0">
                <a:solidFill>
                  <a:schemeClr val="tx2"/>
                </a:solidFill>
              </a:rPr>
              <a:t> </a:t>
            </a:r>
            <a:r>
              <a:rPr lang="en-US" altLang="en-US" dirty="0" err="1">
                <a:solidFill>
                  <a:schemeClr val="tx2"/>
                </a:solidFill>
              </a:rPr>
              <a:t>phát</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về</a:t>
            </a:r>
            <a:r>
              <a:rPr lang="en-US" altLang="en-US" dirty="0">
                <a:solidFill>
                  <a:schemeClr val="tx2"/>
                </a:solidFill>
              </a:rPr>
              <a:t> </a:t>
            </a:r>
            <a:r>
              <a:rPr lang="en-US" altLang="en-US" dirty="0" err="1">
                <a:solidFill>
                  <a:schemeClr val="tx2"/>
                </a:solidFill>
              </a:rPr>
              <a:t>một</a:t>
            </a:r>
            <a:r>
              <a:rPr lang="en-US" altLang="en-US" dirty="0">
                <a:solidFill>
                  <a:schemeClr val="tx2"/>
                </a:solidFill>
              </a:rPr>
              <a:t> con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nào</a:t>
            </a:r>
            <a:r>
              <a:rPr lang="en-US" altLang="en-US" dirty="0">
                <a:solidFill>
                  <a:schemeClr val="tx2"/>
                </a:solidFill>
              </a:rPr>
              <a:t> </a:t>
            </a:r>
            <a:r>
              <a:rPr lang="en-US" altLang="en-US" dirty="0" err="1">
                <a:solidFill>
                  <a:schemeClr val="tx2"/>
                </a:solidFill>
              </a:rPr>
              <a:t>đó</a:t>
            </a:r>
            <a:r>
              <a:rPr lang="en-US" altLang="en-US" dirty="0">
                <a:solidFill>
                  <a:schemeClr val="tx2"/>
                </a:solidFill>
              </a:rPr>
              <a:t>. -  - Reported Distance (RD):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số</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đến</a:t>
            </a:r>
            <a:r>
              <a:rPr lang="en-US" altLang="en-US" dirty="0">
                <a:solidFill>
                  <a:schemeClr val="tx2"/>
                </a:solidFill>
              </a:rPr>
              <a:t>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đích</a:t>
            </a:r>
            <a:r>
              <a:rPr lang="en-US" altLang="en-US" dirty="0">
                <a:solidFill>
                  <a:schemeClr val="tx2"/>
                </a:solidFill>
              </a:rPr>
              <a:t> do router </a:t>
            </a:r>
            <a:r>
              <a:rPr lang="en-US" altLang="en-US" dirty="0" err="1">
                <a:solidFill>
                  <a:schemeClr val="tx2"/>
                </a:solidFill>
              </a:rPr>
              <a:t>láng</a:t>
            </a:r>
            <a:r>
              <a:rPr lang="en-US" altLang="en-US" dirty="0">
                <a:solidFill>
                  <a:schemeClr val="tx2"/>
                </a:solidFill>
              </a:rPr>
              <a:t> </a:t>
            </a:r>
            <a:r>
              <a:rPr lang="en-US" altLang="en-US" dirty="0" err="1">
                <a:solidFill>
                  <a:schemeClr val="tx2"/>
                </a:solidFill>
              </a:rPr>
              <a:t>giềng</a:t>
            </a:r>
            <a:r>
              <a:rPr lang="en-US" altLang="en-US" dirty="0">
                <a:solidFill>
                  <a:schemeClr val="tx2"/>
                </a:solidFill>
              </a:rPr>
              <a:t> </a:t>
            </a:r>
            <a:r>
              <a:rPr lang="en-US" altLang="en-US" dirty="0" err="1">
                <a:solidFill>
                  <a:schemeClr val="tx2"/>
                </a:solidFill>
              </a:rPr>
              <a:t>thân</a:t>
            </a:r>
            <a:r>
              <a:rPr lang="en-US" altLang="en-US" dirty="0">
                <a:solidFill>
                  <a:schemeClr val="tx2"/>
                </a:solidFill>
              </a:rPr>
              <a:t> </a:t>
            </a:r>
            <a:r>
              <a:rPr lang="en-US" altLang="en-US" dirty="0" err="1">
                <a:solidFill>
                  <a:schemeClr val="tx2"/>
                </a:solidFill>
              </a:rPr>
              <a:t>mật</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a:t>
            </a:r>
            <a:r>
              <a:rPr lang="en-US" altLang="en-US" dirty="0" err="1">
                <a:solidFill>
                  <a:schemeClr val="tx2"/>
                </a:solidFill>
              </a:rPr>
              <a:t>báo</a:t>
            </a:r>
            <a:r>
              <a:rPr lang="en-US" altLang="en-US" dirty="0">
                <a:solidFill>
                  <a:schemeClr val="tx2"/>
                </a:solidFill>
              </a:rPr>
              <a:t> qua.</a:t>
            </a:r>
          </a:p>
          <a:p>
            <a:pPr algn="just" eaLnBrk="1" hangingPunct="1">
              <a:lnSpc>
                <a:spcPct val="150000"/>
              </a:lnSpc>
              <a:spcBef>
                <a:spcPct val="50000"/>
              </a:spcBef>
              <a:buClrTx/>
              <a:buFontTx/>
              <a:buNone/>
            </a:pPr>
            <a:r>
              <a:rPr lang="en-US" altLang="en-US" dirty="0">
                <a:solidFill>
                  <a:schemeClr val="tx2"/>
                </a:solidFill>
              </a:rPr>
              <a:t> </a:t>
            </a:r>
          </a:p>
        </p:txBody>
      </p:sp>
      <p:sp>
        <p:nvSpPr>
          <p:cNvPr id="104455" name="Rectangle 11">
            <a:extLst>
              <a:ext uri="{FF2B5EF4-FFF2-40B4-BE49-F238E27FC236}">
                <a16:creationId xmlns:a16="http://schemas.microsoft.com/office/drawing/2014/main" id="{59393019-1813-4911-893D-C7FB835C6E0E}"/>
              </a:ext>
            </a:extLst>
          </p:cNvPr>
          <p:cNvSpPr>
            <a:spLocks noChangeArrowheads="1"/>
          </p:cNvSpPr>
          <p:nvPr/>
        </p:nvSpPr>
        <p:spPr bwMode="gray">
          <a:xfrm>
            <a:off x="437321" y="1492333"/>
            <a:ext cx="541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cấu</a:t>
            </a:r>
            <a:r>
              <a:rPr lang="en-US" altLang="en-US" dirty="0">
                <a:solidFill>
                  <a:schemeClr val="tx2"/>
                </a:solidFill>
              </a:rPr>
              <a:t> </a:t>
            </a:r>
            <a:r>
              <a:rPr lang="en-US" altLang="en-US" dirty="0" err="1">
                <a:solidFill>
                  <a:schemeClr val="tx2"/>
                </a:solidFill>
              </a:rPr>
              <a:t>trúc</a:t>
            </a:r>
            <a:r>
              <a:rPr lang="en-US" altLang="en-US" dirty="0">
                <a:solidFill>
                  <a:schemeClr val="tx2"/>
                </a:solidFill>
              </a:rPr>
              <a:t> </a:t>
            </a:r>
            <a:r>
              <a:rPr lang="en-US" altLang="en-US" dirty="0" err="1">
                <a:solidFill>
                  <a:schemeClr val="tx2"/>
                </a:solidFill>
              </a:rPr>
              <a:t>mạng</a:t>
            </a:r>
            <a:endParaRPr lang="en-US" altLang="en-US" dirty="0">
              <a:solidFill>
                <a:schemeClr val="tx2"/>
              </a:solidFill>
            </a:endParaRPr>
          </a:p>
        </p:txBody>
      </p:sp>
      <p:sp>
        <p:nvSpPr>
          <p:cNvPr id="11" name="Title 1">
            <a:extLst>
              <a:ext uri="{FF2B5EF4-FFF2-40B4-BE49-F238E27FC236}">
                <a16:creationId xmlns:a16="http://schemas.microsoft.com/office/drawing/2014/main" id="{7ED1B156-308D-4E32-A874-1BB5A4316480}"/>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III.4 EIGRP</a:t>
            </a:r>
            <a:endParaRPr lang="vi-VN" dirty="0">
              <a:cs typeface="Times New Roman" pitchFamily="18"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995670-028E-48E7-8B55-C0DC6BF5EE98}"/>
              </a:ext>
            </a:extLst>
          </p:cNvPr>
          <p:cNvSpPr>
            <a:spLocks noGrp="1"/>
          </p:cNvSpPr>
          <p:nvPr>
            <p:ph idx="1"/>
          </p:nvPr>
        </p:nvSpPr>
        <p:spPr/>
        <p:txBody>
          <a:bodyPr/>
          <a:lstStyle/>
          <a:p>
            <a:pPr algn="just">
              <a:buFontTx/>
              <a:buChar char="-"/>
            </a:pPr>
            <a:r>
              <a:rPr lang="en-US" altLang="en-US" dirty="0" err="1">
                <a:solidFill>
                  <a:schemeClr val="tx2"/>
                </a:solidFill>
              </a:rPr>
              <a:t>Trạng</a:t>
            </a:r>
            <a:r>
              <a:rPr lang="en-US" altLang="en-US" dirty="0">
                <a:solidFill>
                  <a:schemeClr val="tx2"/>
                </a:solidFill>
              </a:rPr>
              <a:t> </a:t>
            </a:r>
            <a:r>
              <a:rPr lang="en-US" altLang="en-US" dirty="0" err="1">
                <a:solidFill>
                  <a:schemeClr val="tx2"/>
                </a:solidFill>
              </a:rPr>
              <a:t>thái</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đi</a:t>
            </a:r>
            <a:r>
              <a:rPr lang="en-US" altLang="en-US" dirty="0">
                <a:solidFill>
                  <a:schemeClr val="tx2"/>
                </a:solidFill>
              </a:rPr>
              <a:t>: </a:t>
            </a:r>
            <a:r>
              <a:rPr lang="en-US" altLang="en-US" dirty="0" err="1">
                <a:solidFill>
                  <a:schemeClr val="tx2"/>
                </a:solidFill>
              </a:rPr>
              <a:t>Trạng</a:t>
            </a:r>
            <a:r>
              <a:rPr lang="en-US" altLang="en-US" dirty="0">
                <a:solidFill>
                  <a:schemeClr val="tx2"/>
                </a:solidFill>
              </a:rPr>
              <a:t> </a:t>
            </a:r>
            <a:r>
              <a:rPr lang="en-US" altLang="en-US" dirty="0" err="1">
                <a:solidFill>
                  <a:schemeClr val="tx2"/>
                </a:solidFill>
              </a:rPr>
              <a:t>thái</a:t>
            </a:r>
            <a:r>
              <a:rPr lang="en-US" altLang="en-US" dirty="0">
                <a:solidFill>
                  <a:schemeClr val="tx2"/>
                </a:solidFill>
              </a:rPr>
              <a:t> </a:t>
            </a:r>
            <a:r>
              <a:rPr lang="en-US" altLang="en-US" dirty="0" err="1">
                <a:solidFill>
                  <a:schemeClr val="tx2"/>
                </a:solidFill>
              </a:rPr>
              <a:t>không</a:t>
            </a:r>
            <a:r>
              <a:rPr lang="en-US" altLang="en-US" dirty="0">
                <a:solidFill>
                  <a:schemeClr val="tx2"/>
                </a:solidFill>
              </a:rPr>
              <a:t> </a:t>
            </a:r>
            <a:r>
              <a:rPr lang="en-US" altLang="en-US" dirty="0" err="1">
                <a:solidFill>
                  <a:schemeClr val="tx2"/>
                </a:solidFill>
              </a:rPr>
              <a:t>tác</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 (P - passive)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trạng</a:t>
            </a:r>
            <a:r>
              <a:rPr lang="en-US" altLang="en-US" dirty="0">
                <a:solidFill>
                  <a:schemeClr val="tx2"/>
                </a:solidFill>
              </a:rPr>
              <a:t> </a:t>
            </a:r>
            <a:r>
              <a:rPr lang="en-US" altLang="en-US" dirty="0" err="1">
                <a:solidFill>
                  <a:schemeClr val="tx2"/>
                </a:solidFill>
              </a:rPr>
              <a:t>thái</a:t>
            </a:r>
            <a:r>
              <a:rPr lang="en-US" altLang="en-US" dirty="0">
                <a:solidFill>
                  <a:schemeClr val="tx2"/>
                </a:solidFill>
              </a:rPr>
              <a:t> </a:t>
            </a:r>
            <a:r>
              <a:rPr lang="en-US" altLang="en-US" dirty="0" err="1">
                <a:solidFill>
                  <a:schemeClr val="tx2"/>
                </a:solidFill>
              </a:rPr>
              <a:t>ổn</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sẵn</a:t>
            </a:r>
            <a:r>
              <a:rPr lang="en-US" altLang="en-US" dirty="0">
                <a:solidFill>
                  <a:schemeClr val="tx2"/>
                </a:solidFill>
              </a:rPr>
              <a:t> </a:t>
            </a:r>
            <a:r>
              <a:rPr lang="en-US" altLang="en-US" dirty="0" err="1">
                <a:solidFill>
                  <a:schemeClr val="tx2"/>
                </a:solidFill>
              </a:rPr>
              <a:t>sàng</a:t>
            </a:r>
            <a:r>
              <a:rPr lang="en-US" altLang="en-US" dirty="0">
                <a:solidFill>
                  <a:schemeClr val="tx2"/>
                </a:solidFill>
              </a:rPr>
              <a:t> </a:t>
            </a:r>
            <a:r>
              <a:rPr lang="en-US" altLang="en-US" dirty="0" err="1">
                <a:solidFill>
                  <a:schemeClr val="tx2"/>
                </a:solidFill>
              </a:rPr>
              <a:t>sử</a:t>
            </a:r>
            <a:r>
              <a:rPr lang="en-US" altLang="en-US" dirty="0">
                <a:solidFill>
                  <a:schemeClr val="tx2"/>
                </a:solidFill>
              </a:rPr>
              <a:t> </a:t>
            </a:r>
            <a:r>
              <a:rPr lang="en-US" altLang="en-US" dirty="0" err="1">
                <a:solidFill>
                  <a:schemeClr val="tx2"/>
                </a:solidFill>
              </a:rPr>
              <a:t>dụng</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p>
          <a:p>
            <a:pPr algn="just">
              <a:buFontTx/>
              <a:buChar char="-"/>
            </a:pPr>
            <a:r>
              <a:rPr lang="en-US" altLang="en-US" dirty="0" err="1">
                <a:solidFill>
                  <a:schemeClr val="tx2"/>
                </a:solidFill>
              </a:rPr>
              <a:t>Trạng</a:t>
            </a:r>
            <a:r>
              <a:rPr lang="en-US" altLang="en-US" dirty="0">
                <a:solidFill>
                  <a:schemeClr val="tx2"/>
                </a:solidFill>
              </a:rPr>
              <a:t> </a:t>
            </a:r>
            <a:r>
              <a:rPr lang="en-US" altLang="en-US" dirty="0" err="1">
                <a:solidFill>
                  <a:schemeClr val="tx2"/>
                </a:solidFill>
              </a:rPr>
              <a:t>thái</a:t>
            </a:r>
            <a:r>
              <a:rPr lang="en-US" altLang="en-US" dirty="0">
                <a:solidFill>
                  <a:schemeClr val="tx2"/>
                </a:solidFill>
              </a:rPr>
              <a:t> </a:t>
            </a:r>
            <a:r>
              <a:rPr lang="en-US" altLang="en-US" dirty="0" err="1">
                <a:solidFill>
                  <a:schemeClr val="tx2"/>
                </a:solidFill>
              </a:rPr>
              <a:t>tác</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 (A - Active)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trạng</a:t>
            </a:r>
            <a:r>
              <a:rPr lang="en-US" altLang="en-US" dirty="0">
                <a:solidFill>
                  <a:schemeClr val="tx2"/>
                </a:solidFill>
              </a:rPr>
              <a:t> </a:t>
            </a:r>
            <a:r>
              <a:rPr lang="en-US" altLang="en-US" dirty="0" err="1">
                <a:solidFill>
                  <a:schemeClr val="tx2"/>
                </a:solidFill>
              </a:rPr>
              <a:t>thái</a:t>
            </a:r>
            <a:r>
              <a:rPr lang="en-US" altLang="en-US" dirty="0">
                <a:solidFill>
                  <a:schemeClr val="tx2"/>
                </a:solidFill>
              </a:rPr>
              <a:t> </a:t>
            </a:r>
            <a:r>
              <a:rPr lang="en-US" altLang="en-US" dirty="0" err="1">
                <a:solidFill>
                  <a:schemeClr val="tx2"/>
                </a:solidFill>
              </a:rPr>
              <a:t>đang</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quá</a:t>
            </a:r>
            <a:r>
              <a:rPr lang="en-US" altLang="en-US" dirty="0">
                <a:solidFill>
                  <a:schemeClr val="tx2"/>
                </a:solidFill>
              </a:rPr>
              <a:t> </a:t>
            </a:r>
            <a:r>
              <a:rPr lang="en-US" altLang="en-US" dirty="0" err="1">
                <a:solidFill>
                  <a:schemeClr val="tx2"/>
                </a:solidFill>
              </a:rPr>
              <a:t>trình</a:t>
            </a:r>
            <a:r>
              <a:rPr lang="en-US" altLang="en-US" dirty="0">
                <a:solidFill>
                  <a:schemeClr val="tx2"/>
                </a:solidFill>
              </a:rPr>
              <a:t> </a:t>
            </a:r>
            <a:r>
              <a:rPr lang="en-US" altLang="en-US" dirty="0" err="1">
                <a:solidFill>
                  <a:schemeClr val="tx2"/>
                </a:solidFill>
              </a:rPr>
              <a:t>tính</a:t>
            </a:r>
            <a:r>
              <a:rPr lang="en-US" altLang="en-US" dirty="0">
                <a:solidFill>
                  <a:schemeClr val="tx2"/>
                </a:solidFill>
              </a:rPr>
              <a:t> </a:t>
            </a:r>
            <a:r>
              <a:rPr lang="en-US" altLang="en-US" dirty="0" err="1">
                <a:solidFill>
                  <a:schemeClr val="tx2"/>
                </a:solidFill>
              </a:rPr>
              <a:t>toán</a:t>
            </a:r>
            <a:r>
              <a:rPr lang="en-US" altLang="en-US" dirty="0">
                <a:solidFill>
                  <a:schemeClr val="tx2"/>
                </a:solidFill>
              </a:rPr>
              <a:t> </a:t>
            </a:r>
            <a:r>
              <a:rPr lang="en-US" altLang="en-US" dirty="0" err="1">
                <a:solidFill>
                  <a:schemeClr val="tx2"/>
                </a:solidFill>
              </a:rPr>
              <a:t>lại</a:t>
            </a:r>
            <a:r>
              <a:rPr lang="en-US" altLang="en-US" dirty="0">
                <a:solidFill>
                  <a:schemeClr val="tx2"/>
                </a:solidFill>
              </a:rPr>
              <a:t> </a:t>
            </a:r>
            <a:r>
              <a:rPr lang="en-US" altLang="en-US" dirty="0" err="1">
                <a:solidFill>
                  <a:schemeClr val="tx2"/>
                </a:solidFill>
              </a:rPr>
              <a:t>của</a:t>
            </a:r>
            <a:r>
              <a:rPr lang="en-US" altLang="en-US" dirty="0">
                <a:solidFill>
                  <a:schemeClr val="tx2"/>
                </a:solidFill>
              </a:rPr>
              <a:t> DUAL.</a:t>
            </a:r>
            <a:endParaRPr lang="en-US" dirty="0"/>
          </a:p>
        </p:txBody>
      </p:sp>
      <p:sp>
        <p:nvSpPr>
          <p:cNvPr id="4" name="Title 1">
            <a:extLst>
              <a:ext uri="{FF2B5EF4-FFF2-40B4-BE49-F238E27FC236}">
                <a16:creationId xmlns:a16="http://schemas.microsoft.com/office/drawing/2014/main" id="{793CAB64-39B5-46F9-A627-A6B11907B07A}"/>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III.4 EIGRP</a:t>
            </a:r>
            <a:endParaRPr lang="vi-VN" dirty="0">
              <a:cs typeface="Times New Roman" pitchFamily="18" charset="0"/>
            </a:endParaRPr>
          </a:p>
        </p:txBody>
      </p:sp>
    </p:spTree>
    <p:extLst>
      <p:ext uri="{BB962C8B-B14F-4D97-AF65-F5344CB8AC3E}">
        <p14:creationId xmlns:p14="http://schemas.microsoft.com/office/powerpoint/2010/main" val="373298173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6">
            <a:extLst>
              <a:ext uri="{FF2B5EF4-FFF2-40B4-BE49-F238E27FC236}">
                <a16:creationId xmlns:a16="http://schemas.microsoft.com/office/drawing/2014/main" id="{D791CBE5-A0ED-45F7-92B4-93806CB7F3C9}"/>
              </a:ext>
            </a:extLst>
          </p:cNvPr>
          <p:cNvSpPr>
            <a:spLocks noChangeArrowheads="1"/>
          </p:cNvSpPr>
          <p:nvPr/>
        </p:nvSpPr>
        <p:spPr bwMode="gray">
          <a:xfrm>
            <a:off x="437321" y="1057616"/>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Các</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của</a:t>
            </a:r>
            <a:r>
              <a:rPr lang="en-US" altLang="en-US" dirty="0">
                <a:solidFill>
                  <a:schemeClr val="tx2"/>
                </a:solidFill>
              </a:rPr>
              <a:t> EIGRP </a:t>
            </a:r>
          </a:p>
        </p:txBody>
      </p:sp>
      <p:sp>
        <p:nvSpPr>
          <p:cNvPr id="105476" name="Rectangle 7">
            <a:extLst>
              <a:ext uri="{FF2B5EF4-FFF2-40B4-BE49-F238E27FC236}">
                <a16:creationId xmlns:a16="http://schemas.microsoft.com/office/drawing/2014/main" id="{6659F5F9-381D-409D-859E-94CA107C17EE}"/>
              </a:ext>
            </a:extLst>
          </p:cNvPr>
          <p:cNvSpPr>
            <a:spLocks noChangeArrowheads="1"/>
          </p:cNvSpPr>
          <p:nvPr/>
        </p:nvSpPr>
        <p:spPr bwMode="auto">
          <a:xfrm>
            <a:off x="1524001" y="2844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05477" name="Rectangle 8">
            <a:extLst>
              <a:ext uri="{FF2B5EF4-FFF2-40B4-BE49-F238E27FC236}">
                <a16:creationId xmlns:a16="http://schemas.microsoft.com/office/drawing/2014/main" id="{57459C68-D075-48C5-B0A8-2BBED7B063CD}"/>
              </a:ext>
            </a:extLst>
          </p:cNvPr>
          <p:cNvSpPr>
            <a:spLocks noChangeArrowheads="1"/>
          </p:cNvSpPr>
          <p:nvPr/>
        </p:nvSpPr>
        <p:spPr bwMode="auto">
          <a:xfrm>
            <a:off x="1524001" y="3144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05478" name="Text Box 9">
            <a:extLst>
              <a:ext uri="{FF2B5EF4-FFF2-40B4-BE49-F238E27FC236}">
                <a16:creationId xmlns:a16="http://schemas.microsoft.com/office/drawing/2014/main" id="{6EA16419-BAB3-4240-9066-B1C2D18547E5}"/>
              </a:ext>
            </a:extLst>
          </p:cNvPr>
          <p:cNvSpPr txBox="1">
            <a:spLocks noChangeArrowheads="1"/>
          </p:cNvSpPr>
          <p:nvPr/>
        </p:nvSpPr>
        <p:spPr bwMode="auto">
          <a:xfrm>
            <a:off x="437321" y="2138363"/>
            <a:ext cx="11345104" cy="4455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buClrTx/>
              <a:buFontTx/>
              <a:buNone/>
            </a:pPr>
            <a:r>
              <a:rPr lang="en-US" altLang="en-US" dirty="0">
                <a:solidFill>
                  <a:schemeClr val="tx2"/>
                </a:solidFill>
              </a:rPr>
              <a:t> -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EIGRP </a:t>
            </a:r>
            <a:r>
              <a:rPr lang="en-US" altLang="en-US" dirty="0" err="1">
                <a:solidFill>
                  <a:schemeClr val="tx2"/>
                </a:solidFill>
              </a:rPr>
              <a:t>lưu</a:t>
            </a:r>
            <a:r>
              <a:rPr lang="en-US" altLang="en-US" dirty="0">
                <a:solidFill>
                  <a:schemeClr val="tx2"/>
                </a:solidFill>
              </a:rPr>
              <a:t> </a:t>
            </a:r>
            <a:r>
              <a:rPr lang="en-US" altLang="en-US" dirty="0" err="1">
                <a:solidFill>
                  <a:schemeClr val="tx2"/>
                </a:solidFill>
              </a:rPr>
              <a:t>giữ</a:t>
            </a:r>
            <a:r>
              <a:rPr lang="en-US" altLang="en-US" dirty="0">
                <a:solidFill>
                  <a:schemeClr val="tx2"/>
                </a:solidFill>
              </a:rPr>
              <a:t> </a:t>
            </a:r>
            <a:r>
              <a:rPr lang="en-US" altLang="en-US" dirty="0" err="1">
                <a:solidFill>
                  <a:schemeClr val="tx2"/>
                </a:solidFill>
              </a:rPr>
              <a:t>danh</a:t>
            </a:r>
            <a:r>
              <a:rPr lang="en-US" altLang="en-US" dirty="0">
                <a:solidFill>
                  <a:schemeClr val="tx2"/>
                </a:solidFill>
              </a:rPr>
              <a:t> </a:t>
            </a:r>
            <a:r>
              <a:rPr lang="en-US" altLang="en-US" dirty="0" err="1">
                <a:solidFill>
                  <a:schemeClr val="tx2"/>
                </a:solidFill>
              </a:rPr>
              <a:t>sách</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tốt</a:t>
            </a:r>
            <a:r>
              <a:rPr lang="en-US" altLang="en-US" dirty="0">
                <a:solidFill>
                  <a:schemeClr val="tx2"/>
                </a:solidFill>
              </a:rPr>
              <a:t> </a:t>
            </a:r>
            <a:r>
              <a:rPr lang="en-US" altLang="en-US" dirty="0" err="1">
                <a:solidFill>
                  <a:schemeClr val="tx2"/>
                </a:solidFill>
              </a:rPr>
              <a:t>nhất</a:t>
            </a:r>
            <a:r>
              <a:rPr lang="en-US" altLang="en-US" dirty="0">
                <a:solidFill>
                  <a:schemeClr val="tx2"/>
                </a:solidFill>
              </a:rPr>
              <a:t> </a:t>
            </a:r>
            <a:r>
              <a:rPr lang="en-US" altLang="en-US" dirty="0" err="1">
                <a:solidFill>
                  <a:schemeClr val="tx2"/>
                </a:solidFill>
              </a:rPr>
              <a:t>đến</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đích</a:t>
            </a:r>
            <a:r>
              <a:rPr lang="en-US" altLang="en-US" dirty="0">
                <a:solidFill>
                  <a:schemeClr val="tx2"/>
                </a:solidFill>
              </a:rPr>
              <a:t>. </a:t>
            </a:r>
            <a:r>
              <a:rPr lang="en-US" altLang="en-US" dirty="0" err="1">
                <a:solidFill>
                  <a:schemeClr val="tx2"/>
                </a:solidFill>
              </a:rPr>
              <a:t>Những</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rút</a:t>
            </a:r>
            <a:r>
              <a:rPr lang="en-US" altLang="en-US" dirty="0">
                <a:solidFill>
                  <a:schemeClr val="tx2"/>
                </a:solidFill>
              </a:rPr>
              <a:t> ra </a:t>
            </a:r>
            <a:r>
              <a:rPr lang="en-US" altLang="en-US" dirty="0" err="1">
                <a:solidFill>
                  <a:schemeClr val="tx2"/>
                </a:solidFill>
              </a:rPr>
              <a:t>từ</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cấu</a:t>
            </a:r>
            <a:r>
              <a:rPr lang="en-US" altLang="en-US" dirty="0">
                <a:solidFill>
                  <a:schemeClr val="tx2"/>
                </a:solidFill>
              </a:rPr>
              <a:t> </a:t>
            </a:r>
            <a:r>
              <a:rPr lang="en-US" altLang="en-US" dirty="0" err="1">
                <a:solidFill>
                  <a:schemeClr val="tx2"/>
                </a:solidFill>
              </a:rPr>
              <a:t>trúc</a:t>
            </a:r>
            <a:r>
              <a:rPr lang="en-US" altLang="en-US" dirty="0">
                <a:solidFill>
                  <a:schemeClr val="tx2"/>
                </a:solidFill>
              </a:rPr>
              <a:t> </a:t>
            </a:r>
            <a:r>
              <a:rPr lang="en-US" altLang="en-US" dirty="0" err="1">
                <a:solidFill>
                  <a:schemeClr val="tx2"/>
                </a:solidFill>
              </a:rPr>
              <a:t>mạng</a:t>
            </a:r>
            <a:r>
              <a:rPr lang="en-US" altLang="en-US" dirty="0">
                <a:solidFill>
                  <a:schemeClr val="tx2"/>
                </a:solidFill>
              </a:rPr>
              <a:t>.</a:t>
            </a:r>
          </a:p>
          <a:p>
            <a:pPr algn="just" eaLnBrk="1" hangingPunct="1">
              <a:lnSpc>
                <a:spcPct val="150000"/>
              </a:lnSpc>
              <a:spcBef>
                <a:spcPct val="0"/>
              </a:spcBef>
              <a:buClrTx/>
              <a:buFontTx/>
              <a:buNone/>
            </a:pPr>
            <a:r>
              <a:rPr lang="en-US" altLang="en-US" dirty="0">
                <a:solidFill>
                  <a:schemeClr val="tx2"/>
                </a:solidFill>
              </a:rPr>
              <a:t> - Con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chọn</a:t>
            </a:r>
            <a:r>
              <a:rPr lang="en-US" altLang="en-US" dirty="0">
                <a:solidFill>
                  <a:schemeClr val="tx2"/>
                </a:solidFill>
              </a:rPr>
              <a:t> </a:t>
            </a:r>
            <a:r>
              <a:rPr lang="en-US" altLang="en-US" dirty="0" err="1">
                <a:solidFill>
                  <a:schemeClr val="tx2"/>
                </a:solidFill>
              </a:rPr>
              <a:t>làm</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chính</a:t>
            </a:r>
            <a:r>
              <a:rPr lang="en-US" altLang="en-US" dirty="0">
                <a:solidFill>
                  <a:schemeClr val="tx2"/>
                </a:solidFill>
              </a:rPr>
              <a:t> </a:t>
            </a:r>
            <a:r>
              <a:rPr lang="en-US" altLang="en-US" dirty="0" err="1">
                <a:solidFill>
                  <a:schemeClr val="tx2"/>
                </a:solidFill>
              </a:rPr>
              <a:t>đến</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đích</a:t>
            </a:r>
            <a:r>
              <a:rPr lang="en-US" altLang="en-US" dirty="0">
                <a:solidFill>
                  <a:schemeClr val="tx2"/>
                </a:solidFill>
              </a:rPr>
              <a:t> </a:t>
            </a:r>
            <a:r>
              <a:rPr lang="en-US" altLang="en-US" dirty="0" err="1">
                <a:solidFill>
                  <a:schemeClr val="tx2"/>
                </a:solidFill>
              </a:rPr>
              <a:t>gọi</a:t>
            </a:r>
            <a:r>
              <a:rPr lang="en-US" altLang="en-US" dirty="0">
                <a:solidFill>
                  <a:schemeClr val="tx2"/>
                </a:solidFill>
              </a:rPr>
              <a:t>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successor. </a:t>
            </a:r>
            <a:r>
              <a:rPr lang="en-US" altLang="en-US" dirty="0" err="1">
                <a:solidFill>
                  <a:schemeClr val="tx2"/>
                </a:solidFill>
              </a:rPr>
              <a:t>Từ</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láng</a:t>
            </a:r>
            <a:r>
              <a:rPr lang="en-US" altLang="en-US" dirty="0">
                <a:solidFill>
                  <a:schemeClr val="tx2"/>
                </a:solidFill>
              </a:rPr>
              <a:t> </a:t>
            </a:r>
            <a:r>
              <a:rPr lang="en-US" altLang="en-US" dirty="0" err="1">
                <a:solidFill>
                  <a:schemeClr val="tx2"/>
                </a:solidFill>
              </a:rPr>
              <a:t>giềng</a:t>
            </a:r>
            <a:r>
              <a:rPr lang="en-US" altLang="en-US" dirty="0">
                <a:solidFill>
                  <a:schemeClr val="tx2"/>
                </a:solidFill>
              </a:rPr>
              <a:t>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cấu</a:t>
            </a:r>
            <a:r>
              <a:rPr lang="en-US" altLang="en-US" dirty="0">
                <a:solidFill>
                  <a:schemeClr val="tx2"/>
                </a:solidFill>
              </a:rPr>
              <a:t> </a:t>
            </a:r>
            <a:r>
              <a:rPr lang="en-US" altLang="en-US" dirty="0" err="1">
                <a:solidFill>
                  <a:schemeClr val="tx2"/>
                </a:solidFill>
              </a:rPr>
              <a:t>trúc</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Thuật</a:t>
            </a:r>
            <a:r>
              <a:rPr lang="en-US" altLang="en-US" dirty="0">
                <a:solidFill>
                  <a:schemeClr val="tx2"/>
                </a:solidFill>
              </a:rPr>
              <a:t> </a:t>
            </a:r>
            <a:r>
              <a:rPr lang="en-US" altLang="en-US" dirty="0" err="1">
                <a:solidFill>
                  <a:schemeClr val="tx2"/>
                </a:solidFill>
              </a:rPr>
              <a:t>toán</a:t>
            </a:r>
            <a:r>
              <a:rPr lang="en-US" altLang="en-US" dirty="0">
                <a:solidFill>
                  <a:schemeClr val="tx2"/>
                </a:solidFill>
              </a:rPr>
              <a:t> DUAL </a:t>
            </a:r>
            <a:r>
              <a:rPr lang="en-US" altLang="en-US" dirty="0" err="1">
                <a:solidFill>
                  <a:schemeClr val="tx2"/>
                </a:solidFill>
              </a:rPr>
              <a:t>chọn</a:t>
            </a:r>
            <a:r>
              <a:rPr lang="en-US" altLang="en-US" dirty="0">
                <a:solidFill>
                  <a:schemeClr val="tx2"/>
                </a:solidFill>
              </a:rPr>
              <a:t> ra </a:t>
            </a:r>
            <a:r>
              <a:rPr lang="en-US" altLang="en-US" dirty="0" err="1">
                <a:solidFill>
                  <a:schemeClr val="tx2"/>
                </a:solidFill>
              </a:rPr>
              <a:t>một</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chính</a:t>
            </a:r>
            <a:r>
              <a:rPr lang="en-US" altLang="en-US" dirty="0">
                <a:solidFill>
                  <a:schemeClr val="tx2"/>
                </a:solidFill>
              </a:rPr>
              <a:t>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đưa</a:t>
            </a:r>
            <a:r>
              <a:rPr lang="en-US" altLang="en-US" dirty="0">
                <a:solidFill>
                  <a:schemeClr val="tx2"/>
                </a:solidFill>
              </a:rPr>
              <a:t> </a:t>
            </a:r>
            <a:r>
              <a:rPr lang="en-US" altLang="en-US" dirty="0" err="1">
                <a:solidFill>
                  <a:schemeClr val="tx2"/>
                </a:solidFill>
              </a:rPr>
              <a:t>lên</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a:t>
            </a:r>
          </a:p>
          <a:p>
            <a:pPr algn="just" eaLnBrk="1" hangingPunct="1">
              <a:lnSpc>
                <a:spcPct val="150000"/>
              </a:lnSpc>
              <a:spcBef>
                <a:spcPct val="0"/>
              </a:spcBef>
              <a:buClrTx/>
              <a:buFontTx/>
              <a:buNone/>
            </a:pPr>
            <a:r>
              <a:rPr lang="en-US" altLang="en-US" dirty="0">
                <a:solidFill>
                  <a:schemeClr val="tx2"/>
                </a:solidFill>
              </a:rPr>
              <a:t> - </a:t>
            </a:r>
            <a:r>
              <a:rPr lang="en-US" altLang="en-US" dirty="0" err="1">
                <a:solidFill>
                  <a:schemeClr val="tx2"/>
                </a:solidFill>
              </a:rPr>
              <a:t>Đường</a:t>
            </a:r>
            <a:r>
              <a:rPr lang="en-US" altLang="en-US" dirty="0">
                <a:solidFill>
                  <a:schemeClr val="tx2"/>
                </a:solidFill>
              </a:rPr>
              <a:t> Feasible Successor (FS) </a:t>
            </a:r>
            <a:r>
              <a:rPr lang="en-US" altLang="en-US" dirty="0" err="1">
                <a:solidFill>
                  <a:schemeClr val="tx2"/>
                </a:solidFill>
              </a:rPr>
              <a:t>là</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dự</a:t>
            </a:r>
            <a:r>
              <a:rPr lang="en-US" altLang="en-US" dirty="0">
                <a:solidFill>
                  <a:schemeClr val="tx2"/>
                </a:solidFill>
              </a:rPr>
              <a:t> </a:t>
            </a:r>
            <a:r>
              <a:rPr lang="en-US" altLang="en-US" dirty="0" err="1">
                <a:solidFill>
                  <a:schemeClr val="tx2"/>
                </a:solidFill>
              </a:rPr>
              <a:t>phòng</a:t>
            </a:r>
            <a:r>
              <a:rPr lang="en-US" altLang="en-US" dirty="0">
                <a:solidFill>
                  <a:schemeClr val="tx2"/>
                </a:solidFill>
              </a:rPr>
              <a:t> </a:t>
            </a:r>
            <a:r>
              <a:rPr lang="en-US" altLang="en-US" dirty="0" err="1">
                <a:solidFill>
                  <a:schemeClr val="tx2"/>
                </a:solidFill>
              </a:rPr>
              <a:t>cho</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successor.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này</a:t>
            </a:r>
            <a:r>
              <a:rPr lang="en-US" altLang="en-US" dirty="0">
                <a:solidFill>
                  <a:schemeClr val="tx2"/>
                </a:solidFill>
              </a:rPr>
              <a:t> </a:t>
            </a:r>
            <a:r>
              <a:rPr lang="en-US" altLang="en-US" dirty="0" err="1">
                <a:solidFill>
                  <a:schemeClr val="tx2"/>
                </a:solidFill>
              </a:rPr>
              <a:t>cũng</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chọn</a:t>
            </a:r>
            <a:r>
              <a:rPr lang="en-US" altLang="en-US" dirty="0">
                <a:solidFill>
                  <a:schemeClr val="tx2"/>
                </a:solidFill>
              </a:rPr>
              <a:t> ra </a:t>
            </a:r>
            <a:r>
              <a:rPr lang="en-US" altLang="en-US" dirty="0" err="1">
                <a:solidFill>
                  <a:schemeClr val="tx2"/>
                </a:solidFill>
              </a:rPr>
              <a:t>cùng</a:t>
            </a:r>
            <a:r>
              <a:rPr lang="en-US" altLang="en-US" dirty="0">
                <a:solidFill>
                  <a:schemeClr val="tx2"/>
                </a:solidFill>
              </a:rPr>
              <a:t> </a:t>
            </a:r>
            <a:r>
              <a:rPr lang="en-US" altLang="en-US" dirty="0" err="1">
                <a:solidFill>
                  <a:schemeClr val="tx2"/>
                </a:solidFill>
              </a:rPr>
              <a:t>với</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successor </a:t>
            </a:r>
            <a:r>
              <a:rPr lang="en-US" altLang="en-US" dirty="0" err="1">
                <a:solidFill>
                  <a:schemeClr val="tx2"/>
                </a:solidFill>
              </a:rPr>
              <a:t>nhưng</a:t>
            </a:r>
            <a:r>
              <a:rPr lang="en-US" altLang="en-US" dirty="0">
                <a:solidFill>
                  <a:schemeClr val="tx2"/>
                </a:solidFill>
              </a:rPr>
              <a:t> </a:t>
            </a:r>
            <a:r>
              <a:rPr lang="en-US" altLang="en-US" dirty="0" err="1">
                <a:solidFill>
                  <a:schemeClr val="tx2"/>
                </a:solidFill>
              </a:rPr>
              <a:t>chúng</a:t>
            </a:r>
            <a:r>
              <a:rPr lang="en-US" altLang="en-US" dirty="0">
                <a:solidFill>
                  <a:schemeClr val="tx2"/>
                </a:solidFill>
              </a:rPr>
              <a:t> </a:t>
            </a:r>
            <a:r>
              <a:rPr lang="en-US" altLang="en-US" dirty="0" err="1">
                <a:solidFill>
                  <a:schemeClr val="tx2"/>
                </a:solidFill>
              </a:rPr>
              <a:t>chỉ</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lưu</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cấu</a:t>
            </a:r>
            <a:r>
              <a:rPr lang="en-US" altLang="en-US" dirty="0">
                <a:solidFill>
                  <a:schemeClr val="tx2"/>
                </a:solidFill>
              </a:rPr>
              <a:t> </a:t>
            </a:r>
            <a:r>
              <a:rPr lang="en-US" altLang="en-US" dirty="0" err="1">
                <a:solidFill>
                  <a:schemeClr val="tx2"/>
                </a:solidFill>
              </a:rPr>
              <a:t>trúc</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p>
        </p:txBody>
      </p:sp>
      <p:sp>
        <p:nvSpPr>
          <p:cNvPr id="105479" name="Rectangle 10">
            <a:extLst>
              <a:ext uri="{FF2B5EF4-FFF2-40B4-BE49-F238E27FC236}">
                <a16:creationId xmlns:a16="http://schemas.microsoft.com/office/drawing/2014/main" id="{ACF48389-6138-404E-909E-81326867C3B8}"/>
              </a:ext>
            </a:extLst>
          </p:cNvPr>
          <p:cNvSpPr>
            <a:spLocks noChangeArrowheads="1"/>
          </p:cNvSpPr>
          <p:nvPr/>
        </p:nvSpPr>
        <p:spPr bwMode="gray">
          <a:xfrm>
            <a:off x="437321" y="1540839"/>
            <a:ext cx="541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Bảng</a:t>
            </a:r>
            <a:r>
              <a:rPr lang="en-US" altLang="en-US" dirty="0">
                <a:solidFill>
                  <a:schemeClr val="tx2"/>
                </a:solidFill>
              </a:rPr>
              <a:t>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p>
        </p:txBody>
      </p:sp>
      <p:sp>
        <p:nvSpPr>
          <p:cNvPr id="11" name="Title 1">
            <a:extLst>
              <a:ext uri="{FF2B5EF4-FFF2-40B4-BE49-F238E27FC236}">
                <a16:creationId xmlns:a16="http://schemas.microsoft.com/office/drawing/2014/main" id="{2D2CF09F-AEA3-4D4F-9929-CD82DC0A5B86}"/>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III.4 EIGRP</a:t>
            </a:r>
            <a:endParaRPr lang="vi-VN" dirty="0">
              <a:cs typeface="Times New Roman"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6">
            <a:extLst>
              <a:ext uri="{FF2B5EF4-FFF2-40B4-BE49-F238E27FC236}">
                <a16:creationId xmlns:a16="http://schemas.microsoft.com/office/drawing/2014/main" id="{F4657671-FB6D-4F00-9381-4C8C066C4402}"/>
              </a:ext>
            </a:extLst>
          </p:cNvPr>
          <p:cNvSpPr>
            <a:spLocks noChangeArrowheads="1"/>
          </p:cNvSpPr>
          <p:nvPr/>
        </p:nvSpPr>
        <p:spPr bwMode="gray">
          <a:xfrm>
            <a:off x="437321" y="1040948"/>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Hoạt</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 </a:t>
            </a:r>
            <a:r>
              <a:rPr lang="en-US" altLang="en-US" dirty="0" err="1">
                <a:solidFill>
                  <a:schemeClr val="tx2"/>
                </a:solidFill>
              </a:rPr>
              <a:t>của</a:t>
            </a:r>
            <a:r>
              <a:rPr lang="en-US" altLang="en-US" dirty="0">
                <a:solidFill>
                  <a:schemeClr val="tx2"/>
                </a:solidFill>
              </a:rPr>
              <a:t> EIGRP </a:t>
            </a:r>
          </a:p>
        </p:txBody>
      </p:sp>
      <p:sp>
        <p:nvSpPr>
          <p:cNvPr id="106500" name="Rectangle 7">
            <a:extLst>
              <a:ext uri="{FF2B5EF4-FFF2-40B4-BE49-F238E27FC236}">
                <a16:creationId xmlns:a16="http://schemas.microsoft.com/office/drawing/2014/main" id="{A296C5D5-A032-4E62-B04A-AC00043B8EB9}"/>
              </a:ext>
            </a:extLst>
          </p:cNvPr>
          <p:cNvSpPr>
            <a:spLocks noChangeArrowheads="1"/>
          </p:cNvSpPr>
          <p:nvPr/>
        </p:nvSpPr>
        <p:spPr bwMode="auto">
          <a:xfrm>
            <a:off x="1524001" y="2844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06501" name="Rectangle 8">
            <a:extLst>
              <a:ext uri="{FF2B5EF4-FFF2-40B4-BE49-F238E27FC236}">
                <a16:creationId xmlns:a16="http://schemas.microsoft.com/office/drawing/2014/main" id="{E7805ECE-56F0-4BA0-8BBC-A6E41CF201A4}"/>
              </a:ext>
            </a:extLst>
          </p:cNvPr>
          <p:cNvSpPr>
            <a:spLocks noChangeArrowheads="1"/>
          </p:cNvSpPr>
          <p:nvPr/>
        </p:nvSpPr>
        <p:spPr bwMode="auto">
          <a:xfrm>
            <a:off x="1524001" y="3144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06502" name="Text Box 9">
            <a:extLst>
              <a:ext uri="{FF2B5EF4-FFF2-40B4-BE49-F238E27FC236}">
                <a16:creationId xmlns:a16="http://schemas.microsoft.com/office/drawing/2014/main" id="{000E4FC8-08E1-456E-BC6B-1471B06317C5}"/>
              </a:ext>
            </a:extLst>
          </p:cNvPr>
          <p:cNvSpPr txBox="1">
            <a:spLocks noChangeArrowheads="1"/>
          </p:cNvSpPr>
          <p:nvPr/>
        </p:nvSpPr>
        <p:spPr bwMode="auto">
          <a:xfrm>
            <a:off x="437321" y="1623393"/>
            <a:ext cx="11402254" cy="5009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buClrTx/>
              <a:buFontTx/>
              <a:buNone/>
            </a:pPr>
            <a:r>
              <a:rPr lang="en-US" altLang="en-US" dirty="0">
                <a:solidFill>
                  <a:schemeClr val="tx2"/>
                </a:solidFill>
              </a:rPr>
              <a:t> - EIGRP </a:t>
            </a:r>
            <a:r>
              <a:rPr lang="en-US" altLang="en-US" dirty="0" err="1">
                <a:solidFill>
                  <a:schemeClr val="tx2"/>
                </a:solidFill>
              </a:rPr>
              <a:t>phải</a:t>
            </a:r>
            <a:r>
              <a:rPr lang="en-US" altLang="en-US" dirty="0">
                <a:solidFill>
                  <a:schemeClr val="tx2"/>
                </a:solidFill>
              </a:rPr>
              <a:t> </a:t>
            </a:r>
            <a:r>
              <a:rPr lang="en-US" altLang="en-US" dirty="0" err="1">
                <a:solidFill>
                  <a:schemeClr val="tx2"/>
                </a:solidFill>
              </a:rPr>
              <a:t>thiết</a:t>
            </a:r>
            <a:r>
              <a:rPr lang="en-US" altLang="en-US" dirty="0">
                <a:solidFill>
                  <a:schemeClr val="tx2"/>
                </a:solidFill>
              </a:rPr>
              <a:t> </a:t>
            </a:r>
            <a:r>
              <a:rPr lang="en-US" altLang="en-US" dirty="0" err="1">
                <a:solidFill>
                  <a:schemeClr val="tx2"/>
                </a:solidFill>
              </a:rPr>
              <a:t>lập</a:t>
            </a:r>
            <a:r>
              <a:rPr lang="en-US" altLang="en-US" dirty="0">
                <a:solidFill>
                  <a:schemeClr val="tx2"/>
                </a:solidFill>
              </a:rPr>
              <a:t> </a:t>
            </a:r>
            <a:r>
              <a:rPr lang="en-US" altLang="en-US" dirty="0" err="1">
                <a:solidFill>
                  <a:schemeClr val="tx2"/>
                </a:solidFill>
              </a:rPr>
              <a:t>quan</a:t>
            </a:r>
            <a:r>
              <a:rPr lang="en-US" altLang="en-US" dirty="0">
                <a:solidFill>
                  <a:schemeClr val="tx2"/>
                </a:solidFill>
              </a:rPr>
              <a:t> </a:t>
            </a:r>
            <a:r>
              <a:rPr lang="en-US" altLang="en-US" dirty="0" err="1">
                <a:solidFill>
                  <a:schemeClr val="tx2"/>
                </a:solidFill>
              </a:rPr>
              <a:t>hệ</a:t>
            </a:r>
            <a:r>
              <a:rPr lang="en-US" altLang="en-US" dirty="0">
                <a:solidFill>
                  <a:schemeClr val="tx2"/>
                </a:solidFill>
              </a:rPr>
              <a:t> </a:t>
            </a:r>
            <a:r>
              <a:rPr lang="en-US" altLang="en-US" dirty="0" err="1">
                <a:solidFill>
                  <a:schemeClr val="tx2"/>
                </a:solidFill>
              </a:rPr>
              <a:t>láng</a:t>
            </a:r>
            <a:r>
              <a:rPr lang="en-US" altLang="en-US" dirty="0">
                <a:solidFill>
                  <a:schemeClr val="tx2"/>
                </a:solidFill>
              </a:rPr>
              <a:t> </a:t>
            </a:r>
            <a:r>
              <a:rPr lang="en-US" altLang="en-US" dirty="0" err="1">
                <a:solidFill>
                  <a:schemeClr val="tx2"/>
                </a:solidFill>
              </a:rPr>
              <a:t>giềng</a:t>
            </a:r>
            <a:r>
              <a:rPr lang="en-US" altLang="en-US" dirty="0">
                <a:solidFill>
                  <a:schemeClr val="tx2"/>
                </a:solidFill>
              </a:rPr>
              <a:t> </a:t>
            </a:r>
            <a:r>
              <a:rPr lang="en-US" altLang="en-US" dirty="0" err="1">
                <a:solidFill>
                  <a:schemeClr val="tx2"/>
                </a:solidFill>
              </a:rPr>
              <a:t>trước</a:t>
            </a:r>
            <a:r>
              <a:rPr lang="en-US" altLang="en-US" dirty="0">
                <a:solidFill>
                  <a:schemeClr val="tx2"/>
                </a:solidFill>
              </a:rPr>
              <a:t> </a:t>
            </a:r>
            <a:r>
              <a:rPr lang="en-US" altLang="en-US" dirty="0" err="1">
                <a:solidFill>
                  <a:schemeClr val="tx2"/>
                </a:solidFill>
              </a:rPr>
              <a:t>khi</a:t>
            </a:r>
            <a:r>
              <a:rPr lang="en-US" altLang="en-US" dirty="0">
                <a:solidFill>
                  <a:schemeClr val="tx2"/>
                </a:solidFill>
              </a:rPr>
              <a:t> </a:t>
            </a:r>
            <a:r>
              <a:rPr lang="en-US" altLang="en-US" dirty="0" err="1">
                <a:solidFill>
                  <a:schemeClr val="tx2"/>
                </a:solidFill>
              </a:rPr>
              <a:t>gửi</a:t>
            </a:r>
            <a:r>
              <a:rPr lang="en-US" altLang="en-US" dirty="0">
                <a:solidFill>
                  <a:schemeClr val="tx2"/>
                </a:solidFill>
              </a:rPr>
              <a:t> update. Hello packet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dùng</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thiết</a:t>
            </a:r>
            <a:r>
              <a:rPr lang="en-US" altLang="en-US" dirty="0">
                <a:solidFill>
                  <a:schemeClr val="tx2"/>
                </a:solidFill>
              </a:rPr>
              <a:t> </a:t>
            </a:r>
            <a:r>
              <a:rPr lang="en-US" altLang="en-US" dirty="0" err="1">
                <a:solidFill>
                  <a:schemeClr val="tx2"/>
                </a:solidFill>
              </a:rPr>
              <a:t>lập</a:t>
            </a:r>
            <a:r>
              <a:rPr lang="en-US" altLang="en-US" dirty="0">
                <a:solidFill>
                  <a:schemeClr val="tx2"/>
                </a:solidFill>
              </a:rPr>
              <a:t> </a:t>
            </a:r>
            <a:r>
              <a:rPr lang="en-US" altLang="en-US" dirty="0" err="1">
                <a:solidFill>
                  <a:schemeClr val="tx2"/>
                </a:solidFill>
              </a:rPr>
              <a:t>quan</a:t>
            </a:r>
            <a:r>
              <a:rPr lang="en-US" altLang="en-US" dirty="0">
                <a:solidFill>
                  <a:schemeClr val="tx2"/>
                </a:solidFill>
              </a:rPr>
              <a:t> </a:t>
            </a:r>
            <a:r>
              <a:rPr lang="en-US" altLang="en-US" dirty="0" err="1">
                <a:solidFill>
                  <a:schemeClr val="tx2"/>
                </a:solidFill>
              </a:rPr>
              <a:t>hệ</a:t>
            </a:r>
            <a:r>
              <a:rPr lang="en-US" altLang="en-US" dirty="0">
                <a:solidFill>
                  <a:schemeClr val="tx2"/>
                </a:solidFill>
              </a:rPr>
              <a:t> </a:t>
            </a:r>
            <a:r>
              <a:rPr lang="en-US" altLang="en-US" dirty="0" err="1">
                <a:solidFill>
                  <a:schemeClr val="tx2"/>
                </a:solidFill>
              </a:rPr>
              <a:t>láng</a:t>
            </a:r>
            <a:r>
              <a:rPr lang="en-US" altLang="en-US" dirty="0">
                <a:solidFill>
                  <a:schemeClr val="tx2"/>
                </a:solidFill>
              </a:rPr>
              <a:t> </a:t>
            </a:r>
            <a:r>
              <a:rPr lang="en-US" altLang="en-US" dirty="0" err="1">
                <a:solidFill>
                  <a:schemeClr val="tx2"/>
                </a:solidFill>
              </a:rPr>
              <a:t>giềng</a:t>
            </a:r>
            <a:r>
              <a:rPr lang="en-US" altLang="en-US" dirty="0">
                <a:solidFill>
                  <a:schemeClr val="tx2"/>
                </a:solidFill>
              </a:rPr>
              <a:t>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được</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theo</a:t>
            </a:r>
            <a:r>
              <a:rPr lang="en-US" altLang="en-US" dirty="0">
                <a:solidFill>
                  <a:schemeClr val="tx2"/>
                </a:solidFill>
              </a:rPr>
              <a:t> chu </a:t>
            </a:r>
            <a:r>
              <a:rPr lang="en-US" altLang="en-US" dirty="0" err="1">
                <a:solidFill>
                  <a:schemeClr val="tx2"/>
                </a:solidFill>
              </a:rPr>
              <a:t>kỳ</a:t>
            </a:r>
            <a:r>
              <a:rPr lang="en-US" altLang="en-US" dirty="0">
                <a:solidFill>
                  <a:schemeClr val="tx2"/>
                </a:solidFill>
              </a:rPr>
              <a:t>, </a:t>
            </a:r>
            <a:r>
              <a:rPr lang="en-US" altLang="en-US" dirty="0" err="1">
                <a:solidFill>
                  <a:schemeClr val="tx2"/>
                </a:solidFill>
              </a:rPr>
              <a:t>thời</a:t>
            </a:r>
            <a:r>
              <a:rPr lang="en-US" altLang="en-US" dirty="0">
                <a:solidFill>
                  <a:schemeClr val="tx2"/>
                </a:solidFill>
              </a:rPr>
              <a:t> </a:t>
            </a:r>
            <a:r>
              <a:rPr lang="en-US" altLang="en-US" dirty="0" err="1">
                <a:solidFill>
                  <a:schemeClr val="tx2"/>
                </a:solidFill>
              </a:rPr>
              <a:t>gian</a:t>
            </a:r>
            <a:r>
              <a:rPr lang="en-US" altLang="en-US" dirty="0">
                <a:solidFill>
                  <a:schemeClr val="tx2"/>
                </a:solidFill>
              </a:rPr>
              <a:t> </a:t>
            </a:r>
            <a:r>
              <a:rPr lang="en-US" altLang="en-US" dirty="0" err="1">
                <a:solidFill>
                  <a:schemeClr val="tx2"/>
                </a:solidFill>
              </a:rPr>
              <a:t>gửi</a:t>
            </a:r>
            <a:r>
              <a:rPr lang="en-US" altLang="en-US" dirty="0">
                <a:solidFill>
                  <a:schemeClr val="tx2"/>
                </a:solidFill>
              </a:rPr>
              <a:t> </a:t>
            </a:r>
            <a:r>
              <a:rPr lang="en-US" altLang="en-US" dirty="0" err="1">
                <a:solidFill>
                  <a:schemeClr val="tx2"/>
                </a:solidFill>
              </a:rPr>
              <a:t>tùy</a:t>
            </a:r>
            <a:r>
              <a:rPr lang="en-US" altLang="en-US" dirty="0">
                <a:solidFill>
                  <a:schemeClr val="tx2"/>
                </a:solidFill>
              </a:rPr>
              <a:t> </a:t>
            </a:r>
            <a:r>
              <a:rPr lang="en-US" altLang="en-US" dirty="0" err="1">
                <a:solidFill>
                  <a:schemeClr val="tx2"/>
                </a:solidFill>
              </a:rPr>
              <a:t>thuộc</a:t>
            </a:r>
            <a:r>
              <a:rPr lang="en-US" altLang="en-US" dirty="0">
                <a:solidFill>
                  <a:schemeClr val="tx2"/>
                </a:solidFill>
              </a:rPr>
              <a:t> </a:t>
            </a:r>
            <a:r>
              <a:rPr lang="en-US" altLang="en-US" dirty="0" err="1">
                <a:solidFill>
                  <a:schemeClr val="tx2"/>
                </a:solidFill>
              </a:rPr>
              <a:t>vào</a:t>
            </a:r>
            <a:r>
              <a:rPr lang="en-US" altLang="en-US" dirty="0">
                <a:solidFill>
                  <a:schemeClr val="tx2"/>
                </a:solidFill>
              </a:rPr>
              <a:t> </a:t>
            </a:r>
            <a:r>
              <a:rPr lang="en-US" altLang="en-US" dirty="0" err="1">
                <a:solidFill>
                  <a:schemeClr val="tx2"/>
                </a:solidFill>
              </a:rPr>
              <a:t>từng</a:t>
            </a:r>
            <a:r>
              <a:rPr lang="en-US" altLang="en-US" dirty="0">
                <a:solidFill>
                  <a:schemeClr val="tx2"/>
                </a:solidFill>
              </a:rPr>
              <a:t> </a:t>
            </a:r>
            <a:r>
              <a:rPr lang="en-US" altLang="en-US" dirty="0" err="1">
                <a:solidFill>
                  <a:schemeClr val="tx2"/>
                </a:solidFill>
              </a:rPr>
              <a:t>môi</a:t>
            </a:r>
            <a:r>
              <a:rPr lang="en-US" altLang="en-US" dirty="0">
                <a:solidFill>
                  <a:schemeClr val="tx2"/>
                </a:solidFill>
              </a:rPr>
              <a:t> </a:t>
            </a:r>
            <a:r>
              <a:rPr lang="en-US" altLang="en-US" dirty="0" err="1">
                <a:solidFill>
                  <a:schemeClr val="tx2"/>
                </a:solidFill>
              </a:rPr>
              <a:t>trường</a:t>
            </a:r>
            <a:endParaRPr lang="en-US" altLang="en-US" dirty="0">
              <a:solidFill>
                <a:schemeClr val="tx2"/>
              </a:solidFill>
            </a:endParaRPr>
          </a:p>
          <a:p>
            <a:pPr algn="just" eaLnBrk="1" hangingPunct="1">
              <a:lnSpc>
                <a:spcPct val="150000"/>
              </a:lnSpc>
              <a:spcBef>
                <a:spcPct val="0"/>
              </a:spcBef>
              <a:buClrTx/>
              <a:buFontTx/>
              <a:buNone/>
            </a:pPr>
            <a:r>
              <a:rPr lang="en-US" altLang="en-US" dirty="0">
                <a:solidFill>
                  <a:schemeClr val="tx2"/>
                </a:solidFill>
              </a:rPr>
              <a:t> - EIGRP router </a:t>
            </a:r>
            <a:r>
              <a:rPr lang="en-US" altLang="en-US" dirty="0" err="1">
                <a:solidFill>
                  <a:schemeClr val="tx2"/>
                </a:solidFill>
              </a:rPr>
              <a:t>lưu</a:t>
            </a:r>
            <a:r>
              <a:rPr lang="en-US" altLang="en-US" dirty="0">
                <a:solidFill>
                  <a:schemeClr val="tx2"/>
                </a:solidFill>
              </a:rPr>
              <a:t> </a:t>
            </a:r>
            <a:r>
              <a:rPr lang="en-US" altLang="en-US" dirty="0" err="1">
                <a:solidFill>
                  <a:schemeClr val="tx2"/>
                </a:solidFill>
              </a:rPr>
              <a:t>giữ</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về</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đi</a:t>
            </a:r>
            <a:r>
              <a:rPr lang="en-US" altLang="en-US" dirty="0">
                <a:solidFill>
                  <a:schemeClr val="tx2"/>
                </a:solidFill>
              </a:rPr>
              <a:t> </a:t>
            </a:r>
            <a:r>
              <a:rPr lang="en-US" altLang="en-US" dirty="0" err="1">
                <a:solidFill>
                  <a:schemeClr val="tx2"/>
                </a:solidFill>
              </a:rPr>
              <a:t>và</a:t>
            </a:r>
            <a:r>
              <a:rPr lang="en-US" altLang="en-US" dirty="0">
                <a:solidFill>
                  <a:schemeClr val="tx2"/>
                </a:solidFill>
              </a:rPr>
              <a:t> </a:t>
            </a:r>
            <a:r>
              <a:rPr lang="en-US" altLang="en-US" dirty="0" err="1">
                <a:solidFill>
                  <a:schemeClr val="tx2"/>
                </a:solidFill>
              </a:rPr>
              <a:t>cấu</a:t>
            </a:r>
            <a:r>
              <a:rPr lang="en-US" altLang="en-US" dirty="0">
                <a:solidFill>
                  <a:schemeClr val="tx2"/>
                </a:solidFill>
              </a:rPr>
              <a:t> </a:t>
            </a:r>
            <a:r>
              <a:rPr lang="en-US" altLang="en-US" dirty="0" err="1">
                <a:solidFill>
                  <a:schemeClr val="tx2"/>
                </a:solidFill>
              </a:rPr>
              <a:t>trúc</a:t>
            </a:r>
            <a:r>
              <a:rPr lang="en-US" altLang="en-US" dirty="0">
                <a:solidFill>
                  <a:schemeClr val="tx2"/>
                </a:solidFill>
              </a:rPr>
              <a:t> </a:t>
            </a:r>
            <a:r>
              <a:rPr lang="en-US" altLang="en-US" dirty="0" err="1">
                <a:solidFill>
                  <a:schemeClr val="tx2"/>
                </a:solidFill>
              </a:rPr>
              <a:t>mạng</a:t>
            </a:r>
            <a:r>
              <a:rPr lang="en-US" altLang="en-US" dirty="0">
                <a:solidFill>
                  <a:schemeClr val="tx2"/>
                </a:solidFill>
              </a:rPr>
              <a:t> </a:t>
            </a:r>
            <a:r>
              <a:rPr lang="en-US" altLang="en-US" dirty="0" err="1">
                <a:solidFill>
                  <a:schemeClr val="tx2"/>
                </a:solidFill>
              </a:rPr>
              <a:t>trên</a:t>
            </a:r>
            <a:r>
              <a:rPr lang="en-US" altLang="en-US" dirty="0">
                <a:solidFill>
                  <a:schemeClr val="tx2"/>
                </a:solidFill>
              </a:rPr>
              <a:t> RAM, </a:t>
            </a:r>
            <a:r>
              <a:rPr lang="en-US" altLang="en-US" dirty="0" err="1">
                <a:solidFill>
                  <a:schemeClr val="tx2"/>
                </a:solidFill>
              </a:rPr>
              <a:t>nhờ</a:t>
            </a:r>
            <a:r>
              <a:rPr lang="en-US" altLang="en-US" dirty="0">
                <a:solidFill>
                  <a:schemeClr val="tx2"/>
                </a:solidFill>
              </a:rPr>
              <a:t> </a:t>
            </a:r>
            <a:r>
              <a:rPr lang="en-US" altLang="en-US" dirty="0" err="1">
                <a:solidFill>
                  <a:schemeClr val="tx2"/>
                </a:solidFill>
              </a:rPr>
              <a:t>đó</a:t>
            </a:r>
            <a:r>
              <a:rPr lang="en-US" altLang="en-US" dirty="0">
                <a:solidFill>
                  <a:schemeClr val="tx2"/>
                </a:solidFill>
              </a:rPr>
              <a:t> </a:t>
            </a:r>
            <a:r>
              <a:rPr lang="en-US" altLang="en-US" dirty="0" err="1">
                <a:solidFill>
                  <a:schemeClr val="tx2"/>
                </a:solidFill>
              </a:rPr>
              <a:t>chúng</a:t>
            </a:r>
            <a:r>
              <a:rPr lang="en-US" altLang="en-US" dirty="0">
                <a:solidFill>
                  <a:schemeClr val="tx2"/>
                </a:solidFill>
              </a:rPr>
              <a:t> </a:t>
            </a:r>
            <a:r>
              <a:rPr lang="en-US" altLang="en-US" dirty="0" err="1">
                <a:solidFill>
                  <a:schemeClr val="tx2"/>
                </a:solidFill>
              </a:rPr>
              <a:t>đáp</a:t>
            </a:r>
            <a:r>
              <a:rPr lang="en-US" altLang="en-US" dirty="0">
                <a:solidFill>
                  <a:schemeClr val="tx2"/>
                </a:solidFill>
              </a:rPr>
              <a:t> </a:t>
            </a:r>
            <a:r>
              <a:rPr lang="en-US" altLang="en-US" dirty="0" err="1">
                <a:solidFill>
                  <a:schemeClr val="tx2"/>
                </a:solidFill>
              </a:rPr>
              <a:t>ứng</a:t>
            </a:r>
            <a:r>
              <a:rPr lang="en-US" altLang="en-US" dirty="0">
                <a:solidFill>
                  <a:schemeClr val="tx2"/>
                </a:solidFill>
              </a:rPr>
              <a:t> </a:t>
            </a:r>
            <a:r>
              <a:rPr lang="en-US" altLang="en-US" dirty="0" err="1">
                <a:solidFill>
                  <a:schemeClr val="tx2"/>
                </a:solidFill>
              </a:rPr>
              <a:t>nhanh</a:t>
            </a:r>
            <a:r>
              <a:rPr lang="en-US" altLang="en-US" dirty="0">
                <a:solidFill>
                  <a:schemeClr val="tx2"/>
                </a:solidFill>
              </a:rPr>
              <a:t> </a:t>
            </a:r>
            <a:r>
              <a:rPr lang="en-US" altLang="en-US" dirty="0" err="1">
                <a:solidFill>
                  <a:schemeClr val="tx2"/>
                </a:solidFill>
              </a:rPr>
              <a:t>chóng</a:t>
            </a:r>
            <a:r>
              <a:rPr lang="en-US" altLang="en-US" dirty="0">
                <a:solidFill>
                  <a:schemeClr val="tx2"/>
                </a:solidFill>
              </a:rPr>
              <a:t> </a:t>
            </a:r>
            <a:r>
              <a:rPr lang="en-US" altLang="en-US" dirty="0" err="1">
                <a:solidFill>
                  <a:schemeClr val="tx2"/>
                </a:solidFill>
              </a:rPr>
              <a:t>theo</a:t>
            </a:r>
            <a:r>
              <a:rPr lang="en-US" altLang="en-US" dirty="0">
                <a:solidFill>
                  <a:schemeClr val="tx2"/>
                </a:solidFill>
              </a:rPr>
              <a:t> </a:t>
            </a:r>
            <a:r>
              <a:rPr lang="en-US" altLang="en-US" dirty="0" err="1">
                <a:solidFill>
                  <a:schemeClr val="tx2"/>
                </a:solidFill>
              </a:rPr>
              <a:t>sự</a:t>
            </a:r>
            <a:r>
              <a:rPr lang="en-US" altLang="en-US" dirty="0">
                <a:solidFill>
                  <a:schemeClr val="tx2"/>
                </a:solidFill>
              </a:rPr>
              <a:t> </a:t>
            </a:r>
            <a:r>
              <a:rPr lang="en-US" altLang="en-US" dirty="0" err="1">
                <a:solidFill>
                  <a:schemeClr val="tx2"/>
                </a:solidFill>
              </a:rPr>
              <a:t>thay</a:t>
            </a:r>
            <a:r>
              <a:rPr lang="en-US" altLang="en-US" dirty="0">
                <a:solidFill>
                  <a:schemeClr val="tx2"/>
                </a:solidFill>
              </a:rPr>
              <a:t> </a:t>
            </a:r>
            <a:r>
              <a:rPr lang="en-US" altLang="en-US" dirty="0" err="1">
                <a:solidFill>
                  <a:schemeClr val="tx2"/>
                </a:solidFill>
              </a:rPr>
              <a:t>đổi</a:t>
            </a:r>
            <a:r>
              <a:rPr lang="en-US" altLang="en-US" dirty="0">
                <a:solidFill>
                  <a:schemeClr val="tx2"/>
                </a:solidFill>
              </a:rPr>
              <a:t>.</a:t>
            </a:r>
          </a:p>
          <a:p>
            <a:pPr algn="just" eaLnBrk="1" hangingPunct="1">
              <a:lnSpc>
                <a:spcPct val="150000"/>
              </a:lnSpc>
              <a:spcBef>
                <a:spcPct val="0"/>
              </a:spcBef>
              <a:buClrTx/>
              <a:buFontTx/>
              <a:buNone/>
            </a:pPr>
            <a:r>
              <a:rPr lang="en-US" altLang="en-US" dirty="0">
                <a:solidFill>
                  <a:schemeClr val="tx2"/>
                </a:solidFill>
              </a:rPr>
              <a:t> - EIGRP </a:t>
            </a:r>
            <a:r>
              <a:rPr lang="en-US" altLang="en-US" dirty="0" err="1">
                <a:solidFill>
                  <a:schemeClr val="tx2"/>
                </a:solidFill>
              </a:rPr>
              <a:t>hoạt</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 </a:t>
            </a:r>
            <a:r>
              <a:rPr lang="en-US" altLang="en-US" dirty="0" err="1">
                <a:solidFill>
                  <a:schemeClr val="tx2"/>
                </a:solidFill>
              </a:rPr>
              <a:t>phân</a:t>
            </a:r>
            <a:r>
              <a:rPr lang="en-US" altLang="en-US" dirty="0">
                <a:solidFill>
                  <a:schemeClr val="tx2"/>
                </a:solidFill>
              </a:rPr>
              <a:t> </a:t>
            </a:r>
            <a:r>
              <a:rPr lang="en-US" altLang="en-US" dirty="0" err="1">
                <a:solidFill>
                  <a:schemeClr val="tx2"/>
                </a:solidFill>
              </a:rPr>
              <a:t>phối</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tự</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 </a:t>
            </a:r>
            <a:r>
              <a:rPr lang="en-US" altLang="en-US" dirty="0" err="1">
                <a:solidFill>
                  <a:schemeClr val="tx2"/>
                </a:solidFill>
              </a:rPr>
              <a:t>để</a:t>
            </a:r>
            <a:r>
              <a:rPr lang="en-US" altLang="en-US" dirty="0">
                <a:solidFill>
                  <a:schemeClr val="tx2"/>
                </a:solidFill>
              </a:rPr>
              <a:t> </a:t>
            </a:r>
            <a:r>
              <a:rPr lang="en-US" altLang="en-US" dirty="0" err="1">
                <a:solidFill>
                  <a:schemeClr val="tx2"/>
                </a:solidFill>
              </a:rPr>
              <a:t>các</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a:t>
            </a:r>
            <a:r>
              <a:rPr lang="en-US" altLang="en-US" dirty="0" err="1">
                <a:solidFill>
                  <a:schemeClr val="tx2"/>
                </a:solidFill>
              </a:rPr>
              <a:t>khác</a:t>
            </a:r>
            <a:r>
              <a:rPr lang="en-US" altLang="en-US" dirty="0">
                <a:solidFill>
                  <a:schemeClr val="tx2"/>
                </a:solidFill>
              </a:rPr>
              <a:t> </a:t>
            </a:r>
            <a:r>
              <a:rPr lang="en-US" altLang="en-US" dirty="0" err="1">
                <a:solidFill>
                  <a:schemeClr val="tx2"/>
                </a:solidFill>
              </a:rPr>
              <a:t>nhau</a:t>
            </a:r>
            <a:r>
              <a:rPr lang="en-US" altLang="en-US" dirty="0">
                <a:solidFill>
                  <a:schemeClr val="tx2"/>
                </a:solidFill>
              </a:rPr>
              <a:t> </a:t>
            </a:r>
            <a:r>
              <a:rPr lang="en-US" altLang="en-US" dirty="0" err="1">
                <a:solidFill>
                  <a:schemeClr val="tx2"/>
                </a:solidFill>
              </a:rPr>
              <a:t>như</a:t>
            </a:r>
            <a:r>
              <a:rPr lang="en-US" altLang="en-US" dirty="0">
                <a:solidFill>
                  <a:schemeClr val="tx2"/>
                </a:solidFill>
              </a:rPr>
              <a:t> OSPF </a:t>
            </a:r>
            <a:r>
              <a:rPr lang="en-US" altLang="en-US" dirty="0" err="1">
                <a:solidFill>
                  <a:schemeClr val="tx2"/>
                </a:solidFill>
              </a:rPr>
              <a:t>và</a:t>
            </a:r>
            <a:r>
              <a:rPr lang="en-US" altLang="en-US" dirty="0">
                <a:solidFill>
                  <a:schemeClr val="tx2"/>
                </a:solidFill>
              </a:rPr>
              <a:t> RIP </a:t>
            </a:r>
            <a:r>
              <a:rPr lang="en-US" altLang="en-US" dirty="0" err="1">
                <a:solidFill>
                  <a:schemeClr val="tx2"/>
                </a:solidFill>
              </a:rPr>
              <a:t>chẳng</a:t>
            </a:r>
            <a:r>
              <a:rPr lang="en-US" altLang="en-US" dirty="0">
                <a:solidFill>
                  <a:schemeClr val="tx2"/>
                </a:solidFill>
              </a:rPr>
              <a:t> </a:t>
            </a:r>
            <a:r>
              <a:rPr lang="en-US" altLang="en-US" dirty="0" err="1">
                <a:solidFill>
                  <a:schemeClr val="tx2"/>
                </a:solidFill>
              </a:rPr>
              <a:t>hạn</a:t>
            </a:r>
            <a:r>
              <a:rPr lang="en-US" altLang="en-US" dirty="0">
                <a:solidFill>
                  <a:schemeClr val="tx2"/>
                </a:solidFill>
              </a:rPr>
              <a:t> </a:t>
            </a:r>
            <a:r>
              <a:rPr lang="en-US" altLang="en-US" dirty="0" err="1">
                <a:solidFill>
                  <a:schemeClr val="tx2"/>
                </a:solidFill>
              </a:rPr>
              <a:t>thực</a:t>
            </a:r>
            <a:r>
              <a:rPr lang="en-US" altLang="en-US" dirty="0">
                <a:solidFill>
                  <a:schemeClr val="tx2"/>
                </a:solidFill>
              </a:rPr>
              <a:t> </a:t>
            </a:r>
            <a:r>
              <a:rPr lang="en-US" altLang="en-US" dirty="0" err="1">
                <a:solidFill>
                  <a:schemeClr val="tx2"/>
                </a:solidFill>
              </a:rPr>
              <a:t>hiện</a:t>
            </a:r>
            <a:r>
              <a:rPr lang="en-US" altLang="en-US" dirty="0">
                <a:solidFill>
                  <a:schemeClr val="tx2"/>
                </a:solidFill>
              </a:rPr>
              <a:t> chia </a:t>
            </a:r>
            <a:r>
              <a:rPr lang="en-US" altLang="en-US" dirty="0" err="1">
                <a:solidFill>
                  <a:schemeClr val="tx2"/>
                </a:solidFill>
              </a:rPr>
              <a:t>sẻ</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định</a:t>
            </a:r>
            <a:r>
              <a:rPr lang="en-US" altLang="en-US" dirty="0">
                <a:solidFill>
                  <a:schemeClr val="tx2"/>
                </a:solidFill>
              </a:rPr>
              <a:t> </a:t>
            </a:r>
            <a:r>
              <a:rPr lang="en-US" altLang="en-US" dirty="0" err="1">
                <a:solidFill>
                  <a:schemeClr val="tx2"/>
                </a:solidFill>
              </a:rPr>
              <a:t>tuyến</a:t>
            </a:r>
            <a:r>
              <a:rPr lang="en-US" altLang="en-US" dirty="0">
                <a:solidFill>
                  <a:schemeClr val="tx2"/>
                </a:solidFill>
              </a:rPr>
              <a:t> </a:t>
            </a:r>
            <a:r>
              <a:rPr lang="en-US" altLang="en-US" dirty="0" err="1">
                <a:solidFill>
                  <a:schemeClr val="tx2"/>
                </a:solidFill>
              </a:rPr>
              <a:t>với</a:t>
            </a:r>
            <a:r>
              <a:rPr lang="en-US" altLang="en-US" dirty="0">
                <a:solidFill>
                  <a:schemeClr val="tx2"/>
                </a:solidFill>
              </a:rPr>
              <a:t> </a:t>
            </a:r>
            <a:r>
              <a:rPr lang="en-US" altLang="en-US" dirty="0" err="1">
                <a:solidFill>
                  <a:schemeClr val="tx2"/>
                </a:solidFill>
              </a:rPr>
              <a:t>nhau</a:t>
            </a:r>
            <a:r>
              <a:rPr lang="en-US" altLang="en-US" dirty="0">
                <a:solidFill>
                  <a:schemeClr val="tx2"/>
                </a:solidFill>
              </a:rPr>
              <a:t> </a:t>
            </a:r>
            <a:r>
              <a:rPr lang="en-US" altLang="en-US" dirty="0" err="1">
                <a:solidFill>
                  <a:schemeClr val="tx2"/>
                </a:solidFill>
              </a:rPr>
              <a:t>thì</a:t>
            </a:r>
            <a:r>
              <a:rPr lang="en-US" altLang="en-US" dirty="0">
                <a:solidFill>
                  <a:schemeClr val="tx2"/>
                </a:solidFill>
              </a:rPr>
              <a:t> </a:t>
            </a:r>
            <a:r>
              <a:rPr lang="en-US" altLang="en-US" dirty="0" err="1">
                <a:solidFill>
                  <a:schemeClr val="tx2"/>
                </a:solidFill>
              </a:rPr>
              <a:t>cần</a:t>
            </a:r>
            <a:r>
              <a:rPr lang="en-US" altLang="en-US" dirty="0">
                <a:solidFill>
                  <a:schemeClr val="tx2"/>
                </a:solidFill>
              </a:rPr>
              <a:t> </a:t>
            </a:r>
            <a:r>
              <a:rPr lang="en-US" altLang="en-US" dirty="0" err="1">
                <a:solidFill>
                  <a:schemeClr val="tx2"/>
                </a:solidFill>
              </a:rPr>
              <a:t>phải</a:t>
            </a:r>
            <a:r>
              <a:rPr lang="en-US" altLang="en-US" dirty="0">
                <a:solidFill>
                  <a:schemeClr val="tx2"/>
                </a:solidFill>
              </a:rPr>
              <a:t> </a:t>
            </a:r>
            <a:r>
              <a:rPr lang="en-US" altLang="en-US" dirty="0" err="1">
                <a:solidFill>
                  <a:schemeClr val="tx2"/>
                </a:solidFill>
              </a:rPr>
              <a:t>cấu</a:t>
            </a:r>
            <a:r>
              <a:rPr lang="en-US" altLang="en-US" dirty="0">
                <a:solidFill>
                  <a:schemeClr val="tx2"/>
                </a:solidFill>
              </a:rPr>
              <a:t> </a:t>
            </a:r>
            <a:r>
              <a:rPr lang="en-US" altLang="en-US" dirty="0" err="1">
                <a:solidFill>
                  <a:schemeClr val="tx2"/>
                </a:solidFill>
              </a:rPr>
              <a:t>hình</a:t>
            </a:r>
            <a:r>
              <a:rPr lang="en-US" altLang="en-US" dirty="0">
                <a:solidFill>
                  <a:schemeClr val="tx2"/>
                </a:solidFill>
              </a:rPr>
              <a:t> </a:t>
            </a:r>
            <a:r>
              <a:rPr lang="en-US" altLang="en-US" dirty="0" err="1">
                <a:solidFill>
                  <a:schemeClr val="tx2"/>
                </a:solidFill>
              </a:rPr>
              <a:t>nâng</a:t>
            </a:r>
            <a:r>
              <a:rPr lang="en-US" altLang="en-US" dirty="0">
                <a:solidFill>
                  <a:schemeClr val="tx2"/>
                </a:solidFill>
              </a:rPr>
              <a:t> </a:t>
            </a:r>
            <a:r>
              <a:rPr lang="en-US" altLang="en-US" dirty="0" err="1">
                <a:solidFill>
                  <a:schemeClr val="tx2"/>
                </a:solidFill>
              </a:rPr>
              <a:t>cao</a:t>
            </a:r>
            <a:r>
              <a:rPr lang="en-US" altLang="en-US" dirty="0">
                <a:solidFill>
                  <a:schemeClr val="tx2"/>
                </a:solidFill>
              </a:rPr>
              <a:t> </a:t>
            </a:r>
            <a:r>
              <a:rPr lang="en-US" altLang="en-US" dirty="0" err="1">
                <a:solidFill>
                  <a:schemeClr val="tx2"/>
                </a:solidFill>
              </a:rPr>
              <a:t>hơn</a:t>
            </a:r>
            <a:r>
              <a:rPr lang="en-US" altLang="en-US" dirty="0">
                <a:solidFill>
                  <a:schemeClr val="tx2"/>
                </a:solidFill>
              </a:rPr>
              <a:t>. </a:t>
            </a:r>
            <a:r>
              <a:rPr lang="en-US" altLang="en-US" dirty="0" err="1">
                <a:solidFill>
                  <a:schemeClr val="tx2"/>
                </a:solidFill>
              </a:rPr>
              <a:t>Trong</a:t>
            </a:r>
            <a:r>
              <a:rPr lang="en-US" altLang="en-US" dirty="0">
                <a:solidFill>
                  <a:schemeClr val="tx2"/>
                </a:solidFill>
              </a:rPr>
              <a:t> </a:t>
            </a:r>
            <a:r>
              <a:rPr lang="en-US" altLang="en-US" dirty="0" err="1">
                <a:solidFill>
                  <a:schemeClr val="tx2"/>
                </a:solidFill>
              </a:rPr>
              <a:t>khi</a:t>
            </a:r>
            <a:r>
              <a:rPr lang="en-US" altLang="en-US" dirty="0">
                <a:solidFill>
                  <a:schemeClr val="tx2"/>
                </a:solidFill>
              </a:rPr>
              <a:t> </a:t>
            </a:r>
            <a:r>
              <a:rPr lang="en-US" altLang="en-US" dirty="0" err="1">
                <a:solidFill>
                  <a:schemeClr val="tx2"/>
                </a:solidFill>
              </a:rPr>
              <a:t>đó</a:t>
            </a:r>
            <a:r>
              <a:rPr lang="en-US" altLang="en-US" dirty="0">
                <a:solidFill>
                  <a:schemeClr val="tx2"/>
                </a:solidFill>
              </a:rPr>
              <a:t> IGRP </a:t>
            </a:r>
            <a:r>
              <a:rPr lang="en-US" altLang="en-US" dirty="0" err="1">
                <a:solidFill>
                  <a:schemeClr val="tx2"/>
                </a:solidFill>
              </a:rPr>
              <a:t>và</a:t>
            </a:r>
            <a:r>
              <a:rPr lang="en-US" altLang="en-US" dirty="0">
                <a:solidFill>
                  <a:schemeClr val="tx2"/>
                </a:solidFill>
              </a:rPr>
              <a:t> EIGRP </a:t>
            </a:r>
            <a:r>
              <a:rPr lang="en-US" altLang="en-US" dirty="0" err="1">
                <a:solidFill>
                  <a:schemeClr val="tx2"/>
                </a:solidFill>
              </a:rPr>
              <a:t>có</a:t>
            </a:r>
            <a:r>
              <a:rPr lang="en-US" altLang="en-US" dirty="0">
                <a:solidFill>
                  <a:schemeClr val="tx2"/>
                </a:solidFill>
              </a:rPr>
              <a:t> </a:t>
            </a:r>
            <a:r>
              <a:rPr lang="en-US" altLang="en-US" dirty="0" err="1">
                <a:solidFill>
                  <a:schemeClr val="tx2"/>
                </a:solidFill>
              </a:rPr>
              <a:t>cùng</a:t>
            </a:r>
            <a:r>
              <a:rPr lang="en-US" altLang="en-US" dirty="0">
                <a:solidFill>
                  <a:schemeClr val="tx2"/>
                </a:solidFill>
              </a:rPr>
              <a:t> </a:t>
            </a:r>
            <a:r>
              <a:rPr lang="en-US" altLang="en-US" dirty="0" err="1">
                <a:solidFill>
                  <a:schemeClr val="tx2"/>
                </a:solidFill>
              </a:rPr>
              <a:t>số</a:t>
            </a:r>
            <a:r>
              <a:rPr lang="en-US" altLang="en-US" dirty="0">
                <a:solidFill>
                  <a:schemeClr val="tx2"/>
                </a:solidFill>
              </a:rPr>
              <a:t> AS </a:t>
            </a:r>
            <a:r>
              <a:rPr lang="en-US" altLang="en-US" dirty="0" err="1">
                <a:solidFill>
                  <a:schemeClr val="tx2"/>
                </a:solidFill>
              </a:rPr>
              <a:t>của</a:t>
            </a:r>
            <a:r>
              <a:rPr lang="en-US" altLang="en-US" dirty="0">
                <a:solidFill>
                  <a:schemeClr val="tx2"/>
                </a:solidFill>
              </a:rPr>
              <a:t> </a:t>
            </a:r>
            <a:r>
              <a:rPr lang="en-US" altLang="en-US" dirty="0" err="1">
                <a:solidFill>
                  <a:schemeClr val="tx2"/>
                </a:solidFill>
              </a:rPr>
              <a:t>hệ</a:t>
            </a:r>
            <a:r>
              <a:rPr lang="en-US" altLang="en-US" dirty="0">
                <a:solidFill>
                  <a:schemeClr val="tx2"/>
                </a:solidFill>
              </a:rPr>
              <a:t> </a:t>
            </a:r>
            <a:r>
              <a:rPr lang="en-US" altLang="en-US" dirty="0" err="1">
                <a:solidFill>
                  <a:schemeClr val="tx2"/>
                </a:solidFill>
              </a:rPr>
              <a:t>tự</a:t>
            </a:r>
            <a:r>
              <a:rPr lang="en-US" altLang="en-US" dirty="0">
                <a:solidFill>
                  <a:schemeClr val="tx2"/>
                </a:solidFill>
              </a:rPr>
              <a:t> </a:t>
            </a:r>
            <a:r>
              <a:rPr lang="en-US" altLang="en-US" dirty="0" err="1">
                <a:solidFill>
                  <a:schemeClr val="tx2"/>
                </a:solidFill>
              </a:rPr>
              <a:t>quản</a:t>
            </a:r>
            <a:r>
              <a:rPr lang="en-US" altLang="en-US" dirty="0">
                <a:solidFill>
                  <a:schemeClr val="tx2"/>
                </a:solidFill>
              </a:rPr>
              <a:t> </a:t>
            </a:r>
            <a:r>
              <a:rPr lang="en-US" altLang="en-US" dirty="0" err="1">
                <a:solidFill>
                  <a:schemeClr val="tx2"/>
                </a:solidFill>
              </a:rPr>
              <a:t>sẽ</a:t>
            </a:r>
            <a:r>
              <a:rPr lang="en-US" altLang="en-US" dirty="0">
                <a:solidFill>
                  <a:schemeClr val="tx2"/>
                </a:solidFill>
              </a:rPr>
              <a:t> </a:t>
            </a:r>
            <a:r>
              <a:rPr lang="en-US" altLang="en-US" dirty="0" err="1">
                <a:solidFill>
                  <a:schemeClr val="tx2"/>
                </a:solidFill>
              </a:rPr>
              <a:t>tự</a:t>
            </a:r>
            <a:r>
              <a:rPr lang="en-US" altLang="en-US" dirty="0">
                <a:solidFill>
                  <a:schemeClr val="tx2"/>
                </a:solidFill>
              </a:rPr>
              <a:t> </a:t>
            </a:r>
            <a:r>
              <a:rPr lang="en-US" altLang="en-US" dirty="0" err="1">
                <a:solidFill>
                  <a:schemeClr val="tx2"/>
                </a:solidFill>
              </a:rPr>
              <a:t>động</a:t>
            </a:r>
            <a:r>
              <a:rPr lang="en-US" altLang="en-US" dirty="0">
                <a:solidFill>
                  <a:schemeClr val="tx2"/>
                </a:solidFill>
              </a:rPr>
              <a:t> </a:t>
            </a:r>
            <a:r>
              <a:rPr lang="en-US" altLang="en-US" dirty="0" err="1">
                <a:solidFill>
                  <a:schemeClr val="tx2"/>
                </a:solidFill>
              </a:rPr>
              <a:t>phân</a:t>
            </a:r>
            <a:r>
              <a:rPr lang="en-US" altLang="en-US" dirty="0">
                <a:solidFill>
                  <a:schemeClr val="tx2"/>
                </a:solidFill>
              </a:rPr>
              <a:t> </a:t>
            </a:r>
            <a:r>
              <a:rPr lang="en-US" altLang="en-US" dirty="0" err="1">
                <a:solidFill>
                  <a:schemeClr val="tx2"/>
                </a:solidFill>
              </a:rPr>
              <a:t>phối</a:t>
            </a:r>
            <a:r>
              <a:rPr lang="en-US" altLang="en-US" dirty="0">
                <a:solidFill>
                  <a:schemeClr val="tx2"/>
                </a:solidFill>
              </a:rPr>
              <a:t> </a:t>
            </a:r>
            <a:r>
              <a:rPr lang="en-US" altLang="en-US" dirty="0" err="1">
                <a:solidFill>
                  <a:schemeClr val="tx2"/>
                </a:solidFill>
              </a:rPr>
              <a:t>và</a:t>
            </a:r>
            <a:r>
              <a:rPr lang="en-US" altLang="en-US" dirty="0">
                <a:solidFill>
                  <a:schemeClr val="tx2"/>
                </a:solidFill>
              </a:rPr>
              <a:t> chia </a:t>
            </a:r>
            <a:r>
              <a:rPr lang="en-US" altLang="en-US" dirty="0" err="1">
                <a:solidFill>
                  <a:schemeClr val="tx2"/>
                </a:solidFill>
              </a:rPr>
              <a:t>sẻ</a:t>
            </a:r>
            <a:r>
              <a:rPr lang="en-US" altLang="en-US" dirty="0">
                <a:solidFill>
                  <a:schemeClr val="tx2"/>
                </a:solidFill>
              </a:rPr>
              <a:t> </a:t>
            </a:r>
            <a:r>
              <a:rPr lang="en-US" altLang="en-US" dirty="0" err="1">
                <a:solidFill>
                  <a:schemeClr val="tx2"/>
                </a:solidFill>
              </a:rPr>
              <a:t>thông</a:t>
            </a:r>
            <a:r>
              <a:rPr lang="en-US" altLang="en-US" dirty="0">
                <a:solidFill>
                  <a:schemeClr val="tx2"/>
                </a:solidFill>
              </a:rPr>
              <a:t> tin </a:t>
            </a:r>
            <a:r>
              <a:rPr lang="en-US" altLang="en-US" dirty="0" err="1">
                <a:solidFill>
                  <a:schemeClr val="tx2"/>
                </a:solidFill>
              </a:rPr>
              <a:t>về</a:t>
            </a:r>
            <a:r>
              <a:rPr lang="en-US" altLang="en-US" dirty="0">
                <a:solidFill>
                  <a:schemeClr val="tx2"/>
                </a:solidFill>
              </a:rPr>
              <a:t> </a:t>
            </a:r>
            <a:r>
              <a:rPr lang="en-US" altLang="en-US" dirty="0" err="1">
                <a:solidFill>
                  <a:schemeClr val="tx2"/>
                </a:solidFill>
              </a:rPr>
              <a:t>đường</a:t>
            </a:r>
            <a:r>
              <a:rPr lang="en-US" altLang="en-US" dirty="0">
                <a:solidFill>
                  <a:schemeClr val="tx2"/>
                </a:solidFill>
              </a:rPr>
              <a:t> </a:t>
            </a:r>
            <a:r>
              <a:rPr lang="en-US" altLang="en-US" dirty="0" err="1">
                <a:solidFill>
                  <a:schemeClr val="tx2"/>
                </a:solidFill>
              </a:rPr>
              <a:t>đi</a:t>
            </a:r>
            <a:r>
              <a:rPr lang="en-US" altLang="en-US" dirty="0">
                <a:solidFill>
                  <a:schemeClr val="tx2"/>
                </a:solidFill>
              </a:rPr>
              <a:t> </a:t>
            </a:r>
            <a:r>
              <a:rPr lang="en-US" altLang="en-US" dirty="0" err="1">
                <a:solidFill>
                  <a:schemeClr val="tx2"/>
                </a:solidFill>
              </a:rPr>
              <a:t>với</a:t>
            </a:r>
            <a:r>
              <a:rPr lang="en-US" altLang="en-US" dirty="0">
                <a:solidFill>
                  <a:schemeClr val="tx2"/>
                </a:solidFill>
              </a:rPr>
              <a:t> </a:t>
            </a:r>
            <a:r>
              <a:rPr lang="en-US" altLang="en-US" dirty="0" err="1">
                <a:solidFill>
                  <a:schemeClr val="tx2"/>
                </a:solidFill>
              </a:rPr>
              <a:t>nhau</a:t>
            </a:r>
            <a:r>
              <a:rPr lang="en-US" altLang="en-US" dirty="0">
                <a:solidFill>
                  <a:schemeClr val="tx2"/>
                </a:solidFill>
              </a:rPr>
              <a:t> </a:t>
            </a:r>
          </a:p>
        </p:txBody>
      </p:sp>
      <p:sp>
        <p:nvSpPr>
          <p:cNvPr id="10" name="Title 1">
            <a:extLst>
              <a:ext uri="{FF2B5EF4-FFF2-40B4-BE49-F238E27FC236}">
                <a16:creationId xmlns:a16="http://schemas.microsoft.com/office/drawing/2014/main" id="{C6C25450-10D9-4D8F-B4E6-DEA0ABE23AF6}"/>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III.4 EIGRP</a:t>
            </a:r>
            <a:endParaRPr lang="vi-VN" dirty="0">
              <a:cs typeface="Times New Roman" pitchFamily="18"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6">
            <a:extLst>
              <a:ext uri="{FF2B5EF4-FFF2-40B4-BE49-F238E27FC236}">
                <a16:creationId xmlns:a16="http://schemas.microsoft.com/office/drawing/2014/main" id="{53BDDE2A-E912-4DA5-AF20-0AF6E00D8D6A}"/>
              </a:ext>
            </a:extLst>
          </p:cNvPr>
          <p:cNvSpPr>
            <a:spLocks noChangeArrowheads="1"/>
          </p:cNvSpPr>
          <p:nvPr/>
        </p:nvSpPr>
        <p:spPr bwMode="gray">
          <a:xfrm>
            <a:off x="1981200" y="1628775"/>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Cấu</a:t>
            </a:r>
            <a:r>
              <a:rPr lang="en-US" altLang="en-US" dirty="0">
                <a:solidFill>
                  <a:schemeClr val="tx2"/>
                </a:solidFill>
              </a:rPr>
              <a:t> </a:t>
            </a:r>
            <a:r>
              <a:rPr lang="en-US" altLang="en-US" dirty="0" err="1">
                <a:solidFill>
                  <a:schemeClr val="tx2"/>
                </a:solidFill>
              </a:rPr>
              <a:t>hình</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EIGRP </a:t>
            </a:r>
          </a:p>
        </p:txBody>
      </p:sp>
      <p:sp>
        <p:nvSpPr>
          <p:cNvPr id="107524" name="Rectangle 7">
            <a:extLst>
              <a:ext uri="{FF2B5EF4-FFF2-40B4-BE49-F238E27FC236}">
                <a16:creationId xmlns:a16="http://schemas.microsoft.com/office/drawing/2014/main" id="{57BC8DA0-0554-45CA-98D8-C8ABEC151204}"/>
              </a:ext>
            </a:extLst>
          </p:cNvPr>
          <p:cNvSpPr>
            <a:spLocks noChangeArrowheads="1"/>
          </p:cNvSpPr>
          <p:nvPr/>
        </p:nvSpPr>
        <p:spPr bwMode="auto">
          <a:xfrm>
            <a:off x="1524001" y="2844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07525" name="Rectangle 8">
            <a:extLst>
              <a:ext uri="{FF2B5EF4-FFF2-40B4-BE49-F238E27FC236}">
                <a16:creationId xmlns:a16="http://schemas.microsoft.com/office/drawing/2014/main" id="{07B556A7-1814-44E3-9DDB-CBFC9ABBE314}"/>
              </a:ext>
            </a:extLst>
          </p:cNvPr>
          <p:cNvSpPr>
            <a:spLocks noChangeArrowheads="1"/>
          </p:cNvSpPr>
          <p:nvPr/>
        </p:nvSpPr>
        <p:spPr bwMode="auto">
          <a:xfrm>
            <a:off x="1524001" y="3144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07526" name="Text Box 9">
            <a:extLst>
              <a:ext uri="{FF2B5EF4-FFF2-40B4-BE49-F238E27FC236}">
                <a16:creationId xmlns:a16="http://schemas.microsoft.com/office/drawing/2014/main" id="{B0B6CB72-F374-4725-B44A-A7909B000B1E}"/>
              </a:ext>
            </a:extLst>
          </p:cNvPr>
          <p:cNvSpPr txBox="1">
            <a:spLocks noChangeArrowheads="1"/>
          </p:cNvSpPr>
          <p:nvPr/>
        </p:nvSpPr>
        <p:spPr bwMode="auto">
          <a:xfrm>
            <a:off x="1905000" y="2100264"/>
            <a:ext cx="8305800" cy="298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sz="1800">
                <a:solidFill>
                  <a:schemeClr val="tx2"/>
                </a:solidFill>
              </a:rPr>
              <a:t> Bật quá trình định tuyến EIGRP trên router</a:t>
            </a:r>
            <a:endParaRPr lang="en-US" altLang="en-US" sz="1800" i="1">
              <a:solidFill>
                <a:schemeClr val="tx2"/>
              </a:solidFill>
            </a:endParaRPr>
          </a:p>
          <a:p>
            <a:pPr algn="ctr" eaLnBrk="1" hangingPunct="1">
              <a:lnSpc>
                <a:spcPct val="150000"/>
              </a:lnSpc>
              <a:spcBef>
                <a:spcPct val="0"/>
              </a:spcBef>
              <a:buClrTx/>
              <a:buFontTx/>
              <a:buNone/>
            </a:pPr>
            <a:r>
              <a:rPr lang="en-US" altLang="en-US" sz="1800" i="1">
                <a:solidFill>
                  <a:schemeClr val="tx2"/>
                </a:solidFill>
              </a:rPr>
              <a:t>Router(config)#router eigrp &lt;AS_number&gt;</a:t>
            </a:r>
            <a:endParaRPr lang="en-US" altLang="en-US" sz="1800">
              <a:solidFill>
                <a:schemeClr val="tx2"/>
              </a:solidFill>
            </a:endParaRPr>
          </a:p>
          <a:p>
            <a:pPr eaLnBrk="1" hangingPunct="1">
              <a:lnSpc>
                <a:spcPct val="150000"/>
              </a:lnSpc>
              <a:spcBef>
                <a:spcPct val="0"/>
              </a:spcBef>
              <a:buClrTx/>
              <a:buFontTx/>
              <a:buNone/>
            </a:pPr>
            <a:r>
              <a:rPr lang="en-US" altLang="en-US" sz="1800">
                <a:solidFill>
                  <a:schemeClr val="tx2"/>
                </a:solidFill>
              </a:rPr>
              <a:t>Với </a:t>
            </a:r>
            <a:r>
              <a:rPr lang="en-US" altLang="en-US" sz="1800" i="1">
                <a:solidFill>
                  <a:schemeClr val="tx2"/>
                </a:solidFill>
              </a:rPr>
              <a:t>&lt;AS_number&gt;</a:t>
            </a:r>
            <a:r>
              <a:rPr lang="en-US" altLang="en-US" sz="1800">
                <a:solidFill>
                  <a:schemeClr val="tx2"/>
                </a:solidFill>
              </a:rPr>
              <a:t> là số AS do ta tự đặt.</a:t>
            </a:r>
          </a:p>
          <a:p>
            <a:pPr eaLnBrk="1" hangingPunct="1">
              <a:lnSpc>
                <a:spcPct val="150000"/>
              </a:lnSpc>
              <a:spcBef>
                <a:spcPct val="0"/>
              </a:spcBef>
              <a:buClrTx/>
              <a:buFontTx/>
              <a:buNone/>
            </a:pPr>
            <a:r>
              <a:rPr lang="en-US" altLang="en-US" sz="1800">
                <a:solidFill>
                  <a:schemeClr val="tx2"/>
                </a:solidFill>
              </a:rPr>
              <a:t>Xác định các mạng quảng bá</a:t>
            </a:r>
            <a:endParaRPr lang="en-US" altLang="en-US" sz="1800" i="1">
              <a:solidFill>
                <a:schemeClr val="tx2"/>
              </a:solidFill>
            </a:endParaRPr>
          </a:p>
          <a:p>
            <a:pPr algn="ctr" eaLnBrk="1" hangingPunct="1">
              <a:lnSpc>
                <a:spcPct val="150000"/>
              </a:lnSpc>
              <a:spcBef>
                <a:spcPct val="0"/>
              </a:spcBef>
              <a:buClrTx/>
              <a:buFontTx/>
              <a:buNone/>
            </a:pPr>
            <a:r>
              <a:rPr lang="en-US" altLang="en-US" sz="1800" i="1">
                <a:solidFill>
                  <a:schemeClr val="tx2"/>
                </a:solidFill>
              </a:rPr>
              <a:t>Router(config-router)#network major_network</a:t>
            </a:r>
            <a:endParaRPr lang="en-US" altLang="en-US" sz="1800">
              <a:solidFill>
                <a:schemeClr val="tx2"/>
              </a:solidFill>
            </a:endParaRPr>
          </a:p>
          <a:p>
            <a:pPr eaLnBrk="1" hangingPunct="1">
              <a:lnSpc>
                <a:spcPct val="150000"/>
              </a:lnSpc>
              <a:spcBef>
                <a:spcPct val="0"/>
              </a:spcBef>
              <a:buClrTx/>
              <a:buFontTx/>
              <a:buNone/>
            </a:pPr>
            <a:r>
              <a:rPr lang="en-US" altLang="en-US" sz="1800">
                <a:solidFill>
                  <a:schemeClr val="tx2"/>
                </a:solidFill>
              </a:rPr>
              <a:t>Tắt chế độ tự động summary</a:t>
            </a:r>
            <a:endParaRPr lang="en-US" altLang="en-US" sz="1800" i="1">
              <a:solidFill>
                <a:schemeClr val="tx2"/>
              </a:solidFill>
            </a:endParaRPr>
          </a:p>
          <a:p>
            <a:pPr algn="ctr" eaLnBrk="1" hangingPunct="1">
              <a:lnSpc>
                <a:spcPct val="150000"/>
              </a:lnSpc>
              <a:spcBef>
                <a:spcPct val="0"/>
              </a:spcBef>
              <a:buClrTx/>
              <a:buFontTx/>
              <a:buNone/>
            </a:pPr>
            <a:r>
              <a:rPr lang="en-US" altLang="en-US" sz="1800" i="1">
                <a:solidFill>
                  <a:schemeClr val="tx2"/>
                </a:solidFill>
              </a:rPr>
              <a:t>Router(config-router)#no auto-summary</a:t>
            </a:r>
          </a:p>
        </p:txBody>
      </p:sp>
      <p:sp>
        <p:nvSpPr>
          <p:cNvPr id="10" name="Title 1">
            <a:extLst>
              <a:ext uri="{FF2B5EF4-FFF2-40B4-BE49-F238E27FC236}">
                <a16:creationId xmlns:a16="http://schemas.microsoft.com/office/drawing/2014/main" id="{DC0BE60A-407C-4F65-9F76-0BE7C80A145D}"/>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III.4 EIGRP</a:t>
            </a:r>
            <a:endParaRPr lang="vi-VN" dirty="0">
              <a:cs typeface="Times New Roman"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6">
            <a:extLst>
              <a:ext uri="{FF2B5EF4-FFF2-40B4-BE49-F238E27FC236}">
                <a16:creationId xmlns:a16="http://schemas.microsoft.com/office/drawing/2014/main" id="{1DC54B49-590D-41F0-BBDD-72DBB5BB3A8B}"/>
              </a:ext>
            </a:extLst>
          </p:cNvPr>
          <p:cNvSpPr>
            <a:spLocks noChangeArrowheads="1"/>
          </p:cNvSpPr>
          <p:nvPr/>
        </p:nvSpPr>
        <p:spPr bwMode="gray">
          <a:xfrm>
            <a:off x="1981200" y="1628775"/>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Cấu</a:t>
            </a:r>
            <a:r>
              <a:rPr lang="en-US" altLang="en-US" dirty="0">
                <a:solidFill>
                  <a:schemeClr val="tx2"/>
                </a:solidFill>
              </a:rPr>
              <a:t> </a:t>
            </a:r>
            <a:r>
              <a:rPr lang="en-US" altLang="en-US" dirty="0" err="1">
                <a:solidFill>
                  <a:schemeClr val="tx2"/>
                </a:solidFill>
              </a:rPr>
              <a:t>hình</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EIGRP </a:t>
            </a:r>
          </a:p>
        </p:txBody>
      </p:sp>
      <p:sp>
        <p:nvSpPr>
          <p:cNvPr id="108548" name="Rectangle 7">
            <a:extLst>
              <a:ext uri="{FF2B5EF4-FFF2-40B4-BE49-F238E27FC236}">
                <a16:creationId xmlns:a16="http://schemas.microsoft.com/office/drawing/2014/main" id="{B5A2864B-921D-4206-9246-D4FDEBFC6022}"/>
              </a:ext>
            </a:extLst>
          </p:cNvPr>
          <p:cNvSpPr>
            <a:spLocks noChangeArrowheads="1"/>
          </p:cNvSpPr>
          <p:nvPr/>
        </p:nvSpPr>
        <p:spPr bwMode="auto">
          <a:xfrm>
            <a:off x="1524001" y="2844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08549" name="Rectangle 8">
            <a:extLst>
              <a:ext uri="{FF2B5EF4-FFF2-40B4-BE49-F238E27FC236}">
                <a16:creationId xmlns:a16="http://schemas.microsoft.com/office/drawing/2014/main" id="{6E340742-F01F-4077-8871-841113EB8979}"/>
              </a:ext>
            </a:extLst>
          </p:cNvPr>
          <p:cNvSpPr>
            <a:spLocks noChangeArrowheads="1"/>
          </p:cNvSpPr>
          <p:nvPr/>
        </p:nvSpPr>
        <p:spPr bwMode="auto">
          <a:xfrm>
            <a:off x="1524001" y="3144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pic>
        <p:nvPicPr>
          <p:cNvPr id="108550" name="Picture 10" descr="untitled">
            <a:extLst>
              <a:ext uri="{FF2B5EF4-FFF2-40B4-BE49-F238E27FC236}">
                <a16:creationId xmlns:a16="http://schemas.microsoft.com/office/drawing/2014/main" id="{71639324-7835-47FF-8257-ABCB0E3BDC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2514601"/>
            <a:ext cx="6172200" cy="341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51" name="Text Box 11">
            <a:extLst>
              <a:ext uri="{FF2B5EF4-FFF2-40B4-BE49-F238E27FC236}">
                <a16:creationId xmlns:a16="http://schemas.microsoft.com/office/drawing/2014/main" id="{1A390447-7F0C-4B6C-9472-5A3DFAA1823E}"/>
              </a:ext>
            </a:extLst>
          </p:cNvPr>
          <p:cNvSpPr txBox="1">
            <a:spLocks noChangeArrowheads="1"/>
          </p:cNvSpPr>
          <p:nvPr/>
        </p:nvSpPr>
        <p:spPr bwMode="auto">
          <a:xfrm>
            <a:off x="2057400" y="2022476"/>
            <a:ext cx="4876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en-US" sz="1800">
                <a:solidFill>
                  <a:schemeClr val="tx2"/>
                </a:solidFill>
              </a:rPr>
              <a:t>Giả sử có sơ đồ mạng như hình</a:t>
            </a:r>
          </a:p>
        </p:txBody>
      </p:sp>
      <p:sp>
        <p:nvSpPr>
          <p:cNvPr id="108552" name="Text Box 12">
            <a:extLst>
              <a:ext uri="{FF2B5EF4-FFF2-40B4-BE49-F238E27FC236}">
                <a16:creationId xmlns:a16="http://schemas.microsoft.com/office/drawing/2014/main" id="{BBB8BAD9-F0B0-4DC5-8FED-17DF6B080432}"/>
              </a:ext>
            </a:extLst>
          </p:cNvPr>
          <p:cNvSpPr txBox="1">
            <a:spLocks noChangeArrowheads="1"/>
          </p:cNvSpPr>
          <p:nvPr/>
        </p:nvSpPr>
        <p:spPr bwMode="auto">
          <a:xfrm>
            <a:off x="2133600" y="6172201"/>
            <a:ext cx="7772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en-US" sz="1800">
                <a:solidFill>
                  <a:schemeClr val="tx2"/>
                </a:solidFill>
              </a:rPr>
              <a:t>Ta sẽ tiến hành cấu hình EIGRP trên các router, sử dụng số AS là 100 </a:t>
            </a:r>
          </a:p>
        </p:txBody>
      </p:sp>
      <p:sp>
        <p:nvSpPr>
          <p:cNvPr id="12" name="Title 1">
            <a:extLst>
              <a:ext uri="{FF2B5EF4-FFF2-40B4-BE49-F238E27FC236}">
                <a16:creationId xmlns:a16="http://schemas.microsoft.com/office/drawing/2014/main" id="{BEE6EA02-AC65-4F3B-8E33-3BA282EDEDC1}"/>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III.4 EIGRP</a:t>
            </a:r>
            <a:endParaRPr lang="vi-VN" dirty="0">
              <a:cs typeface="Times New Roman"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6">
            <a:extLst>
              <a:ext uri="{FF2B5EF4-FFF2-40B4-BE49-F238E27FC236}">
                <a16:creationId xmlns:a16="http://schemas.microsoft.com/office/drawing/2014/main" id="{DD65968A-5EE1-45A0-B48D-7068ACDBAEF3}"/>
              </a:ext>
            </a:extLst>
          </p:cNvPr>
          <p:cNvSpPr>
            <a:spLocks noChangeArrowheads="1"/>
          </p:cNvSpPr>
          <p:nvPr/>
        </p:nvSpPr>
        <p:spPr bwMode="gray">
          <a:xfrm>
            <a:off x="1981200" y="1628775"/>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Cấu</a:t>
            </a:r>
            <a:r>
              <a:rPr lang="en-US" altLang="en-US" dirty="0">
                <a:solidFill>
                  <a:schemeClr val="tx2"/>
                </a:solidFill>
              </a:rPr>
              <a:t> </a:t>
            </a:r>
            <a:r>
              <a:rPr lang="en-US" altLang="en-US" dirty="0" err="1">
                <a:solidFill>
                  <a:schemeClr val="tx2"/>
                </a:solidFill>
              </a:rPr>
              <a:t>hình</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EIGRP </a:t>
            </a:r>
          </a:p>
        </p:txBody>
      </p:sp>
      <p:sp>
        <p:nvSpPr>
          <p:cNvPr id="109572" name="Rectangle 7">
            <a:extLst>
              <a:ext uri="{FF2B5EF4-FFF2-40B4-BE49-F238E27FC236}">
                <a16:creationId xmlns:a16="http://schemas.microsoft.com/office/drawing/2014/main" id="{767C36E0-552B-4D82-84B9-A3A96F60D029}"/>
              </a:ext>
            </a:extLst>
          </p:cNvPr>
          <p:cNvSpPr>
            <a:spLocks noChangeArrowheads="1"/>
          </p:cNvSpPr>
          <p:nvPr/>
        </p:nvSpPr>
        <p:spPr bwMode="auto">
          <a:xfrm>
            <a:off x="1524001" y="2844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09573" name="Rectangle 8">
            <a:extLst>
              <a:ext uri="{FF2B5EF4-FFF2-40B4-BE49-F238E27FC236}">
                <a16:creationId xmlns:a16="http://schemas.microsoft.com/office/drawing/2014/main" id="{23E22A95-993F-4952-9F89-1E3931190F44}"/>
              </a:ext>
            </a:extLst>
          </p:cNvPr>
          <p:cNvSpPr>
            <a:spLocks noChangeArrowheads="1"/>
          </p:cNvSpPr>
          <p:nvPr/>
        </p:nvSpPr>
        <p:spPr bwMode="auto">
          <a:xfrm>
            <a:off x="1524001" y="3144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09574" name="Text Box 12">
            <a:extLst>
              <a:ext uri="{FF2B5EF4-FFF2-40B4-BE49-F238E27FC236}">
                <a16:creationId xmlns:a16="http://schemas.microsoft.com/office/drawing/2014/main" id="{C6279B00-A434-48EF-A289-E5031698166F}"/>
              </a:ext>
            </a:extLst>
          </p:cNvPr>
          <p:cNvSpPr txBox="1">
            <a:spLocks noChangeArrowheads="1"/>
          </p:cNvSpPr>
          <p:nvPr/>
        </p:nvSpPr>
        <p:spPr bwMode="auto">
          <a:xfrm>
            <a:off x="2057400" y="2133601"/>
            <a:ext cx="7924800" cy="421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sz="1800">
                <a:solidFill>
                  <a:schemeClr val="tx2"/>
                </a:solidFill>
              </a:rPr>
              <a:t>Trên R1:</a:t>
            </a:r>
            <a:endParaRPr lang="en-US" altLang="en-US" sz="1800" i="1">
              <a:solidFill>
                <a:schemeClr val="tx2"/>
              </a:solidFill>
            </a:endParaRPr>
          </a:p>
          <a:p>
            <a:pPr eaLnBrk="1" hangingPunct="1">
              <a:lnSpc>
                <a:spcPct val="150000"/>
              </a:lnSpc>
              <a:spcBef>
                <a:spcPct val="0"/>
              </a:spcBef>
              <a:buClrTx/>
              <a:buFontTx/>
              <a:buNone/>
            </a:pPr>
            <a:r>
              <a:rPr lang="en-US" altLang="en-US" sz="1800" i="1">
                <a:solidFill>
                  <a:schemeClr val="tx2"/>
                </a:solidFill>
              </a:rPr>
              <a:t>R1(config)#router eigrp 100</a:t>
            </a:r>
          </a:p>
          <a:p>
            <a:pPr eaLnBrk="1" hangingPunct="1">
              <a:lnSpc>
                <a:spcPct val="150000"/>
              </a:lnSpc>
              <a:spcBef>
                <a:spcPct val="0"/>
              </a:spcBef>
              <a:buClrTx/>
              <a:buFontTx/>
              <a:buNone/>
            </a:pPr>
            <a:r>
              <a:rPr lang="en-US" altLang="en-US" sz="1800" i="1">
                <a:solidFill>
                  <a:schemeClr val="tx2"/>
                </a:solidFill>
              </a:rPr>
              <a:t>R1(config-router)#network 172.16.0.0</a:t>
            </a:r>
          </a:p>
          <a:p>
            <a:pPr eaLnBrk="1" hangingPunct="1">
              <a:lnSpc>
                <a:spcPct val="150000"/>
              </a:lnSpc>
              <a:spcBef>
                <a:spcPct val="0"/>
              </a:spcBef>
              <a:buClrTx/>
              <a:buFontTx/>
              <a:buNone/>
            </a:pPr>
            <a:r>
              <a:rPr lang="en-US" altLang="en-US" sz="1800">
                <a:solidFill>
                  <a:schemeClr val="tx2"/>
                </a:solidFill>
              </a:rPr>
              <a:t>R1(config-router)#no auto-summary</a:t>
            </a:r>
          </a:p>
          <a:p>
            <a:pPr eaLnBrk="1" hangingPunct="1">
              <a:lnSpc>
                <a:spcPct val="150000"/>
              </a:lnSpc>
              <a:spcBef>
                <a:spcPct val="0"/>
              </a:spcBef>
              <a:buClrTx/>
              <a:buFontTx/>
              <a:buNone/>
            </a:pPr>
            <a:endParaRPr lang="en-US" altLang="en-US" sz="1800">
              <a:solidFill>
                <a:schemeClr val="tx2"/>
              </a:solidFill>
            </a:endParaRPr>
          </a:p>
          <a:p>
            <a:pPr eaLnBrk="1" hangingPunct="1">
              <a:lnSpc>
                <a:spcPct val="150000"/>
              </a:lnSpc>
              <a:spcBef>
                <a:spcPct val="0"/>
              </a:spcBef>
              <a:buClrTx/>
              <a:buFontTx/>
              <a:buNone/>
            </a:pPr>
            <a:r>
              <a:rPr lang="en-US" altLang="en-US" sz="1800">
                <a:solidFill>
                  <a:schemeClr val="tx2"/>
                </a:solidFill>
              </a:rPr>
              <a:t>Trên R2:</a:t>
            </a:r>
            <a:endParaRPr lang="en-US" altLang="en-US" sz="1800" i="1">
              <a:solidFill>
                <a:schemeClr val="tx2"/>
              </a:solidFill>
            </a:endParaRPr>
          </a:p>
          <a:p>
            <a:pPr eaLnBrk="1" hangingPunct="1">
              <a:lnSpc>
                <a:spcPct val="150000"/>
              </a:lnSpc>
              <a:spcBef>
                <a:spcPct val="0"/>
              </a:spcBef>
              <a:buClrTx/>
              <a:buFontTx/>
              <a:buNone/>
            </a:pPr>
            <a:r>
              <a:rPr lang="en-US" altLang="en-US" sz="1800" i="1">
                <a:solidFill>
                  <a:schemeClr val="tx2"/>
                </a:solidFill>
              </a:rPr>
              <a:t>R2(config)#router eigrp 100</a:t>
            </a:r>
          </a:p>
          <a:p>
            <a:pPr eaLnBrk="1" hangingPunct="1">
              <a:lnSpc>
                <a:spcPct val="150000"/>
              </a:lnSpc>
              <a:spcBef>
                <a:spcPct val="0"/>
              </a:spcBef>
              <a:buClrTx/>
              <a:buFontTx/>
              <a:buNone/>
            </a:pPr>
            <a:r>
              <a:rPr lang="en-US" altLang="en-US" sz="1800" i="1">
                <a:solidFill>
                  <a:schemeClr val="tx2"/>
                </a:solidFill>
              </a:rPr>
              <a:t>R2(config-router)#network 172.16.0.0</a:t>
            </a:r>
          </a:p>
          <a:p>
            <a:pPr eaLnBrk="1" hangingPunct="1">
              <a:lnSpc>
                <a:spcPct val="150000"/>
              </a:lnSpc>
              <a:spcBef>
                <a:spcPct val="0"/>
              </a:spcBef>
              <a:buClrTx/>
              <a:buFontTx/>
              <a:buNone/>
            </a:pPr>
            <a:r>
              <a:rPr lang="en-US" altLang="en-US" sz="1800" i="1">
                <a:solidFill>
                  <a:schemeClr val="tx2"/>
                </a:solidFill>
              </a:rPr>
              <a:t>R2(config-router)#network 192.168.1.0</a:t>
            </a:r>
          </a:p>
          <a:p>
            <a:pPr eaLnBrk="1" hangingPunct="1">
              <a:lnSpc>
                <a:spcPct val="150000"/>
              </a:lnSpc>
              <a:spcBef>
                <a:spcPct val="0"/>
              </a:spcBef>
              <a:buClrTx/>
              <a:buFontTx/>
              <a:buNone/>
            </a:pPr>
            <a:r>
              <a:rPr lang="en-US" altLang="en-US" sz="1800">
                <a:solidFill>
                  <a:schemeClr val="tx2"/>
                </a:solidFill>
              </a:rPr>
              <a:t>R2(config-router)#no auto-summary</a:t>
            </a:r>
          </a:p>
        </p:txBody>
      </p:sp>
      <p:sp>
        <p:nvSpPr>
          <p:cNvPr id="10" name="Title 1">
            <a:extLst>
              <a:ext uri="{FF2B5EF4-FFF2-40B4-BE49-F238E27FC236}">
                <a16:creationId xmlns:a16="http://schemas.microsoft.com/office/drawing/2014/main" id="{38989088-180B-4B7F-922D-70B841996A8B}"/>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III.4 EIGRP</a:t>
            </a:r>
            <a:endParaRPr lang="vi-VN" dirty="0">
              <a:cs typeface="Times New Roman"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6">
            <a:extLst>
              <a:ext uri="{FF2B5EF4-FFF2-40B4-BE49-F238E27FC236}">
                <a16:creationId xmlns:a16="http://schemas.microsoft.com/office/drawing/2014/main" id="{92E2E7C3-6B01-424D-A959-6C1E259026EF}"/>
              </a:ext>
            </a:extLst>
          </p:cNvPr>
          <p:cNvSpPr>
            <a:spLocks noChangeArrowheads="1"/>
          </p:cNvSpPr>
          <p:nvPr/>
        </p:nvSpPr>
        <p:spPr bwMode="gray">
          <a:xfrm>
            <a:off x="1981200" y="1628775"/>
            <a:ext cx="826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dirty="0" err="1">
                <a:solidFill>
                  <a:schemeClr val="tx2"/>
                </a:solidFill>
              </a:rPr>
              <a:t>Cấu</a:t>
            </a:r>
            <a:r>
              <a:rPr lang="en-US" altLang="en-US" dirty="0">
                <a:solidFill>
                  <a:schemeClr val="tx2"/>
                </a:solidFill>
              </a:rPr>
              <a:t> </a:t>
            </a:r>
            <a:r>
              <a:rPr lang="en-US" altLang="en-US" dirty="0" err="1">
                <a:solidFill>
                  <a:schemeClr val="tx2"/>
                </a:solidFill>
              </a:rPr>
              <a:t>hình</a:t>
            </a:r>
            <a:r>
              <a:rPr lang="en-US" altLang="en-US" dirty="0">
                <a:solidFill>
                  <a:schemeClr val="tx2"/>
                </a:solidFill>
              </a:rPr>
              <a:t> </a:t>
            </a:r>
            <a:r>
              <a:rPr lang="en-US" altLang="en-US" dirty="0" err="1">
                <a:solidFill>
                  <a:schemeClr val="tx2"/>
                </a:solidFill>
              </a:rPr>
              <a:t>giao</a:t>
            </a:r>
            <a:r>
              <a:rPr lang="en-US" altLang="en-US" dirty="0">
                <a:solidFill>
                  <a:schemeClr val="tx2"/>
                </a:solidFill>
              </a:rPr>
              <a:t> </a:t>
            </a:r>
            <a:r>
              <a:rPr lang="en-US" altLang="en-US" dirty="0" err="1">
                <a:solidFill>
                  <a:schemeClr val="tx2"/>
                </a:solidFill>
              </a:rPr>
              <a:t>thức</a:t>
            </a:r>
            <a:r>
              <a:rPr lang="en-US" altLang="en-US" dirty="0">
                <a:solidFill>
                  <a:schemeClr val="tx2"/>
                </a:solidFill>
              </a:rPr>
              <a:t> EIGRP </a:t>
            </a:r>
          </a:p>
        </p:txBody>
      </p:sp>
      <p:sp>
        <p:nvSpPr>
          <p:cNvPr id="110596" name="Rectangle 7">
            <a:extLst>
              <a:ext uri="{FF2B5EF4-FFF2-40B4-BE49-F238E27FC236}">
                <a16:creationId xmlns:a16="http://schemas.microsoft.com/office/drawing/2014/main" id="{A5D2AD6E-E9F8-4262-AED6-45DE25AA5DDD}"/>
              </a:ext>
            </a:extLst>
          </p:cNvPr>
          <p:cNvSpPr>
            <a:spLocks noChangeArrowheads="1"/>
          </p:cNvSpPr>
          <p:nvPr/>
        </p:nvSpPr>
        <p:spPr bwMode="auto">
          <a:xfrm>
            <a:off x="1524001" y="2844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10597" name="Rectangle 8">
            <a:extLst>
              <a:ext uri="{FF2B5EF4-FFF2-40B4-BE49-F238E27FC236}">
                <a16:creationId xmlns:a16="http://schemas.microsoft.com/office/drawing/2014/main" id="{507C0939-BE13-49A4-9885-6044F7DF338A}"/>
              </a:ext>
            </a:extLst>
          </p:cNvPr>
          <p:cNvSpPr>
            <a:spLocks noChangeArrowheads="1"/>
          </p:cNvSpPr>
          <p:nvPr/>
        </p:nvSpPr>
        <p:spPr bwMode="auto">
          <a:xfrm>
            <a:off x="1524001" y="3144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10598" name="Text Box 9">
            <a:extLst>
              <a:ext uri="{FF2B5EF4-FFF2-40B4-BE49-F238E27FC236}">
                <a16:creationId xmlns:a16="http://schemas.microsoft.com/office/drawing/2014/main" id="{0B9CFDC2-3041-44ED-81D1-BD78E4108C4F}"/>
              </a:ext>
            </a:extLst>
          </p:cNvPr>
          <p:cNvSpPr txBox="1">
            <a:spLocks noChangeArrowheads="1"/>
          </p:cNvSpPr>
          <p:nvPr/>
        </p:nvSpPr>
        <p:spPr bwMode="auto">
          <a:xfrm>
            <a:off x="2057400" y="2133601"/>
            <a:ext cx="7924800" cy="215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en-US" sz="1800">
                <a:solidFill>
                  <a:schemeClr val="tx2"/>
                </a:solidFill>
              </a:rPr>
              <a:t>Trên R3:</a:t>
            </a:r>
            <a:endParaRPr lang="en-US" altLang="en-US" sz="1800" i="1">
              <a:solidFill>
                <a:schemeClr val="tx2"/>
              </a:solidFill>
            </a:endParaRPr>
          </a:p>
          <a:p>
            <a:pPr eaLnBrk="1" hangingPunct="1">
              <a:lnSpc>
                <a:spcPct val="150000"/>
              </a:lnSpc>
              <a:spcBef>
                <a:spcPct val="0"/>
              </a:spcBef>
              <a:buClrTx/>
              <a:buFontTx/>
              <a:buNone/>
            </a:pPr>
            <a:r>
              <a:rPr lang="en-US" altLang="en-US" sz="1800" i="1">
                <a:solidFill>
                  <a:schemeClr val="tx2"/>
                </a:solidFill>
              </a:rPr>
              <a:t>R3(config)#router eigrp 100</a:t>
            </a:r>
          </a:p>
          <a:p>
            <a:pPr eaLnBrk="1" hangingPunct="1">
              <a:lnSpc>
                <a:spcPct val="150000"/>
              </a:lnSpc>
              <a:spcBef>
                <a:spcPct val="0"/>
              </a:spcBef>
              <a:buClrTx/>
              <a:buFontTx/>
              <a:buNone/>
            </a:pPr>
            <a:r>
              <a:rPr lang="en-US" altLang="en-US" sz="1800" i="1">
                <a:solidFill>
                  <a:schemeClr val="tx2"/>
                </a:solidFill>
              </a:rPr>
              <a:t>R3(config-router)#network 192.168.1.0</a:t>
            </a:r>
          </a:p>
          <a:p>
            <a:pPr eaLnBrk="1" hangingPunct="1">
              <a:lnSpc>
                <a:spcPct val="150000"/>
              </a:lnSpc>
              <a:spcBef>
                <a:spcPct val="0"/>
              </a:spcBef>
              <a:buClrTx/>
              <a:buFontTx/>
              <a:buNone/>
            </a:pPr>
            <a:r>
              <a:rPr lang="en-US" altLang="en-US" sz="1800" i="1">
                <a:solidFill>
                  <a:schemeClr val="tx2"/>
                </a:solidFill>
              </a:rPr>
              <a:t>R3(config-router)#network 192.168.2.0</a:t>
            </a:r>
          </a:p>
          <a:p>
            <a:pPr eaLnBrk="1" hangingPunct="1">
              <a:lnSpc>
                <a:spcPct val="150000"/>
              </a:lnSpc>
              <a:spcBef>
                <a:spcPct val="0"/>
              </a:spcBef>
              <a:buClrTx/>
              <a:buFontTx/>
              <a:buNone/>
            </a:pPr>
            <a:r>
              <a:rPr lang="en-US" altLang="en-US" sz="1800" i="1">
                <a:solidFill>
                  <a:schemeClr val="tx2"/>
                </a:solidFill>
              </a:rPr>
              <a:t>R3(config-router)#no auto-summary</a:t>
            </a:r>
          </a:p>
        </p:txBody>
      </p:sp>
      <p:pic>
        <p:nvPicPr>
          <p:cNvPr id="110599" name="Picture 10" descr="untitled">
            <a:extLst>
              <a:ext uri="{FF2B5EF4-FFF2-40B4-BE49-F238E27FC236}">
                <a16:creationId xmlns:a16="http://schemas.microsoft.com/office/drawing/2014/main" id="{B31A00B0-5ED4-4999-A1B2-A5B4D2B0DA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4572001"/>
            <a:ext cx="8077200" cy="152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600" name="Text Box 11">
            <a:extLst>
              <a:ext uri="{FF2B5EF4-FFF2-40B4-BE49-F238E27FC236}">
                <a16:creationId xmlns:a16="http://schemas.microsoft.com/office/drawing/2014/main" id="{A7049C3C-4308-49B2-AEC5-29477EDBBDE9}"/>
              </a:ext>
            </a:extLst>
          </p:cNvPr>
          <p:cNvSpPr txBox="1">
            <a:spLocks noChangeArrowheads="1"/>
          </p:cNvSpPr>
          <p:nvPr/>
        </p:nvSpPr>
        <p:spPr bwMode="auto">
          <a:xfrm>
            <a:off x="3017838" y="6353176"/>
            <a:ext cx="60960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Font typeface="Wingdings" panose="05000000000000000000" pitchFamily="2" charset="2"/>
              <a:buChar char="v"/>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200">
                <a:solidFill>
                  <a:schemeClr val="tx1"/>
                </a:solidFill>
                <a:latin typeface="Arial" panose="020B0604020202020204" pitchFamily="34" charset="0"/>
              </a:defRPr>
            </a:lvl2pPr>
            <a:lvl3pPr marL="1143000" indent="-228600">
              <a:spcBef>
                <a:spcPct val="20000"/>
              </a:spcBef>
              <a:buClr>
                <a:schemeClr val="accent2"/>
              </a:buClr>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en-US" sz="1500">
                <a:solidFill>
                  <a:schemeClr val="tx2"/>
                </a:solidFill>
              </a:rPr>
              <a:t>Kết quả ping từ R1 đến R3</a:t>
            </a:r>
          </a:p>
        </p:txBody>
      </p:sp>
      <p:sp>
        <p:nvSpPr>
          <p:cNvPr id="12" name="Title 1">
            <a:extLst>
              <a:ext uri="{FF2B5EF4-FFF2-40B4-BE49-F238E27FC236}">
                <a16:creationId xmlns:a16="http://schemas.microsoft.com/office/drawing/2014/main" id="{07A950A4-577C-4547-9E1D-F3C95118FD1A}"/>
              </a:ext>
            </a:extLst>
          </p:cNvPr>
          <p:cNvSpPr>
            <a:spLocks noGrp="1"/>
          </p:cNvSpPr>
          <p:nvPr>
            <p:ph type="title"/>
          </p:nvPr>
        </p:nvSpPr>
        <p:spPr>
          <a:xfrm>
            <a:off x="437321" y="324533"/>
            <a:ext cx="86967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III.4 EIGRP</a:t>
            </a:r>
            <a:endParaRPr lang="vi-VN" dirty="0">
              <a:cs typeface="Times New Roman" pitchFamily="18" charset="0"/>
            </a:endParaRPr>
          </a:p>
        </p:txBody>
      </p:sp>
    </p:spTree>
  </p:cSld>
  <p:clrMapOvr>
    <a:masterClrMapping/>
  </p:clrMapOvr>
</p:sld>
</file>

<file path=ppt/theme/theme1.xml><?xml version="1.0" encoding="utf-8"?>
<a:theme xmlns:a="http://schemas.openxmlformats.org/drawingml/2006/main" name="Theme1">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965D5D1C-C453-4025-8FCC-E6624AA4AC7A}" vid="{9345884C-4769-472D-A3C4-C86C3141B074}"/>
    </a:ext>
  </a:extLst>
</a:theme>
</file>

<file path=docProps/app.xml><?xml version="1.0" encoding="utf-8"?>
<Properties xmlns="http://schemas.openxmlformats.org/officeDocument/2006/extended-properties" xmlns:vt="http://schemas.openxmlformats.org/officeDocument/2006/docPropsVTypes">
  <Template>Theme1</Template>
  <TotalTime>77</TotalTime>
  <Words>8325</Words>
  <Application>Microsoft Office PowerPoint</Application>
  <PresentationFormat>Widescreen</PresentationFormat>
  <Paragraphs>633</Paragraphs>
  <Slides>104</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104</vt:i4>
      </vt:variant>
    </vt:vector>
  </HeadingPairs>
  <TitlesOfParts>
    <vt:vector size="109" baseType="lpstr">
      <vt:lpstr>Arial</vt:lpstr>
      <vt:lpstr>Times New Roman</vt:lpstr>
      <vt:lpstr>Wingdings</vt:lpstr>
      <vt:lpstr>Theme1</vt:lpstr>
      <vt:lpstr>Microsoft Equation 3.0</vt:lpstr>
      <vt:lpstr>QUẢN TRỊ THIẾT BỊ MẠNG CISCO</vt:lpstr>
      <vt:lpstr>NỘI DUNG</vt:lpstr>
      <vt:lpstr>I. KHÁI NIỆM ĐỊNH TUYẾN</vt:lpstr>
      <vt:lpstr>PowerPoint Presentation</vt:lpstr>
      <vt:lpstr>I. KHÁI NIỆM ĐỊNH TUYẾN</vt:lpstr>
      <vt:lpstr>I. KHÁI NIỆM ĐỊNH TUYẾN</vt:lpstr>
      <vt:lpstr>I. KHÁI NIỆM ĐỊNH TUYẾN</vt:lpstr>
      <vt:lpstr>II. CẤU HÌNH ĐỊNH TUYẾN TĨNH</vt:lpstr>
      <vt:lpstr>II. CẤU HÌNH ĐỊNH TUYẾN TĨNH</vt:lpstr>
      <vt:lpstr>II. CẤU HÌNH ĐỊNH TUYẾN TĨNH</vt:lpstr>
      <vt:lpstr>II. CẤU HÌNH ĐỊNH TUYẾN TĨNH</vt:lpstr>
      <vt:lpstr>II. CẤU HÌNH ĐỊNH TUYẾN TĨNH</vt:lpstr>
      <vt:lpstr>II. CẤU HÌNH ĐỊNH TUYẾN TĨNH</vt:lpstr>
      <vt:lpstr>II. CẤU HÌNH ĐỊNH TUYẾN TĨNH</vt:lpstr>
      <vt:lpstr>II. CẤU HÌNH ĐỊNH TUYẾN TĨNH</vt:lpstr>
      <vt:lpstr>II. CẤU HÌNH ĐỊNH TUYẾN TĨNH</vt:lpstr>
      <vt:lpstr>III. CẤU HÌNH ĐỊNH TUYẾN ĐỘNG</vt:lpstr>
      <vt:lpstr>III. CẤU HÌNH ĐỊNH TUYẾN ĐỘNG</vt:lpstr>
      <vt:lpstr>III. CẤU HÌNH ĐỊNH TUYẾN ĐỘNG</vt:lpstr>
      <vt:lpstr>III. CẤU HÌNH ĐỊNH TUYẾN ĐỘNG</vt:lpstr>
      <vt:lpstr>III. CẤU HÌNH ĐỊNH TUYẾN ĐỘNG</vt:lpstr>
      <vt:lpstr>III. CẤU HÌNH ĐỊNH TUYẾN ĐỘNG</vt:lpstr>
      <vt:lpstr>III. CẤU HÌNH ĐỊNH TUYẾN ĐỘNG</vt:lpstr>
      <vt:lpstr>III. CẤU HÌNH ĐỊNH TUYẾN ĐỘNG</vt:lpstr>
      <vt:lpstr>III. CẤU HÌNH ĐỊNH TUYẾN ĐỘNG</vt:lpstr>
      <vt:lpstr>III. CẤU HÌNH ĐỊNH TUYẾN ĐỘNG</vt:lpstr>
      <vt:lpstr>III. CẤU HÌNH ĐỊNH TUYẾN ĐỘNG</vt:lpstr>
      <vt:lpstr>III. CẤU HÌNH ĐỊNH TUYẾN ĐỘNG</vt:lpstr>
      <vt:lpstr>III.1 RIP</vt:lpstr>
      <vt:lpstr>III.1. RIP</vt:lpstr>
      <vt:lpstr>III.1 RIP</vt:lpstr>
      <vt:lpstr>III.1 RIP</vt:lpstr>
      <vt:lpstr>III.1 RIP</vt:lpstr>
      <vt:lpstr>III.1 RIP</vt:lpstr>
      <vt:lpstr>III.1 RIP</vt:lpstr>
      <vt:lpstr>III.1 RIP</vt:lpstr>
      <vt:lpstr>III.1 RIP</vt:lpstr>
      <vt:lpstr>III.1 RIP</vt:lpstr>
      <vt:lpstr>III.1 RIP</vt:lpstr>
      <vt:lpstr>III.1 RIP</vt:lpstr>
      <vt:lpstr>III.1 RIP</vt:lpstr>
      <vt:lpstr>III.1 RIP</vt:lpstr>
      <vt:lpstr>III.1 RIP</vt:lpstr>
      <vt:lpstr>III.2 RIPv2</vt:lpstr>
      <vt:lpstr>III.2 RIPv2</vt:lpstr>
      <vt:lpstr>III.2 RIPv2</vt:lpstr>
      <vt:lpstr>III.2 RIPv2</vt:lpstr>
      <vt:lpstr>III.2 RIPv2</vt:lpstr>
      <vt:lpstr>III.2 RIPv2</vt:lpstr>
      <vt:lpstr>III.2 RIPv2</vt:lpstr>
      <vt:lpstr>III.2 RIPv2</vt:lpstr>
      <vt:lpstr>III.2 RIPv2</vt:lpstr>
      <vt:lpstr>III.3 OSPF</vt:lpstr>
      <vt:lpstr>III.3 OSPF</vt:lpstr>
      <vt:lpstr>III.3 OSPF</vt:lpstr>
      <vt:lpstr>III.3 OSPF</vt:lpstr>
      <vt:lpstr>III.3 OSPF</vt:lpstr>
      <vt:lpstr>III.3 OSPF</vt:lpstr>
      <vt:lpstr>III.3 OSPF</vt:lpstr>
      <vt:lpstr>III.3 OSPF</vt:lpstr>
      <vt:lpstr>III.3 OSPF</vt:lpstr>
      <vt:lpstr>III.3 OSPF</vt:lpstr>
      <vt:lpstr>III.3 OSPF</vt:lpstr>
      <vt:lpstr>III.3 OSPF</vt:lpstr>
      <vt:lpstr>III.3 OSPF</vt:lpstr>
      <vt:lpstr>III.3 OSPF</vt:lpstr>
      <vt:lpstr>III.3 OSPF</vt:lpstr>
      <vt:lpstr>III.3 OSPF</vt:lpstr>
      <vt:lpstr>III.3 OSPF</vt:lpstr>
      <vt:lpstr>III.3 OSPF</vt:lpstr>
      <vt:lpstr>III.3 OSPF</vt:lpstr>
      <vt:lpstr>III.3 OSPF</vt:lpstr>
      <vt:lpstr>III.3 OSPF</vt:lpstr>
      <vt:lpstr>III.3 OSPF</vt:lpstr>
      <vt:lpstr>III.3 OSPF</vt:lpstr>
      <vt:lpstr>III.3 OSPF</vt:lpstr>
      <vt:lpstr>III.3 OSPF</vt:lpstr>
      <vt:lpstr>III.3 OSPF</vt:lpstr>
      <vt:lpstr>III.3 OSPF</vt:lpstr>
      <vt:lpstr>III.3 OSPF</vt:lpstr>
      <vt:lpstr>III.3 OSPF</vt:lpstr>
      <vt:lpstr>III.4 EIGRP</vt:lpstr>
      <vt:lpstr>III.4 EIGRP</vt:lpstr>
      <vt:lpstr>III.4 EIGRP</vt:lpstr>
      <vt:lpstr>III.4 EIGRP</vt:lpstr>
      <vt:lpstr>III.4 EIGRP</vt:lpstr>
      <vt:lpstr>III.4 EIGRP</vt:lpstr>
      <vt:lpstr>III.4 EIGRP</vt:lpstr>
      <vt:lpstr>III.4 EIGRP</vt:lpstr>
      <vt:lpstr>III.4 EIGRP</vt:lpstr>
      <vt:lpstr>III.4 EIGRP</vt:lpstr>
      <vt:lpstr>III.4 EIGRP</vt:lpstr>
      <vt:lpstr>III.4 EIGRP</vt:lpstr>
      <vt:lpstr>III.4 EIGRP</vt:lpstr>
      <vt:lpstr>III.4 EIGRP</vt:lpstr>
      <vt:lpstr>III.4 EIGRP</vt:lpstr>
      <vt:lpstr>III.4 EIGRP</vt:lpstr>
      <vt:lpstr>III.4 EIGRP</vt:lpstr>
      <vt:lpstr>III.4 EIGRP</vt:lpstr>
      <vt:lpstr>III.4 EIGRP</vt:lpstr>
      <vt:lpstr>III.4 EIGRP</vt:lpstr>
      <vt:lpstr>III.4 EIGRP</vt:lpstr>
      <vt:lpstr>III.4 EIGRP</vt:lpstr>
      <vt:lpstr>III.4 EIGRP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QUẢN TRỊ THIẾT BỊ MẠNG CISCO</dc:title>
  <dc:creator>huan luong</dc:creator>
  <cp:lastModifiedBy>huan luong</cp:lastModifiedBy>
  <cp:revision>9</cp:revision>
  <dcterms:created xsi:type="dcterms:W3CDTF">2019-09-09T13:26:50Z</dcterms:created>
  <dcterms:modified xsi:type="dcterms:W3CDTF">2019-09-09T14:44:15Z</dcterms:modified>
</cp:coreProperties>
</file>