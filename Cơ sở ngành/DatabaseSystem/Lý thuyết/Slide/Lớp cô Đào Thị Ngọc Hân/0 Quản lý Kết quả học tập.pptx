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9" r:id="rId6"/>
    <p:sldId id="264" r:id="rId7"/>
    <p:sldId id="262" r:id="rId8"/>
    <p:sldId id="270" r:id="rId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Cambria" panose="02040503050406030204" pitchFamily="18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Black" panose="00000A00000000000000" pitchFamily="2" charset="0"/>
      <p:bold r:id="rId20"/>
      <p:boldItalic r:id="rId21"/>
    </p:embeddedFont>
    <p:embeddedFont>
      <p:font typeface="Proxima Nova" panose="020B0604020202020204" charset="0"/>
      <p:regular r:id="rId22"/>
      <p:bold r:id="rId23"/>
      <p:italic r:id="rId24"/>
      <p:boldItalic r:id="rId25"/>
    </p:embeddedFont>
    <p:embeddedFont>
      <p:font typeface="Tahoma" panose="020B060403050404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4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3AA200-8345-4C2E-A764-38E82473D1BB}">
  <a:tblStyle styleId="{623AA200-8345-4C2E-A764-38E82473D1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528" y="108"/>
      </p:cViewPr>
      <p:guideLst>
        <p:guide orient="horz" pos="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>
              <a:solidFill>
                <a:schemeClr val="bg2">
                  <a:lumMod val="5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spPr>
            <a:effectLst>
              <a:innerShdw blurRad="114300">
                <a:prstClr val="black"/>
              </a:innerShdw>
            </a:effectLst>
          </c:spPr>
          <c:dPt>
            <c:idx val="0"/>
            <c:bubble3D val="0"/>
            <c:spPr>
              <a:solidFill>
                <a:srgbClr val="7030A0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EAC3-42D2-B064-D1A7B549613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EAC3-42D2-B064-D1A7B549613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>
                <a:innerShdw blurRad="114300">
                  <a:prstClr val="black"/>
                </a:inn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5-EAC3-42D2-B064-D1A7B5496132}"/>
              </c:ext>
            </c:extLst>
          </c:dPt>
          <c:dLbls>
            <c:dLbl>
              <c:idx val="0"/>
              <c:layout>
                <c:manualLayout>
                  <c:x val="-0.27642760279965006"/>
                  <c:y val="-5.399897929425488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AC3-42D2-B064-D1A7B5496132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spc="0" baseline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Bài</a:t>
                    </a:r>
                    <a:r>
                      <a:rPr lang="en-US" baseline="0"/>
                      <a:t> nộp
</a:t>
                    </a:r>
                    <a:fld id="{63CE8C8B-80F0-42F0-967C-23116947FEE8}" type="PERCENTAGE">
                      <a:rPr lang="en-US" baseline="0"/>
                      <a:pPr>
                        <a:defRPr>
                          <a:solidFill>
                            <a:schemeClr val="accent1">
                              <a:lumMod val="50000"/>
                            </a:schemeClr>
                          </a:solidFill>
                        </a:defRPr>
                      </a:pPr>
                      <a:t>[PERCENTAGE]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AC3-42D2-B064-D1A7B5496132}"/>
                </c:ext>
              </c:extLst>
            </c:dLbl>
            <c:dLbl>
              <c:idx val="2"/>
              <c:layout>
                <c:manualLayout>
                  <c:x val="0.28386220472440943"/>
                  <c:y val="-5.1684164479440069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AC3-42D2-B064-D1A7B549613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accent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Sheet1!$C$4:$C$6</c:f>
              <c:strCache>
                <c:ptCount val="3"/>
                <c:pt idx="0">
                  <c:v>Điểm danh</c:v>
                </c:pt>
                <c:pt idx="1">
                  <c:v>Nộp bài</c:v>
                </c:pt>
                <c:pt idx="2">
                  <c:v>Xung phong</c:v>
                </c:pt>
              </c:strCache>
            </c:strRef>
          </c:cat>
          <c:val>
            <c:numRef>
              <c:f>Sheet1!$D$4:$D$6</c:f>
              <c:numCache>
                <c:formatCode>0%</c:formatCode>
                <c:ptCount val="3"/>
                <c:pt idx="0">
                  <c:v>0.1</c:v>
                </c:pt>
                <c:pt idx="1">
                  <c:v>0.8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AC3-42D2-B064-D1A7B5496132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b28366aba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b28366aba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b28366aba4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b28366aba4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b28366aba4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b28366aba4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b28366aba4_0_1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1b28366aba4_0_12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b290a72fa3_1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1b290a72fa3_1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b28366aba4_0_1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b28366aba4_0_1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844850" y="1490700"/>
            <a:ext cx="3795000" cy="21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3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18" name="Google Shape;18;p3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123613" y="2425500"/>
            <a:ext cx="27717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1123613" y="1196450"/>
            <a:ext cx="27717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27" name="Google Shape;27;p4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Google Shape;31;p4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36" name="Google Shape;36;p5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5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48" name="Google Shape;48;p6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58" name="Google Shape;58;p7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7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7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9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75" name="Google Shape;75;p9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9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0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84" name="Google Shape;84;p10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0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0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0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1"/>
          <p:cNvGrpSpPr/>
          <p:nvPr/>
        </p:nvGrpSpPr>
        <p:grpSpPr>
          <a:xfrm>
            <a:off x="0" y="0"/>
            <a:ext cx="9144044" cy="5143500"/>
            <a:chOff x="0" y="0"/>
            <a:chExt cx="9144044" cy="5143500"/>
          </a:xfrm>
        </p:grpSpPr>
        <p:sp>
          <p:nvSpPr>
            <p:cNvPr id="92" name="Google Shape;92;p11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11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solidFill>
          <a:schemeClr val="lt2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3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02" name="Google Shape;102;p13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3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hasCustomPrompt="1"/>
          </p:nvPr>
        </p:nvSpPr>
        <p:spPr>
          <a:xfrm>
            <a:off x="1132738" y="1955275"/>
            <a:ext cx="22929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"/>
          </p:nvPr>
        </p:nvSpPr>
        <p:spPr>
          <a:xfrm>
            <a:off x="1132750" y="2755025"/>
            <a:ext cx="2292900" cy="89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3" hasCustomPrompt="1"/>
          </p:nvPr>
        </p:nvSpPr>
        <p:spPr>
          <a:xfrm>
            <a:off x="3425638" y="1955275"/>
            <a:ext cx="22929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4"/>
          </p:nvPr>
        </p:nvSpPr>
        <p:spPr>
          <a:xfrm>
            <a:off x="3425563" y="2755025"/>
            <a:ext cx="2292900" cy="89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5" hasCustomPrompt="1"/>
          </p:nvPr>
        </p:nvSpPr>
        <p:spPr>
          <a:xfrm>
            <a:off x="5718363" y="1955275"/>
            <a:ext cx="2292900" cy="59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6"/>
          </p:nvPr>
        </p:nvSpPr>
        <p:spPr>
          <a:xfrm>
            <a:off x="5718375" y="2755025"/>
            <a:ext cx="2292900" cy="89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bg>
      <p:bgPr>
        <a:solidFill>
          <a:schemeClr val="lt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5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25" name="Google Shape;125;p15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5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title"/>
          </p:nvPr>
        </p:nvSpPr>
        <p:spPr>
          <a:xfrm>
            <a:off x="4572000" y="2425500"/>
            <a:ext cx="34482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title" idx="2" hasCustomPrompt="1"/>
          </p:nvPr>
        </p:nvSpPr>
        <p:spPr>
          <a:xfrm>
            <a:off x="4572000" y="1196450"/>
            <a:ext cx="34482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134" name="Google Shape;134;p16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3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6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7713900" cy="336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1" name="Google Shape;141;p16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/>
          <p:nvPr/>
        </p:nvSpPr>
        <p:spPr>
          <a:xfrm>
            <a:off x="0" y="2656374"/>
            <a:ext cx="3929963" cy="2487152"/>
          </a:xfrm>
          <a:custGeom>
            <a:avLst/>
            <a:gdLst/>
            <a:ahLst/>
            <a:cxnLst/>
            <a:rect l="l" t="t" r="r" b="b"/>
            <a:pathLst>
              <a:path w="65606" h="41520" extrusionOk="0">
                <a:moveTo>
                  <a:pt x="3403" y="1"/>
                </a:moveTo>
                <a:cubicBezTo>
                  <a:pt x="1302" y="1"/>
                  <a:pt x="0" y="501"/>
                  <a:pt x="0" y="501"/>
                </a:cubicBezTo>
                <a:lnTo>
                  <a:pt x="0" y="41519"/>
                </a:lnTo>
                <a:lnTo>
                  <a:pt x="65606" y="41519"/>
                </a:lnTo>
                <a:cubicBezTo>
                  <a:pt x="65606" y="41519"/>
                  <a:pt x="61764" y="36094"/>
                  <a:pt x="53544" y="36094"/>
                </a:cubicBezTo>
                <a:cubicBezTo>
                  <a:pt x="52716" y="36094"/>
                  <a:pt x="51844" y="36149"/>
                  <a:pt x="50928" y="36270"/>
                </a:cubicBezTo>
                <a:cubicBezTo>
                  <a:pt x="49598" y="36445"/>
                  <a:pt x="48291" y="36548"/>
                  <a:pt x="47001" y="36548"/>
                </a:cubicBezTo>
                <a:cubicBezTo>
                  <a:pt x="38572" y="36548"/>
                  <a:pt x="30879" y="32171"/>
                  <a:pt x="22233" y="15274"/>
                </a:cubicBezTo>
                <a:cubicBezTo>
                  <a:pt x="15513" y="2141"/>
                  <a:pt x="7749" y="1"/>
                  <a:pt x="34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184635" y="0"/>
            <a:ext cx="2959360" cy="1238782"/>
          </a:xfrm>
          <a:custGeom>
            <a:avLst/>
            <a:gdLst/>
            <a:ahLst/>
            <a:cxnLst/>
            <a:rect l="l" t="t" r="r" b="b"/>
            <a:pathLst>
              <a:path w="54415" h="22778" extrusionOk="0">
                <a:moveTo>
                  <a:pt x="1" y="1"/>
                </a:moveTo>
                <a:cubicBezTo>
                  <a:pt x="8129" y="521"/>
                  <a:pt x="14031" y="3075"/>
                  <a:pt x="17554" y="8487"/>
                </a:cubicBezTo>
                <a:cubicBezTo>
                  <a:pt x="24665" y="19420"/>
                  <a:pt x="34653" y="22777"/>
                  <a:pt x="42844" y="22777"/>
                </a:cubicBezTo>
                <a:cubicBezTo>
                  <a:pt x="47620" y="22777"/>
                  <a:pt x="51785" y="21636"/>
                  <a:pt x="54415" y="20190"/>
                </a:cubicBezTo>
                <a:lnTo>
                  <a:pt x="544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0" y="0"/>
            <a:ext cx="715089" cy="1043699"/>
          </a:xfrm>
          <a:custGeom>
            <a:avLst/>
            <a:gdLst/>
            <a:ahLst/>
            <a:cxnLst/>
            <a:rect l="l" t="t" r="r" b="b"/>
            <a:pathLst>
              <a:path w="9750" h="14230" extrusionOk="0">
                <a:moveTo>
                  <a:pt x="9514" y="1"/>
                </a:moveTo>
                <a:cubicBezTo>
                  <a:pt x="9495" y="2976"/>
                  <a:pt x="8470" y="5968"/>
                  <a:pt x="6716" y="8381"/>
                </a:cubicBezTo>
                <a:cubicBezTo>
                  <a:pt x="4969" y="10784"/>
                  <a:pt x="2623" y="12629"/>
                  <a:pt x="0" y="13955"/>
                </a:cubicBezTo>
                <a:lnTo>
                  <a:pt x="0" y="14230"/>
                </a:lnTo>
                <a:cubicBezTo>
                  <a:pt x="291" y="14084"/>
                  <a:pt x="580" y="13931"/>
                  <a:pt x="864" y="13771"/>
                </a:cubicBezTo>
                <a:cubicBezTo>
                  <a:pt x="3014" y="12568"/>
                  <a:pt x="4972" y="10986"/>
                  <a:pt x="6505" y="9048"/>
                </a:cubicBezTo>
                <a:cubicBezTo>
                  <a:pt x="8073" y="7064"/>
                  <a:pt x="9154" y="4732"/>
                  <a:pt x="9564" y="2231"/>
                </a:cubicBezTo>
                <a:cubicBezTo>
                  <a:pt x="9684" y="1495"/>
                  <a:pt x="9748" y="749"/>
                  <a:pt x="97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8131929" y="4452349"/>
            <a:ext cx="1008658" cy="691151"/>
          </a:xfrm>
          <a:custGeom>
            <a:avLst/>
            <a:gdLst/>
            <a:ahLst/>
            <a:cxnLst/>
            <a:rect l="l" t="t" r="r" b="b"/>
            <a:pathLst>
              <a:path w="14230" h="9751" extrusionOk="0">
                <a:moveTo>
                  <a:pt x="14230" y="0"/>
                </a:moveTo>
                <a:cubicBezTo>
                  <a:pt x="13482" y="2"/>
                  <a:pt x="12735" y="67"/>
                  <a:pt x="11999" y="186"/>
                </a:cubicBezTo>
                <a:cubicBezTo>
                  <a:pt x="9498" y="596"/>
                  <a:pt x="7166" y="1677"/>
                  <a:pt x="5182" y="3246"/>
                </a:cubicBezTo>
                <a:cubicBezTo>
                  <a:pt x="3244" y="4777"/>
                  <a:pt x="1663" y="6735"/>
                  <a:pt x="458" y="8884"/>
                </a:cubicBezTo>
                <a:cubicBezTo>
                  <a:pt x="299" y="9170"/>
                  <a:pt x="146" y="9458"/>
                  <a:pt x="1" y="9750"/>
                </a:cubicBezTo>
                <a:lnTo>
                  <a:pt x="274" y="9750"/>
                </a:lnTo>
                <a:cubicBezTo>
                  <a:pt x="1601" y="7125"/>
                  <a:pt x="3446" y="4780"/>
                  <a:pt x="5850" y="3034"/>
                </a:cubicBezTo>
                <a:cubicBezTo>
                  <a:pt x="8263" y="1280"/>
                  <a:pt x="11254" y="256"/>
                  <a:pt x="14230" y="236"/>
                </a:cubicBezTo>
                <a:lnTo>
                  <a:pt x="1423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2"/>
          <p:cNvGrpSpPr/>
          <p:nvPr/>
        </p:nvGrpSpPr>
        <p:grpSpPr>
          <a:xfrm flipH="1">
            <a:off x="-2" y="-25"/>
            <a:ext cx="9144005" cy="5143549"/>
            <a:chOff x="0" y="25"/>
            <a:chExt cx="9144005" cy="5143549"/>
          </a:xfrm>
        </p:grpSpPr>
        <p:sp>
          <p:nvSpPr>
            <p:cNvPr id="187" name="Google Shape;187;p22"/>
            <p:cNvSpPr/>
            <p:nvPr/>
          </p:nvSpPr>
          <p:spPr>
            <a:xfrm>
              <a:off x="0" y="2426243"/>
              <a:ext cx="3712582" cy="2717331"/>
            </a:xfrm>
            <a:custGeom>
              <a:avLst/>
              <a:gdLst/>
              <a:ahLst/>
              <a:cxnLst/>
              <a:rect l="l" t="t" r="r" b="b"/>
              <a:pathLst>
                <a:path w="67108" h="49118" extrusionOk="0">
                  <a:moveTo>
                    <a:pt x="8389" y="1"/>
                  </a:moveTo>
                  <a:cubicBezTo>
                    <a:pt x="4054" y="1"/>
                    <a:pt x="0" y="2152"/>
                    <a:pt x="0" y="2152"/>
                  </a:cubicBezTo>
                  <a:lnTo>
                    <a:pt x="0" y="49117"/>
                  </a:lnTo>
                  <a:lnTo>
                    <a:pt x="67108" y="49117"/>
                  </a:lnTo>
                  <a:cubicBezTo>
                    <a:pt x="58580" y="32150"/>
                    <a:pt x="31936" y="35403"/>
                    <a:pt x="20920" y="32057"/>
                  </a:cubicBezTo>
                  <a:cubicBezTo>
                    <a:pt x="9902" y="28710"/>
                    <a:pt x="22099" y="12463"/>
                    <a:pt x="16084" y="3793"/>
                  </a:cubicBezTo>
                  <a:cubicBezTo>
                    <a:pt x="14068" y="886"/>
                    <a:pt x="1117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4490166" y="25"/>
              <a:ext cx="4653839" cy="2546605"/>
            </a:xfrm>
            <a:custGeom>
              <a:avLst/>
              <a:gdLst/>
              <a:ahLst/>
              <a:cxnLst/>
              <a:rect l="l" t="t" r="r" b="b"/>
              <a:pathLst>
                <a:path w="84122" h="46032" extrusionOk="0">
                  <a:moveTo>
                    <a:pt x="0" y="0"/>
                  </a:moveTo>
                  <a:cubicBezTo>
                    <a:pt x="3140" y="4954"/>
                    <a:pt x="13237" y="8242"/>
                    <a:pt x="29765" y="8242"/>
                  </a:cubicBezTo>
                  <a:cubicBezTo>
                    <a:pt x="30380" y="8242"/>
                    <a:pt x="31004" y="8237"/>
                    <a:pt x="31637" y="8228"/>
                  </a:cubicBezTo>
                  <a:cubicBezTo>
                    <a:pt x="31851" y="8225"/>
                    <a:pt x="32062" y="8224"/>
                    <a:pt x="32270" y="8224"/>
                  </a:cubicBezTo>
                  <a:cubicBezTo>
                    <a:pt x="57121" y="8224"/>
                    <a:pt x="46695" y="30052"/>
                    <a:pt x="65108" y="41560"/>
                  </a:cubicBezTo>
                  <a:cubicBezTo>
                    <a:pt x="70037" y="44641"/>
                    <a:pt x="76496" y="46031"/>
                    <a:pt x="81343" y="46031"/>
                  </a:cubicBezTo>
                  <a:cubicBezTo>
                    <a:pt x="82348" y="46031"/>
                    <a:pt x="83283" y="45971"/>
                    <a:pt x="84121" y="45855"/>
                  </a:cubicBezTo>
                  <a:lnTo>
                    <a:pt x="84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22"/>
          <p:cNvSpPr/>
          <p:nvPr/>
        </p:nvSpPr>
        <p:spPr>
          <a:xfrm>
            <a:off x="356250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050" y="1245700"/>
            <a:ext cx="7713900" cy="3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7" r:id="rId14"/>
    <p:sldLayoutId id="214748366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26"/>
          <p:cNvGrpSpPr/>
          <p:nvPr/>
        </p:nvGrpSpPr>
        <p:grpSpPr>
          <a:xfrm>
            <a:off x="4716039" y="1424420"/>
            <a:ext cx="3715854" cy="2286606"/>
            <a:chOff x="5467825" y="2094550"/>
            <a:chExt cx="2061500" cy="1268575"/>
          </a:xfrm>
        </p:grpSpPr>
        <p:sp>
          <p:nvSpPr>
            <p:cNvPr id="201" name="Google Shape;201;p26"/>
            <p:cNvSpPr/>
            <p:nvPr/>
          </p:nvSpPr>
          <p:spPr>
            <a:xfrm>
              <a:off x="5467825" y="2094550"/>
              <a:ext cx="2061500" cy="1268575"/>
            </a:xfrm>
            <a:custGeom>
              <a:avLst/>
              <a:gdLst/>
              <a:ahLst/>
              <a:cxnLst/>
              <a:rect l="l" t="t" r="r" b="b"/>
              <a:pathLst>
                <a:path w="82460" h="50743" extrusionOk="0">
                  <a:moveTo>
                    <a:pt x="19385" y="1"/>
                  </a:moveTo>
                  <a:cubicBezTo>
                    <a:pt x="17341" y="1"/>
                    <a:pt x="15618" y="550"/>
                    <a:pt x="14182" y="2015"/>
                  </a:cubicBezTo>
                  <a:cubicBezTo>
                    <a:pt x="9797" y="6487"/>
                    <a:pt x="18316" y="15851"/>
                    <a:pt x="8645" y="24788"/>
                  </a:cubicBezTo>
                  <a:cubicBezTo>
                    <a:pt x="1" y="32773"/>
                    <a:pt x="7034" y="48410"/>
                    <a:pt x="14340" y="50742"/>
                  </a:cubicBezTo>
                  <a:lnTo>
                    <a:pt x="55177" y="50742"/>
                  </a:lnTo>
                  <a:lnTo>
                    <a:pt x="66004" y="50665"/>
                  </a:lnTo>
                  <a:cubicBezTo>
                    <a:pt x="82460" y="34600"/>
                    <a:pt x="79416" y="4079"/>
                    <a:pt x="58355" y="4079"/>
                  </a:cubicBezTo>
                  <a:cubicBezTo>
                    <a:pt x="57195" y="4079"/>
                    <a:pt x="55980" y="4171"/>
                    <a:pt x="54710" y="4364"/>
                  </a:cubicBezTo>
                  <a:cubicBezTo>
                    <a:pt x="52095" y="4762"/>
                    <a:pt x="49614" y="4929"/>
                    <a:pt x="47261" y="4929"/>
                  </a:cubicBezTo>
                  <a:cubicBezTo>
                    <a:pt x="34504" y="4929"/>
                    <a:pt x="25507" y="1"/>
                    <a:pt x="19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7030925" y="2165350"/>
              <a:ext cx="315075" cy="259175"/>
            </a:xfrm>
            <a:custGeom>
              <a:avLst/>
              <a:gdLst/>
              <a:ahLst/>
              <a:cxnLst/>
              <a:rect l="l" t="t" r="r" b="b"/>
              <a:pathLst>
                <a:path w="12603" h="10367" extrusionOk="0">
                  <a:moveTo>
                    <a:pt x="153" y="1"/>
                  </a:moveTo>
                  <a:cubicBezTo>
                    <a:pt x="43" y="1"/>
                    <a:pt x="1" y="172"/>
                    <a:pt x="119" y="191"/>
                  </a:cubicBezTo>
                  <a:cubicBezTo>
                    <a:pt x="5663" y="1104"/>
                    <a:pt x="10437" y="5028"/>
                    <a:pt x="12387" y="10300"/>
                  </a:cubicBezTo>
                  <a:cubicBezTo>
                    <a:pt x="12404" y="10346"/>
                    <a:pt x="12444" y="10366"/>
                    <a:pt x="12483" y="10366"/>
                  </a:cubicBezTo>
                  <a:cubicBezTo>
                    <a:pt x="12544" y="10366"/>
                    <a:pt x="12603" y="10319"/>
                    <a:pt x="12576" y="10248"/>
                  </a:cubicBezTo>
                  <a:cubicBezTo>
                    <a:pt x="10602" y="4914"/>
                    <a:pt x="5786" y="927"/>
                    <a:pt x="171" y="3"/>
                  </a:cubicBezTo>
                  <a:cubicBezTo>
                    <a:pt x="165" y="1"/>
                    <a:pt x="15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691900" y="2431450"/>
              <a:ext cx="94600" cy="233775"/>
            </a:xfrm>
            <a:custGeom>
              <a:avLst/>
              <a:gdLst/>
              <a:ahLst/>
              <a:cxnLst/>
              <a:rect l="l" t="t" r="r" b="b"/>
              <a:pathLst>
                <a:path w="3784" h="9351" extrusionOk="0">
                  <a:moveTo>
                    <a:pt x="3649" y="0"/>
                  </a:moveTo>
                  <a:cubicBezTo>
                    <a:pt x="3600" y="0"/>
                    <a:pt x="3552" y="32"/>
                    <a:pt x="3553" y="95"/>
                  </a:cubicBezTo>
                  <a:cubicBezTo>
                    <a:pt x="3586" y="3470"/>
                    <a:pt x="2350" y="6695"/>
                    <a:pt x="66" y="9181"/>
                  </a:cubicBezTo>
                  <a:cubicBezTo>
                    <a:pt x="0" y="9252"/>
                    <a:pt x="66" y="9350"/>
                    <a:pt x="139" y="9350"/>
                  </a:cubicBezTo>
                  <a:cubicBezTo>
                    <a:pt x="161" y="9350"/>
                    <a:pt x="183" y="9341"/>
                    <a:pt x="203" y="9320"/>
                  </a:cubicBezTo>
                  <a:cubicBezTo>
                    <a:pt x="2523" y="6796"/>
                    <a:pt x="3783" y="3521"/>
                    <a:pt x="3748" y="95"/>
                  </a:cubicBezTo>
                  <a:cubicBezTo>
                    <a:pt x="3748" y="32"/>
                    <a:pt x="3698" y="0"/>
                    <a:pt x="3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190675" y="3091725"/>
              <a:ext cx="138250" cy="226575"/>
            </a:xfrm>
            <a:custGeom>
              <a:avLst/>
              <a:gdLst/>
              <a:ahLst/>
              <a:cxnLst/>
              <a:rect l="l" t="t" r="r" b="b"/>
              <a:pathLst>
                <a:path w="5530" h="9063" extrusionOk="0">
                  <a:moveTo>
                    <a:pt x="5411" y="1"/>
                  </a:moveTo>
                  <a:cubicBezTo>
                    <a:pt x="5371" y="1"/>
                    <a:pt x="5332" y="21"/>
                    <a:pt x="5316" y="68"/>
                  </a:cubicBezTo>
                  <a:cubicBezTo>
                    <a:pt x="4186" y="3351"/>
                    <a:pt x="2411" y="6332"/>
                    <a:pt x="66" y="8894"/>
                  </a:cubicBezTo>
                  <a:cubicBezTo>
                    <a:pt x="0" y="8965"/>
                    <a:pt x="65" y="9063"/>
                    <a:pt x="138" y="9063"/>
                  </a:cubicBezTo>
                  <a:cubicBezTo>
                    <a:pt x="160" y="9063"/>
                    <a:pt x="183" y="9053"/>
                    <a:pt x="203" y="9031"/>
                  </a:cubicBezTo>
                  <a:cubicBezTo>
                    <a:pt x="2570" y="6448"/>
                    <a:pt x="4364" y="3434"/>
                    <a:pt x="5504" y="121"/>
                  </a:cubicBezTo>
                  <a:cubicBezTo>
                    <a:pt x="5529" y="48"/>
                    <a:pt x="5470" y="1"/>
                    <a:pt x="5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205;p26"/>
          <p:cNvSpPr txBox="1">
            <a:spLocks noGrp="1"/>
          </p:cNvSpPr>
          <p:nvPr>
            <p:ph type="ctrTitle"/>
          </p:nvPr>
        </p:nvSpPr>
        <p:spPr>
          <a:xfrm>
            <a:off x="924000" y="1490700"/>
            <a:ext cx="3715800" cy="21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Quản lý kết quả học tập</a:t>
            </a:r>
            <a:endParaRPr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206" name="Google Shape;206;p26"/>
          <p:cNvGrpSpPr/>
          <p:nvPr/>
        </p:nvGrpSpPr>
        <p:grpSpPr>
          <a:xfrm>
            <a:off x="5300845" y="1493624"/>
            <a:ext cx="2546216" cy="2225457"/>
            <a:chOff x="3720050" y="2029925"/>
            <a:chExt cx="1529075" cy="1336450"/>
          </a:xfrm>
        </p:grpSpPr>
        <p:sp>
          <p:nvSpPr>
            <p:cNvPr id="207" name="Google Shape;207;p26"/>
            <p:cNvSpPr/>
            <p:nvPr/>
          </p:nvSpPr>
          <p:spPr>
            <a:xfrm>
              <a:off x="3760625" y="3361075"/>
              <a:ext cx="1438825" cy="5300"/>
            </a:xfrm>
            <a:custGeom>
              <a:avLst/>
              <a:gdLst/>
              <a:ahLst/>
              <a:cxnLst/>
              <a:rect l="l" t="t" r="r" b="b"/>
              <a:pathLst>
                <a:path w="57553" h="212" extrusionOk="0">
                  <a:moveTo>
                    <a:pt x="112" y="0"/>
                  </a:moveTo>
                  <a:cubicBezTo>
                    <a:pt x="50" y="0"/>
                    <a:pt x="0" y="48"/>
                    <a:pt x="0" y="106"/>
                  </a:cubicBezTo>
                  <a:cubicBezTo>
                    <a:pt x="0" y="164"/>
                    <a:pt x="50" y="212"/>
                    <a:pt x="112" y="212"/>
                  </a:cubicBezTo>
                  <a:lnTo>
                    <a:pt x="57441" y="212"/>
                  </a:lnTo>
                  <a:cubicBezTo>
                    <a:pt x="57503" y="212"/>
                    <a:pt x="57552" y="165"/>
                    <a:pt x="57552" y="106"/>
                  </a:cubicBezTo>
                  <a:cubicBezTo>
                    <a:pt x="57552" y="48"/>
                    <a:pt x="57502" y="0"/>
                    <a:pt x="57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329600" y="2029925"/>
              <a:ext cx="674775" cy="926550"/>
            </a:xfrm>
            <a:custGeom>
              <a:avLst/>
              <a:gdLst/>
              <a:ahLst/>
              <a:cxnLst/>
              <a:rect l="l" t="t" r="r" b="b"/>
              <a:pathLst>
                <a:path w="26991" h="37062" extrusionOk="0">
                  <a:moveTo>
                    <a:pt x="496" y="0"/>
                  </a:moveTo>
                  <a:cubicBezTo>
                    <a:pt x="222" y="0"/>
                    <a:pt x="0" y="368"/>
                    <a:pt x="0" y="820"/>
                  </a:cubicBezTo>
                  <a:lnTo>
                    <a:pt x="0" y="37062"/>
                  </a:lnTo>
                  <a:lnTo>
                    <a:pt x="26991" y="37062"/>
                  </a:lnTo>
                  <a:lnTo>
                    <a:pt x="26991" y="820"/>
                  </a:lnTo>
                  <a:cubicBezTo>
                    <a:pt x="26991" y="367"/>
                    <a:pt x="26769" y="0"/>
                    <a:pt x="264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4802700" y="2723250"/>
              <a:ext cx="113175" cy="117250"/>
            </a:xfrm>
            <a:custGeom>
              <a:avLst/>
              <a:gdLst/>
              <a:ahLst/>
              <a:cxnLst/>
              <a:rect l="l" t="t" r="r" b="b"/>
              <a:pathLst>
                <a:path w="4527" h="4690" extrusionOk="0">
                  <a:moveTo>
                    <a:pt x="4441" y="0"/>
                  </a:moveTo>
                  <a:lnTo>
                    <a:pt x="0" y="4504"/>
                  </a:lnTo>
                  <a:cubicBezTo>
                    <a:pt x="3" y="4565"/>
                    <a:pt x="6" y="4628"/>
                    <a:pt x="11" y="4690"/>
                  </a:cubicBezTo>
                  <a:cubicBezTo>
                    <a:pt x="22" y="4687"/>
                    <a:pt x="32" y="4681"/>
                    <a:pt x="42" y="4671"/>
                  </a:cubicBezTo>
                  <a:lnTo>
                    <a:pt x="4526" y="125"/>
                  </a:lnTo>
                  <a:cubicBezTo>
                    <a:pt x="4497" y="83"/>
                    <a:pt x="4470" y="42"/>
                    <a:pt x="4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4888525" y="2704050"/>
              <a:ext cx="43850" cy="42900"/>
            </a:xfrm>
            <a:custGeom>
              <a:avLst/>
              <a:gdLst/>
              <a:ahLst/>
              <a:cxnLst/>
              <a:rect l="l" t="t" r="r" b="b"/>
              <a:pathLst>
                <a:path w="1754" h="1716" extrusionOk="0">
                  <a:moveTo>
                    <a:pt x="1754" y="1"/>
                  </a:moveTo>
                  <a:lnTo>
                    <a:pt x="1" y="361"/>
                  </a:lnTo>
                  <a:lnTo>
                    <a:pt x="1465" y="171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4668950" y="2805900"/>
              <a:ext cx="77350" cy="80100"/>
            </a:xfrm>
            <a:custGeom>
              <a:avLst/>
              <a:gdLst/>
              <a:ahLst/>
              <a:cxnLst/>
              <a:rect l="l" t="t" r="r" b="b"/>
              <a:pathLst>
                <a:path w="3094" h="3204" extrusionOk="0">
                  <a:moveTo>
                    <a:pt x="2967" y="0"/>
                  </a:moveTo>
                  <a:lnTo>
                    <a:pt x="29" y="3079"/>
                  </a:lnTo>
                  <a:cubicBezTo>
                    <a:pt x="0" y="3108"/>
                    <a:pt x="2" y="3154"/>
                    <a:pt x="31" y="3183"/>
                  </a:cubicBezTo>
                  <a:cubicBezTo>
                    <a:pt x="45" y="3196"/>
                    <a:pt x="64" y="3203"/>
                    <a:pt x="83" y="3203"/>
                  </a:cubicBezTo>
                  <a:cubicBezTo>
                    <a:pt x="102" y="3203"/>
                    <a:pt x="122" y="3196"/>
                    <a:pt x="137" y="3180"/>
                  </a:cubicBezTo>
                  <a:lnTo>
                    <a:pt x="3093" y="80"/>
                  </a:lnTo>
                  <a:cubicBezTo>
                    <a:pt x="3056" y="50"/>
                    <a:pt x="3008" y="29"/>
                    <a:pt x="2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656225" y="2869350"/>
              <a:ext cx="29600" cy="29575"/>
            </a:xfrm>
            <a:custGeom>
              <a:avLst/>
              <a:gdLst/>
              <a:ahLst/>
              <a:cxnLst/>
              <a:rect l="l" t="t" r="r" b="b"/>
              <a:pathLst>
                <a:path w="1184" h="1183" extrusionOk="0">
                  <a:moveTo>
                    <a:pt x="592" y="0"/>
                  </a:moveTo>
                  <a:cubicBezTo>
                    <a:pt x="265" y="0"/>
                    <a:pt x="1" y="266"/>
                    <a:pt x="1" y="592"/>
                  </a:cubicBezTo>
                  <a:cubicBezTo>
                    <a:pt x="1" y="917"/>
                    <a:pt x="265" y="1183"/>
                    <a:pt x="592" y="1183"/>
                  </a:cubicBezTo>
                  <a:cubicBezTo>
                    <a:pt x="918" y="1183"/>
                    <a:pt x="1183" y="917"/>
                    <a:pt x="1183" y="592"/>
                  </a:cubicBezTo>
                  <a:cubicBezTo>
                    <a:pt x="1183" y="266"/>
                    <a:pt x="918" y="0"/>
                    <a:pt x="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4752500" y="2796525"/>
              <a:ext cx="47625" cy="47450"/>
            </a:xfrm>
            <a:custGeom>
              <a:avLst/>
              <a:gdLst/>
              <a:ahLst/>
              <a:cxnLst/>
              <a:rect l="l" t="t" r="r" b="b"/>
              <a:pathLst>
                <a:path w="1905" h="1898" extrusionOk="0">
                  <a:moveTo>
                    <a:pt x="98" y="0"/>
                  </a:moveTo>
                  <a:lnTo>
                    <a:pt x="1" y="97"/>
                  </a:lnTo>
                  <a:lnTo>
                    <a:pt x="1807" y="1898"/>
                  </a:lnTo>
                  <a:lnTo>
                    <a:pt x="1904" y="1801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4738675" y="2783475"/>
              <a:ext cx="29575" cy="29575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1" y="1"/>
                  </a:moveTo>
                  <a:cubicBezTo>
                    <a:pt x="265" y="1"/>
                    <a:pt x="0" y="264"/>
                    <a:pt x="0" y="592"/>
                  </a:cubicBezTo>
                  <a:cubicBezTo>
                    <a:pt x="0" y="918"/>
                    <a:pt x="265" y="1183"/>
                    <a:pt x="591" y="1183"/>
                  </a:cubicBezTo>
                  <a:cubicBezTo>
                    <a:pt x="919" y="1183"/>
                    <a:pt x="1182" y="918"/>
                    <a:pt x="1182" y="592"/>
                  </a:cubicBezTo>
                  <a:cubicBezTo>
                    <a:pt x="1182" y="264"/>
                    <a:pt x="919" y="1"/>
                    <a:pt x="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4784550" y="2827775"/>
              <a:ext cx="29575" cy="29575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2" y="0"/>
                  </a:moveTo>
                  <a:cubicBezTo>
                    <a:pt x="266" y="0"/>
                    <a:pt x="1" y="265"/>
                    <a:pt x="1" y="591"/>
                  </a:cubicBezTo>
                  <a:cubicBezTo>
                    <a:pt x="1" y="919"/>
                    <a:pt x="266" y="1182"/>
                    <a:pt x="592" y="1182"/>
                  </a:cubicBezTo>
                  <a:cubicBezTo>
                    <a:pt x="918" y="1182"/>
                    <a:pt x="1183" y="919"/>
                    <a:pt x="1183" y="591"/>
                  </a:cubicBezTo>
                  <a:cubicBezTo>
                    <a:pt x="1183" y="265"/>
                    <a:pt x="918" y="0"/>
                    <a:pt x="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413425" y="2883725"/>
              <a:ext cx="189450" cy="5125"/>
            </a:xfrm>
            <a:custGeom>
              <a:avLst/>
              <a:gdLst/>
              <a:ahLst/>
              <a:cxnLst/>
              <a:rect l="l" t="t" r="r" b="b"/>
              <a:pathLst>
                <a:path w="7578" h="205" extrusionOk="0">
                  <a:moveTo>
                    <a:pt x="104" y="1"/>
                  </a:moveTo>
                  <a:cubicBezTo>
                    <a:pt x="47" y="1"/>
                    <a:pt x="1" y="47"/>
                    <a:pt x="1" y="102"/>
                  </a:cubicBezTo>
                  <a:cubicBezTo>
                    <a:pt x="1" y="158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8"/>
                    <a:pt x="7578" y="102"/>
                  </a:cubicBezTo>
                  <a:cubicBezTo>
                    <a:pt x="7578" y="47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413425" y="2852400"/>
              <a:ext cx="189450" cy="5100"/>
            </a:xfrm>
            <a:custGeom>
              <a:avLst/>
              <a:gdLst/>
              <a:ahLst/>
              <a:cxnLst/>
              <a:rect l="l" t="t" r="r" b="b"/>
              <a:pathLst>
                <a:path w="7578" h="204" extrusionOk="0">
                  <a:moveTo>
                    <a:pt x="104" y="0"/>
                  </a:moveTo>
                  <a:cubicBezTo>
                    <a:pt x="47" y="0"/>
                    <a:pt x="1" y="45"/>
                    <a:pt x="1" y="102"/>
                  </a:cubicBezTo>
                  <a:cubicBezTo>
                    <a:pt x="1" y="158"/>
                    <a:pt x="47" y="203"/>
                    <a:pt x="104" y="203"/>
                  </a:cubicBezTo>
                  <a:lnTo>
                    <a:pt x="7476" y="203"/>
                  </a:lnTo>
                  <a:cubicBezTo>
                    <a:pt x="7533" y="203"/>
                    <a:pt x="7578" y="158"/>
                    <a:pt x="7578" y="102"/>
                  </a:cubicBezTo>
                  <a:cubicBezTo>
                    <a:pt x="7578" y="45"/>
                    <a:pt x="7533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4413425" y="2821025"/>
              <a:ext cx="189450" cy="5150"/>
            </a:xfrm>
            <a:custGeom>
              <a:avLst/>
              <a:gdLst/>
              <a:ahLst/>
              <a:cxnLst/>
              <a:rect l="l" t="t" r="r" b="b"/>
              <a:pathLst>
                <a:path w="7578" h="206" extrusionOk="0">
                  <a:moveTo>
                    <a:pt x="104" y="1"/>
                  </a:moveTo>
                  <a:cubicBezTo>
                    <a:pt x="47" y="1"/>
                    <a:pt x="1" y="47"/>
                    <a:pt x="1" y="102"/>
                  </a:cubicBezTo>
                  <a:cubicBezTo>
                    <a:pt x="1" y="159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9"/>
                    <a:pt x="7578" y="102"/>
                  </a:cubicBezTo>
                  <a:cubicBezTo>
                    <a:pt x="7578" y="47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4413425" y="2789700"/>
              <a:ext cx="189450" cy="5100"/>
            </a:xfrm>
            <a:custGeom>
              <a:avLst/>
              <a:gdLst/>
              <a:ahLst/>
              <a:cxnLst/>
              <a:rect l="l" t="t" r="r" b="b"/>
              <a:pathLst>
                <a:path w="7578" h="204" extrusionOk="0">
                  <a:moveTo>
                    <a:pt x="104" y="1"/>
                  </a:moveTo>
                  <a:cubicBezTo>
                    <a:pt x="47" y="1"/>
                    <a:pt x="1" y="46"/>
                    <a:pt x="1" y="102"/>
                  </a:cubicBezTo>
                  <a:cubicBezTo>
                    <a:pt x="1" y="159"/>
                    <a:pt x="47" y="204"/>
                    <a:pt x="104" y="204"/>
                  </a:cubicBezTo>
                  <a:lnTo>
                    <a:pt x="7476" y="204"/>
                  </a:lnTo>
                  <a:cubicBezTo>
                    <a:pt x="7533" y="204"/>
                    <a:pt x="7578" y="159"/>
                    <a:pt x="7578" y="102"/>
                  </a:cubicBezTo>
                  <a:cubicBezTo>
                    <a:pt x="7578" y="46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4413425" y="2758350"/>
              <a:ext cx="189450" cy="5125"/>
            </a:xfrm>
            <a:custGeom>
              <a:avLst/>
              <a:gdLst/>
              <a:ahLst/>
              <a:cxnLst/>
              <a:rect l="l" t="t" r="r" b="b"/>
              <a:pathLst>
                <a:path w="7578" h="205" extrusionOk="0">
                  <a:moveTo>
                    <a:pt x="104" y="0"/>
                  </a:moveTo>
                  <a:cubicBezTo>
                    <a:pt x="47" y="0"/>
                    <a:pt x="1" y="47"/>
                    <a:pt x="1" y="102"/>
                  </a:cubicBezTo>
                  <a:cubicBezTo>
                    <a:pt x="1" y="158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8"/>
                    <a:pt x="7578" y="102"/>
                  </a:cubicBezTo>
                  <a:cubicBezTo>
                    <a:pt x="7578" y="47"/>
                    <a:pt x="7533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4721200" y="2180075"/>
              <a:ext cx="197675" cy="197650"/>
            </a:xfrm>
            <a:custGeom>
              <a:avLst/>
              <a:gdLst/>
              <a:ahLst/>
              <a:cxnLst/>
              <a:rect l="l" t="t" r="r" b="b"/>
              <a:pathLst>
                <a:path w="7907" h="7906" extrusionOk="0">
                  <a:moveTo>
                    <a:pt x="3953" y="0"/>
                  </a:moveTo>
                  <a:cubicBezTo>
                    <a:pt x="3899" y="0"/>
                    <a:pt x="3844" y="0"/>
                    <a:pt x="3791" y="3"/>
                  </a:cubicBezTo>
                  <a:cubicBezTo>
                    <a:pt x="1684" y="89"/>
                    <a:pt x="1" y="1824"/>
                    <a:pt x="1" y="3952"/>
                  </a:cubicBezTo>
                  <a:cubicBezTo>
                    <a:pt x="1" y="4588"/>
                    <a:pt x="152" y="5189"/>
                    <a:pt x="417" y="5721"/>
                  </a:cubicBezTo>
                  <a:cubicBezTo>
                    <a:pt x="1066" y="7016"/>
                    <a:pt x="2406" y="7906"/>
                    <a:pt x="3953" y="7906"/>
                  </a:cubicBezTo>
                  <a:cubicBezTo>
                    <a:pt x="5691" y="7906"/>
                    <a:pt x="7166" y="6784"/>
                    <a:pt x="7696" y="5227"/>
                  </a:cubicBezTo>
                  <a:cubicBezTo>
                    <a:pt x="7832" y="4827"/>
                    <a:pt x="7906" y="4398"/>
                    <a:pt x="7906" y="3952"/>
                  </a:cubicBezTo>
                  <a:cubicBezTo>
                    <a:pt x="7906" y="1918"/>
                    <a:pt x="6369" y="242"/>
                    <a:pt x="4393" y="23"/>
                  </a:cubicBezTo>
                  <a:cubicBezTo>
                    <a:pt x="4248" y="7"/>
                    <a:pt x="4102" y="0"/>
                    <a:pt x="3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4820000" y="2180075"/>
              <a:ext cx="98875" cy="130700"/>
            </a:xfrm>
            <a:custGeom>
              <a:avLst/>
              <a:gdLst/>
              <a:ahLst/>
              <a:cxnLst/>
              <a:rect l="l" t="t" r="r" b="b"/>
              <a:pathLst>
                <a:path w="3955" h="5228" extrusionOk="0">
                  <a:moveTo>
                    <a:pt x="1" y="0"/>
                  </a:moveTo>
                  <a:lnTo>
                    <a:pt x="1" y="3952"/>
                  </a:lnTo>
                  <a:cubicBezTo>
                    <a:pt x="1" y="3952"/>
                    <a:pt x="2543" y="4752"/>
                    <a:pt x="3744" y="5227"/>
                  </a:cubicBezTo>
                  <a:cubicBezTo>
                    <a:pt x="3880" y="4827"/>
                    <a:pt x="3954" y="4398"/>
                    <a:pt x="3954" y="3952"/>
                  </a:cubicBezTo>
                  <a:cubicBezTo>
                    <a:pt x="3954" y="1769"/>
                    <a:pt x="2186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4721200" y="2180075"/>
              <a:ext cx="109850" cy="143050"/>
            </a:xfrm>
            <a:custGeom>
              <a:avLst/>
              <a:gdLst/>
              <a:ahLst/>
              <a:cxnLst/>
              <a:rect l="l" t="t" r="r" b="b"/>
              <a:pathLst>
                <a:path w="4394" h="5722" extrusionOk="0">
                  <a:moveTo>
                    <a:pt x="3953" y="0"/>
                  </a:moveTo>
                  <a:cubicBezTo>
                    <a:pt x="3899" y="0"/>
                    <a:pt x="3844" y="0"/>
                    <a:pt x="3791" y="3"/>
                  </a:cubicBezTo>
                  <a:cubicBezTo>
                    <a:pt x="1684" y="89"/>
                    <a:pt x="1" y="1824"/>
                    <a:pt x="1" y="3952"/>
                  </a:cubicBezTo>
                  <a:cubicBezTo>
                    <a:pt x="1" y="4588"/>
                    <a:pt x="152" y="5189"/>
                    <a:pt x="417" y="5721"/>
                  </a:cubicBezTo>
                  <a:lnTo>
                    <a:pt x="3953" y="3952"/>
                  </a:lnTo>
                  <a:lnTo>
                    <a:pt x="4393" y="23"/>
                  </a:lnTo>
                  <a:cubicBezTo>
                    <a:pt x="4248" y="7"/>
                    <a:pt x="4102" y="0"/>
                    <a:pt x="39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4356650" y="2097500"/>
              <a:ext cx="5050" cy="859000"/>
            </a:xfrm>
            <a:custGeom>
              <a:avLst/>
              <a:gdLst/>
              <a:ahLst/>
              <a:cxnLst/>
              <a:rect l="l" t="t" r="r" b="b"/>
              <a:pathLst>
                <a:path w="202" h="34360" extrusionOk="0">
                  <a:moveTo>
                    <a:pt x="0" y="0"/>
                  </a:moveTo>
                  <a:lnTo>
                    <a:pt x="0" y="34360"/>
                  </a:lnTo>
                  <a:lnTo>
                    <a:pt x="202" y="34360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4974800" y="2097500"/>
              <a:ext cx="5100" cy="859000"/>
            </a:xfrm>
            <a:custGeom>
              <a:avLst/>
              <a:gdLst/>
              <a:ahLst/>
              <a:cxnLst/>
              <a:rect l="l" t="t" r="r" b="b"/>
              <a:pathLst>
                <a:path w="204" h="34360" extrusionOk="0">
                  <a:moveTo>
                    <a:pt x="1" y="0"/>
                  </a:moveTo>
                  <a:lnTo>
                    <a:pt x="1" y="34360"/>
                  </a:lnTo>
                  <a:lnTo>
                    <a:pt x="203" y="34360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4329600" y="2029925"/>
              <a:ext cx="674775" cy="75750"/>
            </a:xfrm>
            <a:custGeom>
              <a:avLst/>
              <a:gdLst/>
              <a:ahLst/>
              <a:cxnLst/>
              <a:rect l="l" t="t" r="r" b="b"/>
              <a:pathLst>
                <a:path w="26991" h="3030" extrusionOk="0">
                  <a:moveTo>
                    <a:pt x="561" y="0"/>
                  </a:moveTo>
                  <a:cubicBezTo>
                    <a:pt x="251" y="0"/>
                    <a:pt x="0" y="252"/>
                    <a:pt x="0" y="561"/>
                  </a:cubicBezTo>
                  <a:lnTo>
                    <a:pt x="0" y="3029"/>
                  </a:lnTo>
                  <a:lnTo>
                    <a:pt x="26991" y="3029"/>
                  </a:lnTo>
                  <a:lnTo>
                    <a:pt x="26991" y="413"/>
                  </a:lnTo>
                  <a:cubicBezTo>
                    <a:pt x="26991" y="185"/>
                    <a:pt x="26807" y="1"/>
                    <a:pt x="26578" y="1"/>
                  </a:cubicBezTo>
                  <a:lnTo>
                    <a:pt x="26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951400" y="2055050"/>
              <a:ext cx="23425" cy="23425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69" y="0"/>
                  </a:moveTo>
                  <a:cubicBezTo>
                    <a:pt x="211" y="0"/>
                    <a:pt x="1" y="209"/>
                    <a:pt x="1" y="468"/>
                  </a:cubicBezTo>
                  <a:cubicBezTo>
                    <a:pt x="1" y="726"/>
                    <a:pt x="211" y="936"/>
                    <a:pt x="469" y="936"/>
                  </a:cubicBezTo>
                  <a:cubicBezTo>
                    <a:pt x="728" y="936"/>
                    <a:pt x="937" y="726"/>
                    <a:pt x="937" y="468"/>
                  </a:cubicBezTo>
                  <a:cubicBezTo>
                    <a:pt x="937" y="209"/>
                    <a:pt x="728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4913475" y="2055050"/>
              <a:ext cx="23425" cy="23425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69" y="0"/>
                  </a:moveTo>
                  <a:cubicBezTo>
                    <a:pt x="211" y="0"/>
                    <a:pt x="1" y="209"/>
                    <a:pt x="1" y="468"/>
                  </a:cubicBezTo>
                  <a:cubicBezTo>
                    <a:pt x="1" y="726"/>
                    <a:pt x="211" y="936"/>
                    <a:pt x="469" y="936"/>
                  </a:cubicBezTo>
                  <a:cubicBezTo>
                    <a:pt x="728" y="936"/>
                    <a:pt x="937" y="726"/>
                    <a:pt x="937" y="468"/>
                  </a:cubicBezTo>
                  <a:cubicBezTo>
                    <a:pt x="937" y="209"/>
                    <a:pt x="728" y="0"/>
                    <a:pt x="4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877425" y="2055050"/>
              <a:ext cx="23400" cy="23425"/>
            </a:xfrm>
            <a:custGeom>
              <a:avLst/>
              <a:gdLst/>
              <a:ahLst/>
              <a:cxnLst/>
              <a:rect l="l" t="t" r="r" b="b"/>
              <a:pathLst>
                <a:path w="936" h="937" extrusionOk="0">
                  <a:moveTo>
                    <a:pt x="468" y="0"/>
                  </a:moveTo>
                  <a:cubicBezTo>
                    <a:pt x="210" y="0"/>
                    <a:pt x="0" y="209"/>
                    <a:pt x="0" y="468"/>
                  </a:cubicBezTo>
                  <a:cubicBezTo>
                    <a:pt x="0" y="726"/>
                    <a:pt x="210" y="936"/>
                    <a:pt x="468" y="936"/>
                  </a:cubicBezTo>
                  <a:cubicBezTo>
                    <a:pt x="727" y="936"/>
                    <a:pt x="936" y="726"/>
                    <a:pt x="936" y="468"/>
                  </a:cubicBezTo>
                  <a:cubicBezTo>
                    <a:pt x="936" y="209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4311775" y="2956450"/>
              <a:ext cx="710425" cy="14250"/>
            </a:xfrm>
            <a:custGeom>
              <a:avLst/>
              <a:gdLst/>
              <a:ahLst/>
              <a:cxnLst/>
              <a:rect l="l" t="t" r="r" b="b"/>
              <a:pathLst>
                <a:path w="28417" h="570" extrusionOk="0">
                  <a:moveTo>
                    <a:pt x="286" y="1"/>
                  </a:moveTo>
                  <a:cubicBezTo>
                    <a:pt x="128" y="1"/>
                    <a:pt x="1" y="128"/>
                    <a:pt x="1" y="286"/>
                  </a:cubicBezTo>
                  <a:cubicBezTo>
                    <a:pt x="1" y="442"/>
                    <a:pt x="128" y="570"/>
                    <a:pt x="286" y="570"/>
                  </a:cubicBezTo>
                  <a:lnTo>
                    <a:pt x="28131" y="570"/>
                  </a:lnTo>
                  <a:cubicBezTo>
                    <a:pt x="28289" y="570"/>
                    <a:pt x="28416" y="442"/>
                    <a:pt x="28416" y="286"/>
                  </a:cubicBezTo>
                  <a:cubicBezTo>
                    <a:pt x="28416" y="128"/>
                    <a:pt x="28289" y="1"/>
                    <a:pt x="28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4415900" y="2402525"/>
              <a:ext cx="45725" cy="288050"/>
            </a:xfrm>
            <a:custGeom>
              <a:avLst/>
              <a:gdLst/>
              <a:ahLst/>
              <a:cxnLst/>
              <a:rect l="l" t="t" r="r" b="b"/>
              <a:pathLst>
                <a:path w="1829" h="11522" extrusionOk="0">
                  <a:moveTo>
                    <a:pt x="0" y="0"/>
                  </a:moveTo>
                  <a:lnTo>
                    <a:pt x="0" y="11521"/>
                  </a:lnTo>
                  <a:lnTo>
                    <a:pt x="1829" y="11521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4498625" y="2509825"/>
              <a:ext cx="45725" cy="180750"/>
            </a:xfrm>
            <a:custGeom>
              <a:avLst/>
              <a:gdLst/>
              <a:ahLst/>
              <a:cxnLst/>
              <a:rect l="l" t="t" r="r" b="b"/>
              <a:pathLst>
                <a:path w="1829" h="7230" extrusionOk="0">
                  <a:moveTo>
                    <a:pt x="0" y="0"/>
                  </a:moveTo>
                  <a:lnTo>
                    <a:pt x="0" y="7229"/>
                  </a:lnTo>
                  <a:lnTo>
                    <a:pt x="1829" y="7229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581350" y="2436675"/>
              <a:ext cx="45725" cy="253850"/>
            </a:xfrm>
            <a:custGeom>
              <a:avLst/>
              <a:gdLst/>
              <a:ahLst/>
              <a:cxnLst/>
              <a:rect l="l" t="t" r="r" b="b"/>
              <a:pathLst>
                <a:path w="1829" h="10154" extrusionOk="0">
                  <a:moveTo>
                    <a:pt x="0" y="0"/>
                  </a:moveTo>
                  <a:lnTo>
                    <a:pt x="0" y="10154"/>
                  </a:lnTo>
                  <a:lnTo>
                    <a:pt x="1828" y="10154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662475" y="2509825"/>
              <a:ext cx="45725" cy="180750"/>
            </a:xfrm>
            <a:custGeom>
              <a:avLst/>
              <a:gdLst/>
              <a:ahLst/>
              <a:cxnLst/>
              <a:rect l="l" t="t" r="r" b="b"/>
              <a:pathLst>
                <a:path w="1829" h="7230" extrusionOk="0">
                  <a:moveTo>
                    <a:pt x="0" y="0"/>
                  </a:moveTo>
                  <a:lnTo>
                    <a:pt x="0" y="7229"/>
                  </a:lnTo>
                  <a:lnTo>
                    <a:pt x="1828" y="7229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415900" y="2573600"/>
              <a:ext cx="45725" cy="116975"/>
            </a:xfrm>
            <a:custGeom>
              <a:avLst/>
              <a:gdLst/>
              <a:ahLst/>
              <a:cxnLst/>
              <a:rect l="l" t="t" r="r" b="b"/>
              <a:pathLst>
                <a:path w="1829" h="4679" extrusionOk="0">
                  <a:moveTo>
                    <a:pt x="0" y="1"/>
                  </a:moveTo>
                  <a:lnTo>
                    <a:pt x="0" y="4678"/>
                  </a:lnTo>
                  <a:lnTo>
                    <a:pt x="1829" y="4678"/>
                  </a:lnTo>
                  <a:lnTo>
                    <a:pt x="1829" y="1"/>
                  </a:ln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498625" y="2620825"/>
              <a:ext cx="45725" cy="69750"/>
            </a:xfrm>
            <a:custGeom>
              <a:avLst/>
              <a:gdLst/>
              <a:ahLst/>
              <a:cxnLst/>
              <a:rect l="l" t="t" r="r" b="b"/>
              <a:pathLst>
                <a:path w="1829" h="2790" extrusionOk="0">
                  <a:moveTo>
                    <a:pt x="0" y="1"/>
                  </a:moveTo>
                  <a:lnTo>
                    <a:pt x="0" y="2789"/>
                  </a:lnTo>
                  <a:lnTo>
                    <a:pt x="1829" y="2789"/>
                  </a:lnTo>
                  <a:lnTo>
                    <a:pt x="1829" y="1"/>
                  </a:ln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4581350" y="2573600"/>
              <a:ext cx="45725" cy="116975"/>
            </a:xfrm>
            <a:custGeom>
              <a:avLst/>
              <a:gdLst/>
              <a:ahLst/>
              <a:cxnLst/>
              <a:rect l="l" t="t" r="r" b="b"/>
              <a:pathLst>
                <a:path w="1829" h="4679" extrusionOk="0">
                  <a:moveTo>
                    <a:pt x="0" y="1"/>
                  </a:moveTo>
                  <a:lnTo>
                    <a:pt x="0" y="4678"/>
                  </a:lnTo>
                  <a:lnTo>
                    <a:pt x="1828" y="4678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4662475" y="2546500"/>
              <a:ext cx="45725" cy="144075"/>
            </a:xfrm>
            <a:custGeom>
              <a:avLst/>
              <a:gdLst/>
              <a:ahLst/>
              <a:cxnLst/>
              <a:rect l="l" t="t" r="r" b="b"/>
              <a:pathLst>
                <a:path w="1829" h="5763" extrusionOk="0">
                  <a:moveTo>
                    <a:pt x="0" y="1"/>
                  </a:moveTo>
                  <a:lnTo>
                    <a:pt x="0" y="5762"/>
                  </a:lnTo>
                  <a:lnTo>
                    <a:pt x="1828" y="5762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4395700" y="2690550"/>
              <a:ext cx="327200" cy="3075"/>
            </a:xfrm>
            <a:custGeom>
              <a:avLst/>
              <a:gdLst/>
              <a:ahLst/>
              <a:cxnLst/>
              <a:rect l="l" t="t" r="r" b="b"/>
              <a:pathLst>
                <a:path w="13088" h="123" extrusionOk="0">
                  <a:moveTo>
                    <a:pt x="62" y="0"/>
                  </a:moveTo>
                  <a:cubicBezTo>
                    <a:pt x="28" y="0"/>
                    <a:pt x="0" y="28"/>
                    <a:pt x="0" y="61"/>
                  </a:cubicBezTo>
                  <a:cubicBezTo>
                    <a:pt x="0" y="94"/>
                    <a:pt x="28" y="122"/>
                    <a:pt x="62" y="122"/>
                  </a:cubicBezTo>
                  <a:lnTo>
                    <a:pt x="13027" y="122"/>
                  </a:lnTo>
                  <a:cubicBezTo>
                    <a:pt x="13060" y="122"/>
                    <a:pt x="13088" y="94"/>
                    <a:pt x="13088" y="61"/>
                  </a:cubicBezTo>
                  <a:cubicBezTo>
                    <a:pt x="13088" y="28"/>
                    <a:pt x="13060" y="0"/>
                    <a:pt x="13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426800" y="2193625"/>
              <a:ext cx="216900" cy="141575"/>
            </a:xfrm>
            <a:custGeom>
              <a:avLst/>
              <a:gdLst/>
              <a:ahLst/>
              <a:cxnLst/>
              <a:rect l="l" t="t" r="r" b="b"/>
              <a:pathLst>
                <a:path w="8676" h="5663" extrusionOk="0">
                  <a:moveTo>
                    <a:pt x="1427" y="0"/>
                  </a:moveTo>
                  <a:cubicBezTo>
                    <a:pt x="179" y="0"/>
                    <a:pt x="1" y="5663"/>
                    <a:pt x="1" y="5663"/>
                  </a:cubicBezTo>
                  <a:lnTo>
                    <a:pt x="8675" y="5663"/>
                  </a:lnTo>
                  <a:cubicBezTo>
                    <a:pt x="8675" y="5663"/>
                    <a:pt x="8611" y="2987"/>
                    <a:pt x="7954" y="2987"/>
                  </a:cubicBezTo>
                  <a:cubicBezTo>
                    <a:pt x="7942" y="2987"/>
                    <a:pt x="7929" y="2988"/>
                    <a:pt x="7916" y="2990"/>
                  </a:cubicBezTo>
                  <a:cubicBezTo>
                    <a:pt x="7225" y="3096"/>
                    <a:pt x="7563" y="4013"/>
                    <a:pt x="6760" y="4066"/>
                  </a:cubicBezTo>
                  <a:cubicBezTo>
                    <a:pt x="6753" y="4067"/>
                    <a:pt x="6746" y="4067"/>
                    <a:pt x="6739" y="4067"/>
                  </a:cubicBezTo>
                  <a:cubicBezTo>
                    <a:pt x="5955" y="4067"/>
                    <a:pt x="5893" y="1245"/>
                    <a:pt x="5055" y="1147"/>
                  </a:cubicBezTo>
                  <a:cubicBezTo>
                    <a:pt x="5028" y="1144"/>
                    <a:pt x="5001" y="1143"/>
                    <a:pt x="4975" y="1143"/>
                  </a:cubicBezTo>
                  <a:cubicBezTo>
                    <a:pt x="3948" y="1143"/>
                    <a:pt x="4306" y="3682"/>
                    <a:pt x="3479" y="3907"/>
                  </a:cubicBezTo>
                  <a:cubicBezTo>
                    <a:pt x="3456" y="3913"/>
                    <a:pt x="3434" y="3916"/>
                    <a:pt x="3412" y="3916"/>
                  </a:cubicBezTo>
                  <a:cubicBezTo>
                    <a:pt x="2633" y="3916"/>
                    <a:pt x="2642" y="0"/>
                    <a:pt x="1427" y="0"/>
                  </a:cubicBezTo>
                  <a:close/>
                </a:path>
              </a:pathLst>
            </a:custGeom>
            <a:solidFill>
              <a:srgbClr val="5C9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5900" y="2335175"/>
              <a:ext cx="240225" cy="3075"/>
            </a:xfrm>
            <a:custGeom>
              <a:avLst/>
              <a:gdLst/>
              <a:ahLst/>
              <a:cxnLst/>
              <a:rect l="l" t="t" r="r" b="b"/>
              <a:pathLst>
                <a:path w="9609" h="123" extrusionOk="0">
                  <a:moveTo>
                    <a:pt x="61" y="1"/>
                  </a:moveTo>
                  <a:cubicBezTo>
                    <a:pt x="28" y="1"/>
                    <a:pt x="0" y="28"/>
                    <a:pt x="0" y="62"/>
                  </a:cubicBezTo>
                  <a:cubicBezTo>
                    <a:pt x="0" y="95"/>
                    <a:pt x="28" y="123"/>
                    <a:pt x="61" y="123"/>
                  </a:cubicBezTo>
                  <a:lnTo>
                    <a:pt x="9547" y="123"/>
                  </a:lnTo>
                  <a:cubicBezTo>
                    <a:pt x="9581" y="123"/>
                    <a:pt x="9608" y="95"/>
                    <a:pt x="9608" y="62"/>
                  </a:cubicBezTo>
                  <a:cubicBezTo>
                    <a:pt x="9608" y="28"/>
                    <a:pt x="9581" y="1"/>
                    <a:pt x="9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767025" y="2514975"/>
              <a:ext cx="41375" cy="41375"/>
            </a:xfrm>
            <a:custGeom>
              <a:avLst/>
              <a:gdLst/>
              <a:ahLst/>
              <a:cxnLst/>
              <a:rect l="l" t="t" r="r" b="b"/>
              <a:pathLst>
                <a:path w="1655" h="1655" extrusionOk="0">
                  <a:moveTo>
                    <a:pt x="0" y="0"/>
                  </a:moveTo>
                  <a:lnTo>
                    <a:pt x="0" y="1655"/>
                  </a:lnTo>
                  <a:lnTo>
                    <a:pt x="1655" y="1655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767025" y="2612350"/>
              <a:ext cx="41375" cy="41400"/>
            </a:xfrm>
            <a:custGeom>
              <a:avLst/>
              <a:gdLst/>
              <a:ahLst/>
              <a:cxnLst/>
              <a:rect l="l" t="t" r="r" b="b"/>
              <a:pathLst>
                <a:path w="1655" h="1656" extrusionOk="0">
                  <a:moveTo>
                    <a:pt x="0" y="1"/>
                  </a:moveTo>
                  <a:lnTo>
                    <a:pt x="0" y="1655"/>
                  </a:lnTo>
                  <a:lnTo>
                    <a:pt x="1655" y="1655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835775" y="2525975"/>
              <a:ext cx="109075" cy="5125"/>
            </a:xfrm>
            <a:custGeom>
              <a:avLst/>
              <a:gdLst/>
              <a:ahLst/>
              <a:cxnLst/>
              <a:rect l="l" t="t" r="r" b="b"/>
              <a:pathLst>
                <a:path w="4363" h="205" extrusionOk="0">
                  <a:moveTo>
                    <a:pt x="9" y="1"/>
                  </a:moveTo>
                  <a:cubicBezTo>
                    <a:pt x="3" y="1"/>
                    <a:pt x="0" y="5"/>
                    <a:pt x="0" y="9"/>
                  </a:cubicBezTo>
                  <a:lnTo>
                    <a:pt x="0" y="195"/>
                  </a:lnTo>
                  <a:cubicBezTo>
                    <a:pt x="0" y="200"/>
                    <a:pt x="3" y="205"/>
                    <a:pt x="9" y="205"/>
                  </a:cubicBezTo>
                  <a:lnTo>
                    <a:pt x="4353" y="205"/>
                  </a:lnTo>
                  <a:cubicBezTo>
                    <a:pt x="4358" y="205"/>
                    <a:pt x="4362" y="200"/>
                    <a:pt x="4362" y="195"/>
                  </a:cubicBezTo>
                  <a:lnTo>
                    <a:pt x="4362" y="9"/>
                  </a:lnTo>
                  <a:cubicBezTo>
                    <a:pt x="4362" y="5"/>
                    <a:pt x="4358" y="1"/>
                    <a:pt x="4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835775" y="2540250"/>
              <a:ext cx="109075" cy="5100"/>
            </a:xfrm>
            <a:custGeom>
              <a:avLst/>
              <a:gdLst/>
              <a:ahLst/>
              <a:cxnLst/>
              <a:rect l="l" t="t" r="r" b="b"/>
              <a:pathLst>
                <a:path w="4363" h="204" extrusionOk="0">
                  <a:moveTo>
                    <a:pt x="9" y="0"/>
                  </a:moveTo>
                  <a:cubicBezTo>
                    <a:pt x="3" y="0"/>
                    <a:pt x="0" y="5"/>
                    <a:pt x="0" y="9"/>
                  </a:cubicBezTo>
                  <a:lnTo>
                    <a:pt x="0" y="194"/>
                  </a:lnTo>
                  <a:cubicBezTo>
                    <a:pt x="0" y="199"/>
                    <a:pt x="3" y="203"/>
                    <a:pt x="9" y="203"/>
                  </a:cubicBezTo>
                  <a:lnTo>
                    <a:pt x="4353" y="203"/>
                  </a:lnTo>
                  <a:cubicBezTo>
                    <a:pt x="4358" y="203"/>
                    <a:pt x="4362" y="199"/>
                    <a:pt x="4362" y="194"/>
                  </a:cubicBezTo>
                  <a:lnTo>
                    <a:pt x="4362" y="9"/>
                  </a:lnTo>
                  <a:cubicBezTo>
                    <a:pt x="4362" y="5"/>
                    <a:pt x="4358" y="0"/>
                    <a:pt x="4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835775" y="2623375"/>
              <a:ext cx="109075" cy="5125"/>
            </a:xfrm>
            <a:custGeom>
              <a:avLst/>
              <a:gdLst/>
              <a:ahLst/>
              <a:cxnLst/>
              <a:rect l="l" t="t" r="r" b="b"/>
              <a:pathLst>
                <a:path w="4363" h="205" extrusionOk="0">
                  <a:moveTo>
                    <a:pt x="9" y="0"/>
                  </a:moveTo>
                  <a:cubicBezTo>
                    <a:pt x="3" y="0"/>
                    <a:pt x="0" y="4"/>
                    <a:pt x="0" y="9"/>
                  </a:cubicBezTo>
                  <a:lnTo>
                    <a:pt x="0" y="194"/>
                  </a:lnTo>
                  <a:cubicBezTo>
                    <a:pt x="0" y="200"/>
                    <a:pt x="3" y="204"/>
                    <a:pt x="9" y="204"/>
                  </a:cubicBezTo>
                  <a:lnTo>
                    <a:pt x="4353" y="204"/>
                  </a:lnTo>
                  <a:cubicBezTo>
                    <a:pt x="4358" y="204"/>
                    <a:pt x="4362" y="200"/>
                    <a:pt x="4362" y="194"/>
                  </a:cubicBezTo>
                  <a:lnTo>
                    <a:pt x="4362" y="9"/>
                  </a:lnTo>
                  <a:cubicBezTo>
                    <a:pt x="4362" y="4"/>
                    <a:pt x="4358" y="0"/>
                    <a:pt x="4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4835775" y="2637625"/>
              <a:ext cx="109075" cy="5100"/>
            </a:xfrm>
            <a:custGeom>
              <a:avLst/>
              <a:gdLst/>
              <a:ahLst/>
              <a:cxnLst/>
              <a:rect l="l" t="t" r="r" b="b"/>
              <a:pathLst>
                <a:path w="4363" h="204" extrusionOk="0">
                  <a:moveTo>
                    <a:pt x="9" y="1"/>
                  </a:moveTo>
                  <a:cubicBezTo>
                    <a:pt x="3" y="1"/>
                    <a:pt x="0" y="5"/>
                    <a:pt x="0" y="10"/>
                  </a:cubicBezTo>
                  <a:lnTo>
                    <a:pt x="0" y="195"/>
                  </a:lnTo>
                  <a:cubicBezTo>
                    <a:pt x="0" y="199"/>
                    <a:pt x="3" y="204"/>
                    <a:pt x="9" y="204"/>
                  </a:cubicBezTo>
                  <a:lnTo>
                    <a:pt x="4353" y="204"/>
                  </a:lnTo>
                  <a:cubicBezTo>
                    <a:pt x="4358" y="204"/>
                    <a:pt x="4362" y="199"/>
                    <a:pt x="4362" y="195"/>
                  </a:cubicBezTo>
                  <a:lnTo>
                    <a:pt x="4362" y="10"/>
                  </a:lnTo>
                  <a:cubicBezTo>
                    <a:pt x="4362" y="5"/>
                    <a:pt x="4358" y="1"/>
                    <a:pt x="4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3989725" y="2056700"/>
              <a:ext cx="74675" cy="62175"/>
            </a:xfrm>
            <a:custGeom>
              <a:avLst/>
              <a:gdLst/>
              <a:ahLst/>
              <a:cxnLst/>
              <a:rect l="l" t="t" r="r" b="b"/>
              <a:pathLst>
                <a:path w="2987" h="2487" extrusionOk="0">
                  <a:moveTo>
                    <a:pt x="1797" y="1"/>
                  </a:moveTo>
                  <a:cubicBezTo>
                    <a:pt x="1003" y="1"/>
                    <a:pt x="989" y="930"/>
                    <a:pt x="989" y="930"/>
                  </a:cubicBezTo>
                  <a:cubicBezTo>
                    <a:pt x="989" y="930"/>
                    <a:pt x="1" y="1161"/>
                    <a:pt x="173" y="1854"/>
                  </a:cubicBezTo>
                  <a:cubicBezTo>
                    <a:pt x="319" y="2443"/>
                    <a:pt x="1181" y="2487"/>
                    <a:pt x="1435" y="2487"/>
                  </a:cubicBezTo>
                  <a:cubicBezTo>
                    <a:pt x="1480" y="2487"/>
                    <a:pt x="1506" y="2486"/>
                    <a:pt x="1506" y="2486"/>
                  </a:cubicBezTo>
                  <a:cubicBezTo>
                    <a:pt x="1506" y="2486"/>
                    <a:pt x="2468" y="2106"/>
                    <a:pt x="2716" y="1347"/>
                  </a:cubicBezTo>
                  <a:cubicBezTo>
                    <a:pt x="2716" y="1347"/>
                    <a:pt x="2987" y="184"/>
                    <a:pt x="1996" y="18"/>
                  </a:cubicBezTo>
                  <a:cubicBezTo>
                    <a:pt x="1925" y="6"/>
                    <a:pt x="1859" y="1"/>
                    <a:pt x="1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3998250" y="2077025"/>
              <a:ext cx="174550" cy="194575"/>
            </a:xfrm>
            <a:custGeom>
              <a:avLst/>
              <a:gdLst/>
              <a:ahLst/>
              <a:cxnLst/>
              <a:rect l="l" t="t" r="r" b="b"/>
              <a:pathLst>
                <a:path w="6982" h="7783" extrusionOk="0">
                  <a:moveTo>
                    <a:pt x="3118" y="0"/>
                  </a:moveTo>
                  <a:cubicBezTo>
                    <a:pt x="2132" y="0"/>
                    <a:pt x="1541" y="664"/>
                    <a:pt x="1346" y="984"/>
                  </a:cubicBezTo>
                  <a:cubicBezTo>
                    <a:pt x="916" y="1694"/>
                    <a:pt x="875" y="2290"/>
                    <a:pt x="826" y="3211"/>
                  </a:cubicBezTo>
                  <a:cubicBezTo>
                    <a:pt x="684" y="5920"/>
                    <a:pt x="0" y="7167"/>
                    <a:pt x="0" y="7167"/>
                  </a:cubicBezTo>
                  <a:cubicBezTo>
                    <a:pt x="0" y="7167"/>
                    <a:pt x="1434" y="7394"/>
                    <a:pt x="2665" y="7394"/>
                  </a:cubicBezTo>
                  <a:cubicBezTo>
                    <a:pt x="2726" y="7394"/>
                    <a:pt x="2786" y="7393"/>
                    <a:pt x="2845" y="7392"/>
                  </a:cubicBezTo>
                  <a:cubicBezTo>
                    <a:pt x="2845" y="7392"/>
                    <a:pt x="3037" y="7384"/>
                    <a:pt x="3312" y="7384"/>
                  </a:cubicBezTo>
                  <a:cubicBezTo>
                    <a:pt x="3828" y="7384"/>
                    <a:pt x="4641" y="7411"/>
                    <a:pt x="5050" y="7563"/>
                  </a:cubicBezTo>
                  <a:cubicBezTo>
                    <a:pt x="5335" y="7668"/>
                    <a:pt x="5614" y="7782"/>
                    <a:pt x="5868" y="7782"/>
                  </a:cubicBezTo>
                  <a:cubicBezTo>
                    <a:pt x="6175" y="7782"/>
                    <a:pt x="6443" y="7614"/>
                    <a:pt x="6634" y="7056"/>
                  </a:cubicBezTo>
                  <a:cubicBezTo>
                    <a:pt x="6981" y="6036"/>
                    <a:pt x="6130" y="5200"/>
                    <a:pt x="6130" y="5200"/>
                  </a:cubicBezTo>
                  <a:cubicBezTo>
                    <a:pt x="6130" y="5200"/>
                    <a:pt x="5743" y="4708"/>
                    <a:pt x="5573" y="3860"/>
                  </a:cubicBezTo>
                  <a:cubicBezTo>
                    <a:pt x="5433" y="3157"/>
                    <a:pt x="5995" y="1690"/>
                    <a:pt x="5526" y="947"/>
                  </a:cubicBezTo>
                  <a:cubicBezTo>
                    <a:pt x="5146" y="346"/>
                    <a:pt x="4684" y="254"/>
                    <a:pt x="4438" y="254"/>
                  </a:cubicBezTo>
                  <a:cubicBezTo>
                    <a:pt x="4331" y="254"/>
                    <a:pt x="4265" y="272"/>
                    <a:pt x="4265" y="272"/>
                  </a:cubicBezTo>
                  <a:cubicBezTo>
                    <a:pt x="3837" y="78"/>
                    <a:pt x="3455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22800" y="2078900"/>
              <a:ext cx="36400" cy="39800"/>
            </a:xfrm>
            <a:custGeom>
              <a:avLst/>
              <a:gdLst/>
              <a:ahLst/>
              <a:cxnLst/>
              <a:rect l="l" t="t" r="r" b="b"/>
              <a:pathLst>
                <a:path w="1456" h="1592" extrusionOk="0">
                  <a:moveTo>
                    <a:pt x="1405" y="1"/>
                  </a:moveTo>
                  <a:cubicBezTo>
                    <a:pt x="1402" y="1"/>
                    <a:pt x="1398" y="1"/>
                    <a:pt x="1394" y="3"/>
                  </a:cubicBezTo>
                  <a:cubicBezTo>
                    <a:pt x="664" y="211"/>
                    <a:pt x="135" y="796"/>
                    <a:pt x="5" y="1545"/>
                  </a:cubicBezTo>
                  <a:cubicBezTo>
                    <a:pt x="0" y="1573"/>
                    <a:pt x="24" y="1592"/>
                    <a:pt x="46" y="1592"/>
                  </a:cubicBezTo>
                  <a:cubicBezTo>
                    <a:pt x="60" y="1592"/>
                    <a:pt x="73" y="1583"/>
                    <a:pt x="76" y="1564"/>
                  </a:cubicBezTo>
                  <a:cubicBezTo>
                    <a:pt x="200" y="840"/>
                    <a:pt x="706" y="275"/>
                    <a:pt x="1414" y="74"/>
                  </a:cubicBezTo>
                  <a:cubicBezTo>
                    <a:pt x="1456" y="62"/>
                    <a:pt x="1443" y="1"/>
                    <a:pt x="14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31375" y="2169500"/>
              <a:ext cx="2025" cy="33200"/>
            </a:xfrm>
            <a:custGeom>
              <a:avLst/>
              <a:gdLst/>
              <a:ahLst/>
              <a:cxnLst/>
              <a:rect l="l" t="t" r="r" b="b"/>
              <a:pathLst>
                <a:path w="81" h="1328" extrusionOk="0">
                  <a:moveTo>
                    <a:pt x="41" y="0"/>
                  </a:moveTo>
                  <a:cubicBezTo>
                    <a:pt x="19" y="0"/>
                    <a:pt x="1" y="19"/>
                    <a:pt x="1" y="41"/>
                  </a:cubicBezTo>
                  <a:lnTo>
                    <a:pt x="1" y="1287"/>
                  </a:lnTo>
                  <a:cubicBezTo>
                    <a:pt x="1" y="1308"/>
                    <a:pt x="19" y="1327"/>
                    <a:pt x="41" y="1327"/>
                  </a:cubicBezTo>
                  <a:cubicBezTo>
                    <a:pt x="63" y="1327"/>
                    <a:pt x="80" y="1308"/>
                    <a:pt x="80" y="1287"/>
                  </a:cubicBezTo>
                  <a:lnTo>
                    <a:pt x="80" y="41"/>
                  </a:lnTo>
                  <a:cubicBezTo>
                    <a:pt x="80" y="19"/>
                    <a:pt x="63" y="0"/>
                    <a:pt x="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123675" y="2192150"/>
              <a:ext cx="17475" cy="23375"/>
            </a:xfrm>
            <a:custGeom>
              <a:avLst/>
              <a:gdLst/>
              <a:ahLst/>
              <a:cxnLst/>
              <a:rect l="l" t="t" r="r" b="b"/>
              <a:pathLst>
                <a:path w="699" h="935" extrusionOk="0">
                  <a:moveTo>
                    <a:pt x="349" y="0"/>
                  </a:moveTo>
                  <a:cubicBezTo>
                    <a:pt x="304" y="0"/>
                    <a:pt x="259" y="22"/>
                    <a:pt x="233" y="66"/>
                  </a:cubicBezTo>
                  <a:lnTo>
                    <a:pt x="26" y="418"/>
                  </a:lnTo>
                  <a:cubicBezTo>
                    <a:pt x="0" y="462"/>
                    <a:pt x="2" y="518"/>
                    <a:pt x="29" y="560"/>
                  </a:cubicBezTo>
                  <a:lnTo>
                    <a:pt x="238" y="875"/>
                  </a:lnTo>
                  <a:cubicBezTo>
                    <a:pt x="264" y="914"/>
                    <a:pt x="307" y="934"/>
                    <a:pt x="349" y="934"/>
                  </a:cubicBezTo>
                  <a:cubicBezTo>
                    <a:pt x="392" y="934"/>
                    <a:pt x="434" y="914"/>
                    <a:pt x="461" y="875"/>
                  </a:cubicBezTo>
                  <a:lnTo>
                    <a:pt x="669" y="560"/>
                  </a:lnTo>
                  <a:cubicBezTo>
                    <a:pt x="697" y="517"/>
                    <a:pt x="698" y="462"/>
                    <a:pt x="672" y="418"/>
                  </a:cubicBezTo>
                  <a:lnTo>
                    <a:pt x="464" y="66"/>
                  </a:lnTo>
                  <a:cubicBezTo>
                    <a:pt x="438" y="22"/>
                    <a:pt x="394" y="0"/>
                    <a:pt x="3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262200" y="2300500"/>
              <a:ext cx="63150" cy="59200"/>
            </a:xfrm>
            <a:custGeom>
              <a:avLst/>
              <a:gdLst/>
              <a:ahLst/>
              <a:cxnLst/>
              <a:rect l="l" t="t" r="r" b="b"/>
              <a:pathLst>
                <a:path w="2526" h="2368" extrusionOk="0">
                  <a:moveTo>
                    <a:pt x="504" y="0"/>
                  </a:moveTo>
                  <a:lnTo>
                    <a:pt x="504" y="0"/>
                  </a:lnTo>
                  <a:cubicBezTo>
                    <a:pt x="504" y="0"/>
                    <a:pt x="0" y="1720"/>
                    <a:pt x="2262" y="2366"/>
                  </a:cubicBezTo>
                  <a:lnTo>
                    <a:pt x="2262" y="2367"/>
                  </a:lnTo>
                  <a:cubicBezTo>
                    <a:pt x="2262" y="2367"/>
                    <a:pt x="2525" y="2283"/>
                    <a:pt x="2043" y="1633"/>
                  </a:cubicBezTo>
                  <a:cubicBezTo>
                    <a:pt x="1561" y="982"/>
                    <a:pt x="505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269725" y="2261225"/>
              <a:ext cx="64200" cy="86875"/>
            </a:xfrm>
            <a:custGeom>
              <a:avLst/>
              <a:gdLst/>
              <a:ahLst/>
              <a:cxnLst/>
              <a:rect l="l" t="t" r="r" b="b"/>
              <a:pathLst>
                <a:path w="2568" h="3475" extrusionOk="0">
                  <a:moveTo>
                    <a:pt x="1600" y="1"/>
                  </a:moveTo>
                  <a:lnTo>
                    <a:pt x="1" y="2401"/>
                  </a:lnTo>
                  <a:lnTo>
                    <a:pt x="1175" y="3475"/>
                  </a:lnTo>
                  <a:lnTo>
                    <a:pt x="2568" y="444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134025" y="2245650"/>
              <a:ext cx="184725" cy="220725"/>
            </a:xfrm>
            <a:custGeom>
              <a:avLst/>
              <a:gdLst/>
              <a:ahLst/>
              <a:cxnLst/>
              <a:rect l="l" t="t" r="r" b="b"/>
              <a:pathLst>
                <a:path w="7389" h="8829" extrusionOk="0">
                  <a:moveTo>
                    <a:pt x="1437" y="1"/>
                  </a:moveTo>
                  <a:lnTo>
                    <a:pt x="829" y="1438"/>
                  </a:lnTo>
                  <a:lnTo>
                    <a:pt x="0" y="3392"/>
                  </a:lnTo>
                  <a:cubicBezTo>
                    <a:pt x="0" y="3392"/>
                    <a:pt x="584" y="5191"/>
                    <a:pt x="1227" y="6672"/>
                  </a:cubicBezTo>
                  <a:cubicBezTo>
                    <a:pt x="1526" y="7359"/>
                    <a:pt x="1837" y="7977"/>
                    <a:pt x="2108" y="8316"/>
                  </a:cubicBezTo>
                  <a:cubicBezTo>
                    <a:pt x="2199" y="8429"/>
                    <a:pt x="2298" y="8523"/>
                    <a:pt x="2401" y="8599"/>
                  </a:cubicBezTo>
                  <a:cubicBezTo>
                    <a:pt x="2616" y="8755"/>
                    <a:pt x="2855" y="8828"/>
                    <a:pt x="3107" y="8828"/>
                  </a:cubicBezTo>
                  <a:cubicBezTo>
                    <a:pt x="3658" y="8828"/>
                    <a:pt x="4270" y="8475"/>
                    <a:pt x="4827" y="7851"/>
                  </a:cubicBezTo>
                  <a:cubicBezTo>
                    <a:pt x="5043" y="7609"/>
                    <a:pt x="5250" y="7327"/>
                    <a:pt x="5443" y="7008"/>
                  </a:cubicBezTo>
                  <a:cubicBezTo>
                    <a:pt x="6470" y="5315"/>
                    <a:pt x="7389" y="4561"/>
                    <a:pt x="7389" y="4561"/>
                  </a:cubicBezTo>
                  <a:lnTo>
                    <a:pt x="7389" y="4560"/>
                  </a:lnTo>
                  <a:cubicBezTo>
                    <a:pt x="6934" y="4324"/>
                    <a:pt x="6548" y="3989"/>
                    <a:pt x="6250" y="3588"/>
                  </a:cubicBezTo>
                  <a:cubicBezTo>
                    <a:pt x="5952" y="3188"/>
                    <a:pt x="5742" y="2721"/>
                    <a:pt x="5637" y="2220"/>
                  </a:cubicBezTo>
                  <a:cubicBezTo>
                    <a:pt x="5636" y="2211"/>
                    <a:pt x="5633" y="2203"/>
                    <a:pt x="5631" y="2194"/>
                  </a:cubicBezTo>
                  <a:lnTo>
                    <a:pt x="3515" y="5180"/>
                  </a:lnTo>
                  <a:lnTo>
                    <a:pt x="2415" y="2440"/>
                  </a:lnTo>
                  <a:lnTo>
                    <a:pt x="1672" y="58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194025" y="2438150"/>
              <a:ext cx="60700" cy="28225"/>
            </a:xfrm>
            <a:custGeom>
              <a:avLst/>
              <a:gdLst/>
              <a:ahLst/>
              <a:cxnLst/>
              <a:rect l="l" t="t" r="r" b="b"/>
              <a:pathLst>
                <a:path w="2428" h="1129" extrusionOk="0">
                  <a:moveTo>
                    <a:pt x="1841" y="1"/>
                  </a:moveTo>
                  <a:cubicBezTo>
                    <a:pt x="1108" y="1"/>
                    <a:pt x="368" y="568"/>
                    <a:pt x="1" y="899"/>
                  </a:cubicBezTo>
                  <a:cubicBezTo>
                    <a:pt x="216" y="1055"/>
                    <a:pt x="455" y="1128"/>
                    <a:pt x="707" y="1128"/>
                  </a:cubicBezTo>
                  <a:cubicBezTo>
                    <a:pt x="1258" y="1128"/>
                    <a:pt x="1870" y="775"/>
                    <a:pt x="2427" y="151"/>
                  </a:cubicBezTo>
                  <a:cubicBezTo>
                    <a:pt x="2372" y="115"/>
                    <a:pt x="2309" y="85"/>
                    <a:pt x="2232" y="60"/>
                  </a:cubicBezTo>
                  <a:cubicBezTo>
                    <a:pt x="2103" y="19"/>
                    <a:pt x="1972" y="1"/>
                    <a:pt x="18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203625" y="2374000"/>
              <a:ext cx="19325" cy="42875"/>
            </a:xfrm>
            <a:custGeom>
              <a:avLst/>
              <a:gdLst/>
              <a:ahLst/>
              <a:cxnLst/>
              <a:rect l="l" t="t" r="r" b="b"/>
              <a:pathLst>
                <a:path w="773" h="1715" extrusionOk="0">
                  <a:moveTo>
                    <a:pt x="719" y="1"/>
                  </a:moveTo>
                  <a:cubicBezTo>
                    <a:pt x="707" y="1"/>
                    <a:pt x="695" y="7"/>
                    <a:pt x="687" y="21"/>
                  </a:cubicBezTo>
                  <a:cubicBezTo>
                    <a:pt x="401" y="543"/>
                    <a:pt x="175" y="1093"/>
                    <a:pt x="8" y="1665"/>
                  </a:cubicBezTo>
                  <a:cubicBezTo>
                    <a:pt x="0" y="1695"/>
                    <a:pt x="25" y="1715"/>
                    <a:pt x="49" y="1715"/>
                  </a:cubicBezTo>
                  <a:cubicBezTo>
                    <a:pt x="65" y="1715"/>
                    <a:pt x="80" y="1707"/>
                    <a:pt x="85" y="1687"/>
                  </a:cubicBezTo>
                  <a:cubicBezTo>
                    <a:pt x="248" y="1121"/>
                    <a:pt x="473" y="577"/>
                    <a:pt x="756" y="60"/>
                  </a:cubicBezTo>
                  <a:cubicBezTo>
                    <a:pt x="772" y="29"/>
                    <a:pt x="745" y="1"/>
                    <a:pt x="7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200900" y="2387725"/>
              <a:ext cx="15400" cy="13100"/>
            </a:xfrm>
            <a:custGeom>
              <a:avLst/>
              <a:gdLst/>
              <a:ahLst/>
              <a:cxnLst/>
              <a:rect l="l" t="t" r="r" b="b"/>
              <a:pathLst>
                <a:path w="616" h="524" extrusionOk="0">
                  <a:moveTo>
                    <a:pt x="554" y="0"/>
                  </a:moveTo>
                  <a:cubicBezTo>
                    <a:pt x="545" y="0"/>
                    <a:pt x="537" y="3"/>
                    <a:pt x="528" y="10"/>
                  </a:cubicBezTo>
                  <a:cubicBezTo>
                    <a:pt x="356" y="153"/>
                    <a:pt x="204" y="315"/>
                    <a:pt x="32" y="457"/>
                  </a:cubicBezTo>
                  <a:cubicBezTo>
                    <a:pt x="1" y="483"/>
                    <a:pt x="29" y="524"/>
                    <a:pt x="62" y="524"/>
                  </a:cubicBezTo>
                  <a:cubicBezTo>
                    <a:pt x="70" y="524"/>
                    <a:pt x="80" y="521"/>
                    <a:pt x="88" y="514"/>
                  </a:cubicBezTo>
                  <a:cubicBezTo>
                    <a:pt x="259" y="372"/>
                    <a:pt x="413" y="210"/>
                    <a:pt x="583" y="66"/>
                  </a:cubicBezTo>
                  <a:cubicBezTo>
                    <a:pt x="616" y="41"/>
                    <a:pt x="587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231375" y="3227425"/>
              <a:ext cx="51675" cy="86825"/>
            </a:xfrm>
            <a:custGeom>
              <a:avLst/>
              <a:gdLst/>
              <a:ahLst/>
              <a:cxnLst/>
              <a:rect l="l" t="t" r="r" b="b"/>
              <a:pathLst>
                <a:path w="2067" h="3473" extrusionOk="0">
                  <a:moveTo>
                    <a:pt x="0" y="1"/>
                  </a:moveTo>
                  <a:lnTo>
                    <a:pt x="780" y="3473"/>
                  </a:lnTo>
                  <a:lnTo>
                    <a:pt x="1979" y="3453"/>
                  </a:lnTo>
                  <a:lnTo>
                    <a:pt x="2066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226750" y="3225075"/>
              <a:ext cx="69775" cy="37225"/>
            </a:xfrm>
            <a:custGeom>
              <a:avLst/>
              <a:gdLst/>
              <a:ahLst/>
              <a:cxnLst/>
              <a:rect l="l" t="t" r="r" b="b"/>
              <a:pathLst>
                <a:path w="2791" h="1489" extrusionOk="0">
                  <a:moveTo>
                    <a:pt x="2331" y="0"/>
                  </a:moveTo>
                  <a:lnTo>
                    <a:pt x="133" y="167"/>
                  </a:lnTo>
                  <a:cubicBezTo>
                    <a:pt x="133" y="167"/>
                    <a:pt x="0" y="487"/>
                    <a:pt x="83" y="849"/>
                  </a:cubicBezTo>
                  <a:cubicBezTo>
                    <a:pt x="190" y="1320"/>
                    <a:pt x="468" y="1488"/>
                    <a:pt x="468" y="1488"/>
                  </a:cubicBezTo>
                  <a:lnTo>
                    <a:pt x="2208" y="1379"/>
                  </a:lnTo>
                  <a:cubicBezTo>
                    <a:pt x="2208" y="1379"/>
                    <a:pt x="2790" y="843"/>
                    <a:pt x="2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242200" y="3287700"/>
              <a:ext cx="117775" cy="73400"/>
            </a:xfrm>
            <a:custGeom>
              <a:avLst/>
              <a:gdLst/>
              <a:ahLst/>
              <a:cxnLst/>
              <a:rect l="l" t="t" r="r" b="b"/>
              <a:pathLst>
                <a:path w="4711" h="2936" extrusionOk="0">
                  <a:moveTo>
                    <a:pt x="1704" y="1"/>
                  </a:moveTo>
                  <a:cubicBezTo>
                    <a:pt x="1494" y="1"/>
                    <a:pt x="1313" y="162"/>
                    <a:pt x="1284" y="375"/>
                  </a:cubicBezTo>
                  <a:lnTo>
                    <a:pt x="1207" y="920"/>
                  </a:lnTo>
                  <a:lnTo>
                    <a:pt x="673" y="839"/>
                  </a:lnTo>
                  <a:cubicBezTo>
                    <a:pt x="673" y="839"/>
                    <a:pt x="192" y="390"/>
                    <a:pt x="46" y="390"/>
                  </a:cubicBezTo>
                  <a:cubicBezTo>
                    <a:pt x="16" y="390"/>
                    <a:pt x="0" y="409"/>
                    <a:pt x="5" y="454"/>
                  </a:cubicBezTo>
                  <a:cubicBezTo>
                    <a:pt x="19" y="606"/>
                    <a:pt x="266" y="1662"/>
                    <a:pt x="327" y="2199"/>
                  </a:cubicBezTo>
                  <a:cubicBezTo>
                    <a:pt x="371" y="2600"/>
                    <a:pt x="409" y="2935"/>
                    <a:pt x="409" y="2935"/>
                  </a:cubicBezTo>
                  <a:lnTo>
                    <a:pt x="1364" y="2929"/>
                  </a:lnTo>
                  <a:cubicBezTo>
                    <a:pt x="1408" y="2891"/>
                    <a:pt x="1673" y="2662"/>
                    <a:pt x="1845" y="2662"/>
                  </a:cubicBezTo>
                  <a:cubicBezTo>
                    <a:pt x="1862" y="2662"/>
                    <a:pt x="1877" y="2664"/>
                    <a:pt x="1891" y="2669"/>
                  </a:cubicBezTo>
                  <a:cubicBezTo>
                    <a:pt x="2048" y="2716"/>
                    <a:pt x="2152" y="2882"/>
                    <a:pt x="2177" y="2925"/>
                  </a:cubicBezTo>
                  <a:lnTo>
                    <a:pt x="4710" y="2911"/>
                  </a:lnTo>
                  <a:cubicBezTo>
                    <a:pt x="4662" y="2674"/>
                    <a:pt x="4596" y="2498"/>
                    <a:pt x="4513" y="2364"/>
                  </a:cubicBezTo>
                  <a:cubicBezTo>
                    <a:pt x="4354" y="2109"/>
                    <a:pt x="4139" y="2020"/>
                    <a:pt x="3906" y="2005"/>
                  </a:cubicBezTo>
                  <a:cubicBezTo>
                    <a:pt x="3551" y="1986"/>
                    <a:pt x="2431" y="1246"/>
                    <a:pt x="2431" y="1246"/>
                  </a:cubicBezTo>
                  <a:lnTo>
                    <a:pt x="2430" y="1246"/>
                  </a:lnTo>
                  <a:cubicBezTo>
                    <a:pt x="2430" y="1246"/>
                    <a:pt x="2000" y="677"/>
                    <a:pt x="1975" y="245"/>
                  </a:cubicBezTo>
                  <a:cubicBezTo>
                    <a:pt x="1966" y="84"/>
                    <a:pt x="1872" y="20"/>
                    <a:pt x="1759" y="4"/>
                  </a:cubicBezTo>
                  <a:cubicBezTo>
                    <a:pt x="1741" y="2"/>
                    <a:pt x="1722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311700" y="3325450"/>
              <a:ext cx="5650" cy="5900"/>
            </a:xfrm>
            <a:custGeom>
              <a:avLst/>
              <a:gdLst/>
              <a:ahLst/>
              <a:cxnLst/>
              <a:rect l="l" t="t" r="r" b="b"/>
              <a:pathLst>
                <a:path w="226" h="236" extrusionOk="0">
                  <a:moveTo>
                    <a:pt x="186" y="1"/>
                  </a:moveTo>
                  <a:cubicBezTo>
                    <a:pt x="178" y="1"/>
                    <a:pt x="171" y="3"/>
                    <a:pt x="164" y="7"/>
                  </a:cubicBezTo>
                  <a:cubicBezTo>
                    <a:pt x="102" y="49"/>
                    <a:pt x="50" y="108"/>
                    <a:pt x="14" y="182"/>
                  </a:cubicBezTo>
                  <a:cubicBezTo>
                    <a:pt x="1" y="209"/>
                    <a:pt x="25" y="235"/>
                    <a:pt x="47" y="235"/>
                  </a:cubicBezTo>
                  <a:cubicBezTo>
                    <a:pt x="57" y="235"/>
                    <a:pt x="66" y="230"/>
                    <a:pt x="72" y="218"/>
                  </a:cubicBezTo>
                  <a:cubicBezTo>
                    <a:pt x="103" y="153"/>
                    <a:pt x="148" y="101"/>
                    <a:pt x="203" y="63"/>
                  </a:cubicBezTo>
                  <a:cubicBezTo>
                    <a:pt x="222" y="52"/>
                    <a:pt x="225" y="26"/>
                    <a:pt x="209" y="11"/>
                  </a:cubicBezTo>
                  <a:lnTo>
                    <a:pt x="208" y="10"/>
                  </a:lnTo>
                  <a:cubicBezTo>
                    <a:pt x="202" y="4"/>
                    <a:pt x="194" y="1"/>
                    <a:pt x="1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306675" y="3322500"/>
              <a:ext cx="5600" cy="5900"/>
            </a:xfrm>
            <a:custGeom>
              <a:avLst/>
              <a:gdLst/>
              <a:ahLst/>
              <a:cxnLst/>
              <a:rect l="l" t="t" r="r" b="b"/>
              <a:pathLst>
                <a:path w="224" h="236" extrusionOk="0">
                  <a:moveTo>
                    <a:pt x="184" y="1"/>
                  </a:moveTo>
                  <a:cubicBezTo>
                    <a:pt x="177" y="1"/>
                    <a:pt x="170" y="3"/>
                    <a:pt x="164" y="8"/>
                  </a:cubicBezTo>
                  <a:cubicBezTo>
                    <a:pt x="100" y="50"/>
                    <a:pt x="48" y="109"/>
                    <a:pt x="13" y="183"/>
                  </a:cubicBezTo>
                  <a:cubicBezTo>
                    <a:pt x="0" y="210"/>
                    <a:pt x="24" y="236"/>
                    <a:pt x="45" y="236"/>
                  </a:cubicBezTo>
                  <a:cubicBezTo>
                    <a:pt x="55" y="236"/>
                    <a:pt x="64" y="231"/>
                    <a:pt x="70" y="219"/>
                  </a:cubicBezTo>
                  <a:cubicBezTo>
                    <a:pt x="102" y="154"/>
                    <a:pt x="148" y="102"/>
                    <a:pt x="202" y="64"/>
                  </a:cubicBezTo>
                  <a:cubicBezTo>
                    <a:pt x="220" y="52"/>
                    <a:pt x="223" y="26"/>
                    <a:pt x="207" y="10"/>
                  </a:cubicBezTo>
                  <a:cubicBezTo>
                    <a:pt x="201" y="4"/>
                    <a:pt x="192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301450" y="3319775"/>
              <a:ext cx="5600" cy="5900"/>
            </a:xfrm>
            <a:custGeom>
              <a:avLst/>
              <a:gdLst/>
              <a:ahLst/>
              <a:cxnLst/>
              <a:rect l="l" t="t" r="r" b="b"/>
              <a:pathLst>
                <a:path w="224" h="236" extrusionOk="0">
                  <a:moveTo>
                    <a:pt x="184" y="1"/>
                  </a:moveTo>
                  <a:cubicBezTo>
                    <a:pt x="177" y="1"/>
                    <a:pt x="170" y="3"/>
                    <a:pt x="164" y="6"/>
                  </a:cubicBezTo>
                  <a:cubicBezTo>
                    <a:pt x="102" y="48"/>
                    <a:pt x="48" y="108"/>
                    <a:pt x="14" y="182"/>
                  </a:cubicBezTo>
                  <a:cubicBezTo>
                    <a:pt x="0" y="209"/>
                    <a:pt x="24" y="236"/>
                    <a:pt x="46" y="236"/>
                  </a:cubicBezTo>
                  <a:cubicBezTo>
                    <a:pt x="56" y="236"/>
                    <a:pt x="65" y="231"/>
                    <a:pt x="70" y="219"/>
                  </a:cubicBezTo>
                  <a:cubicBezTo>
                    <a:pt x="102" y="153"/>
                    <a:pt x="148" y="101"/>
                    <a:pt x="202" y="64"/>
                  </a:cubicBezTo>
                  <a:cubicBezTo>
                    <a:pt x="221" y="51"/>
                    <a:pt x="224" y="25"/>
                    <a:pt x="208" y="11"/>
                  </a:cubicBezTo>
                  <a:lnTo>
                    <a:pt x="208" y="9"/>
                  </a:lnTo>
                  <a:cubicBezTo>
                    <a:pt x="201" y="4"/>
                    <a:pt x="193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243550" y="3338650"/>
              <a:ext cx="123800" cy="22450"/>
            </a:xfrm>
            <a:custGeom>
              <a:avLst/>
              <a:gdLst/>
              <a:ahLst/>
              <a:cxnLst/>
              <a:rect l="l" t="t" r="r" b="b"/>
              <a:pathLst>
                <a:path w="4952" h="898" extrusionOk="0">
                  <a:moveTo>
                    <a:pt x="1670" y="1"/>
                  </a:moveTo>
                  <a:cubicBezTo>
                    <a:pt x="1422" y="1"/>
                    <a:pt x="1174" y="62"/>
                    <a:pt x="956" y="180"/>
                  </a:cubicBezTo>
                  <a:lnTo>
                    <a:pt x="273" y="161"/>
                  </a:lnTo>
                  <a:cubicBezTo>
                    <a:pt x="273" y="161"/>
                    <a:pt x="0" y="215"/>
                    <a:pt x="120" y="576"/>
                  </a:cubicBezTo>
                  <a:cubicBezTo>
                    <a:pt x="196" y="802"/>
                    <a:pt x="355" y="897"/>
                    <a:pt x="355" y="897"/>
                  </a:cubicBezTo>
                  <a:lnTo>
                    <a:pt x="1304" y="897"/>
                  </a:lnTo>
                  <a:cubicBezTo>
                    <a:pt x="1304" y="897"/>
                    <a:pt x="1305" y="896"/>
                    <a:pt x="1310" y="891"/>
                  </a:cubicBezTo>
                  <a:cubicBezTo>
                    <a:pt x="1358" y="849"/>
                    <a:pt x="1614" y="680"/>
                    <a:pt x="1788" y="680"/>
                  </a:cubicBezTo>
                  <a:cubicBezTo>
                    <a:pt x="1981" y="680"/>
                    <a:pt x="2098" y="844"/>
                    <a:pt x="2123" y="887"/>
                  </a:cubicBezTo>
                  <a:cubicBezTo>
                    <a:pt x="2125" y="893"/>
                    <a:pt x="2127" y="897"/>
                    <a:pt x="2127" y="897"/>
                  </a:cubicBezTo>
                  <a:lnTo>
                    <a:pt x="4656" y="897"/>
                  </a:lnTo>
                  <a:cubicBezTo>
                    <a:pt x="4656" y="897"/>
                    <a:pt x="4952" y="654"/>
                    <a:pt x="4656" y="425"/>
                  </a:cubicBezTo>
                  <a:cubicBezTo>
                    <a:pt x="4595" y="377"/>
                    <a:pt x="4529" y="347"/>
                    <a:pt x="4459" y="326"/>
                  </a:cubicBezTo>
                  <a:cubicBezTo>
                    <a:pt x="4377" y="302"/>
                    <a:pt x="4293" y="294"/>
                    <a:pt x="4215" y="294"/>
                  </a:cubicBezTo>
                  <a:cubicBezTo>
                    <a:pt x="4041" y="294"/>
                    <a:pt x="3902" y="336"/>
                    <a:pt x="3902" y="336"/>
                  </a:cubicBezTo>
                  <a:cubicBezTo>
                    <a:pt x="3902" y="336"/>
                    <a:pt x="3389" y="575"/>
                    <a:pt x="2985" y="575"/>
                  </a:cubicBezTo>
                  <a:cubicBezTo>
                    <a:pt x="2931" y="575"/>
                    <a:pt x="2879" y="571"/>
                    <a:pt x="2831" y="561"/>
                  </a:cubicBezTo>
                  <a:cubicBezTo>
                    <a:pt x="2490" y="494"/>
                    <a:pt x="2302" y="99"/>
                    <a:pt x="1962" y="29"/>
                  </a:cubicBezTo>
                  <a:cubicBezTo>
                    <a:pt x="1866" y="10"/>
                    <a:pt x="1768" y="1"/>
                    <a:pt x="1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036175" y="3227425"/>
              <a:ext cx="52600" cy="92225"/>
            </a:xfrm>
            <a:custGeom>
              <a:avLst/>
              <a:gdLst/>
              <a:ahLst/>
              <a:cxnLst/>
              <a:rect l="l" t="t" r="r" b="b"/>
              <a:pathLst>
                <a:path w="2104" h="3689" extrusionOk="0">
                  <a:moveTo>
                    <a:pt x="2076" y="1"/>
                  </a:moveTo>
                  <a:lnTo>
                    <a:pt x="0" y="192"/>
                  </a:lnTo>
                  <a:lnTo>
                    <a:pt x="904" y="3689"/>
                  </a:lnTo>
                  <a:lnTo>
                    <a:pt x="2104" y="3628"/>
                  </a:lnTo>
                  <a:lnTo>
                    <a:pt x="2076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033125" y="3229275"/>
              <a:ext cx="69775" cy="37225"/>
            </a:xfrm>
            <a:custGeom>
              <a:avLst/>
              <a:gdLst/>
              <a:ahLst/>
              <a:cxnLst/>
              <a:rect l="l" t="t" r="r" b="b"/>
              <a:pathLst>
                <a:path w="2791" h="1489" extrusionOk="0">
                  <a:moveTo>
                    <a:pt x="2331" y="0"/>
                  </a:moveTo>
                  <a:lnTo>
                    <a:pt x="134" y="167"/>
                  </a:lnTo>
                  <a:cubicBezTo>
                    <a:pt x="134" y="167"/>
                    <a:pt x="0" y="487"/>
                    <a:pt x="83" y="849"/>
                  </a:cubicBezTo>
                  <a:cubicBezTo>
                    <a:pt x="190" y="1320"/>
                    <a:pt x="468" y="1488"/>
                    <a:pt x="468" y="1488"/>
                  </a:cubicBezTo>
                  <a:lnTo>
                    <a:pt x="2208" y="1381"/>
                  </a:lnTo>
                  <a:cubicBezTo>
                    <a:pt x="2208" y="1381"/>
                    <a:pt x="2791" y="844"/>
                    <a:pt x="2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032250" y="3283850"/>
              <a:ext cx="70300" cy="77250"/>
            </a:xfrm>
            <a:custGeom>
              <a:avLst/>
              <a:gdLst/>
              <a:ahLst/>
              <a:cxnLst/>
              <a:rect l="l" t="t" r="r" b="b"/>
              <a:pathLst>
                <a:path w="2812" h="3090" extrusionOk="0">
                  <a:moveTo>
                    <a:pt x="1402" y="0"/>
                  </a:moveTo>
                  <a:cubicBezTo>
                    <a:pt x="1361" y="0"/>
                    <a:pt x="1319" y="9"/>
                    <a:pt x="1277" y="28"/>
                  </a:cubicBezTo>
                  <a:cubicBezTo>
                    <a:pt x="816" y="238"/>
                    <a:pt x="1000" y="1264"/>
                    <a:pt x="1000" y="1264"/>
                  </a:cubicBezTo>
                  <a:cubicBezTo>
                    <a:pt x="1000" y="1264"/>
                    <a:pt x="955" y="1617"/>
                    <a:pt x="606" y="1929"/>
                  </a:cubicBezTo>
                  <a:cubicBezTo>
                    <a:pt x="350" y="2158"/>
                    <a:pt x="95" y="2326"/>
                    <a:pt x="27" y="2655"/>
                  </a:cubicBezTo>
                  <a:cubicBezTo>
                    <a:pt x="1" y="2775"/>
                    <a:pt x="1" y="2915"/>
                    <a:pt x="34" y="3089"/>
                  </a:cubicBezTo>
                  <a:lnTo>
                    <a:pt x="2733" y="3089"/>
                  </a:lnTo>
                  <a:cubicBezTo>
                    <a:pt x="2733" y="3089"/>
                    <a:pt x="2811" y="2937"/>
                    <a:pt x="2682" y="2518"/>
                  </a:cubicBezTo>
                  <a:cubicBezTo>
                    <a:pt x="2657" y="2434"/>
                    <a:pt x="2627" y="2329"/>
                    <a:pt x="2595" y="2214"/>
                  </a:cubicBezTo>
                  <a:cubicBezTo>
                    <a:pt x="2472" y="1762"/>
                    <a:pt x="2326" y="1171"/>
                    <a:pt x="2326" y="1171"/>
                  </a:cubicBezTo>
                  <a:cubicBezTo>
                    <a:pt x="2326" y="1171"/>
                    <a:pt x="1882" y="0"/>
                    <a:pt x="1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046025" y="3299050"/>
              <a:ext cx="51050" cy="29700"/>
            </a:xfrm>
            <a:custGeom>
              <a:avLst/>
              <a:gdLst/>
              <a:ahLst/>
              <a:cxnLst/>
              <a:rect l="l" t="t" r="r" b="b"/>
              <a:pathLst>
                <a:path w="2042" h="1188" extrusionOk="0">
                  <a:moveTo>
                    <a:pt x="290" y="1"/>
                  </a:moveTo>
                  <a:cubicBezTo>
                    <a:pt x="260" y="1"/>
                    <a:pt x="149" y="14"/>
                    <a:pt x="80" y="202"/>
                  </a:cubicBezTo>
                  <a:cubicBezTo>
                    <a:pt x="0" y="420"/>
                    <a:pt x="556" y="1187"/>
                    <a:pt x="556" y="1187"/>
                  </a:cubicBezTo>
                  <a:lnTo>
                    <a:pt x="1934" y="1187"/>
                  </a:lnTo>
                  <a:cubicBezTo>
                    <a:pt x="1934" y="1187"/>
                    <a:pt x="2041" y="631"/>
                    <a:pt x="1985" y="317"/>
                  </a:cubicBezTo>
                  <a:cubicBezTo>
                    <a:pt x="1928" y="2"/>
                    <a:pt x="1710" y="1"/>
                    <a:pt x="1710" y="1"/>
                  </a:cubicBezTo>
                  <a:cubicBezTo>
                    <a:pt x="1587" y="184"/>
                    <a:pt x="1389" y="245"/>
                    <a:pt x="1180" y="245"/>
                  </a:cubicBezTo>
                  <a:cubicBezTo>
                    <a:pt x="761" y="245"/>
                    <a:pt x="297" y="1"/>
                    <a:pt x="297" y="1"/>
                  </a:cubicBezTo>
                  <a:cubicBezTo>
                    <a:pt x="297" y="1"/>
                    <a:pt x="294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4057775" y="3315225"/>
              <a:ext cx="16525" cy="5050"/>
            </a:xfrm>
            <a:custGeom>
              <a:avLst/>
              <a:gdLst/>
              <a:ahLst/>
              <a:cxnLst/>
              <a:rect l="l" t="t" r="r" b="b"/>
              <a:pathLst>
                <a:path w="661" h="202" extrusionOk="0">
                  <a:moveTo>
                    <a:pt x="318" y="1"/>
                  </a:moveTo>
                  <a:cubicBezTo>
                    <a:pt x="219" y="1"/>
                    <a:pt x="119" y="35"/>
                    <a:pt x="31" y="103"/>
                  </a:cubicBezTo>
                  <a:cubicBezTo>
                    <a:pt x="0" y="128"/>
                    <a:pt x="29" y="169"/>
                    <a:pt x="62" y="169"/>
                  </a:cubicBezTo>
                  <a:cubicBezTo>
                    <a:pt x="71" y="169"/>
                    <a:pt x="80" y="166"/>
                    <a:pt x="88" y="159"/>
                  </a:cubicBezTo>
                  <a:cubicBezTo>
                    <a:pt x="157" y="106"/>
                    <a:pt x="236" y="79"/>
                    <a:pt x="314" y="79"/>
                  </a:cubicBezTo>
                  <a:cubicBezTo>
                    <a:pt x="408" y="79"/>
                    <a:pt x="502" y="117"/>
                    <a:pt x="576" y="190"/>
                  </a:cubicBezTo>
                  <a:cubicBezTo>
                    <a:pt x="584" y="198"/>
                    <a:pt x="593" y="202"/>
                    <a:pt x="602" y="202"/>
                  </a:cubicBezTo>
                  <a:cubicBezTo>
                    <a:pt x="633" y="202"/>
                    <a:pt x="661" y="161"/>
                    <a:pt x="633" y="133"/>
                  </a:cubicBezTo>
                  <a:cubicBezTo>
                    <a:pt x="542" y="45"/>
                    <a:pt x="430" y="1"/>
                    <a:pt x="3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4055850" y="3321525"/>
              <a:ext cx="16525" cy="5050"/>
            </a:xfrm>
            <a:custGeom>
              <a:avLst/>
              <a:gdLst/>
              <a:ahLst/>
              <a:cxnLst/>
              <a:rect l="l" t="t" r="r" b="b"/>
              <a:pathLst>
                <a:path w="661" h="202" extrusionOk="0">
                  <a:moveTo>
                    <a:pt x="319" y="1"/>
                  </a:moveTo>
                  <a:cubicBezTo>
                    <a:pt x="220" y="1"/>
                    <a:pt x="121" y="35"/>
                    <a:pt x="33" y="103"/>
                  </a:cubicBezTo>
                  <a:cubicBezTo>
                    <a:pt x="1" y="128"/>
                    <a:pt x="30" y="168"/>
                    <a:pt x="64" y="168"/>
                  </a:cubicBezTo>
                  <a:cubicBezTo>
                    <a:pt x="72" y="168"/>
                    <a:pt x="81" y="166"/>
                    <a:pt x="89" y="160"/>
                  </a:cubicBezTo>
                  <a:cubicBezTo>
                    <a:pt x="158" y="106"/>
                    <a:pt x="237" y="79"/>
                    <a:pt x="315" y="79"/>
                  </a:cubicBezTo>
                  <a:cubicBezTo>
                    <a:pt x="409" y="79"/>
                    <a:pt x="502" y="117"/>
                    <a:pt x="576" y="190"/>
                  </a:cubicBezTo>
                  <a:cubicBezTo>
                    <a:pt x="585" y="198"/>
                    <a:pt x="594" y="202"/>
                    <a:pt x="603" y="202"/>
                  </a:cubicBezTo>
                  <a:cubicBezTo>
                    <a:pt x="634" y="202"/>
                    <a:pt x="661" y="161"/>
                    <a:pt x="633" y="133"/>
                  </a:cubicBezTo>
                  <a:cubicBezTo>
                    <a:pt x="542" y="45"/>
                    <a:pt x="431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4053950" y="3327325"/>
              <a:ext cx="16550" cy="5050"/>
            </a:xfrm>
            <a:custGeom>
              <a:avLst/>
              <a:gdLst/>
              <a:ahLst/>
              <a:cxnLst/>
              <a:rect l="l" t="t" r="r" b="b"/>
              <a:pathLst>
                <a:path w="662" h="202" extrusionOk="0">
                  <a:moveTo>
                    <a:pt x="319" y="1"/>
                  </a:moveTo>
                  <a:cubicBezTo>
                    <a:pt x="220" y="1"/>
                    <a:pt x="120" y="35"/>
                    <a:pt x="32" y="103"/>
                  </a:cubicBezTo>
                  <a:cubicBezTo>
                    <a:pt x="0" y="128"/>
                    <a:pt x="29" y="169"/>
                    <a:pt x="62" y="169"/>
                  </a:cubicBezTo>
                  <a:cubicBezTo>
                    <a:pt x="71" y="169"/>
                    <a:pt x="80" y="166"/>
                    <a:pt x="89" y="159"/>
                  </a:cubicBezTo>
                  <a:cubicBezTo>
                    <a:pt x="158" y="105"/>
                    <a:pt x="236" y="79"/>
                    <a:pt x="314" y="79"/>
                  </a:cubicBezTo>
                  <a:cubicBezTo>
                    <a:pt x="408" y="79"/>
                    <a:pt x="501" y="117"/>
                    <a:pt x="575" y="190"/>
                  </a:cubicBezTo>
                  <a:cubicBezTo>
                    <a:pt x="584" y="198"/>
                    <a:pt x="594" y="201"/>
                    <a:pt x="603" y="201"/>
                  </a:cubicBezTo>
                  <a:cubicBezTo>
                    <a:pt x="634" y="201"/>
                    <a:pt x="661" y="161"/>
                    <a:pt x="632" y="133"/>
                  </a:cubicBezTo>
                  <a:cubicBezTo>
                    <a:pt x="542" y="45"/>
                    <a:pt x="431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4032250" y="3339075"/>
              <a:ext cx="70300" cy="22025"/>
            </a:xfrm>
            <a:custGeom>
              <a:avLst/>
              <a:gdLst/>
              <a:ahLst/>
              <a:cxnLst/>
              <a:rect l="l" t="t" r="r" b="b"/>
              <a:pathLst>
                <a:path w="2812" h="881" extrusionOk="0">
                  <a:moveTo>
                    <a:pt x="2542" y="0"/>
                  </a:moveTo>
                  <a:cubicBezTo>
                    <a:pt x="2462" y="0"/>
                    <a:pt x="2370" y="36"/>
                    <a:pt x="2318" y="170"/>
                  </a:cubicBezTo>
                  <a:cubicBezTo>
                    <a:pt x="2221" y="423"/>
                    <a:pt x="2030" y="477"/>
                    <a:pt x="1852" y="477"/>
                  </a:cubicBezTo>
                  <a:cubicBezTo>
                    <a:pt x="1834" y="477"/>
                    <a:pt x="1817" y="477"/>
                    <a:pt x="1800" y="476"/>
                  </a:cubicBezTo>
                  <a:cubicBezTo>
                    <a:pt x="1620" y="468"/>
                    <a:pt x="1323" y="157"/>
                    <a:pt x="855" y="157"/>
                  </a:cubicBezTo>
                  <a:cubicBezTo>
                    <a:pt x="830" y="157"/>
                    <a:pt x="804" y="158"/>
                    <a:pt x="777" y="160"/>
                  </a:cubicBezTo>
                  <a:cubicBezTo>
                    <a:pt x="383" y="190"/>
                    <a:pt x="344" y="458"/>
                    <a:pt x="118" y="458"/>
                  </a:cubicBezTo>
                  <a:cubicBezTo>
                    <a:pt x="91" y="458"/>
                    <a:pt x="60" y="454"/>
                    <a:pt x="27" y="446"/>
                  </a:cubicBezTo>
                  <a:lnTo>
                    <a:pt x="27" y="446"/>
                  </a:lnTo>
                  <a:cubicBezTo>
                    <a:pt x="1" y="566"/>
                    <a:pt x="1" y="706"/>
                    <a:pt x="34" y="880"/>
                  </a:cubicBezTo>
                  <a:lnTo>
                    <a:pt x="2733" y="880"/>
                  </a:lnTo>
                  <a:cubicBezTo>
                    <a:pt x="2733" y="880"/>
                    <a:pt x="2811" y="728"/>
                    <a:pt x="2682" y="309"/>
                  </a:cubicBezTo>
                  <a:cubicBezTo>
                    <a:pt x="2657" y="225"/>
                    <a:pt x="2627" y="120"/>
                    <a:pt x="2595" y="5"/>
                  </a:cubicBezTo>
                  <a:cubicBezTo>
                    <a:pt x="2578" y="2"/>
                    <a:pt x="2561" y="0"/>
                    <a:pt x="2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4019150" y="2407000"/>
              <a:ext cx="134200" cy="53925"/>
            </a:xfrm>
            <a:custGeom>
              <a:avLst/>
              <a:gdLst/>
              <a:ahLst/>
              <a:cxnLst/>
              <a:rect l="l" t="t" r="r" b="b"/>
              <a:pathLst>
                <a:path w="5368" h="2157" extrusionOk="0">
                  <a:moveTo>
                    <a:pt x="120" y="1"/>
                  </a:moveTo>
                  <a:cubicBezTo>
                    <a:pt x="120" y="1"/>
                    <a:pt x="125" y="69"/>
                    <a:pt x="128" y="176"/>
                  </a:cubicBezTo>
                  <a:cubicBezTo>
                    <a:pt x="133" y="357"/>
                    <a:pt x="136" y="650"/>
                    <a:pt x="109" y="921"/>
                  </a:cubicBezTo>
                  <a:cubicBezTo>
                    <a:pt x="90" y="1110"/>
                    <a:pt x="57" y="1289"/>
                    <a:pt x="0" y="1412"/>
                  </a:cubicBezTo>
                  <a:cubicBezTo>
                    <a:pt x="0" y="1412"/>
                    <a:pt x="1225" y="2157"/>
                    <a:pt x="2963" y="2157"/>
                  </a:cubicBezTo>
                  <a:cubicBezTo>
                    <a:pt x="3622" y="2157"/>
                    <a:pt x="4356" y="2050"/>
                    <a:pt x="5124" y="1754"/>
                  </a:cubicBezTo>
                  <a:lnTo>
                    <a:pt x="5269" y="921"/>
                  </a:lnTo>
                  <a:lnTo>
                    <a:pt x="5346" y="486"/>
                  </a:lnTo>
                  <a:lnTo>
                    <a:pt x="5368" y="358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4021850" y="2411375"/>
              <a:ext cx="130950" cy="22425"/>
            </a:xfrm>
            <a:custGeom>
              <a:avLst/>
              <a:gdLst/>
              <a:ahLst/>
              <a:cxnLst/>
              <a:rect l="l" t="t" r="r" b="b"/>
              <a:pathLst>
                <a:path w="5238" h="897" extrusionOk="0">
                  <a:moveTo>
                    <a:pt x="20" y="1"/>
                  </a:moveTo>
                  <a:cubicBezTo>
                    <a:pt x="25" y="182"/>
                    <a:pt x="28" y="475"/>
                    <a:pt x="1" y="746"/>
                  </a:cubicBezTo>
                  <a:cubicBezTo>
                    <a:pt x="1030" y="843"/>
                    <a:pt x="1991" y="896"/>
                    <a:pt x="2871" y="896"/>
                  </a:cubicBezTo>
                  <a:cubicBezTo>
                    <a:pt x="3711" y="896"/>
                    <a:pt x="4478" y="848"/>
                    <a:pt x="5161" y="746"/>
                  </a:cubicBezTo>
                  <a:lnTo>
                    <a:pt x="5238" y="31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3965625" y="2454850"/>
              <a:ext cx="154975" cy="782200"/>
            </a:xfrm>
            <a:custGeom>
              <a:avLst/>
              <a:gdLst/>
              <a:ahLst/>
              <a:cxnLst/>
              <a:rect l="l" t="t" r="r" b="b"/>
              <a:pathLst>
                <a:path w="6199" h="31288" extrusionOk="0">
                  <a:moveTo>
                    <a:pt x="2967" y="0"/>
                  </a:moveTo>
                  <a:cubicBezTo>
                    <a:pt x="2967" y="0"/>
                    <a:pt x="236" y="1007"/>
                    <a:pt x="119" y="4041"/>
                  </a:cubicBezTo>
                  <a:cubicBezTo>
                    <a:pt x="0" y="7073"/>
                    <a:pt x="1039" y="18545"/>
                    <a:pt x="1181" y="20757"/>
                  </a:cubicBezTo>
                  <a:cubicBezTo>
                    <a:pt x="1317" y="22891"/>
                    <a:pt x="1707" y="27880"/>
                    <a:pt x="1888" y="30166"/>
                  </a:cubicBezTo>
                  <a:cubicBezTo>
                    <a:pt x="1938" y="30803"/>
                    <a:pt x="2469" y="31288"/>
                    <a:pt x="3101" y="31288"/>
                  </a:cubicBezTo>
                  <a:cubicBezTo>
                    <a:pt x="3123" y="31288"/>
                    <a:pt x="3145" y="31287"/>
                    <a:pt x="3167" y="31286"/>
                  </a:cubicBezTo>
                  <a:lnTo>
                    <a:pt x="5017" y="31185"/>
                  </a:lnTo>
                  <a:cubicBezTo>
                    <a:pt x="5686" y="31148"/>
                    <a:pt x="6199" y="30578"/>
                    <a:pt x="6166" y="29908"/>
                  </a:cubicBezTo>
                  <a:cubicBezTo>
                    <a:pt x="5914" y="24944"/>
                    <a:pt x="4978" y="6318"/>
                    <a:pt x="5034" y="4782"/>
                  </a:cubicBezTo>
                  <a:cubicBezTo>
                    <a:pt x="5098" y="3008"/>
                    <a:pt x="4969" y="846"/>
                    <a:pt x="4969" y="846"/>
                  </a:cubicBezTo>
                  <a:lnTo>
                    <a:pt x="29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036275" y="3234300"/>
              <a:ext cx="57300" cy="3825"/>
            </a:xfrm>
            <a:custGeom>
              <a:avLst/>
              <a:gdLst/>
              <a:ahLst/>
              <a:cxnLst/>
              <a:rect l="l" t="t" r="r" b="b"/>
              <a:pathLst>
                <a:path w="2292" h="153" extrusionOk="0">
                  <a:moveTo>
                    <a:pt x="2245" y="0"/>
                  </a:moveTo>
                  <a:cubicBezTo>
                    <a:pt x="2244" y="0"/>
                    <a:pt x="2242" y="0"/>
                    <a:pt x="2240" y="1"/>
                  </a:cubicBezTo>
                  <a:cubicBezTo>
                    <a:pt x="1842" y="69"/>
                    <a:pt x="1435" y="93"/>
                    <a:pt x="1029" y="93"/>
                  </a:cubicBezTo>
                  <a:cubicBezTo>
                    <a:pt x="698" y="93"/>
                    <a:pt x="367" y="77"/>
                    <a:pt x="39" y="57"/>
                  </a:cubicBezTo>
                  <a:cubicBezTo>
                    <a:pt x="39" y="57"/>
                    <a:pt x="38" y="57"/>
                    <a:pt x="37" y="57"/>
                  </a:cubicBezTo>
                  <a:cubicBezTo>
                    <a:pt x="0" y="57"/>
                    <a:pt x="1" y="114"/>
                    <a:pt x="39" y="117"/>
                  </a:cubicBezTo>
                  <a:cubicBezTo>
                    <a:pt x="365" y="137"/>
                    <a:pt x="693" y="153"/>
                    <a:pt x="1022" y="153"/>
                  </a:cubicBezTo>
                  <a:cubicBezTo>
                    <a:pt x="1436" y="153"/>
                    <a:pt x="1850" y="128"/>
                    <a:pt x="2256" y="59"/>
                  </a:cubicBezTo>
                  <a:cubicBezTo>
                    <a:pt x="2292" y="52"/>
                    <a:pt x="2279" y="0"/>
                    <a:pt x="22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028550" y="2867100"/>
              <a:ext cx="54750" cy="8275"/>
            </a:xfrm>
            <a:custGeom>
              <a:avLst/>
              <a:gdLst/>
              <a:ahLst/>
              <a:cxnLst/>
              <a:rect l="l" t="t" r="r" b="b"/>
              <a:pathLst>
                <a:path w="2190" h="331" extrusionOk="0">
                  <a:moveTo>
                    <a:pt x="2127" y="1"/>
                  </a:moveTo>
                  <a:cubicBezTo>
                    <a:pt x="2121" y="1"/>
                    <a:pt x="2115" y="2"/>
                    <a:pt x="2109" y="5"/>
                  </a:cubicBezTo>
                  <a:cubicBezTo>
                    <a:pt x="1768" y="169"/>
                    <a:pt x="1397" y="251"/>
                    <a:pt x="1026" y="251"/>
                  </a:cubicBezTo>
                  <a:cubicBezTo>
                    <a:pt x="698" y="251"/>
                    <a:pt x="371" y="187"/>
                    <a:pt x="63" y="60"/>
                  </a:cubicBezTo>
                  <a:cubicBezTo>
                    <a:pt x="58" y="58"/>
                    <a:pt x="53" y="57"/>
                    <a:pt x="49" y="57"/>
                  </a:cubicBezTo>
                  <a:cubicBezTo>
                    <a:pt x="12" y="57"/>
                    <a:pt x="0" y="120"/>
                    <a:pt x="41" y="137"/>
                  </a:cubicBezTo>
                  <a:cubicBezTo>
                    <a:pt x="356" y="266"/>
                    <a:pt x="690" y="331"/>
                    <a:pt x="1023" y="331"/>
                  </a:cubicBezTo>
                  <a:cubicBezTo>
                    <a:pt x="1409" y="331"/>
                    <a:pt x="1795" y="245"/>
                    <a:pt x="2149" y="75"/>
                  </a:cubicBezTo>
                  <a:cubicBezTo>
                    <a:pt x="2189" y="54"/>
                    <a:pt x="2164" y="1"/>
                    <a:pt x="2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072675" y="2450825"/>
              <a:ext cx="239775" cy="782650"/>
            </a:xfrm>
            <a:custGeom>
              <a:avLst/>
              <a:gdLst/>
              <a:ahLst/>
              <a:cxnLst/>
              <a:rect l="l" t="t" r="r" b="b"/>
              <a:pathLst>
                <a:path w="9591" h="31306" extrusionOk="0">
                  <a:moveTo>
                    <a:pt x="481" y="1"/>
                  </a:moveTo>
                  <a:cubicBezTo>
                    <a:pt x="184" y="450"/>
                    <a:pt x="0" y="1255"/>
                    <a:pt x="9" y="2588"/>
                  </a:cubicBezTo>
                  <a:lnTo>
                    <a:pt x="5146" y="30566"/>
                  </a:lnTo>
                  <a:cubicBezTo>
                    <a:pt x="5224" y="30989"/>
                    <a:pt x="5591" y="31299"/>
                    <a:pt x="6021" y="31304"/>
                  </a:cubicBezTo>
                  <a:cubicBezTo>
                    <a:pt x="6125" y="31305"/>
                    <a:pt x="6238" y="31305"/>
                    <a:pt x="6356" y="31305"/>
                  </a:cubicBezTo>
                  <a:cubicBezTo>
                    <a:pt x="7100" y="31305"/>
                    <a:pt x="8079" y="31277"/>
                    <a:pt x="8787" y="31153"/>
                  </a:cubicBezTo>
                  <a:cubicBezTo>
                    <a:pt x="9266" y="31069"/>
                    <a:pt x="9591" y="30621"/>
                    <a:pt x="9523" y="30139"/>
                  </a:cubicBezTo>
                  <a:cubicBezTo>
                    <a:pt x="9015" y="26591"/>
                    <a:pt x="6747" y="10857"/>
                    <a:pt x="6060" y="8226"/>
                  </a:cubicBezTo>
                  <a:lnTo>
                    <a:pt x="6062" y="8226"/>
                  </a:lnTo>
                  <a:cubicBezTo>
                    <a:pt x="5623" y="6546"/>
                    <a:pt x="5566" y="5713"/>
                    <a:pt x="5224" y="4474"/>
                  </a:cubicBezTo>
                  <a:cubicBezTo>
                    <a:pt x="4936" y="4358"/>
                    <a:pt x="4287" y="2649"/>
                    <a:pt x="4013" y="2498"/>
                  </a:cubicBezTo>
                  <a:cubicBezTo>
                    <a:pt x="3631" y="2285"/>
                    <a:pt x="3257" y="2053"/>
                    <a:pt x="2872" y="1840"/>
                  </a:cubicBezTo>
                  <a:cubicBezTo>
                    <a:pt x="2583" y="1681"/>
                    <a:pt x="2298" y="1516"/>
                    <a:pt x="2020" y="1341"/>
                  </a:cubicBezTo>
                  <a:cubicBezTo>
                    <a:pt x="1455" y="983"/>
                    <a:pt x="867" y="566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229600" y="3229400"/>
              <a:ext cx="55175" cy="4675"/>
            </a:xfrm>
            <a:custGeom>
              <a:avLst/>
              <a:gdLst/>
              <a:ahLst/>
              <a:cxnLst/>
              <a:rect l="l" t="t" r="r" b="b"/>
              <a:pathLst>
                <a:path w="2207" h="187" extrusionOk="0">
                  <a:moveTo>
                    <a:pt x="2173" y="1"/>
                  </a:moveTo>
                  <a:cubicBezTo>
                    <a:pt x="2172" y="1"/>
                    <a:pt x="2170" y="1"/>
                    <a:pt x="2169" y="1"/>
                  </a:cubicBezTo>
                  <a:cubicBezTo>
                    <a:pt x="1541" y="85"/>
                    <a:pt x="910" y="126"/>
                    <a:pt x="277" y="126"/>
                  </a:cubicBezTo>
                  <a:cubicBezTo>
                    <a:pt x="198" y="126"/>
                    <a:pt x="119" y="126"/>
                    <a:pt x="40" y="124"/>
                  </a:cubicBezTo>
                  <a:cubicBezTo>
                    <a:pt x="39" y="124"/>
                    <a:pt x="39" y="124"/>
                    <a:pt x="38" y="124"/>
                  </a:cubicBezTo>
                  <a:cubicBezTo>
                    <a:pt x="0" y="124"/>
                    <a:pt x="1" y="182"/>
                    <a:pt x="40" y="184"/>
                  </a:cubicBezTo>
                  <a:cubicBezTo>
                    <a:pt x="124" y="185"/>
                    <a:pt x="209" y="186"/>
                    <a:pt x="293" y="186"/>
                  </a:cubicBezTo>
                  <a:cubicBezTo>
                    <a:pt x="921" y="186"/>
                    <a:pt x="1546" y="144"/>
                    <a:pt x="2169" y="61"/>
                  </a:cubicBezTo>
                  <a:cubicBezTo>
                    <a:pt x="2205" y="56"/>
                    <a:pt x="2207" y="1"/>
                    <a:pt x="2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4205600" y="2857250"/>
              <a:ext cx="48950" cy="10200"/>
            </a:xfrm>
            <a:custGeom>
              <a:avLst/>
              <a:gdLst/>
              <a:ahLst/>
              <a:cxnLst/>
              <a:rect l="l" t="t" r="r" b="b"/>
              <a:pathLst>
                <a:path w="1958" h="408" extrusionOk="0">
                  <a:moveTo>
                    <a:pt x="1901" y="0"/>
                  </a:moveTo>
                  <a:cubicBezTo>
                    <a:pt x="1894" y="0"/>
                    <a:pt x="1887" y="2"/>
                    <a:pt x="1880" y="6"/>
                  </a:cubicBezTo>
                  <a:cubicBezTo>
                    <a:pt x="1546" y="219"/>
                    <a:pt x="1166" y="328"/>
                    <a:pt x="782" y="328"/>
                  </a:cubicBezTo>
                  <a:cubicBezTo>
                    <a:pt x="540" y="328"/>
                    <a:pt x="297" y="285"/>
                    <a:pt x="64" y="198"/>
                  </a:cubicBezTo>
                  <a:cubicBezTo>
                    <a:pt x="59" y="196"/>
                    <a:pt x="54" y="195"/>
                    <a:pt x="50" y="195"/>
                  </a:cubicBezTo>
                  <a:cubicBezTo>
                    <a:pt x="13" y="195"/>
                    <a:pt x="0" y="259"/>
                    <a:pt x="42" y="274"/>
                  </a:cubicBezTo>
                  <a:cubicBezTo>
                    <a:pt x="282" y="364"/>
                    <a:pt x="531" y="408"/>
                    <a:pt x="780" y="408"/>
                  </a:cubicBezTo>
                  <a:cubicBezTo>
                    <a:pt x="1179" y="408"/>
                    <a:pt x="1575" y="295"/>
                    <a:pt x="1921" y="76"/>
                  </a:cubicBezTo>
                  <a:cubicBezTo>
                    <a:pt x="1957" y="53"/>
                    <a:pt x="1935" y="0"/>
                    <a:pt x="19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098500" y="2604425"/>
              <a:ext cx="119125" cy="617625"/>
            </a:xfrm>
            <a:custGeom>
              <a:avLst/>
              <a:gdLst/>
              <a:ahLst/>
              <a:cxnLst/>
              <a:rect l="l" t="t" r="r" b="b"/>
              <a:pathLst>
                <a:path w="4765" h="24705" extrusionOk="0">
                  <a:moveTo>
                    <a:pt x="78" y="0"/>
                  </a:moveTo>
                  <a:lnTo>
                    <a:pt x="0" y="16"/>
                  </a:lnTo>
                  <a:lnTo>
                    <a:pt x="4687" y="24705"/>
                  </a:lnTo>
                  <a:lnTo>
                    <a:pt x="4765" y="2469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3997700" y="2435975"/>
              <a:ext cx="205600" cy="126725"/>
            </a:xfrm>
            <a:custGeom>
              <a:avLst/>
              <a:gdLst/>
              <a:ahLst/>
              <a:cxnLst/>
              <a:rect l="l" t="t" r="r" b="b"/>
              <a:pathLst>
                <a:path w="8224" h="5069" extrusionOk="0">
                  <a:moveTo>
                    <a:pt x="858" y="1"/>
                  </a:moveTo>
                  <a:cubicBezTo>
                    <a:pt x="525" y="1112"/>
                    <a:pt x="1" y="1939"/>
                    <a:pt x="1" y="1939"/>
                  </a:cubicBezTo>
                  <a:cubicBezTo>
                    <a:pt x="721" y="3285"/>
                    <a:pt x="8223" y="5068"/>
                    <a:pt x="8223" y="5068"/>
                  </a:cubicBezTo>
                  <a:cubicBezTo>
                    <a:pt x="7240" y="2269"/>
                    <a:pt x="6099" y="400"/>
                    <a:pt x="6099" y="400"/>
                  </a:cubicBezTo>
                  <a:cubicBezTo>
                    <a:pt x="5379" y="518"/>
                    <a:pt x="4721" y="564"/>
                    <a:pt x="4132" y="564"/>
                  </a:cubicBezTo>
                  <a:cubicBezTo>
                    <a:pt x="2066" y="564"/>
                    <a:pt x="858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131325" y="2470000"/>
              <a:ext cx="70750" cy="86650"/>
            </a:xfrm>
            <a:custGeom>
              <a:avLst/>
              <a:gdLst/>
              <a:ahLst/>
              <a:cxnLst/>
              <a:rect l="l" t="t" r="r" b="b"/>
              <a:pathLst>
                <a:path w="2830" h="3466" extrusionOk="0">
                  <a:moveTo>
                    <a:pt x="39" y="1"/>
                  </a:moveTo>
                  <a:cubicBezTo>
                    <a:pt x="19" y="1"/>
                    <a:pt x="0" y="14"/>
                    <a:pt x="3" y="39"/>
                  </a:cubicBezTo>
                  <a:cubicBezTo>
                    <a:pt x="117" y="1615"/>
                    <a:pt x="1331" y="2920"/>
                    <a:pt x="2767" y="3462"/>
                  </a:cubicBezTo>
                  <a:cubicBezTo>
                    <a:pt x="2772" y="3464"/>
                    <a:pt x="2777" y="3465"/>
                    <a:pt x="2781" y="3465"/>
                  </a:cubicBezTo>
                  <a:cubicBezTo>
                    <a:pt x="2818" y="3465"/>
                    <a:pt x="2830" y="3402"/>
                    <a:pt x="2788" y="3385"/>
                  </a:cubicBezTo>
                  <a:cubicBezTo>
                    <a:pt x="1388" y="2857"/>
                    <a:pt x="194" y="1576"/>
                    <a:pt x="82" y="39"/>
                  </a:cubicBezTo>
                  <a:cubicBezTo>
                    <a:pt x="80" y="14"/>
                    <a:pt x="59" y="1"/>
                    <a:pt x="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3970000" y="2467950"/>
              <a:ext cx="77025" cy="72575"/>
            </a:xfrm>
            <a:custGeom>
              <a:avLst/>
              <a:gdLst/>
              <a:ahLst/>
              <a:cxnLst/>
              <a:rect l="l" t="t" r="r" b="b"/>
              <a:pathLst>
                <a:path w="3081" h="2903" extrusionOk="0">
                  <a:moveTo>
                    <a:pt x="3041" y="0"/>
                  </a:moveTo>
                  <a:cubicBezTo>
                    <a:pt x="3022" y="0"/>
                    <a:pt x="3001" y="13"/>
                    <a:pt x="3001" y="38"/>
                  </a:cubicBezTo>
                  <a:cubicBezTo>
                    <a:pt x="2982" y="787"/>
                    <a:pt x="2669" y="1516"/>
                    <a:pt x="2127" y="2036"/>
                  </a:cubicBezTo>
                  <a:cubicBezTo>
                    <a:pt x="1597" y="2545"/>
                    <a:pt x="876" y="2823"/>
                    <a:pt x="144" y="2823"/>
                  </a:cubicBezTo>
                  <a:cubicBezTo>
                    <a:pt x="113" y="2823"/>
                    <a:pt x="82" y="2822"/>
                    <a:pt x="51" y="2821"/>
                  </a:cubicBezTo>
                  <a:cubicBezTo>
                    <a:pt x="51" y="2821"/>
                    <a:pt x="50" y="2821"/>
                    <a:pt x="50" y="2821"/>
                  </a:cubicBezTo>
                  <a:cubicBezTo>
                    <a:pt x="0" y="2821"/>
                    <a:pt x="1" y="2900"/>
                    <a:pt x="51" y="2901"/>
                  </a:cubicBezTo>
                  <a:cubicBezTo>
                    <a:pt x="83" y="2902"/>
                    <a:pt x="116" y="2903"/>
                    <a:pt x="148" y="2903"/>
                  </a:cubicBezTo>
                  <a:cubicBezTo>
                    <a:pt x="899" y="2903"/>
                    <a:pt x="1640" y="2613"/>
                    <a:pt x="2183" y="2093"/>
                  </a:cubicBezTo>
                  <a:cubicBezTo>
                    <a:pt x="2740" y="1558"/>
                    <a:pt x="3061" y="808"/>
                    <a:pt x="3080" y="38"/>
                  </a:cubicBezTo>
                  <a:cubicBezTo>
                    <a:pt x="3081" y="13"/>
                    <a:pt x="3061" y="0"/>
                    <a:pt x="30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4081925" y="2525850"/>
              <a:ext cx="10300" cy="92350"/>
            </a:xfrm>
            <a:custGeom>
              <a:avLst/>
              <a:gdLst/>
              <a:ahLst/>
              <a:cxnLst/>
              <a:rect l="l" t="t" r="r" b="b"/>
              <a:pathLst>
                <a:path w="412" h="3694" extrusionOk="0">
                  <a:moveTo>
                    <a:pt x="39" y="0"/>
                  </a:moveTo>
                  <a:cubicBezTo>
                    <a:pt x="19" y="0"/>
                    <a:pt x="0" y="13"/>
                    <a:pt x="3" y="39"/>
                  </a:cubicBezTo>
                  <a:cubicBezTo>
                    <a:pt x="101" y="1244"/>
                    <a:pt x="232" y="2448"/>
                    <a:pt x="330" y="3655"/>
                  </a:cubicBezTo>
                  <a:cubicBezTo>
                    <a:pt x="332" y="3680"/>
                    <a:pt x="354" y="3693"/>
                    <a:pt x="374" y="3693"/>
                  </a:cubicBezTo>
                  <a:cubicBezTo>
                    <a:pt x="393" y="3693"/>
                    <a:pt x="412" y="3681"/>
                    <a:pt x="410" y="3655"/>
                  </a:cubicBezTo>
                  <a:cubicBezTo>
                    <a:pt x="311" y="2448"/>
                    <a:pt x="181" y="1244"/>
                    <a:pt x="82" y="39"/>
                  </a:cubicBezTo>
                  <a:cubicBezTo>
                    <a:pt x="80" y="13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4086150" y="2527825"/>
              <a:ext cx="13200" cy="50800"/>
            </a:xfrm>
            <a:custGeom>
              <a:avLst/>
              <a:gdLst/>
              <a:ahLst/>
              <a:cxnLst/>
              <a:rect l="l" t="t" r="r" b="b"/>
              <a:pathLst>
                <a:path w="528" h="2032" extrusionOk="0">
                  <a:moveTo>
                    <a:pt x="358" y="0"/>
                  </a:moveTo>
                  <a:cubicBezTo>
                    <a:pt x="335" y="0"/>
                    <a:pt x="309" y="20"/>
                    <a:pt x="315" y="50"/>
                  </a:cubicBezTo>
                  <a:cubicBezTo>
                    <a:pt x="374" y="406"/>
                    <a:pt x="415" y="765"/>
                    <a:pt x="435" y="1126"/>
                  </a:cubicBezTo>
                  <a:cubicBezTo>
                    <a:pt x="444" y="1278"/>
                    <a:pt x="455" y="1433"/>
                    <a:pt x="445" y="1585"/>
                  </a:cubicBezTo>
                  <a:cubicBezTo>
                    <a:pt x="435" y="1732"/>
                    <a:pt x="346" y="1957"/>
                    <a:pt x="183" y="1957"/>
                  </a:cubicBezTo>
                  <a:cubicBezTo>
                    <a:pt x="152" y="1957"/>
                    <a:pt x="118" y="1949"/>
                    <a:pt x="81" y="1930"/>
                  </a:cubicBezTo>
                  <a:cubicBezTo>
                    <a:pt x="75" y="1927"/>
                    <a:pt x="69" y="1925"/>
                    <a:pt x="62" y="1925"/>
                  </a:cubicBezTo>
                  <a:cubicBezTo>
                    <a:pt x="25" y="1925"/>
                    <a:pt x="1" y="1980"/>
                    <a:pt x="41" y="2000"/>
                  </a:cubicBezTo>
                  <a:cubicBezTo>
                    <a:pt x="84" y="2021"/>
                    <a:pt x="128" y="2032"/>
                    <a:pt x="172" y="2032"/>
                  </a:cubicBezTo>
                  <a:cubicBezTo>
                    <a:pt x="256" y="2032"/>
                    <a:pt x="338" y="1994"/>
                    <a:pt x="402" y="1929"/>
                  </a:cubicBezTo>
                  <a:cubicBezTo>
                    <a:pt x="516" y="1811"/>
                    <a:pt x="528" y="1635"/>
                    <a:pt x="528" y="1480"/>
                  </a:cubicBezTo>
                  <a:cubicBezTo>
                    <a:pt x="525" y="994"/>
                    <a:pt x="471" y="507"/>
                    <a:pt x="391" y="29"/>
                  </a:cubicBezTo>
                  <a:cubicBezTo>
                    <a:pt x="388" y="9"/>
                    <a:pt x="374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4014250" y="2457550"/>
              <a:ext cx="145100" cy="17625"/>
            </a:xfrm>
            <a:custGeom>
              <a:avLst/>
              <a:gdLst/>
              <a:ahLst/>
              <a:cxnLst/>
              <a:rect l="l" t="t" r="r" b="b"/>
              <a:pathLst>
                <a:path w="5804" h="705" extrusionOk="0">
                  <a:moveTo>
                    <a:pt x="58" y="1"/>
                  </a:moveTo>
                  <a:cubicBezTo>
                    <a:pt x="28" y="1"/>
                    <a:pt x="0" y="41"/>
                    <a:pt x="28" y="69"/>
                  </a:cubicBezTo>
                  <a:cubicBezTo>
                    <a:pt x="335" y="381"/>
                    <a:pt x="867" y="421"/>
                    <a:pt x="1274" y="495"/>
                  </a:cubicBezTo>
                  <a:cubicBezTo>
                    <a:pt x="1796" y="589"/>
                    <a:pt x="2321" y="662"/>
                    <a:pt x="2852" y="691"/>
                  </a:cubicBezTo>
                  <a:cubicBezTo>
                    <a:pt x="3017" y="700"/>
                    <a:pt x="3184" y="704"/>
                    <a:pt x="3351" y="704"/>
                  </a:cubicBezTo>
                  <a:cubicBezTo>
                    <a:pt x="4174" y="704"/>
                    <a:pt x="5004" y="586"/>
                    <a:pt x="5763" y="260"/>
                  </a:cubicBezTo>
                  <a:cubicBezTo>
                    <a:pt x="5804" y="243"/>
                    <a:pt x="5778" y="187"/>
                    <a:pt x="5740" y="187"/>
                  </a:cubicBezTo>
                  <a:cubicBezTo>
                    <a:pt x="5734" y="187"/>
                    <a:pt x="5729" y="188"/>
                    <a:pt x="5723" y="191"/>
                  </a:cubicBezTo>
                  <a:cubicBezTo>
                    <a:pt x="4977" y="511"/>
                    <a:pt x="4161" y="625"/>
                    <a:pt x="3352" y="625"/>
                  </a:cubicBezTo>
                  <a:cubicBezTo>
                    <a:pt x="3202" y="625"/>
                    <a:pt x="3053" y="621"/>
                    <a:pt x="2904" y="614"/>
                  </a:cubicBezTo>
                  <a:cubicBezTo>
                    <a:pt x="2389" y="588"/>
                    <a:pt x="1878" y="521"/>
                    <a:pt x="1372" y="431"/>
                  </a:cubicBezTo>
                  <a:cubicBezTo>
                    <a:pt x="1141" y="391"/>
                    <a:pt x="907" y="350"/>
                    <a:pt x="679" y="294"/>
                  </a:cubicBezTo>
                  <a:cubicBezTo>
                    <a:pt x="464" y="241"/>
                    <a:pt x="243" y="173"/>
                    <a:pt x="85" y="13"/>
                  </a:cubicBezTo>
                  <a:cubicBezTo>
                    <a:pt x="76" y="4"/>
                    <a:pt x="67" y="1"/>
                    <a:pt x="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3983975" y="2221125"/>
              <a:ext cx="195100" cy="204950"/>
            </a:xfrm>
            <a:custGeom>
              <a:avLst/>
              <a:gdLst/>
              <a:ahLst/>
              <a:cxnLst/>
              <a:rect l="l" t="t" r="r" b="b"/>
              <a:pathLst>
                <a:path w="7804" h="8198" extrusionOk="0">
                  <a:moveTo>
                    <a:pt x="5984" y="0"/>
                  </a:moveTo>
                  <a:cubicBezTo>
                    <a:pt x="5877" y="0"/>
                    <a:pt x="5766" y="2"/>
                    <a:pt x="5652" y="7"/>
                  </a:cubicBezTo>
                  <a:cubicBezTo>
                    <a:pt x="4570" y="49"/>
                    <a:pt x="3206" y="268"/>
                    <a:pt x="3206" y="268"/>
                  </a:cubicBezTo>
                  <a:cubicBezTo>
                    <a:pt x="3206" y="268"/>
                    <a:pt x="3147" y="294"/>
                    <a:pt x="3043" y="340"/>
                  </a:cubicBezTo>
                  <a:cubicBezTo>
                    <a:pt x="2644" y="512"/>
                    <a:pt x="1593" y="957"/>
                    <a:pt x="664" y="1245"/>
                  </a:cubicBezTo>
                  <a:cubicBezTo>
                    <a:pt x="410" y="1324"/>
                    <a:pt x="244" y="1466"/>
                    <a:pt x="141" y="1651"/>
                  </a:cubicBezTo>
                  <a:cubicBezTo>
                    <a:pt x="35" y="1847"/>
                    <a:pt x="0" y="2089"/>
                    <a:pt x="15" y="2357"/>
                  </a:cubicBezTo>
                  <a:cubicBezTo>
                    <a:pt x="50" y="3019"/>
                    <a:pt x="383" y="3836"/>
                    <a:pt x="664" y="4459"/>
                  </a:cubicBezTo>
                  <a:cubicBezTo>
                    <a:pt x="790" y="4741"/>
                    <a:pt x="893" y="5105"/>
                    <a:pt x="975" y="5490"/>
                  </a:cubicBezTo>
                  <a:cubicBezTo>
                    <a:pt x="1220" y="6630"/>
                    <a:pt x="1287" y="7962"/>
                    <a:pt x="1287" y="7962"/>
                  </a:cubicBezTo>
                  <a:cubicBezTo>
                    <a:pt x="2992" y="8036"/>
                    <a:pt x="4841" y="8198"/>
                    <a:pt x="6040" y="8198"/>
                  </a:cubicBezTo>
                  <a:cubicBezTo>
                    <a:pt x="6545" y="8198"/>
                    <a:pt x="6934" y="8169"/>
                    <a:pt x="7150" y="8093"/>
                  </a:cubicBezTo>
                  <a:cubicBezTo>
                    <a:pt x="7150" y="8093"/>
                    <a:pt x="7182" y="7915"/>
                    <a:pt x="7229" y="7653"/>
                  </a:cubicBezTo>
                  <a:cubicBezTo>
                    <a:pt x="7306" y="7228"/>
                    <a:pt x="7424" y="6587"/>
                    <a:pt x="7510" y="6136"/>
                  </a:cubicBezTo>
                  <a:cubicBezTo>
                    <a:pt x="7635" y="5490"/>
                    <a:pt x="7770" y="4388"/>
                    <a:pt x="7797" y="3268"/>
                  </a:cubicBezTo>
                  <a:cubicBezTo>
                    <a:pt x="7802" y="3127"/>
                    <a:pt x="7803" y="2987"/>
                    <a:pt x="7803" y="2848"/>
                  </a:cubicBezTo>
                  <a:cubicBezTo>
                    <a:pt x="7803" y="2394"/>
                    <a:pt x="7760" y="1957"/>
                    <a:pt x="7674" y="1567"/>
                  </a:cubicBezTo>
                  <a:cubicBezTo>
                    <a:pt x="7522" y="875"/>
                    <a:pt x="7241" y="333"/>
                    <a:pt x="6847" y="118"/>
                  </a:cubicBezTo>
                  <a:cubicBezTo>
                    <a:pt x="6689" y="32"/>
                    <a:pt x="6370" y="0"/>
                    <a:pt x="59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4015550" y="2410850"/>
              <a:ext cx="149825" cy="7475"/>
            </a:xfrm>
            <a:custGeom>
              <a:avLst/>
              <a:gdLst/>
              <a:ahLst/>
              <a:cxnLst/>
              <a:rect l="l" t="t" r="r" b="b"/>
              <a:pathLst>
                <a:path w="5993" h="299" extrusionOk="0">
                  <a:moveTo>
                    <a:pt x="49" y="0"/>
                  </a:moveTo>
                  <a:cubicBezTo>
                    <a:pt x="1" y="0"/>
                    <a:pt x="2" y="77"/>
                    <a:pt x="51" y="80"/>
                  </a:cubicBezTo>
                  <a:cubicBezTo>
                    <a:pt x="1042" y="147"/>
                    <a:pt x="2035" y="178"/>
                    <a:pt x="3026" y="238"/>
                  </a:cubicBezTo>
                  <a:cubicBezTo>
                    <a:pt x="3580" y="271"/>
                    <a:pt x="4130" y="299"/>
                    <a:pt x="4680" y="299"/>
                  </a:cubicBezTo>
                  <a:cubicBezTo>
                    <a:pt x="5100" y="299"/>
                    <a:pt x="5520" y="283"/>
                    <a:pt x="5942" y="242"/>
                  </a:cubicBezTo>
                  <a:cubicBezTo>
                    <a:pt x="5990" y="238"/>
                    <a:pt x="5992" y="162"/>
                    <a:pt x="5946" y="162"/>
                  </a:cubicBezTo>
                  <a:cubicBezTo>
                    <a:pt x="5944" y="162"/>
                    <a:pt x="5943" y="162"/>
                    <a:pt x="5942" y="162"/>
                  </a:cubicBezTo>
                  <a:cubicBezTo>
                    <a:pt x="5520" y="203"/>
                    <a:pt x="5100" y="219"/>
                    <a:pt x="4680" y="219"/>
                  </a:cubicBezTo>
                  <a:cubicBezTo>
                    <a:pt x="4130" y="219"/>
                    <a:pt x="3580" y="192"/>
                    <a:pt x="3026" y="158"/>
                  </a:cubicBezTo>
                  <a:cubicBezTo>
                    <a:pt x="2035" y="99"/>
                    <a:pt x="1042" y="67"/>
                    <a:pt x="51" y="0"/>
                  </a:cubicBezTo>
                  <a:cubicBezTo>
                    <a:pt x="51" y="0"/>
                    <a:pt x="50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4125250" y="2221125"/>
              <a:ext cx="69175" cy="85550"/>
            </a:xfrm>
            <a:custGeom>
              <a:avLst/>
              <a:gdLst/>
              <a:ahLst/>
              <a:cxnLst/>
              <a:rect l="l" t="t" r="r" b="b"/>
              <a:pathLst>
                <a:path w="2767" h="3422" extrusionOk="0">
                  <a:moveTo>
                    <a:pt x="333" y="0"/>
                  </a:moveTo>
                  <a:cubicBezTo>
                    <a:pt x="226" y="0"/>
                    <a:pt x="115" y="2"/>
                    <a:pt x="1" y="7"/>
                  </a:cubicBezTo>
                  <a:cubicBezTo>
                    <a:pt x="141" y="450"/>
                    <a:pt x="540" y="1579"/>
                    <a:pt x="1180" y="2419"/>
                  </a:cubicBezTo>
                  <a:cubicBezTo>
                    <a:pt x="1457" y="2782"/>
                    <a:pt x="1780" y="3093"/>
                    <a:pt x="2146" y="3268"/>
                  </a:cubicBezTo>
                  <a:cubicBezTo>
                    <a:pt x="2340" y="3361"/>
                    <a:pt x="2548" y="3416"/>
                    <a:pt x="2766" y="3421"/>
                  </a:cubicBezTo>
                  <a:lnTo>
                    <a:pt x="2023" y="1567"/>
                  </a:lnTo>
                  <a:cubicBezTo>
                    <a:pt x="1871" y="875"/>
                    <a:pt x="1590" y="333"/>
                    <a:pt x="1196" y="118"/>
                  </a:cubicBezTo>
                  <a:cubicBezTo>
                    <a:pt x="1038" y="32"/>
                    <a:pt x="719" y="0"/>
                    <a:pt x="333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4023300" y="2336275"/>
              <a:ext cx="12625" cy="84775"/>
            </a:xfrm>
            <a:custGeom>
              <a:avLst/>
              <a:gdLst/>
              <a:ahLst/>
              <a:cxnLst/>
              <a:rect l="l" t="t" r="r" b="b"/>
              <a:pathLst>
                <a:path w="505" h="3391" extrusionOk="0">
                  <a:moveTo>
                    <a:pt x="49" y="0"/>
                  </a:moveTo>
                  <a:cubicBezTo>
                    <a:pt x="25" y="0"/>
                    <a:pt x="0" y="20"/>
                    <a:pt x="8" y="50"/>
                  </a:cubicBezTo>
                  <a:cubicBezTo>
                    <a:pt x="295" y="1126"/>
                    <a:pt x="424" y="2237"/>
                    <a:pt x="393" y="3351"/>
                  </a:cubicBezTo>
                  <a:cubicBezTo>
                    <a:pt x="393" y="3377"/>
                    <a:pt x="412" y="3390"/>
                    <a:pt x="432" y="3390"/>
                  </a:cubicBezTo>
                  <a:cubicBezTo>
                    <a:pt x="452" y="3390"/>
                    <a:pt x="472" y="3377"/>
                    <a:pt x="473" y="3351"/>
                  </a:cubicBezTo>
                  <a:cubicBezTo>
                    <a:pt x="505" y="2231"/>
                    <a:pt x="373" y="1112"/>
                    <a:pt x="85" y="28"/>
                  </a:cubicBezTo>
                  <a:cubicBezTo>
                    <a:pt x="80" y="8"/>
                    <a:pt x="65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4077350" y="2240475"/>
              <a:ext cx="48500" cy="29350"/>
            </a:xfrm>
            <a:custGeom>
              <a:avLst/>
              <a:gdLst/>
              <a:ahLst/>
              <a:cxnLst/>
              <a:rect l="l" t="t" r="r" b="b"/>
              <a:pathLst>
                <a:path w="1940" h="1174" extrusionOk="0">
                  <a:moveTo>
                    <a:pt x="1900" y="0"/>
                  </a:moveTo>
                  <a:cubicBezTo>
                    <a:pt x="1880" y="0"/>
                    <a:pt x="1860" y="13"/>
                    <a:pt x="1860" y="38"/>
                  </a:cubicBezTo>
                  <a:cubicBezTo>
                    <a:pt x="1859" y="453"/>
                    <a:pt x="1613" y="850"/>
                    <a:pt x="1227" y="1015"/>
                  </a:cubicBezTo>
                  <a:cubicBezTo>
                    <a:pt x="1101" y="1069"/>
                    <a:pt x="966" y="1095"/>
                    <a:pt x="832" y="1095"/>
                  </a:cubicBezTo>
                  <a:cubicBezTo>
                    <a:pt x="559" y="1095"/>
                    <a:pt x="287" y="989"/>
                    <a:pt x="86" y="797"/>
                  </a:cubicBezTo>
                  <a:cubicBezTo>
                    <a:pt x="78" y="790"/>
                    <a:pt x="69" y="787"/>
                    <a:pt x="60" y="787"/>
                  </a:cubicBezTo>
                  <a:cubicBezTo>
                    <a:pt x="29" y="787"/>
                    <a:pt x="1" y="827"/>
                    <a:pt x="29" y="854"/>
                  </a:cubicBezTo>
                  <a:cubicBezTo>
                    <a:pt x="245" y="1059"/>
                    <a:pt x="538" y="1173"/>
                    <a:pt x="832" y="1173"/>
                  </a:cubicBezTo>
                  <a:cubicBezTo>
                    <a:pt x="977" y="1173"/>
                    <a:pt x="1123" y="1146"/>
                    <a:pt x="1259" y="1087"/>
                  </a:cubicBezTo>
                  <a:cubicBezTo>
                    <a:pt x="1672" y="912"/>
                    <a:pt x="1939" y="483"/>
                    <a:pt x="1940" y="38"/>
                  </a:cubicBezTo>
                  <a:cubicBezTo>
                    <a:pt x="1940" y="13"/>
                    <a:pt x="1920" y="0"/>
                    <a:pt x="1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4162925" y="2264175"/>
              <a:ext cx="31925" cy="148650"/>
            </a:xfrm>
            <a:custGeom>
              <a:avLst/>
              <a:gdLst/>
              <a:ahLst/>
              <a:cxnLst/>
              <a:rect l="l" t="t" r="r" b="b"/>
              <a:pathLst>
                <a:path w="1277" h="5946" extrusionOk="0">
                  <a:moveTo>
                    <a:pt x="178" y="0"/>
                  </a:moveTo>
                  <a:cubicBezTo>
                    <a:pt x="158" y="0"/>
                    <a:pt x="137" y="13"/>
                    <a:pt x="134" y="38"/>
                  </a:cubicBezTo>
                  <a:cubicBezTo>
                    <a:pt x="15" y="937"/>
                    <a:pt x="747" y="1601"/>
                    <a:pt x="1036" y="2385"/>
                  </a:cubicBezTo>
                  <a:cubicBezTo>
                    <a:pt x="1190" y="2800"/>
                    <a:pt x="1198" y="3258"/>
                    <a:pt x="1043" y="3675"/>
                  </a:cubicBezTo>
                  <a:cubicBezTo>
                    <a:pt x="887" y="4095"/>
                    <a:pt x="571" y="4416"/>
                    <a:pt x="300" y="4763"/>
                  </a:cubicBezTo>
                  <a:cubicBezTo>
                    <a:pt x="37" y="5099"/>
                    <a:pt x="0" y="5493"/>
                    <a:pt x="21" y="5908"/>
                  </a:cubicBezTo>
                  <a:cubicBezTo>
                    <a:pt x="22" y="5933"/>
                    <a:pt x="43" y="5946"/>
                    <a:pt x="63" y="5946"/>
                  </a:cubicBezTo>
                  <a:cubicBezTo>
                    <a:pt x="83" y="5946"/>
                    <a:pt x="102" y="5933"/>
                    <a:pt x="100" y="5908"/>
                  </a:cubicBezTo>
                  <a:cubicBezTo>
                    <a:pt x="90" y="5701"/>
                    <a:pt x="87" y="5491"/>
                    <a:pt x="132" y="5288"/>
                  </a:cubicBezTo>
                  <a:cubicBezTo>
                    <a:pt x="182" y="5070"/>
                    <a:pt x="289" y="4901"/>
                    <a:pt x="428" y="4730"/>
                  </a:cubicBezTo>
                  <a:cubicBezTo>
                    <a:pt x="674" y="4424"/>
                    <a:pt x="946" y="4129"/>
                    <a:pt x="1096" y="3759"/>
                  </a:cubicBezTo>
                  <a:cubicBezTo>
                    <a:pt x="1243" y="3396"/>
                    <a:pt x="1277" y="2989"/>
                    <a:pt x="1187" y="2606"/>
                  </a:cubicBezTo>
                  <a:cubicBezTo>
                    <a:pt x="1091" y="2202"/>
                    <a:pt x="865" y="1847"/>
                    <a:pt x="657" y="1494"/>
                  </a:cubicBezTo>
                  <a:cubicBezTo>
                    <a:pt x="394" y="1052"/>
                    <a:pt x="144" y="568"/>
                    <a:pt x="213" y="38"/>
                  </a:cubicBezTo>
                  <a:cubicBezTo>
                    <a:pt x="216" y="13"/>
                    <a:pt x="198" y="0"/>
                    <a:pt x="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4164400" y="2264150"/>
              <a:ext cx="16150" cy="39400"/>
            </a:xfrm>
            <a:custGeom>
              <a:avLst/>
              <a:gdLst/>
              <a:ahLst/>
              <a:cxnLst/>
              <a:rect l="l" t="t" r="r" b="b"/>
              <a:pathLst>
                <a:path w="646" h="1576" extrusionOk="0">
                  <a:moveTo>
                    <a:pt x="119" y="1"/>
                  </a:moveTo>
                  <a:cubicBezTo>
                    <a:pt x="99" y="1"/>
                    <a:pt x="78" y="13"/>
                    <a:pt x="75" y="39"/>
                  </a:cubicBezTo>
                  <a:cubicBezTo>
                    <a:pt x="1" y="594"/>
                    <a:pt x="251" y="1059"/>
                    <a:pt x="522" y="1516"/>
                  </a:cubicBezTo>
                  <a:cubicBezTo>
                    <a:pt x="541" y="1527"/>
                    <a:pt x="561" y="1537"/>
                    <a:pt x="580" y="1547"/>
                  </a:cubicBezTo>
                  <a:cubicBezTo>
                    <a:pt x="602" y="1557"/>
                    <a:pt x="624" y="1567"/>
                    <a:pt x="645" y="1576"/>
                  </a:cubicBezTo>
                  <a:cubicBezTo>
                    <a:pt x="630" y="1548"/>
                    <a:pt x="614" y="1522"/>
                    <a:pt x="598" y="1495"/>
                  </a:cubicBezTo>
                  <a:cubicBezTo>
                    <a:pt x="592" y="1486"/>
                    <a:pt x="588" y="1479"/>
                    <a:pt x="582" y="1470"/>
                  </a:cubicBezTo>
                  <a:cubicBezTo>
                    <a:pt x="325" y="1034"/>
                    <a:pt x="85" y="559"/>
                    <a:pt x="154" y="39"/>
                  </a:cubicBezTo>
                  <a:cubicBezTo>
                    <a:pt x="157" y="13"/>
                    <a:pt x="139" y="1"/>
                    <a:pt x="119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4060000" y="2170250"/>
              <a:ext cx="56275" cy="84150"/>
            </a:xfrm>
            <a:custGeom>
              <a:avLst/>
              <a:gdLst/>
              <a:ahLst/>
              <a:cxnLst/>
              <a:rect l="l" t="t" r="r" b="b"/>
              <a:pathLst>
                <a:path w="2251" h="3366" extrusionOk="0">
                  <a:moveTo>
                    <a:pt x="254" y="1"/>
                  </a:moveTo>
                  <a:lnTo>
                    <a:pt x="2" y="2637"/>
                  </a:lnTo>
                  <a:lnTo>
                    <a:pt x="0" y="2637"/>
                  </a:lnTo>
                  <a:cubicBezTo>
                    <a:pt x="241" y="2935"/>
                    <a:pt x="1011" y="3366"/>
                    <a:pt x="1583" y="3366"/>
                  </a:cubicBezTo>
                  <a:cubicBezTo>
                    <a:pt x="1944" y="3366"/>
                    <a:pt x="2226" y="3195"/>
                    <a:pt x="2250" y="2714"/>
                  </a:cubicBezTo>
                  <a:lnTo>
                    <a:pt x="2104" y="2053"/>
                  </a:lnTo>
                  <a:lnTo>
                    <a:pt x="1946" y="1332"/>
                  </a:lnTo>
                  <a:lnTo>
                    <a:pt x="1834" y="8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4075600" y="2190750"/>
              <a:ext cx="39100" cy="40400"/>
            </a:xfrm>
            <a:custGeom>
              <a:avLst/>
              <a:gdLst/>
              <a:ahLst/>
              <a:cxnLst/>
              <a:rect l="l" t="t" r="r" b="b"/>
              <a:pathLst>
                <a:path w="1564" h="1616" extrusionOk="0">
                  <a:moveTo>
                    <a:pt x="1" y="1"/>
                  </a:moveTo>
                  <a:cubicBezTo>
                    <a:pt x="676" y="1181"/>
                    <a:pt x="1305" y="1615"/>
                    <a:pt x="1537" y="1615"/>
                  </a:cubicBezTo>
                  <a:cubicBezTo>
                    <a:pt x="1546" y="1615"/>
                    <a:pt x="1555" y="1614"/>
                    <a:pt x="1564" y="1613"/>
                  </a:cubicBezTo>
                  <a:lnTo>
                    <a:pt x="1318" y="4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4027475" y="2100575"/>
              <a:ext cx="114175" cy="102875"/>
            </a:xfrm>
            <a:custGeom>
              <a:avLst/>
              <a:gdLst/>
              <a:ahLst/>
              <a:cxnLst/>
              <a:rect l="l" t="t" r="r" b="b"/>
              <a:pathLst>
                <a:path w="4567" h="4115" extrusionOk="0">
                  <a:moveTo>
                    <a:pt x="2755" y="1"/>
                  </a:moveTo>
                  <a:cubicBezTo>
                    <a:pt x="2692" y="1"/>
                    <a:pt x="2630" y="3"/>
                    <a:pt x="2567" y="9"/>
                  </a:cubicBezTo>
                  <a:cubicBezTo>
                    <a:pt x="0" y="241"/>
                    <a:pt x="741" y="1761"/>
                    <a:pt x="1022" y="2462"/>
                  </a:cubicBezTo>
                  <a:cubicBezTo>
                    <a:pt x="1217" y="2950"/>
                    <a:pt x="1377" y="3102"/>
                    <a:pt x="1797" y="3553"/>
                  </a:cubicBezTo>
                  <a:cubicBezTo>
                    <a:pt x="2166" y="3950"/>
                    <a:pt x="2743" y="4115"/>
                    <a:pt x="3040" y="4115"/>
                  </a:cubicBezTo>
                  <a:cubicBezTo>
                    <a:pt x="3046" y="4115"/>
                    <a:pt x="3051" y="4115"/>
                    <a:pt x="3056" y="4115"/>
                  </a:cubicBezTo>
                  <a:cubicBezTo>
                    <a:pt x="4119" y="4093"/>
                    <a:pt x="4567" y="3616"/>
                    <a:pt x="4294" y="2198"/>
                  </a:cubicBezTo>
                  <a:cubicBezTo>
                    <a:pt x="4123" y="1317"/>
                    <a:pt x="4320" y="796"/>
                    <a:pt x="4060" y="476"/>
                  </a:cubicBezTo>
                  <a:cubicBezTo>
                    <a:pt x="4042" y="461"/>
                    <a:pt x="4026" y="447"/>
                    <a:pt x="4009" y="434"/>
                  </a:cubicBezTo>
                  <a:cubicBezTo>
                    <a:pt x="3654" y="148"/>
                    <a:pt x="3209" y="1"/>
                    <a:pt x="2755" y="1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4032650" y="2096450"/>
              <a:ext cx="103325" cy="62350"/>
            </a:xfrm>
            <a:custGeom>
              <a:avLst/>
              <a:gdLst/>
              <a:ahLst/>
              <a:cxnLst/>
              <a:rect l="l" t="t" r="r" b="b"/>
              <a:pathLst>
                <a:path w="4133" h="2494" extrusionOk="0">
                  <a:moveTo>
                    <a:pt x="2383" y="0"/>
                  </a:moveTo>
                  <a:cubicBezTo>
                    <a:pt x="1591" y="0"/>
                    <a:pt x="678" y="249"/>
                    <a:pt x="390" y="591"/>
                  </a:cubicBezTo>
                  <a:cubicBezTo>
                    <a:pt x="1" y="1053"/>
                    <a:pt x="589" y="2472"/>
                    <a:pt x="589" y="2472"/>
                  </a:cubicBezTo>
                  <a:cubicBezTo>
                    <a:pt x="589" y="2472"/>
                    <a:pt x="716" y="2493"/>
                    <a:pt x="880" y="2493"/>
                  </a:cubicBezTo>
                  <a:cubicBezTo>
                    <a:pt x="1069" y="2493"/>
                    <a:pt x="1307" y="2465"/>
                    <a:pt x="1455" y="2341"/>
                  </a:cubicBezTo>
                  <a:cubicBezTo>
                    <a:pt x="1729" y="2111"/>
                    <a:pt x="1462" y="1692"/>
                    <a:pt x="1712" y="1692"/>
                  </a:cubicBezTo>
                  <a:cubicBezTo>
                    <a:pt x="1714" y="1692"/>
                    <a:pt x="1716" y="1692"/>
                    <a:pt x="1719" y="1692"/>
                  </a:cubicBezTo>
                  <a:cubicBezTo>
                    <a:pt x="1733" y="1693"/>
                    <a:pt x="1747" y="1693"/>
                    <a:pt x="1761" y="1693"/>
                  </a:cubicBezTo>
                  <a:cubicBezTo>
                    <a:pt x="2580" y="1693"/>
                    <a:pt x="1723" y="955"/>
                    <a:pt x="2025" y="955"/>
                  </a:cubicBezTo>
                  <a:cubicBezTo>
                    <a:pt x="2032" y="955"/>
                    <a:pt x="2040" y="956"/>
                    <a:pt x="2049" y="956"/>
                  </a:cubicBezTo>
                  <a:cubicBezTo>
                    <a:pt x="2380" y="989"/>
                    <a:pt x="2791" y="1167"/>
                    <a:pt x="3121" y="1167"/>
                  </a:cubicBezTo>
                  <a:cubicBezTo>
                    <a:pt x="3162" y="1167"/>
                    <a:pt x="3202" y="1164"/>
                    <a:pt x="3240" y="1158"/>
                  </a:cubicBezTo>
                  <a:cubicBezTo>
                    <a:pt x="3240" y="1158"/>
                    <a:pt x="2920" y="962"/>
                    <a:pt x="2917" y="736"/>
                  </a:cubicBezTo>
                  <a:lnTo>
                    <a:pt x="2917" y="736"/>
                  </a:lnTo>
                  <a:cubicBezTo>
                    <a:pt x="2917" y="736"/>
                    <a:pt x="3623" y="1234"/>
                    <a:pt x="4045" y="1234"/>
                  </a:cubicBezTo>
                  <a:cubicBezTo>
                    <a:pt x="4076" y="1234"/>
                    <a:pt x="4105" y="1231"/>
                    <a:pt x="4132" y="1226"/>
                  </a:cubicBezTo>
                  <a:cubicBezTo>
                    <a:pt x="4132" y="1226"/>
                    <a:pt x="3971" y="355"/>
                    <a:pt x="3137" y="97"/>
                  </a:cubicBezTo>
                  <a:cubicBezTo>
                    <a:pt x="2922" y="30"/>
                    <a:pt x="2660" y="0"/>
                    <a:pt x="2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4110525" y="2183325"/>
              <a:ext cx="9825" cy="3300"/>
            </a:xfrm>
            <a:custGeom>
              <a:avLst/>
              <a:gdLst/>
              <a:ahLst/>
              <a:cxnLst/>
              <a:rect l="l" t="t" r="r" b="b"/>
              <a:pathLst>
                <a:path w="393" h="132" extrusionOk="0">
                  <a:moveTo>
                    <a:pt x="329" y="0"/>
                  </a:moveTo>
                  <a:cubicBezTo>
                    <a:pt x="323" y="0"/>
                    <a:pt x="317" y="2"/>
                    <a:pt x="310" y="5"/>
                  </a:cubicBezTo>
                  <a:cubicBezTo>
                    <a:pt x="270" y="24"/>
                    <a:pt x="226" y="40"/>
                    <a:pt x="183" y="40"/>
                  </a:cubicBezTo>
                  <a:cubicBezTo>
                    <a:pt x="153" y="40"/>
                    <a:pt x="124" y="32"/>
                    <a:pt x="96" y="12"/>
                  </a:cubicBezTo>
                  <a:cubicBezTo>
                    <a:pt x="87" y="6"/>
                    <a:pt x="78" y="3"/>
                    <a:pt x="69" y="3"/>
                  </a:cubicBezTo>
                  <a:cubicBezTo>
                    <a:pt x="31" y="3"/>
                    <a:pt x="0" y="56"/>
                    <a:pt x="39" y="85"/>
                  </a:cubicBezTo>
                  <a:cubicBezTo>
                    <a:pt x="85" y="117"/>
                    <a:pt x="134" y="131"/>
                    <a:pt x="184" y="131"/>
                  </a:cubicBezTo>
                  <a:cubicBezTo>
                    <a:pt x="239" y="131"/>
                    <a:pt x="294" y="115"/>
                    <a:pt x="346" y="90"/>
                  </a:cubicBezTo>
                  <a:cubicBezTo>
                    <a:pt x="392" y="68"/>
                    <a:pt x="371" y="0"/>
                    <a:pt x="329" y="0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4085950" y="2157825"/>
              <a:ext cx="13775" cy="7125"/>
            </a:xfrm>
            <a:custGeom>
              <a:avLst/>
              <a:gdLst/>
              <a:ahLst/>
              <a:cxnLst/>
              <a:rect l="l" t="t" r="r" b="b"/>
              <a:pathLst>
                <a:path w="551" h="285" extrusionOk="0">
                  <a:moveTo>
                    <a:pt x="322" y="1"/>
                  </a:moveTo>
                  <a:cubicBezTo>
                    <a:pt x="301" y="1"/>
                    <a:pt x="279" y="2"/>
                    <a:pt x="257" y="5"/>
                  </a:cubicBezTo>
                  <a:cubicBezTo>
                    <a:pt x="113" y="24"/>
                    <a:pt x="1" y="101"/>
                    <a:pt x="11" y="177"/>
                  </a:cubicBezTo>
                  <a:cubicBezTo>
                    <a:pt x="20" y="241"/>
                    <a:pt x="112" y="285"/>
                    <a:pt x="229" y="285"/>
                  </a:cubicBezTo>
                  <a:cubicBezTo>
                    <a:pt x="250" y="285"/>
                    <a:pt x="272" y="283"/>
                    <a:pt x="294" y="280"/>
                  </a:cubicBezTo>
                  <a:cubicBezTo>
                    <a:pt x="438" y="262"/>
                    <a:pt x="550" y="185"/>
                    <a:pt x="540" y="109"/>
                  </a:cubicBezTo>
                  <a:cubicBezTo>
                    <a:pt x="531" y="44"/>
                    <a:pt x="439" y="1"/>
                    <a:pt x="322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4124050" y="2154950"/>
              <a:ext cx="11675" cy="7100"/>
            </a:xfrm>
            <a:custGeom>
              <a:avLst/>
              <a:gdLst/>
              <a:ahLst/>
              <a:cxnLst/>
              <a:rect l="l" t="t" r="r" b="b"/>
              <a:pathLst>
                <a:path w="467" h="284" extrusionOk="0">
                  <a:moveTo>
                    <a:pt x="318" y="1"/>
                  </a:moveTo>
                  <a:cubicBezTo>
                    <a:pt x="299" y="1"/>
                    <a:pt x="278" y="2"/>
                    <a:pt x="257" y="4"/>
                  </a:cubicBezTo>
                  <a:cubicBezTo>
                    <a:pt x="111" y="23"/>
                    <a:pt x="1" y="100"/>
                    <a:pt x="10" y="177"/>
                  </a:cubicBezTo>
                  <a:cubicBezTo>
                    <a:pt x="18" y="241"/>
                    <a:pt x="110" y="284"/>
                    <a:pt x="228" y="284"/>
                  </a:cubicBezTo>
                  <a:cubicBezTo>
                    <a:pt x="249" y="284"/>
                    <a:pt x="270" y="282"/>
                    <a:pt x="292" y="279"/>
                  </a:cubicBezTo>
                  <a:cubicBezTo>
                    <a:pt x="360" y="271"/>
                    <a:pt x="421" y="249"/>
                    <a:pt x="466" y="222"/>
                  </a:cubicBezTo>
                  <a:cubicBezTo>
                    <a:pt x="456" y="156"/>
                    <a:pt x="444" y="91"/>
                    <a:pt x="431" y="23"/>
                  </a:cubicBezTo>
                  <a:cubicBezTo>
                    <a:pt x="431" y="20"/>
                    <a:pt x="430" y="17"/>
                    <a:pt x="430" y="14"/>
                  </a:cubicBezTo>
                  <a:cubicBezTo>
                    <a:pt x="398" y="6"/>
                    <a:pt x="359" y="1"/>
                    <a:pt x="318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4098200" y="2144900"/>
              <a:ext cx="5350" cy="6525"/>
            </a:xfrm>
            <a:custGeom>
              <a:avLst/>
              <a:gdLst/>
              <a:ahLst/>
              <a:cxnLst/>
              <a:rect l="l" t="t" r="r" b="b"/>
              <a:pathLst>
                <a:path w="214" h="261" extrusionOk="0">
                  <a:moveTo>
                    <a:pt x="99" y="0"/>
                  </a:moveTo>
                  <a:cubicBezTo>
                    <a:pt x="96" y="0"/>
                    <a:pt x="93" y="0"/>
                    <a:pt x="90" y="1"/>
                  </a:cubicBezTo>
                  <a:cubicBezTo>
                    <a:pt x="37" y="8"/>
                    <a:pt x="1" y="72"/>
                    <a:pt x="9" y="143"/>
                  </a:cubicBezTo>
                  <a:cubicBezTo>
                    <a:pt x="19" y="210"/>
                    <a:pt x="64" y="261"/>
                    <a:pt x="114" y="261"/>
                  </a:cubicBezTo>
                  <a:cubicBezTo>
                    <a:pt x="117" y="261"/>
                    <a:pt x="120" y="260"/>
                    <a:pt x="124" y="260"/>
                  </a:cubicBezTo>
                  <a:cubicBezTo>
                    <a:pt x="177" y="254"/>
                    <a:pt x="214" y="190"/>
                    <a:pt x="203" y="118"/>
                  </a:cubicBezTo>
                  <a:cubicBezTo>
                    <a:pt x="195" y="51"/>
                    <a:pt x="149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4120125" y="2143100"/>
              <a:ext cx="5300" cy="6550"/>
            </a:xfrm>
            <a:custGeom>
              <a:avLst/>
              <a:gdLst/>
              <a:ahLst/>
              <a:cxnLst/>
              <a:rect l="l" t="t" r="r" b="b"/>
              <a:pathLst>
                <a:path w="212" h="262" extrusionOk="0">
                  <a:moveTo>
                    <a:pt x="100" y="1"/>
                  </a:moveTo>
                  <a:cubicBezTo>
                    <a:pt x="97" y="1"/>
                    <a:pt x="93" y="1"/>
                    <a:pt x="90" y="2"/>
                  </a:cubicBezTo>
                  <a:cubicBezTo>
                    <a:pt x="36" y="7"/>
                    <a:pt x="0" y="71"/>
                    <a:pt x="9" y="144"/>
                  </a:cubicBezTo>
                  <a:cubicBezTo>
                    <a:pt x="17" y="211"/>
                    <a:pt x="64" y="261"/>
                    <a:pt x="115" y="261"/>
                  </a:cubicBezTo>
                  <a:cubicBezTo>
                    <a:pt x="118" y="261"/>
                    <a:pt x="120" y="261"/>
                    <a:pt x="123" y="261"/>
                  </a:cubicBezTo>
                  <a:cubicBezTo>
                    <a:pt x="177" y="254"/>
                    <a:pt x="212" y="190"/>
                    <a:pt x="203" y="119"/>
                  </a:cubicBezTo>
                  <a:cubicBezTo>
                    <a:pt x="195" y="51"/>
                    <a:pt x="150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4089325" y="2133950"/>
              <a:ext cx="15100" cy="9975"/>
            </a:xfrm>
            <a:custGeom>
              <a:avLst/>
              <a:gdLst/>
              <a:ahLst/>
              <a:cxnLst/>
              <a:rect l="l" t="t" r="r" b="b"/>
              <a:pathLst>
                <a:path w="604" h="399" extrusionOk="0">
                  <a:moveTo>
                    <a:pt x="400" y="1"/>
                  </a:moveTo>
                  <a:cubicBezTo>
                    <a:pt x="222" y="1"/>
                    <a:pt x="62" y="118"/>
                    <a:pt x="17" y="299"/>
                  </a:cubicBezTo>
                  <a:cubicBezTo>
                    <a:pt x="1" y="363"/>
                    <a:pt x="50" y="399"/>
                    <a:pt x="101" y="399"/>
                  </a:cubicBezTo>
                  <a:cubicBezTo>
                    <a:pt x="143" y="399"/>
                    <a:pt x="185" y="376"/>
                    <a:pt x="198" y="326"/>
                  </a:cubicBezTo>
                  <a:cubicBezTo>
                    <a:pt x="222" y="228"/>
                    <a:pt x="314" y="186"/>
                    <a:pt x="405" y="186"/>
                  </a:cubicBezTo>
                  <a:cubicBezTo>
                    <a:pt x="428" y="186"/>
                    <a:pt x="451" y="188"/>
                    <a:pt x="473" y="194"/>
                  </a:cubicBezTo>
                  <a:lnTo>
                    <a:pt x="472" y="194"/>
                  </a:lnTo>
                  <a:cubicBezTo>
                    <a:pt x="480" y="196"/>
                    <a:pt x="488" y="197"/>
                    <a:pt x="495" y="197"/>
                  </a:cubicBezTo>
                  <a:cubicBezTo>
                    <a:pt x="590" y="197"/>
                    <a:pt x="604" y="38"/>
                    <a:pt x="498" y="13"/>
                  </a:cubicBezTo>
                  <a:cubicBezTo>
                    <a:pt x="465" y="5"/>
                    <a:pt x="432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4115550" y="2130975"/>
              <a:ext cx="16425" cy="9050"/>
            </a:xfrm>
            <a:custGeom>
              <a:avLst/>
              <a:gdLst/>
              <a:ahLst/>
              <a:cxnLst/>
              <a:rect l="l" t="t" r="r" b="b"/>
              <a:pathLst>
                <a:path w="657" h="362" extrusionOk="0">
                  <a:moveTo>
                    <a:pt x="225" y="0"/>
                  </a:moveTo>
                  <a:cubicBezTo>
                    <a:pt x="185" y="0"/>
                    <a:pt x="143" y="8"/>
                    <a:pt x="99" y="24"/>
                  </a:cubicBezTo>
                  <a:cubicBezTo>
                    <a:pt x="1" y="62"/>
                    <a:pt x="47" y="201"/>
                    <a:pt x="136" y="201"/>
                  </a:cubicBezTo>
                  <a:cubicBezTo>
                    <a:pt x="147" y="201"/>
                    <a:pt x="158" y="199"/>
                    <a:pt x="170" y="194"/>
                  </a:cubicBezTo>
                  <a:cubicBezTo>
                    <a:pt x="190" y="186"/>
                    <a:pt x="210" y="183"/>
                    <a:pt x="229" y="183"/>
                  </a:cubicBezTo>
                  <a:cubicBezTo>
                    <a:pt x="327" y="183"/>
                    <a:pt x="409" y="272"/>
                    <a:pt x="477" y="337"/>
                  </a:cubicBezTo>
                  <a:cubicBezTo>
                    <a:pt x="495" y="354"/>
                    <a:pt x="513" y="361"/>
                    <a:pt x="531" y="361"/>
                  </a:cubicBezTo>
                  <a:cubicBezTo>
                    <a:pt x="600" y="361"/>
                    <a:pt x="657" y="256"/>
                    <a:pt x="590" y="191"/>
                  </a:cubicBezTo>
                  <a:cubicBezTo>
                    <a:pt x="483" y="90"/>
                    <a:pt x="364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4111100" y="2151350"/>
              <a:ext cx="8775" cy="12825"/>
            </a:xfrm>
            <a:custGeom>
              <a:avLst/>
              <a:gdLst/>
              <a:ahLst/>
              <a:cxnLst/>
              <a:rect l="l" t="t" r="r" b="b"/>
              <a:pathLst>
                <a:path w="351" h="513" extrusionOk="0">
                  <a:moveTo>
                    <a:pt x="62" y="0"/>
                  </a:moveTo>
                  <a:cubicBezTo>
                    <a:pt x="57" y="0"/>
                    <a:pt x="52" y="1"/>
                    <a:pt x="47" y="3"/>
                  </a:cubicBezTo>
                  <a:cubicBezTo>
                    <a:pt x="24" y="12"/>
                    <a:pt x="11" y="38"/>
                    <a:pt x="19" y="61"/>
                  </a:cubicBezTo>
                  <a:cubicBezTo>
                    <a:pt x="22" y="70"/>
                    <a:pt x="89" y="248"/>
                    <a:pt x="229" y="367"/>
                  </a:cubicBezTo>
                  <a:cubicBezTo>
                    <a:pt x="192" y="389"/>
                    <a:pt x="129" y="416"/>
                    <a:pt x="44" y="422"/>
                  </a:cubicBezTo>
                  <a:cubicBezTo>
                    <a:pt x="19" y="425"/>
                    <a:pt x="0" y="447"/>
                    <a:pt x="2" y="471"/>
                  </a:cubicBezTo>
                  <a:cubicBezTo>
                    <a:pt x="3" y="494"/>
                    <a:pt x="22" y="512"/>
                    <a:pt x="45" y="512"/>
                  </a:cubicBezTo>
                  <a:cubicBezTo>
                    <a:pt x="46" y="512"/>
                    <a:pt x="48" y="512"/>
                    <a:pt x="50" y="512"/>
                  </a:cubicBezTo>
                  <a:cubicBezTo>
                    <a:pt x="105" y="509"/>
                    <a:pt x="152" y="497"/>
                    <a:pt x="192" y="483"/>
                  </a:cubicBezTo>
                  <a:lnTo>
                    <a:pt x="190" y="483"/>
                  </a:lnTo>
                  <a:cubicBezTo>
                    <a:pt x="286" y="450"/>
                    <a:pt x="334" y="402"/>
                    <a:pt x="336" y="399"/>
                  </a:cubicBezTo>
                  <a:cubicBezTo>
                    <a:pt x="347" y="389"/>
                    <a:pt x="351" y="376"/>
                    <a:pt x="349" y="363"/>
                  </a:cubicBezTo>
                  <a:cubicBezTo>
                    <a:pt x="348" y="348"/>
                    <a:pt x="341" y="337"/>
                    <a:pt x="329" y="329"/>
                  </a:cubicBezTo>
                  <a:cubicBezTo>
                    <a:pt x="180" y="234"/>
                    <a:pt x="105" y="32"/>
                    <a:pt x="105" y="31"/>
                  </a:cubicBezTo>
                  <a:cubicBezTo>
                    <a:pt x="98" y="12"/>
                    <a:pt x="8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4101350" y="2167650"/>
              <a:ext cx="24575" cy="13325"/>
            </a:xfrm>
            <a:custGeom>
              <a:avLst/>
              <a:gdLst/>
              <a:ahLst/>
              <a:cxnLst/>
              <a:rect l="l" t="t" r="r" b="b"/>
              <a:pathLst>
                <a:path w="983" h="533" extrusionOk="0">
                  <a:moveTo>
                    <a:pt x="977" y="0"/>
                  </a:moveTo>
                  <a:lnTo>
                    <a:pt x="977" y="0"/>
                  </a:lnTo>
                  <a:cubicBezTo>
                    <a:pt x="977" y="0"/>
                    <a:pt x="801" y="55"/>
                    <a:pt x="465" y="55"/>
                  </a:cubicBezTo>
                  <a:cubicBezTo>
                    <a:pt x="335" y="55"/>
                    <a:pt x="179" y="47"/>
                    <a:pt x="1" y="24"/>
                  </a:cubicBezTo>
                  <a:lnTo>
                    <a:pt x="1" y="24"/>
                  </a:lnTo>
                  <a:cubicBezTo>
                    <a:pt x="1" y="24"/>
                    <a:pt x="111" y="532"/>
                    <a:pt x="519" y="532"/>
                  </a:cubicBezTo>
                  <a:cubicBezTo>
                    <a:pt x="541" y="532"/>
                    <a:pt x="565" y="531"/>
                    <a:pt x="589" y="528"/>
                  </a:cubicBezTo>
                  <a:cubicBezTo>
                    <a:pt x="983" y="474"/>
                    <a:pt x="977" y="0"/>
                    <a:pt x="9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4049125" y="2144750"/>
              <a:ext cx="31175" cy="34300"/>
            </a:xfrm>
            <a:custGeom>
              <a:avLst/>
              <a:gdLst/>
              <a:ahLst/>
              <a:cxnLst/>
              <a:rect l="l" t="t" r="r" b="b"/>
              <a:pathLst>
                <a:path w="1247" h="1372" extrusionOk="0">
                  <a:moveTo>
                    <a:pt x="429" y="0"/>
                  </a:moveTo>
                  <a:cubicBezTo>
                    <a:pt x="404" y="0"/>
                    <a:pt x="380" y="3"/>
                    <a:pt x="357" y="9"/>
                  </a:cubicBezTo>
                  <a:cubicBezTo>
                    <a:pt x="4" y="105"/>
                    <a:pt x="1" y="431"/>
                    <a:pt x="77" y="751"/>
                  </a:cubicBezTo>
                  <a:cubicBezTo>
                    <a:pt x="143" y="1032"/>
                    <a:pt x="355" y="1371"/>
                    <a:pt x="700" y="1371"/>
                  </a:cubicBezTo>
                  <a:cubicBezTo>
                    <a:pt x="751" y="1371"/>
                    <a:pt x="805" y="1364"/>
                    <a:pt x="861" y="1348"/>
                  </a:cubicBezTo>
                  <a:cubicBezTo>
                    <a:pt x="1081" y="1286"/>
                    <a:pt x="1176" y="1128"/>
                    <a:pt x="1207" y="971"/>
                  </a:cubicBezTo>
                  <a:cubicBezTo>
                    <a:pt x="1247" y="779"/>
                    <a:pt x="1186" y="580"/>
                    <a:pt x="1058" y="431"/>
                  </a:cubicBezTo>
                  <a:cubicBezTo>
                    <a:pt x="910" y="256"/>
                    <a:pt x="654" y="0"/>
                    <a:pt x="429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4054600" y="2152125"/>
              <a:ext cx="14500" cy="18350"/>
            </a:xfrm>
            <a:custGeom>
              <a:avLst/>
              <a:gdLst/>
              <a:ahLst/>
              <a:cxnLst/>
              <a:rect l="l" t="t" r="r" b="b"/>
              <a:pathLst>
                <a:path w="580" h="734" extrusionOk="0">
                  <a:moveTo>
                    <a:pt x="149" y="0"/>
                  </a:moveTo>
                  <a:cubicBezTo>
                    <a:pt x="114" y="0"/>
                    <a:pt x="78" y="7"/>
                    <a:pt x="42" y="23"/>
                  </a:cubicBezTo>
                  <a:cubicBezTo>
                    <a:pt x="1" y="42"/>
                    <a:pt x="27" y="98"/>
                    <a:pt x="66" y="98"/>
                  </a:cubicBezTo>
                  <a:cubicBezTo>
                    <a:pt x="72" y="98"/>
                    <a:pt x="78" y="97"/>
                    <a:pt x="84" y="94"/>
                  </a:cubicBezTo>
                  <a:cubicBezTo>
                    <a:pt x="108" y="84"/>
                    <a:pt x="131" y="79"/>
                    <a:pt x="153" y="79"/>
                  </a:cubicBezTo>
                  <a:cubicBezTo>
                    <a:pt x="271" y="79"/>
                    <a:pt x="380" y="202"/>
                    <a:pt x="428" y="294"/>
                  </a:cubicBezTo>
                  <a:cubicBezTo>
                    <a:pt x="490" y="417"/>
                    <a:pt x="496" y="558"/>
                    <a:pt x="492" y="694"/>
                  </a:cubicBezTo>
                  <a:cubicBezTo>
                    <a:pt x="491" y="720"/>
                    <a:pt x="511" y="733"/>
                    <a:pt x="532" y="733"/>
                  </a:cubicBezTo>
                  <a:cubicBezTo>
                    <a:pt x="553" y="733"/>
                    <a:pt x="573" y="720"/>
                    <a:pt x="574" y="694"/>
                  </a:cubicBezTo>
                  <a:cubicBezTo>
                    <a:pt x="580" y="498"/>
                    <a:pt x="557" y="290"/>
                    <a:pt x="419" y="137"/>
                  </a:cubicBezTo>
                  <a:cubicBezTo>
                    <a:pt x="348" y="59"/>
                    <a:pt x="25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3864450" y="2152325"/>
              <a:ext cx="643650" cy="397300"/>
            </a:xfrm>
            <a:custGeom>
              <a:avLst/>
              <a:gdLst/>
              <a:ahLst/>
              <a:cxnLst/>
              <a:rect l="l" t="t" r="r" b="b"/>
              <a:pathLst>
                <a:path w="25746" h="15892" extrusionOk="0">
                  <a:moveTo>
                    <a:pt x="24591" y="1"/>
                  </a:moveTo>
                  <a:lnTo>
                    <a:pt x="1" y="13840"/>
                  </a:lnTo>
                  <a:lnTo>
                    <a:pt x="1154" y="15891"/>
                  </a:lnTo>
                  <a:lnTo>
                    <a:pt x="25745" y="2052"/>
                  </a:lnTo>
                  <a:lnTo>
                    <a:pt x="24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3821550" y="2492800"/>
              <a:ext cx="81800" cy="77675"/>
            </a:xfrm>
            <a:custGeom>
              <a:avLst/>
              <a:gdLst/>
              <a:ahLst/>
              <a:cxnLst/>
              <a:rect l="l" t="t" r="r" b="b"/>
              <a:pathLst>
                <a:path w="3272" h="3107" extrusionOk="0">
                  <a:moveTo>
                    <a:pt x="2228" y="1"/>
                  </a:moveTo>
                  <a:lnTo>
                    <a:pt x="0" y="1255"/>
                  </a:lnTo>
                  <a:lnTo>
                    <a:pt x="1043" y="3107"/>
                  </a:lnTo>
                  <a:lnTo>
                    <a:pt x="3271" y="1853"/>
                  </a:lnTo>
                  <a:lnTo>
                    <a:pt x="22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3944825" y="2451950"/>
              <a:ext cx="119600" cy="68900"/>
            </a:xfrm>
            <a:custGeom>
              <a:avLst/>
              <a:gdLst/>
              <a:ahLst/>
              <a:cxnLst/>
              <a:rect l="l" t="t" r="r" b="b"/>
              <a:pathLst>
                <a:path w="4784" h="2756" extrusionOk="0">
                  <a:moveTo>
                    <a:pt x="4052" y="0"/>
                  </a:moveTo>
                  <a:cubicBezTo>
                    <a:pt x="4015" y="0"/>
                    <a:pt x="3978" y="1"/>
                    <a:pt x="3941" y="2"/>
                  </a:cubicBezTo>
                  <a:cubicBezTo>
                    <a:pt x="2937" y="27"/>
                    <a:pt x="1958" y="390"/>
                    <a:pt x="1200" y="1052"/>
                  </a:cubicBezTo>
                  <a:cubicBezTo>
                    <a:pt x="670" y="1516"/>
                    <a:pt x="258" y="2104"/>
                    <a:pt x="0" y="2756"/>
                  </a:cubicBezTo>
                  <a:lnTo>
                    <a:pt x="150" y="2672"/>
                  </a:lnTo>
                  <a:cubicBezTo>
                    <a:pt x="232" y="2479"/>
                    <a:pt x="329" y="2292"/>
                    <a:pt x="441" y="2113"/>
                  </a:cubicBezTo>
                  <a:cubicBezTo>
                    <a:pt x="964" y="1268"/>
                    <a:pt x="1772" y="616"/>
                    <a:pt x="2720" y="313"/>
                  </a:cubicBezTo>
                  <a:cubicBezTo>
                    <a:pt x="3147" y="177"/>
                    <a:pt x="3593" y="109"/>
                    <a:pt x="4038" y="109"/>
                  </a:cubicBezTo>
                  <a:cubicBezTo>
                    <a:pt x="4237" y="109"/>
                    <a:pt x="4435" y="122"/>
                    <a:pt x="4632" y="150"/>
                  </a:cubicBezTo>
                  <a:lnTo>
                    <a:pt x="4784" y="63"/>
                  </a:lnTo>
                  <a:cubicBezTo>
                    <a:pt x="4542" y="21"/>
                    <a:pt x="4298" y="0"/>
                    <a:pt x="4052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3947350" y="2396825"/>
              <a:ext cx="191150" cy="57400"/>
            </a:xfrm>
            <a:custGeom>
              <a:avLst/>
              <a:gdLst/>
              <a:ahLst/>
              <a:cxnLst/>
              <a:rect l="l" t="t" r="r" b="b"/>
              <a:pathLst>
                <a:path w="7646" h="2296" extrusionOk="0">
                  <a:moveTo>
                    <a:pt x="5931" y="0"/>
                  </a:moveTo>
                  <a:cubicBezTo>
                    <a:pt x="5590" y="0"/>
                    <a:pt x="5250" y="65"/>
                    <a:pt x="4935" y="199"/>
                  </a:cubicBezTo>
                  <a:cubicBezTo>
                    <a:pt x="4247" y="492"/>
                    <a:pt x="3731" y="1057"/>
                    <a:pt x="3127" y="1478"/>
                  </a:cubicBezTo>
                  <a:cubicBezTo>
                    <a:pt x="2459" y="1945"/>
                    <a:pt x="1657" y="2187"/>
                    <a:pt x="854" y="2187"/>
                  </a:cubicBezTo>
                  <a:cubicBezTo>
                    <a:pt x="616" y="2187"/>
                    <a:pt x="378" y="2166"/>
                    <a:pt x="143" y="2123"/>
                  </a:cubicBezTo>
                  <a:lnTo>
                    <a:pt x="1" y="2203"/>
                  </a:lnTo>
                  <a:cubicBezTo>
                    <a:pt x="284" y="2264"/>
                    <a:pt x="574" y="2295"/>
                    <a:pt x="864" y="2295"/>
                  </a:cubicBezTo>
                  <a:cubicBezTo>
                    <a:pt x="995" y="2295"/>
                    <a:pt x="1126" y="2289"/>
                    <a:pt x="1257" y="2276"/>
                  </a:cubicBezTo>
                  <a:cubicBezTo>
                    <a:pt x="1842" y="2218"/>
                    <a:pt x="2417" y="2040"/>
                    <a:pt x="2923" y="1739"/>
                  </a:cubicBezTo>
                  <a:cubicBezTo>
                    <a:pt x="3556" y="1361"/>
                    <a:pt x="4054" y="799"/>
                    <a:pt x="4696" y="435"/>
                  </a:cubicBezTo>
                  <a:cubicBezTo>
                    <a:pt x="5082" y="218"/>
                    <a:pt x="5511" y="113"/>
                    <a:pt x="5939" y="113"/>
                  </a:cubicBezTo>
                  <a:cubicBezTo>
                    <a:pt x="6514" y="113"/>
                    <a:pt x="7086" y="302"/>
                    <a:pt x="7544" y="658"/>
                  </a:cubicBezTo>
                  <a:lnTo>
                    <a:pt x="7646" y="602"/>
                  </a:lnTo>
                  <a:cubicBezTo>
                    <a:pt x="7312" y="332"/>
                    <a:pt x="6915" y="147"/>
                    <a:pt x="6492" y="59"/>
                  </a:cubicBezTo>
                  <a:cubicBezTo>
                    <a:pt x="6308" y="20"/>
                    <a:pt x="6119" y="0"/>
                    <a:pt x="5931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4089375" y="2315275"/>
              <a:ext cx="100800" cy="63475"/>
            </a:xfrm>
            <a:custGeom>
              <a:avLst/>
              <a:gdLst/>
              <a:ahLst/>
              <a:cxnLst/>
              <a:rect l="l" t="t" r="r" b="b"/>
              <a:pathLst>
                <a:path w="4032" h="2539" extrusionOk="0">
                  <a:moveTo>
                    <a:pt x="4032" y="0"/>
                  </a:moveTo>
                  <a:lnTo>
                    <a:pt x="3916" y="65"/>
                  </a:lnTo>
                  <a:cubicBezTo>
                    <a:pt x="3797" y="907"/>
                    <a:pt x="3292" y="1689"/>
                    <a:pt x="2537" y="2105"/>
                  </a:cubicBezTo>
                  <a:cubicBezTo>
                    <a:pt x="2138" y="2325"/>
                    <a:pt x="1689" y="2432"/>
                    <a:pt x="1241" y="2432"/>
                  </a:cubicBezTo>
                  <a:cubicBezTo>
                    <a:pt x="856" y="2432"/>
                    <a:pt x="472" y="2354"/>
                    <a:pt x="119" y="2202"/>
                  </a:cubicBezTo>
                  <a:lnTo>
                    <a:pt x="0" y="2269"/>
                  </a:lnTo>
                  <a:cubicBezTo>
                    <a:pt x="271" y="2393"/>
                    <a:pt x="559" y="2477"/>
                    <a:pt x="858" y="2515"/>
                  </a:cubicBezTo>
                  <a:cubicBezTo>
                    <a:pt x="981" y="2531"/>
                    <a:pt x="1105" y="2539"/>
                    <a:pt x="1228" y="2539"/>
                  </a:cubicBezTo>
                  <a:cubicBezTo>
                    <a:pt x="1941" y="2539"/>
                    <a:pt x="2641" y="2276"/>
                    <a:pt x="3161" y="1775"/>
                  </a:cubicBezTo>
                  <a:cubicBezTo>
                    <a:pt x="3648" y="1305"/>
                    <a:pt x="3959" y="668"/>
                    <a:pt x="4032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4180450" y="2287500"/>
              <a:ext cx="62325" cy="100450"/>
            </a:xfrm>
            <a:custGeom>
              <a:avLst/>
              <a:gdLst/>
              <a:ahLst/>
              <a:cxnLst/>
              <a:rect l="l" t="t" r="r" b="b"/>
              <a:pathLst>
                <a:path w="2493" h="4018" extrusionOk="0">
                  <a:moveTo>
                    <a:pt x="2363" y="0"/>
                  </a:moveTo>
                  <a:lnTo>
                    <a:pt x="2261" y="58"/>
                  </a:lnTo>
                  <a:cubicBezTo>
                    <a:pt x="2291" y="181"/>
                    <a:pt x="2303" y="309"/>
                    <a:pt x="2292" y="435"/>
                  </a:cubicBezTo>
                  <a:cubicBezTo>
                    <a:pt x="2239" y="1066"/>
                    <a:pt x="1791" y="1557"/>
                    <a:pt x="1349" y="1970"/>
                  </a:cubicBezTo>
                  <a:cubicBezTo>
                    <a:pt x="916" y="2373"/>
                    <a:pt x="427" y="2761"/>
                    <a:pt x="164" y="3307"/>
                  </a:cubicBezTo>
                  <a:cubicBezTo>
                    <a:pt x="59" y="3528"/>
                    <a:pt x="1" y="3780"/>
                    <a:pt x="24" y="4017"/>
                  </a:cubicBezTo>
                  <a:lnTo>
                    <a:pt x="116" y="3965"/>
                  </a:lnTo>
                  <a:cubicBezTo>
                    <a:pt x="102" y="3525"/>
                    <a:pt x="419" y="3039"/>
                    <a:pt x="702" y="2732"/>
                  </a:cubicBezTo>
                  <a:cubicBezTo>
                    <a:pt x="1126" y="2272"/>
                    <a:pt x="1652" y="1908"/>
                    <a:pt x="2022" y="1395"/>
                  </a:cubicBezTo>
                  <a:cubicBezTo>
                    <a:pt x="2303" y="1001"/>
                    <a:pt x="2492" y="484"/>
                    <a:pt x="2363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4258825" y="2290200"/>
              <a:ext cx="81050" cy="53800"/>
            </a:xfrm>
            <a:custGeom>
              <a:avLst/>
              <a:gdLst/>
              <a:ahLst/>
              <a:cxnLst/>
              <a:rect l="l" t="t" r="r" b="b"/>
              <a:pathLst>
                <a:path w="3242" h="2152" extrusionOk="0">
                  <a:moveTo>
                    <a:pt x="2074" y="0"/>
                  </a:moveTo>
                  <a:cubicBezTo>
                    <a:pt x="1724" y="0"/>
                    <a:pt x="1373" y="85"/>
                    <a:pt x="1062" y="261"/>
                  </a:cubicBezTo>
                  <a:cubicBezTo>
                    <a:pt x="395" y="641"/>
                    <a:pt x="1" y="1396"/>
                    <a:pt x="11" y="2152"/>
                  </a:cubicBezTo>
                  <a:lnTo>
                    <a:pt x="118" y="2093"/>
                  </a:lnTo>
                  <a:cubicBezTo>
                    <a:pt x="127" y="1394"/>
                    <a:pt x="499" y="703"/>
                    <a:pt x="1116" y="354"/>
                  </a:cubicBezTo>
                  <a:cubicBezTo>
                    <a:pt x="1411" y="187"/>
                    <a:pt x="1743" y="106"/>
                    <a:pt x="2077" y="106"/>
                  </a:cubicBezTo>
                  <a:cubicBezTo>
                    <a:pt x="2446" y="106"/>
                    <a:pt x="2816" y="205"/>
                    <a:pt x="3135" y="393"/>
                  </a:cubicBezTo>
                  <a:lnTo>
                    <a:pt x="3241" y="334"/>
                  </a:lnTo>
                  <a:cubicBezTo>
                    <a:pt x="2893" y="115"/>
                    <a:pt x="2484" y="0"/>
                    <a:pt x="2074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4281925" y="2244950"/>
              <a:ext cx="112225" cy="24300"/>
            </a:xfrm>
            <a:custGeom>
              <a:avLst/>
              <a:gdLst/>
              <a:ahLst/>
              <a:cxnLst/>
              <a:rect l="l" t="t" r="r" b="b"/>
              <a:pathLst>
                <a:path w="4489" h="972" extrusionOk="0">
                  <a:moveTo>
                    <a:pt x="3072" y="1"/>
                  </a:moveTo>
                  <a:cubicBezTo>
                    <a:pt x="2976" y="1"/>
                    <a:pt x="2878" y="10"/>
                    <a:pt x="2779" y="29"/>
                  </a:cubicBezTo>
                  <a:cubicBezTo>
                    <a:pt x="2190" y="142"/>
                    <a:pt x="1704" y="540"/>
                    <a:pt x="1113" y="658"/>
                  </a:cubicBezTo>
                  <a:cubicBezTo>
                    <a:pt x="938" y="693"/>
                    <a:pt x="759" y="711"/>
                    <a:pt x="580" y="711"/>
                  </a:cubicBezTo>
                  <a:cubicBezTo>
                    <a:pt x="464" y="711"/>
                    <a:pt x="348" y="703"/>
                    <a:pt x="234" y="688"/>
                  </a:cubicBezTo>
                  <a:cubicBezTo>
                    <a:pt x="202" y="684"/>
                    <a:pt x="169" y="678"/>
                    <a:pt x="136" y="672"/>
                  </a:cubicBezTo>
                  <a:lnTo>
                    <a:pt x="1" y="747"/>
                  </a:lnTo>
                  <a:cubicBezTo>
                    <a:pt x="118" y="779"/>
                    <a:pt x="240" y="798"/>
                    <a:pt x="351" y="807"/>
                  </a:cubicBezTo>
                  <a:cubicBezTo>
                    <a:pt x="425" y="813"/>
                    <a:pt x="498" y="816"/>
                    <a:pt x="571" y="816"/>
                  </a:cubicBezTo>
                  <a:cubicBezTo>
                    <a:pt x="1047" y="816"/>
                    <a:pt x="1501" y="688"/>
                    <a:pt x="1933" y="479"/>
                  </a:cubicBezTo>
                  <a:cubicBezTo>
                    <a:pt x="2324" y="291"/>
                    <a:pt x="2711" y="116"/>
                    <a:pt x="3117" y="116"/>
                  </a:cubicBezTo>
                  <a:cubicBezTo>
                    <a:pt x="3298" y="116"/>
                    <a:pt x="3484" y="151"/>
                    <a:pt x="3675" y="236"/>
                  </a:cubicBezTo>
                  <a:cubicBezTo>
                    <a:pt x="4008" y="385"/>
                    <a:pt x="4258" y="653"/>
                    <a:pt x="4399" y="972"/>
                  </a:cubicBezTo>
                  <a:lnTo>
                    <a:pt x="4489" y="923"/>
                  </a:lnTo>
                  <a:cubicBezTo>
                    <a:pt x="4238" y="381"/>
                    <a:pt x="3692" y="1"/>
                    <a:pt x="307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4356975" y="2220050"/>
              <a:ext cx="57475" cy="14000"/>
            </a:xfrm>
            <a:custGeom>
              <a:avLst/>
              <a:gdLst/>
              <a:ahLst/>
              <a:cxnLst/>
              <a:rect l="l" t="t" r="r" b="b"/>
              <a:pathLst>
                <a:path w="2299" h="560" extrusionOk="0">
                  <a:moveTo>
                    <a:pt x="96" y="1"/>
                  </a:moveTo>
                  <a:lnTo>
                    <a:pt x="0" y="54"/>
                  </a:lnTo>
                  <a:cubicBezTo>
                    <a:pt x="184" y="244"/>
                    <a:pt x="412" y="392"/>
                    <a:pt x="668" y="477"/>
                  </a:cubicBezTo>
                  <a:cubicBezTo>
                    <a:pt x="836" y="533"/>
                    <a:pt x="1010" y="560"/>
                    <a:pt x="1183" y="560"/>
                  </a:cubicBezTo>
                  <a:cubicBezTo>
                    <a:pt x="1566" y="560"/>
                    <a:pt x="1947" y="428"/>
                    <a:pt x="2255" y="190"/>
                  </a:cubicBezTo>
                  <a:cubicBezTo>
                    <a:pt x="2298" y="157"/>
                    <a:pt x="2260" y="103"/>
                    <a:pt x="2215" y="103"/>
                  </a:cubicBezTo>
                  <a:cubicBezTo>
                    <a:pt x="2203" y="103"/>
                    <a:pt x="2191" y="106"/>
                    <a:pt x="2179" y="115"/>
                  </a:cubicBezTo>
                  <a:cubicBezTo>
                    <a:pt x="1896" y="335"/>
                    <a:pt x="1542" y="453"/>
                    <a:pt x="1187" y="453"/>
                  </a:cubicBezTo>
                  <a:cubicBezTo>
                    <a:pt x="1022" y="453"/>
                    <a:pt x="856" y="427"/>
                    <a:pt x="697" y="374"/>
                  </a:cubicBezTo>
                  <a:cubicBezTo>
                    <a:pt x="467" y="299"/>
                    <a:pt x="263" y="169"/>
                    <a:pt x="96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3905675" y="2467550"/>
              <a:ext cx="26900" cy="59375"/>
            </a:xfrm>
            <a:custGeom>
              <a:avLst/>
              <a:gdLst/>
              <a:ahLst/>
              <a:cxnLst/>
              <a:rect l="l" t="t" r="r" b="b"/>
              <a:pathLst>
                <a:path w="1076" h="2375" extrusionOk="0">
                  <a:moveTo>
                    <a:pt x="554" y="1"/>
                  </a:moveTo>
                  <a:lnTo>
                    <a:pt x="461" y="53"/>
                  </a:lnTo>
                  <a:cubicBezTo>
                    <a:pt x="571" y="192"/>
                    <a:pt x="660" y="349"/>
                    <a:pt x="722" y="524"/>
                  </a:cubicBezTo>
                  <a:cubicBezTo>
                    <a:pt x="957" y="1190"/>
                    <a:pt x="700" y="1954"/>
                    <a:pt x="54" y="2275"/>
                  </a:cubicBezTo>
                  <a:cubicBezTo>
                    <a:pt x="0" y="2301"/>
                    <a:pt x="32" y="2374"/>
                    <a:pt x="81" y="2374"/>
                  </a:cubicBezTo>
                  <a:cubicBezTo>
                    <a:pt x="89" y="2374"/>
                    <a:pt x="98" y="2372"/>
                    <a:pt x="106" y="2368"/>
                  </a:cubicBezTo>
                  <a:cubicBezTo>
                    <a:pt x="791" y="2028"/>
                    <a:pt x="1075" y="1208"/>
                    <a:pt x="825" y="498"/>
                  </a:cubicBezTo>
                  <a:cubicBezTo>
                    <a:pt x="760" y="314"/>
                    <a:pt x="667" y="147"/>
                    <a:pt x="554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3903350" y="2324825"/>
              <a:ext cx="251775" cy="151850"/>
            </a:xfrm>
            <a:custGeom>
              <a:avLst/>
              <a:gdLst/>
              <a:ahLst/>
              <a:cxnLst/>
              <a:rect l="l" t="t" r="r" b="b"/>
              <a:pathLst>
                <a:path w="10071" h="6074" extrusionOk="0">
                  <a:moveTo>
                    <a:pt x="8487" y="1"/>
                  </a:moveTo>
                  <a:lnTo>
                    <a:pt x="432" y="4534"/>
                  </a:lnTo>
                  <a:lnTo>
                    <a:pt x="1" y="6073"/>
                  </a:lnTo>
                  <a:lnTo>
                    <a:pt x="1239" y="5377"/>
                  </a:lnTo>
                  <a:lnTo>
                    <a:pt x="1487" y="4491"/>
                  </a:lnTo>
                  <a:lnTo>
                    <a:pt x="8473" y="560"/>
                  </a:lnTo>
                  <a:lnTo>
                    <a:pt x="9401" y="784"/>
                  </a:lnTo>
                  <a:lnTo>
                    <a:pt x="10071" y="408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3855800" y="2478825"/>
              <a:ext cx="68400" cy="78325"/>
            </a:xfrm>
            <a:custGeom>
              <a:avLst/>
              <a:gdLst/>
              <a:ahLst/>
              <a:cxnLst/>
              <a:rect l="l" t="t" r="r" b="b"/>
              <a:pathLst>
                <a:path w="2736" h="3133" extrusionOk="0">
                  <a:moveTo>
                    <a:pt x="1423" y="0"/>
                  </a:moveTo>
                  <a:lnTo>
                    <a:pt x="1" y="800"/>
                  </a:lnTo>
                  <a:lnTo>
                    <a:pt x="1313" y="3132"/>
                  </a:lnTo>
                  <a:lnTo>
                    <a:pt x="2736" y="2331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4424350" y="2152475"/>
              <a:ext cx="84025" cy="82350"/>
            </a:xfrm>
            <a:custGeom>
              <a:avLst/>
              <a:gdLst/>
              <a:ahLst/>
              <a:cxnLst/>
              <a:rect l="l" t="t" r="r" b="b"/>
              <a:pathLst>
                <a:path w="3361" h="3294" extrusionOk="0">
                  <a:moveTo>
                    <a:pt x="2208" y="0"/>
                  </a:moveTo>
                  <a:lnTo>
                    <a:pt x="0" y="1242"/>
                  </a:lnTo>
                  <a:lnTo>
                    <a:pt x="1153" y="3293"/>
                  </a:lnTo>
                  <a:lnTo>
                    <a:pt x="3361" y="2050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4395625" y="2193975"/>
              <a:ext cx="38975" cy="57000"/>
            </a:xfrm>
            <a:custGeom>
              <a:avLst/>
              <a:gdLst/>
              <a:ahLst/>
              <a:cxnLst/>
              <a:rect l="l" t="t" r="r" b="b"/>
              <a:pathLst>
                <a:path w="1559" h="2280" extrusionOk="0">
                  <a:moveTo>
                    <a:pt x="404" y="1"/>
                  </a:moveTo>
                  <a:lnTo>
                    <a:pt x="0" y="228"/>
                  </a:lnTo>
                  <a:lnTo>
                    <a:pt x="1155" y="2279"/>
                  </a:lnTo>
                  <a:lnTo>
                    <a:pt x="1559" y="2052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4479325" y="2132350"/>
              <a:ext cx="94925" cy="71500"/>
            </a:xfrm>
            <a:custGeom>
              <a:avLst/>
              <a:gdLst/>
              <a:ahLst/>
              <a:cxnLst/>
              <a:rect l="l" t="t" r="r" b="b"/>
              <a:pathLst>
                <a:path w="3797" h="2860" extrusionOk="0">
                  <a:moveTo>
                    <a:pt x="3681" y="1"/>
                  </a:moveTo>
                  <a:cubicBezTo>
                    <a:pt x="3675" y="1"/>
                    <a:pt x="3669" y="1"/>
                    <a:pt x="3662" y="3"/>
                  </a:cubicBezTo>
                  <a:lnTo>
                    <a:pt x="2886" y="174"/>
                  </a:lnTo>
                  <a:lnTo>
                    <a:pt x="0" y="808"/>
                  </a:lnTo>
                  <a:lnTo>
                    <a:pt x="1153" y="2860"/>
                  </a:lnTo>
                  <a:lnTo>
                    <a:pt x="3189" y="727"/>
                  </a:lnTo>
                  <a:lnTo>
                    <a:pt x="3744" y="146"/>
                  </a:lnTo>
                  <a:cubicBezTo>
                    <a:pt x="3797" y="90"/>
                    <a:pt x="3753" y="1"/>
                    <a:pt x="36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4551450" y="2132350"/>
              <a:ext cx="22800" cy="18200"/>
            </a:xfrm>
            <a:custGeom>
              <a:avLst/>
              <a:gdLst/>
              <a:ahLst/>
              <a:cxnLst/>
              <a:rect l="l" t="t" r="r" b="b"/>
              <a:pathLst>
                <a:path w="912" h="728" extrusionOk="0">
                  <a:moveTo>
                    <a:pt x="796" y="1"/>
                  </a:moveTo>
                  <a:cubicBezTo>
                    <a:pt x="790" y="1"/>
                    <a:pt x="784" y="1"/>
                    <a:pt x="777" y="3"/>
                  </a:cubicBezTo>
                  <a:lnTo>
                    <a:pt x="1" y="174"/>
                  </a:lnTo>
                  <a:cubicBezTo>
                    <a:pt x="91" y="358"/>
                    <a:pt x="195" y="549"/>
                    <a:pt x="304" y="727"/>
                  </a:cubicBezTo>
                  <a:lnTo>
                    <a:pt x="859" y="146"/>
                  </a:lnTo>
                  <a:cubicBezTo>
                    <a:pt x="912" y="90"/>
                    <a:pt x="868" y="1"/>
                    <a:pt x="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3954200" y="2410525"/>
              <a:ext cx="47100" cy="53250"/>
            </a:xfrm>
            <a:custGeom>
              <a:avLst/>
              <a:gdLst/>
              <a:ahLst/>
              <a:cxnLst/>
              <a:rect l="l" t="t" r="r" b="b"/>
              <a:pathLst>
                <a:path w="1884" h="2130" extrusionOk="0">
                  <a:moveTo>
                    <a:pt x="431" y="0"/>
                  </a:moveTo>
                  <a:lnTo>
                    <a:pt x="1" y="1452"/>
                  </a:lnTo>
                  <a:lnTo>
                    <a:pt x="1561" y="2130"/>
                  </a:lnTo>
                  <a:lnTo>
                    <a:pt x="1884" y="1090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3978750" y="2437000"/>
              <a:ext cx="69175" cy="49500"/>
            </a:xfrm>
            <a:custGeom>
              <a:avLst/>
              <a:gdLst/>
              <a:ahLst/>
              <a:cxnLst/>
              <a:rect l="l" t="t" r="r" b="b"/>
              <a:pathLst>
                <a:path w="2767" h="1980" extrusionOk="0">
                  <a:moveTo>
                    <a:pt x="1192" y="0"/>
                  </a:moveTo>
                  <a:cubicBezTo>
                    <a:pt x="845" y="0"/>
                    <a:pt x="659" y="109"/>
                    <a:pt x="450" y="236"/>
                  </a:cubicBezTo>
                  <a:cubicBezTo>
                    <a:pt x="238" y="365"/>
                    <a:pt x="85" y="578"/>
                    <a:pt x="43" y="823"/>
                  </a:cubicBezTo>
                  <a:cubicBezTo>
                    <a:pt x="1" y="1065"/>
                    <a:pt x="60" y="1350"/>
                    <a:pt x="467" y="1515"/>
                  </a:cubicBezTo>
                  <a:cubicBezTo>
                    <a:pt x="670" y="1598"/>
                    <a:pt x="1147" y="1721"/>
                    <a:pt x="1121" y="1750"/>
                  </a:cubicBezTo>
                  <a:cubicBezTo>
                    <a:pt x="1096" y="1779"/>
                    <a:pt x="858" y="1731"/>
                    <a:pt x="858" y="1888"/>
                  </a:cubicBezTo>
                  <a:cubicBezTo>
                    <a:pt x="858" y="1952"/>
                    <a:pt x="1011" y="1979"/>
                    <a:pt x="1179" y="1979"/>
                  </a:cubicBezTo>
                  <a:cubicBezTo>
                    <a:pt x="1369" y="1979"/>
                    <a:pt x="1580" y="1944"/>
                    <a:pt x="1609" y="1883"/>
                  </a:cubicBezTo>
                  <a:cubicBezTo>
                    <a:pt x="1663" y="1770"/>
                    <a:pt x="1247" y="1304"/>
                    <a:pt x="1247" y="1304"/>
                  </a:cubicBezTo>
                  <a:lnTo>
                    <a:pt x="1247" y="1304"/>
                  </a:lnTo>
                  <a:cubicBezTo>
                    <a:pt x="1247" y="1304"/>
                    <a:pt x="1840" y="1495"/>
                    <a:pt x="2092" y="1495"/>
                  </a:cubicBezTo>
                  <a:cubicBezTo>
                    <a:pt x="2174" y="1495"/>
                    <a:pt x="2221" y="1475"/>
                    <a:pt x="2199" y="1421"/>
                  </a:cubicBezTo>
                  <a:cubicBezTo>
                    <a:pt x="2143" y="1289"/>
                    <a:pt x="1525" y="974"/>
                    <a:pt x="1525" y="974"/>
                  </a:cubicBezTo>
                  <a:lnTo>
                    <a:pt x="1525" y="974"/>
                  </a:lnTo>
                  <a:cubicBezTo>
                    <a:pt x="1525" y="974"/>
                    <a:pt x="2125" y="1121"/>
                    <a:pt x="2448" y="1121"/>
                  </a:cubicBezTo>
                  <a:cubicBezTo>
                    <a:pt x="2546" y="1121"/>
                    <a:pt x="2618" y="1107"/>
                    <a:pt x="2640" y="1072"/>
                  </a:cubicBezTo>
                  <a:cubicBezTo>
                    <a:pt x="2736" y="920"/>
                    <a:pt x="1790" y="577"/>
                    <a:pt x="1790" y="577"/>
                  </a:cubicBezTo>
                  <a:lnTo>
                    <a:pt x="1790" y="577"/>
                  </a:lnTo>
                  <a:cubicBezTo>
                    <a:pt x="1790" y="577"/>
                    <a:pt x="2090" y="607"/>
                    <a:pt x="2348" y="607"/>
                  </a:cubicBezTo>
                  <a:cubicBezTo>
                    <a:pt x="2573" y="607"/>
                    <a:pt x="2766" y="584"/>
                    <a:pt x="2703" y="498"/>
                  </a:cubicBezTo>
                  <a:cubicBezTo>
                    <a:pt x="2566" y="315"/>
                    <a:pt x="1406" y="3"/>
                    <a:pt x="1206" y="0"/>
                  </a:cubicBezTo>
                  <a:cubicBezTo>
                    <a:pt x="1202" y="0"/>
                    <a:pt x="1197" y="0"/>
                    <a:pt x="1192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3870250" y="2262400"/>
              <a:ext cx="142825" cy="212800"/>
            </a:xfrm>
            <a:custGeom>
              <a:avLst/>
              <a:gdLst/>
              <a:ahLst/>
              <a:cxnLst/>
              <a:rect l="l" t="t" r="r" b="b"/>
              <a:pathLst>
                <a:path w="5713" h="8512" extrusionOk="0">
                  <a:moveTo>
                    <a:pt x="4690" y="0"/>
                  </a:moveTo>
                  <a:cubicBezTo>
                    <a:pt x="4690" y="0"/>
                    <a:pt x="4503" y="170"/>
                    <a:pt x="4212" y="443"/>
                  </a:cubicBezTo>
                  <a:cubicBezTo>
                    <a:pt x="3559" y="1062"/>
                    <a:pt x="2382" y="2212"/>
                    <a:pt x="1645" y="3151"/>
                  </a:cubicBezTo>
                  <a:cubicBezTo>
                    <a:pt x="582" y="4505"/>
                    <a:pt x="1" y="5215"/>
                    <a:pt x="1355" y="6635"/>
                  </a:cubicBezTo>
                  <a:cubicBezTo>
                    <a:pt x="2068" y="7381"/>
                    <a:pt x="2708" y="8046"/>
                    <a:pt x="3156" y="8511"/>
                  </a:cubicBezTo>
                  <a:cubicBezTo>
                    <a:pt x="3689" y="7690"/>
                    <a:pt x="4277" y="6904"/>
                    <a:pt x="4825" y="6093"/>
                  </a:cubicBezTo>
                  <a:lnTo>
                    <a:pt x="4066" y="5505"/>
                  </a:lnTo>
                  <a:lnTo>
                    <a:pt x="5526" y="3839"/>
                  </a:lnTo>
                  <a:lnTo>
                    <a:pt x="5524" y="3839"/>
                  </a:lnTo>
                  <a:lnTo>
                    <a:pt x="5713" y="3625"/>
                  </a:lnTo>
                  <a:lnTo>
                    <a:pt x="4961" y="96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3975575" y="2229575"/>
              <a:ext cx="120525" cy="70800"/>
            </a:xfrm>
            <a:custGeom>
              <a:avLst/>
              <a:gdLst/>
              <a:ahLst/>
              <a:cxnLst/>
              <a:rect l="l" t="t" r="r" b="b"/>
              <a:pathLst>
                <a:path w="4821" h="2832" extrusionOk="0">
                  <a:moveTo>
                    <a:pt x="3379" y="1"/>
                  </a:moveTo>
                  <a:lnTo>
                    <a:pt x="3379" y="1"/>
                  </a:lnTo>
                  <a:cubicBezTo>
                    <a:pt x="2980" y="174"/>
                    <a:pt x="1929" y="619"/>
                    <a:pt x="1000" y="907"/>
                  </a:cubicBezTo>
                  <a:cubicBezTo>
                    <a:pt x="746" y="986"/>
                    <a:pt x="580" y="1128"/>
                    <a:pt x="478" y="1313"/>
                  </a:cubicBezTo>
                  <a:lnTo>
                    <a:pt x="477" y="1312"/>
                  </a:lnTo>
                  <a:cubicBezTo>
                    <a:pt x="477" y="1312"/>
                    <a:pt x="290" y="1483"/>
                    <a:pt x="0" y="1756"/>
                  </a:cubicBezTo>
                  <a:cubicBezTo>
                    <a:pt x="102" y="1837"/>
                    <a:pt x="221" y="1927"/>
                    <a:pt x="351" y="2019"/>
                  </a:cubicBezTo>
                  <a:cubicBezTo>
                    <a:pt x="473" y="2104"/>
                    <a:pt x="607" y="2191"/>
                    <a:pt x="749" y="2275"/>
                  </a:cubicBezTo>
                  <a:cubicBezTo>
                    <a:pt x="1256" y="2573"/>
                    <a:pt x="1872" y="2831"/>
                    <a:pt x="2488" y="2831"/>
                  </a:cubicBezTo>
                  <a:cubicBezTo>
                    <a:pt x="2722" y="2831"/>
                    <a:pt x="2955" y="2794"/>
                    <a:pt x="3183" y="2708"/>
                  </a:cubicBezTo>
                  <a:lnTo>
                    <a:pt x="3183" y="2707"/>
                  </a:lnTo>
                  <a:cubicBezTo>
                    <a:pt x="4820" y="2087"/>
                    <a:pt x="3406" y="43"/>
                    <a:pt x="3379" y="1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3934850" y="2366900"/>
              <a:ext cx="37775" cy="33025"/>
            </a:xfrm>
            <a:custGeom>
              <a:avLst/>
              <a:gdLst/>
              <a:ahLst/>
              <a:cxnLst/>
              <a:rect l="l" t="t" r="r" b="b"/>
              <a:pathLst>
                <a:path w="1511" h="1321" extrusionOk="0">
                  <a:moveTo>
                    <a:pt x="61" y="1"/>
                  </a:moveTo>
                  <a:cubicBezTo>
                    <a:pt x="29" y="1"/>
                    <a:pt x="1" y="40"/>
                    <a:pt x="31" y="68"/>
                  </a:cubicBezTo>
                  <a:cubicBezTo>
                    <a:pt x="495" y="482"/>
                    <a:pt x="960" y="896"/>
                    <a:pt x="1424" y="1311"/>
                  </a:cubicBezTo>
                  <a:cubicBezTo>
                    <a:pt x="1432" y="1318"/>
                    <a:pt x="1441" y="1321"/>
                    <a:pt x="1450" y="1321"/>
                  </a:cubicBezTo>
                  <a:cubicBezTo>
                    <a:pt x="1483" y="1321"/>
                    <a:pt x="1511" y="1280"/>
                    <a:pt x="1480" y="1254"/>
                  </a:cubicBezTo>
                  <a:cubicBezTo>
                    <a:pt x="1017" y="840"/>
                    <a:pt x="552" y="425"/>
                    <a:pt x="88" y="11"/>
                  </a:cubicBezTo>
                  <a:cubicBezTo>
                    <a:pt x="79" y="4"/>
                    <a:pt x="70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4007150" y="2313625"/>
              <a:ext cx="37725" cy="45825"/>
            </a:xfrm>
            <a:custGeom>
              <a:avLst/>
              <a:gdLst/>
              <a:ahLst/>
              <a:cxnLst/>
              <a:rect l="l" t="t" r="r" b="b"/>
              <a:pathLst>
                <a:path w="1509" h="1833" extrusionOk="0">
                  <a:moveTo>
                    <a:pt x="1453" y="1"/>
                  </a:moveTo>
                  <a:cubicBezTo>
                    <a:pt x="1444" y="1"/>
                    <a:pt x="1435" y="5"/>
                    <a:pt x="1428" y="14"/>
                  </a:cubicBezTo>
                  <a:cubicBezTo>
                    <a:pt x="960" y="596"/>
                    <a:pt x="492" y="1180"/>
                    <a:pt x="25" y="1763"/>
                  </a:cubicBezTo>
                  <a:cubicBezTo>
                    <a:pt x="1" y="1792"/>
                    <a:pt x="27" y="1832"/>
                    <a:pt x="55" y="1832"/>
                  </a:cubicBezTo>
                  <a:cubicBezTo>
                    <a:pt x="64" y="1832"/>
                    <a:pt x="73" y="1828"/>
                    <a:pt x="80" y="1819"/>
                  </a:cubicBezTo>
                  <a:cubicBezTo>
                    <a:pt x="548" y="1237"/>
                    <a:pt x="1016" y="653"/>
                    <a:pt x="1484" y="70"/>
                  </a:cubicBezTo>
                  <a:cubicBezTo>
                    <a:pt x="1508" y="41"/>
                    <a:pt x="1481" y="1"/>
                    <a:pt x="1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4033550" y="2324600"/>
              <a:ext cx="9400" cy="2025"/>
            </a:xfrm>
            <a:custGeom>
              <a:avLst/>
              <a:gdLst/>
              <a:ahLst/>
              <a:cxnLst/>
              <a:rect l="l" t="t" r="r" b="b"/>
              <a:pathLst>
                <a:path w="376" h="81" extrusionOk="0">
                  <a:moveTo>
                    <a:pt x="53" y="1"/>
                  </a:moveTo>
                  <a:cubicBezTo>
                    <a:pt x="1" y="1"/>
                    <a:pt x="1" y="81"/>
                    <a:pt x="53" y="81"/>
                  </a:cubicBezTo>
                  <a:lnTo>
                    <a:pt x="325" y="81"/>
                  </a:lnTo>
                  <a:cubicBezTo>
                    <a:pt x="376" y="81"/>
                    <a:pt x="376" y="1"/>
                    <a:pt x="3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3988400" y="2183225"/>
              <a:ext cx="106925" cy="127075"/>
            </a:xfrm>
            <a:custGeom>
              <a:avLst/>
              <a:gdLst/>
              <a:ahLst/>
              <a:cxnLst/>
              <a:rect l="l" t="t" r="r" b="b"/>
              <a:pathLst>
                <a:path w="4277" h="5083" extrusionOk="0">
                  <a:moveTo>
                    <a:pt x="3057" y="0"/>
                  </a:moveTo>
                  <a:lnTo>
                    <a:pt x="1340" y="1320"/>
                  </a:lnTo>
                  <a:cubicBezTo>
                    <a:pt x="1226" y="1953"/>
                    <a:pt x="0" y="2811"/>
                    <a:pt x="619" y="2822"/>
                  </a:cubicBezTo>
                  <a:cubicBezTo>
                    <a:pt x="1239" y="2834"/>
                    <a:pt x="1610" y="4380"/>
                    <a:pt x="2283" y="4839"/>
                  </a:cubicBezTo>
                  <a:cubicBezTo>
                    <a:pt x="2523" y="5003"/>
                    <a:pt x="2815" y="5083"/>
                    <a:pt x="3096" y="5083"/>
                  </a:cubicBezTo>
                  <a:cubicBezTo>
                    <a:pt x="3603" y="5083"/>
                    <a:pt x="4078" y="4823"/>
                    <a:pt x="4155" y="4333"/>
                  </a:cubicBezTo>
                  <a:cubicBezTo>
                    <a:pt x="4277" y="3571"/>
                    <a:pt x="3522" y="2845"/>
                    <a:pt x="3095" y="2121"/>
                  </a:cubicBezTo>
                  <a:cubicBezTo>
                    <a:pt x="2667" y="1395"/>
                    <a:pt x="3057" y="0"/>
                    <a:pt x="3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4063800" y="2169275"/>
              <a:ext cx="2050" cy="33175"/>
            </a:xfrm>
            <a:custGeom>
              <a:avLst/>
              <a:gdLst/>
              <a:ahLst/>
              <a:cxnLst/>
              <a:rect l="l" t="t" r="r" b="b"/>
              <a:pathLst>
                <a:path w="82" h="1327" extrusionOk="0">
                  <a:moveTo>
                    <a:pt x="41" y="1"/>
                  </a:moveTo>
                  <a:cubicBezTo>
                    <a:pt x="19" y="1"/>
                    <a:pt x="0" y="18"/>
                    <a:pt x="0" y="40"/>
                  </a:cubicBezTo>
                  <a:lnTo>
                    <a:pt x="0" y="1287"/>
                  </a:lnTo>
                  <a:cubicBezTo>
                    <a:pt x="0" y="1309"/>
                    <a:pt x="19" y="1326"/>
                    <a:pt x="41" y="1326"/>
                  </a:cubicBezTo>
                  <a:cubicBezTo>
                    <a:pt x="63" y="1326"/>
                    <a:pt x="82" y="1309"/>
                    <a:pt x="82" y="1287"/>
                  </a:cubicBezTo>
                  <a:lnTo>
                    <a:pt x="82" y="40"/>
                  </a:lnTo>
                  <a:cubicBezTo>
                    <a:pt x="82" y="18"/>
                    <a:pt x="63" y="1"/>
                    <a:pt x="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4056075" y="2194050"/>
              <a:ext cx="17500" cy="23400"/>
            </a:xfrm>
            <a:custGeom>
              <a:avLst/>
              <a:gdLst/>
              <a:ahLst/>
              <a:cxnLst/>
              <a:rect l="l" t="t" r="r" b="b"/>
              <a:pathLst>
                <a:path w="700" h="936" extrusionOk="0">
                  <a:moveTo>
                    <a:pt x="350" y="1"/>
                  </a:moveTo>
                  <a:cubicBezTo>
                    <a:pt x="305" y="1"/>
                    <a:pt x="261" y="23"/>
                    <a:pt x="236" y="67"/>
                  </a:cubicBezTo>
                  <a:lnTo>
                    <a:pt x="27" y="419"/>
                  </a:lnTo>
                  <a:cubicBezTo>
                    <a:pt x="1" y="463"/>
                    <a:pt x="2" y="518"/>
                    <a:pt x="30" y="561"/>
                  </a:cubicBezTo>
                  <a:lnTo>
                    <a:pt x="238" y="875"/>
                  </a:lnTo>
                  <a:cubicBezTo>
                    <a:pt x="265" y="915"/>
                    <a:pt x="308" y="935"/>
                    <a:pt x="350" y="935"/>
                  </a:cubicBezTo>
                  <a:cubicBezTo>
                    <a:pt x="392" y="935"/>
                    <a:pt x="435" y="915"/>
                    <a:pt x="461" y="875"/>
                  </a:cubicBezTo>
                  <a:lnTo>
                    <a:pt x="670" y="561"/>
                  </a:lnTo>
                  <a:cubicBezTo>
                    <a:pt x="698" y="518"/>
                    <a:pt x="699" y="463"/>
                    <a:pt x="673" y="419"/>
                  </a:cubicBezTo>
                  <a:lnTo>
                    <a:pt x="464" y="67"/>
                  </a:lnTo>
                  <a:cubicBezTo>
                    <a:pt x="439" y="23"/>
                    <a:pt x="394" y="1"/>
                    <a:pt x="3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4310825" y="2277375"/>
              <a:ext cx="57950" cy="41775"/>
            </a:xfrm>
            <a:custGeom>
              <a:avLst/>
              <a:gdLst/>
              <a:ahLst/>
              <a:cxnLst/>
              <a:rect l="l" t="t" r="r" b="b"/>
              <a:pathLst>
                <a:path w="2318" h="1671" extrusionOk="0">
                  <a:moveTo>
                    <a:pt x="1290" y="0"/>
                  </a:moveTo>
                  <a:cubicBezTo>
                    <a:pt x="1243" y="0"/>
                    <a:pt x="1155" y="18"/>
                    <a:pt x="1189" y="160"/>
                  </a:cubicBezTo>
                  <a:cubicBezTo>
                    <a:pt x="1234" y="351"/>
                    <a:pt x="1600" y="456"/>
                    <a:pt x="1652" y="509"/>
                  </a:cubicBezTo>
                  <a:cubicBezTo>
                    <a:pt x="1703" y="564"/>
                    <a:pt x="1471" y="688"/>
                    <a:pt x="1471" y="688"/>
                  </a:cubicBezTo>
                  <a:cubicBezTo>
                    <a:pt x="1471" y="688"/>
                    <a:pt x="881" y="96"/>
                    <a:pt x="639" y="96"/>
                  </a:cubicBezTo>
                  <a:cubicBezTo>
                    <a:pt x="631" y="96"/>
                    <a:pt x="624" y="97"/>
                    <a:pt x="617" y="98"/>
                  </a:cubicBezTo>
                  <a:cubicBezTo>
                    <a:pt x="391" y="140"/>
                    <a:pt x="935" y="867"/>
                    <a:pt x="935" y="867"/>
                  </a:cubicBezTo>
                  <a:cubicBezTo>
                    <a:pt x="935" y="867"/>
                    <a:pt x="559" y="508"/>
                    <a:pt x="375" y="508"/>
                  </a:cubicBezTo>
                  <a:cubicBezTo>
                    <a:pt x="374" y="508"/>
                    <a:pt x="373" y="508"/>
                    <a:pt x="372" y="508"/>
                  </a:cubicBezTo>
                  <a:cubicBezTo>
                    <a:pt x="189" y="512"/>
                    <a:pt x="541" y="1096"/>
                    <a:pt x="541" y="1096"/>
                  </a:cubicBezTo>
                  <a:cubicBezTo>
                    <a:pt x="541" y="1096"/>
                    <a:pt x="382" y="957"/>
                    <a:pt x="246" y="957"/>
                  </a:cubicBezTo>
                  <a:cubicBezTo>
                    <a:pt x="207" y="957"/>
                    <a:pt x="169" y="969"/>
                    <a:pt x="138" y="999"/>
                  </a:cubicBezTo>
                  <a:cubicBezTo>
                    <a:pt x="1" y="1134"/>
                    <a:pt x="53" y="1274"/>
                    <a:pt x="167" y="1439"/>
                  </a:cubicBezTo>
                  <a:cubicBezTo>
                    <a:pt x="276" y="1598"/>
                    <a:pt x="461" y="1670"/>
                    <a:pt x="572" y="1670"/>
                  </a:cubicBezTo>
                  <a:cubicBezTo>
                    <a:pt x="576" y="1670"/>
                    <a:pt x="581" y="1670"/>
                    <a:pt x="585" y="1670"/>
                  </a:cubicBezTo>
                  <a:cubicBezTo>
                    <a:pt x="693" y="1664"/>
                    <a:pt x="774" y="1474"/>
                    <a:pt x="774" y="1474"/>
                  </a:cubicBezTo>
                  <a:cubicBezTo>
                    <a:pt x="774" y="1474"/>
                    <a:pt x="949" y="1523"/>
                    <a:pt x="1087" y="1523"/>
                  </a:cubicBezTo>
                  <a:cubicBezTo>
                    <a:pt x="1147" y="1523"/>
                    <a:pt x="1200" y="1514"/>
                    <a:pt x="1229" y="1487"/>
                  </a:cubicBezTo>
                  <a:cubicBezTo>
                    <a:pt x="1323" y="1400"/>
                    <a:pt x="1312" y="1276"/>
                    <a:pt x="1312" y="1276"/>
                  </a:cubicBezTo>
                  <a:lnTo>
                    <a:pt x="1312" y="1276"/>
                  </a:lnTo>
                  <a:cubicBezTo>
                    <a:pt x="1312" y="1276"/>
                    <a:pt x="1377" y="1317"/>
                    <a:pt x="1465" y="1317"/>
                  </a:cubicBezTo>
                  <a:cubicBezTo>
                    <a:pt x="1504" y="1317"/>
                    <a:pt x="1547" y="1309"/>
                    <a:pt x="1592" y="1286"/>
                  </a:cubicBezTo>
                  <a:cubicBezTo>
                    <a:pt x="1735" y="1210"/>
                    <a:pt x="1742" y="1092"/>
                    <a:pt x="1742" y="1092"/>
                  </a:cubicBezTo>
                  <a:cubicBezTo>
                    <a:pt x="1742" y="1092"/>
                    <a:pt x="2032" y="969"/>
                    <a:pt x="2174" y="873"/>
                  </a:cubicBezTo>
                  <a:cubicBezTo>
                    <a:pt x="2317" y="779"/>
                    <a:pt x="2187" y="485"/>
                    <a:pt x="2123" y="289"/>
                  </a:cubicBezTo>
                  <a:cubicBezTo>
                    <a:pt x="2061" y="92"/>
                    <a:pt x="1578" y="150"/>
                    <a:pt x="1316" y="2"/>
                  </a:cubicBezTo>
                  <a:cubicBezTo>
                    <a:pt x="1316" y="2"/>
                    <a:pt x="1305" y="0"/>
                    <a:pt x="1290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3720050" y="2661900"/>
              <a:ext cx="176700" cy="108975"/>
            </a:xfrm>
            <a:custGeom>
              <a:avLst/>
              <a:gdLst/>
              <a:ahLst/>
              <a:cxnLst/>
              <a:rect l="l" t="t" r="r" b="b"/>
              <a:pathLst>
                <a:path w="7068" h="4359" extrusionOk="0">
                  <a:moveTo>
                    <a:pt x="5586" y="0"/>
                  </a:moveTo>
                  <a:cubicBezTo>
                    <a:pt x="4387" y="780"/>
                    <a:pt x="2501" y="2098"/>
                    <a:pt x="1031" y="2098"/>
                  </a:cubicBezTo>
                  <a:cubicBezTo>
                    <a:pt x="713" y="2098"/>
                    <a:pt x="414" y="2037"/>
                    <a:pt x="146" y="1894"/>
                  </a:cubicBezTo>
                  <a:cubicBezTo>
                    <a:pt x="24" y="2239"/>
                    <a:pt x="1" y="2563"/>
                    <a:pt x="146" y="2851"/>
                  </a:cubicBezTo>
                  <a:cubicBezTo>
                    <a:pt x="146" y="2851"/>
                    <a:pt x="1822" y="4197"/>
                    <a:pt x="3808" y="4358"/>
                  </a:cubicBezTo>
                  <a:cubicBezTo>
                    <a:pt x="4832" y="4161"/>
                    <a:pt x="5988" y="3805"/>
                    <a:pt x="7068" y="3170"/>
                  </a:cubicBezTo>
                  <a:cubicBezTo>
                    <a:pt x="6829" y="2712"/>
                    <a:pt x="6598" y="2252"/>
                    <a:pt x="6387" y="1782"/>
                  </a:cubicBezTo>
                  <a:cubicBezTo>
                    <a:pt x="6161" y="1280"/>
                    <a:pt x="5954" y="768"/>
                    <a:pt x="5717" y="270"/>
                  </a:cubicBezTo>
                  <a:cubicBezTo>
                    <a:pt x="5675" y="180"/>
                    <a:pt x="5631" y="90"/>
                    <a:pt x="5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3723675" y="2714775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2885" y="0"/>
                  </a:moveTo>
                  <a:lnTo>
                    <a:pt x="2885" y="0"/>
                  </a:lnTo>
                  <a:cubicBezTo>
                    <a:pt x="2885" y="1"/>
                    <a:pt x="1354" y="770"/>
                    <a:pt x="332" y="770"/>
                  </a:cubicBezTo>
                  <a:cubicBezTo>
                    <a:pt x="214" y="770"/>
                    <a:pt x="102" y="759"/>
                    <a:pt x="1" y="736"/>
                  </a:cubicBezTo>
                  <a:lnTo>
                    <a:pt x="1" y="736"/>
                  </a:lnTo>
                  <a:cubicBezTo>
                    <a:pt x="1" y="737"/>
                    <a:pt x="1677" y="2082"/>
                    <a:pt x="3663" y="2243"/>
                  </a:cubicBezTo>
                  <a:cubicBezTo>
                    <a:pt x="3663" y="2243"/>
                    <a:pt x="2649" y="1186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5072450" y="2896875"/>
              <a:ext cx="176675" cy="108925"/>
            </a:xfrm>
            <a:custGeom>
              <a:avLst/>
              <a:gdLst/>
              <a:ahLst/>
              <a:cxnLst/>
              <a:rect l="l" t="t" r="r" b="b"/>
              <a:pathLst>
                <a:path w="7067" h="4357" extrusionOk="0">
                  <a:moveTo>
                    <a:pt x="1482" y="0"/>
                  </a:moveTo>
                  <a:cubicBezTo>
                    <a:pt x="1437" y="89"/>
                    <a:pt x="1392" y="180"/>
                    <a:pt x="1350" y="270"/>
                  </a:cubicBezTo>
                  <a:cubicBezTo>
                    <a:pt x="1114" y="768"/>
                    <a:pt x="907" y="1280"/>
                    <a:pt x="681" y="1781"/>
                  </a:cubicBezTo>
                  <a:cubicBezTo>
                    <a:pt x="470" y="2250"/>
                    <a:pt x="239" y="2712"/>
                    <a:pt x="0" y="3169"/>
                  </a:cubicBezTo>
                  <a:cubicBezTo>
                    <a:pt x="1080" y="3805"/>
                    <a:pt x="2236" y="4161"/>
                    <a:pt x="3260" y="4357"/>
                  </a:cubicBezTo>
                  <a:cubicBezTo>
                    <a:pt x="5246" y="4197"/>
                    <a:pt x="6922" y="2850"/>
                    <a:pt x="6922" y="2850"/>
                  </a:cubicBezTo>
                  <a:cubicBezTo>
                    <a:pt x="7067" y="2562"/>
                    <a:pt x="7044" y="2239"/>
                    <a:pt x="6922" y="1894"/>
                  </a:cubicBezTo>
                  <a:cubicBezTo>
                    <a:pt x="6654" y="2036"/>
                    <a:pt x="6355" y="2098"/>
                    <a:pt x="6037" y="2098"/>
                  </a:cubicBezTo>
                  <a:cubicBezTo>
                    <a:pt x="4568" y="2098"/>
                    <a:pt x="2681" y="779"/>
                    <a:pt x="14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5153925" y="2949750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1013" y="1186"/>
                    <a:pt x="1" y="2242"/>
                    <a:pt x="1" y="2242"/>
                  </a:cubicBezTo>
                  <a:lnTo>
                    <a:pt x="1" y="2243"/>
                  </a:lnTo>
                  <a:cubicBezTo>
                    <a:pt x="1987" y="2082"/>
                    <a:pt x="3663" y="735"/>
                    <a:pt x="3663" y="735"/>
                  </a:cubicBezTo>
                  <a:lnTo>
                    <a:pt x="3663" y="735"/>
                  </a:lnTo>
                  <a:cubicBezTo>
                    <a:pt x="3561" y="758"/>
                    <a:pt x="3449" y="769"/>
                    <a:pt x="3330" y="769"/>
                  </a:cubicBezTo>
                  <a:cubicBezTo>
                    <a:pt x="2308" y="769"/>
                    <a:pt x="779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3816550" y="3338600"/>
              <a:ext cx="92725" cy="22500"/>
            </a:xfrm>
            <a:custGeom>
              <a:avLst/>
              <a:gdLst/>
              <a:ahLst/>
              <a:cxnLst/>
              <a:rect l="l" t="t" r="r" b="b"/>
              <a:pathLst>
                <a:path w="3709" h="900" extrusionOk="0">
                  <a:moveTo>
                    <a:pt x="0" y="1"/>
                  </a:moveTo>
                  <a:lnTo>
                    <a:pt x="0" y="899"/>
                  </a:lnTo>
                  <a:lnTo>
                    <a:pt x="3709" y="899"/>
                  </a:lnTo>
                  <a:lnTo>
                    <a:pt x="37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3748275" y="3273675"/>
              <a:ext cx="232800" cy="71475"/>
            </a:xfrm>
            <a:custGeom>
              <a:avLst/>
              <a:gdLst/>
              <a:ahLst/>
              <a:cxnLst/>
              <a:rect l="l" t="t" r="r" b="b"/>
              <a:pathLst>
                <a:path w="9312" h="2859" extrusionOk="0">
                  <a:moveTo>
                    <a:pt x="0" y="0"/>
                  </a:moveTo>
                  <a:lnTo>
                    <a:pt x="988" y="1774"/>
                  </a:lnTo>
                  <a:lnTo>
                    <a:pt x="1042" y="1869"/>
                  </a:lnTo>
                  <a:lnTo>
                    <a:pt x="1168" y="2095"/>
                  </a:lnTo>
                  <a:cubicBezTo>
                    <a:pt x="1242" y="2229"/>
                    <a:pt x="1335" y="2347"/>
                    <a:pt x="1442" y="2449"/>
                  </a:cubicBezTo>
                  <a:cubicBezTo>
                    <a:pt x="1472" y="2478"/>
                    <a:pt x="1503" y="2505"/>
                    <a:pt x="1536" y="2530"/>
                  </a:cubicBezTo>
                  <a:cubicBezTo>
                    <a:pt x="1795" y="2740"/>
                    <a:pt x="2123" y="2859"/>
                    <a:pt x="2468" y="2859"/>
                  </a:cubicBezTo>
                  <a:lnTo>
                    <a:pt x="6845" y="2859"/>
                  </a:lnTo>
                  <a:cubicBezTo>
                    <a:pt x="7131" y="2859"/>
                    <a:pt x="7406" y="2776"/>
                    <a:pt x="7639" y="2628"/>
                  </a:cubicBezTo>
                  <a:cubicBezTo>
                    <a:pt x="7676" y="2607"/>
                    <a:pt x="7710" y="2582"/>
                    <a:pt x="7745" y="2556"/>
                  </a:cubicBezTo>
                  <a:cubicBezTo>
                    <a:pt x="7906" y="2433"/>
                    <a:pt x="8042" y="2278"/>
                    <a:pt x="8144" y="2095"/>
                  </a:cubicBezTo>
                  <a:lnTo>
                    <a:pt x="8168" y="2053"/>
                  </a:lnTo>
                  <a:lnTo>
                    <a:pt x="8223" y="1955"/>
                  </a:lnTo>
                  <a:lnTo>
                    <a:pt x="9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3772975" y="3273675"/>
              <a:ext cx="15425" cy="46750"/>
            </a:xfrm>
            <a:custGeom>
              <a:avLst/>
              <a:gdLst/>
              <a:ahLst/>
              <a:cxnLst/>
              <a:rect l="l" t="t" r="r" b="b"/>
              <a:pathLst>
                <a:path w="617" h="1870" extrusionOk="0">
                  <a:moveTo>
                    <a:pt x="357" y="0"/>
                  </a:moveTo>
                  <a:cubicBezTo>
                    <a:pt x="438" y="190"/>
                    <a:pt x="490" y="395"/>
                    <a:pt x="500" y="613"/>
                  </a:cubicBezTo>
                  <a:cubicBezTo>
                    <a:pt x="521" y="1062"/>
                    <a:pt x="329" y="1506"/>
                    <a:pt x="0" y="1774"/>
                  </a:cubicBezTo>
                  <a:lnTo>
                    <a:pt x="54" y="1869"/>
                  </a:lnTo>
                  <a:cubicBezTo>
                    <a:pt x="387" y="1606"/>
                    <a:pt x="599" y="1180"/>
                    <a:pt x="610" y="735"/>
                  </a:cubicBezTo>
                  <a:cubicBezTo>
                    <a:pt x="616" y="474"/>
                    <a:pt x="565" y="228"/>
                    <a:pt x="4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3798550" y="3273675"/>
              <a:ext cx="116250" cy="29825"/>
            </a:xfrm>
            <a:custGeom>
              <a:avLst/>
              <a:gdLst/>
              <a:ahLst/>
              <a:cxnLst/>
              <a:rect l="l" t="t" r="r" b="b"/>
              <a:pathLst>
                <a:path w="4650" h="1193" extrusionOk="0">
                  <a:moveTo>
                    <a:pt x="0" y="0"/>
                  </a:moveTo>
                  <a:cubicBezTo>
                    <a:pt x="193" y="421"/>
                    <a:pt x="542" y="776"/>
                    <a:pt x="968" y="974"/>
                  </a:cubicBezTo>
                  <a:cubicBezTo>
                    <a:pt x="1295" y="1126"/>
                    <a:pt x="1643" y="1193"/>
                    <a:pt x="1992" y="1193"/>
                  </a:cubicBezTo>
                  <a:cubicBezTo>
                    <a:pt x="2615" y="1193"/>
                    <a:pt x="3244" y="980"/>
                    <a:pt x="3775" y="658"/>
                  </a:cubicBezTo>
                  <a:cubicBezTo>
                    <a:pt x="4088" y="470"/>
                    <a:pt x="4377" y="244"/>
                    <a:pt x="4649" y="0"/>
                  </a:cubicBezTo>
                  <a:lnTo>
                    <a:pt x="4482" y="0"/>
                  </a:lnTo>
                  <a:cubicBezTo>
                    <a:pt x="3778" y="605"/>
                    <a:pt x="2955" y="1084"/>
                    <a:pt x="2000" y="1084"/>
                  </a:cubicBezTo>
                  <a:cubicBezTo>
                    <a:pt x="1990" y="1084"/>
                    <a:pt x="1980" y="1084"/>
                    <a:pt x="1970" y="1084"/>
                  </a:cubicBezTo>
                  <a:cubicBezTo>
                    <a:pt x="1400" y="1077"/>
                    <a:pt x="836" y="880"/>
                    <a:pt x="438" y="458"/>
                  </a:cubicBezTo>
                  <a:cubicBezTo>
                    <a:pt x="309" y="321"/>
                    <a:pt x="202" y="167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3937400" y="3273675"/>
              <a:ext cx="16475" cy="51350"/>
            </a:xfrm>
            <a:custGeom>
              <a:avLst/>
              <a:gdLst/>
              <a:ahLst/>
              <a:cxnLst/>
              <a:rect l="l" t="t" r="r" b="b"/>
              <a:pathLst>
                <a:path w="659" h="2054" extrusionOk="0">
                  <a:moveTo>
                    <a:pt x="219" y="0"/>
                  </a:moveTo>
                  <a:cubicBezTo>
                    <a:pt x="56" y="284"/>
                    <a:pt x="0" y="613"/>
                    <a:pt x="48" y="944"/>
                  </a:cubicBezTo>
                  <a:cubicBezTo>
                    <a:pt x="112" y="1380"/>
                    <a:pt x="324" y="1742"/>
                    <a:pt x="603" y="2053"/>
                  </a:cubicBezTo>
                  <a:lnTo>
                    <a:pt x="658" y="1955"/>
                  </a:lnTo>
                  <a:cubicBezTo>
                    <a:pt x="428" y="1691"/>
                    <a:pt x="250" y="1388"/>
                    <a:pt x="174" y="1030"/>
                  </a:cubicBezTo>
                  <a:cubicBezTo>
                    <a:pt x="99" y="671"/>
                    <a:pt x="150" y="305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3784300" y="3318475"/>
              <a:ext cx="157625" cy="20925"/>
            </a:xfrm>
            <a:custGeom>
              <a:avLst/>
              <a:gdLst/>
              <a:ahLst/>
              <a:cxnLst/>
              <a:rect l="l" t="t" r="r" b="b"/>
              <a:pathLst>
                <a:path w="6305" h="837" extrusionOk="0">
                  <a:moveTo>
                    <a:pt x="2681" y="0"/>
                  </a:moveTo>
                  <a:cubicBezTo>
                    <a:pt x="2001" y="0"/>
                    <a:pt x="1323" y="105"/>
                    <a:pt x="660" y="357"/>
                  </a:cubicBezTo>
                  <a:cubicBezTo>
                    <a:pt x="447" y="438"/>
                    <a:pt x="214" y="534"/>
                    <a:pt x="1" y="657"/>
                  </a:cubicBezTo>
                  <a:cubicBezTo>
                    <a:pt x="31" y="686"/>
                    <a:pt x="62" y="713"/>
                    <a:pt x="94" y="738"/>
                  </a:cubicBezTo>
                  <a:cubicBezTo>
                    <a:pt x="118" y="725"/>
                    <a:pt x="143" y="712"/>
                    <a:pt x="167" y="699"/>
                  </a:cubicBezTo>
                  <a:cubicBezTo>
                    <a:pt x="472" y="536"/>
                    <a:pt x="796" y="410"/>
                    <a:pt x="1129" y="318"/>
                  </a:cubicBezTo>
                  <a:cubicBezTo>
                    <a:pt x="1643" y="175"/>
                    <a:pt x="2177" y="112"/>
                    <a:pt x="2709" y="112"/>
                  </a:cubicBezTo>
                  <a:cubicBezTo>
                    <a:pt x="2845" y="112"/>
                    <a:pt x="2981" y="116"/>
                    <a:pt x="3117" y="124"/>
                  </a:cubicBezTo>
                  <a:cubicBezTo>
                    <a:pt x="4177" y="183"/>
                    <a:pt x="5202" y="474"/>
                    <a:pt x="6198" y="836"/>
                  </a:cubicBezTo>
                  <a:cubicBezTo>
                    <a:pt x="6235" y="815"/>
                    <a:pt x="6269" y="790"/>
                    <a:pt x="6304" y="764"/>
                  </a:cubicBezTo>
                  <a:cubicBezTo>
                    <a:pt x="5137" y="339"/>
                    <a:pt x="3905" y="0"/>
                    <a:pt x="26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3749650" y="3266475"/>
              <a:ext cx="231425" cy="14425"/>
            </a:xfrm>
            <a:custGeom>
              <a:avLst/>
              <a:gdLst/>
              <a:ahLst/>
              <a:cxnLst/>
              <a:rect l="l" t="t" r="r" b="b"/>
              <a:pathLst>
                <a:path w="9257" h="577" extrusionOk="0">
                  <a:moveTo>
                    <a:pt x="4629" y="0"/>
                  </a:moveTo>
                  <a:cubicBezTo>
                    <a:pt x="2072" y="0"/>
                    <a:pt x="1" y="129"/>
                    <a:pt x="1" y="288"/>
                  </a:cubicBezTo>
                  <a:cubicBezTo>
                    <a:pt x="1" y="448"/>
                    <a:pt x="2072" y="577"/>
                    <a:pt x="4629" y="577"/>
                  </a:cubicBezTo>
                  <a:cubicBezTo>
                    <a:pt x="7185" y="577"/>
                    <a:pt x="9256" y="448"/>
                    <a:pt x="9256" y="288"/>
                  </a:cubicBezTo>
                  <a:cubicBezTo>
                    <a:pt x="9256" y="129"/>
                    <a:pt x="7185" y="0"/>
                    <a:pt x="4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3867325" y="3030525"/>
              <a:ext cx="122550" cy="202075"/>
            </a:xfrm>
            <a:custGeom>
              <a:avLst/>
              <a:gdLst/>
              <a:ahLst/>
              <a:cxnLst/>
              <a:rect l="l" t="t" r="r" b="b"/>
              <a:pathLst>
                <a:path w="4902" h="8083" extrusionOk="0">
                  <a:moveTo>
                    <a:pt x="4826" y="0"/>
                  </a:moveTo>
                  <a:cubicBezTo>
                    <a:pt x="4826" y="0"/>
                    <a:pt x="3848" y="209"/>
                    <a:pt x="2772" y="1130"/>
                  </a:cubicBezTo>
                  <a:lnTo>
                    <a:pt x="2735" y="1917"/>
                  </a:lnTo>
                  <a:lnTo>
                    <a:pt x="2488" y="1388"/>
                  </a:lnTo>
                  <a:cubicBezTo>
                    <a:pt x="1313" y="2524"/>
                    <a:pt x="113" y="4542"/>
                    <a:pt x="0" y="8082"/>
                  </a:cubicBezTo>
                  <a:cubicBezTo>
                    <a:pt x="0" y="8082"/>
                    <a:pt x="1563" y="7572"/>
                    <a:pt x="2918" y="6124"/>
                  </a:cubicBezTo>
                  <a:lnTo>
                    <a:pt x="2918" y="6124"/>
                  </a:lnTo>
                  <a:lnTo>
                    <a:pt x="778" y="6505"/>
                  </a:lnTo>
                  <a:lnTo>
                    <a:pt x="3763" y="5027"/>
                  </a:lnTo>
                  <a:cubicBezTo>
                    <a:pt x="4146" y="4413"/>
                    <a:pt x="4467" y="3690"/>
                    <a:pt x="4664" y="2841"/>
                  </a:cubicBezTo>
                  <a:lnTo>
                    <a:pt x="4664" y="2841"/>
                  </a:lnTo>
                  <a:lnTo>
                    <a:pt x="2819" y="3170"/>
                  </a:lnTo>
                  <a:lnTo>
                    <a:pt x="2819" y="3170"/>
                  </a:lnTo>
                  <a:lnTo>
                    <a:pt x="4784" y="2196"/>
                  </a:lnTo>
                  <a:cubicBezTo>
                    <a:pt x="4879" y="1534"/>
                    <a:pt x="4901" y="804"/>
                    <a:pt x="48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3848225" y="2937300"/>
              <a:ext cx="88300" cy="145525"/>
            </a:xfrm>
            <a:custGeom>
              <a:avLst/>
              <a:gdLst/>
              <a:ahLst/>
              <a:cxnLst/>
              <a:rect l="l" t="t" r="r" b="b"/>
              <a:pathLst>
                <a:path w="3532" h="5821" extrusionOk="0">
                  <a:moveTo>
                    <a:pt x="3478" y="0"/>
                  </a:moveTo>
                  <a:lnTo>
                    <a:pt x="3478" y="0"/>
                  </a:lnTo>
                  <a:cubicBezTo>
                    <a:pt x="3478" y="0"/>
                    <a:pt x="2772" y="149"/>
                    <a:pt x="1997" y="814"/>
                  </a:cubicBezTo>
                  <a:lnTo>
                    <a:pt x="1971" y="1379"/>
                  </a:lnTo>
                  <a:lnTo>
                    <a:pt x="1793" y="1000"/>
                  </a:lnTo>
                  <a:cubicBezTo>
                    <a:pt x="947" y="1817"/>
                    <a:pt x="83" y="3271"/>
                    <a:pt x="1" y="5821"/>
                  </a:cubicBezTo>
                  <a:cubicBezTo>
                    <a:pt x="1" y="5821"/>
                    <a:pt x="1126" y="5453"/>
                    <a:pt x="2103" y="4410"/>
                  </a:cubicBezTo>
                  <a:lnTo>
                    <a:pt x="2103" y="4410"/>
                  </a:lnTo>
                  <a:lnTo>
                    <a:pt x="561" y="4685"/>
                  </a:lnTo>
                  <a:lnTo>
                    <a:pt x="2711" y="3620"/>
                  </a:lnTo>
                  <a:cubicBezTo>
                    <a:pt x="2988" y="3179"/>
                    <a:pt x="3218" y="2657"/>
                    <a:pt x="3360" y="2046"/>
                  </a:cubicBezTo>
                  <a:lnTo>
                    <a:pt x="3360" y="2046"/>
                  </a:lnTo>
                  <a:lnTo>
                    <a:pt x="2032" y="2283"/>
                  </a:lnTo>
                  <a:lnTo>
                    <a:pt x="3447" y="1582"/>
                  </a:lnTo>
                  <a:cubicBezTo>
                    <a:pt x="3515" y="1106"/>
                    <a:pt x="3531" y="578"/>
                    <a:pt x="3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3723725" y="3010050"/>
              <a:ext cx="143650" cy="208125"/>
            </a:xfrm>
            <a:custGeom>
              <a:avLst/>
              <a:gdLst/>
              <a:ahLst/>
              <a:cxnLst/>
              <a:rect l="l" t="t" r="r" b="b"/>
              <a:pathLst>
                <a:path w="5746" h="8325" extrusionOk="0">
                  <a:moveTo>
                    <a:pt x="26" y="1"/>
                  </a:moveTo>
                  <a:lnTo>
                    <a:pt x="26" y="1"/>
                  </a:lnTo>
                  <a:cubicBezTo>
                    <a:pt x="0" y="867"/>
                    <a:pt x="74" y="1648"/>
                    <a:pt x="222" y="2350"/>
                  </a:cubicBezTo>
                  <a:lnTo>
                    <a:pt x="2392" y="3257"/>
                  </a:lnTo>
                  <a:lnTo>
                    <a:pt x="394" y="3031"/>
                  </a:lnTo>
                  <a:lnTo>
                    <a:pt x="394" y="3031"/>
                  </a:lnTo>
                  <a:cubicBezTo>
                    <a:pt x="662" y="3926"/>
                    <a:pt x="1056" y="4680"/>
                    <a:pt x="1508" y="5310"/>
                  </a:cubicBezTo>
                  <a:lnTo>
                    <a:pt x="4806" y="6689"/>
                  </a:lnTo>
                  <a:lnTo>
                    <a:pt x="2488" y="6427"/>
                  </a:lnTo>
                  <a:lnTo>
                    <a:pt x="2488" y="6427"/>
                  </a:lnTo>
                  <a:cubicBezTo>
                    <a:pt x="4038" y="7886"/>
                    <a:pt x="5746" y="8325"/>
                    <a:pt x="5746" y="8325"/>
                  </a:cubicBezTo>
                  <a:cubicBezTo>
                    <a:pt x="5384" y="4541"/>
                    <a:pt x="3961" y="2462"/>
                    <a:pt x="2625" y="1326"/>
                  </a:cubicBezTo>
                  <a:lnTo>
                    <a:pt x="2396" y="1908"/>
                  </a:lnTo>
                  <a:lnTo>
                    <a:pt x="2304" y="1070"/>
                  </a:lnTo>
                  <a:cubicBezTo>
                    <a:pt x="1088" y="157"/>
                    <a:pt x="26" y="1"/>
                    <a:pt x="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3827775" y="2990400"/>
              <a:ext cx="53475" cy="285400"/>
            </a:xfrm>
            <a:custGeom>
              <a:avLst/>
              <a:gdLst/>
              <a:ahLst/>
              <a:cxnLst/>
              <a:rect l="l" t="t" r="r" b="b"/>
              <a:pathLst>
                <a:path w="2139" h="11416" extrusionOk="0">
                  <a:moveTo>
                    <a:pt x="141" y="1"/>
                  </a:moveTo>
                  <a:cubicBezTo>
                    <a:pt x="129" y="1"/>
                    <a:pt x="118" y="3"/>
                    <a:pt x="106" y="6"/>
                  </a:cubicBezTo>
                  <a:cubicBezTo>
                    <a:pt x="39" y="26"/>
                    <a:pt x="0" y="96"/>
                    <a:pt x="19" y="162"/>
                  </a:cubicBezTo>
                  <a:cubicBezTo>
                    <a:pt x="41" y="238"/>
                    <a:pt x="2139" y="7630"/>
                    <a:pt x="1239" y="11259"/>
                  </a:cubicBezTo>
                  <a:cubicBezTo>
                    <a:pt x="1223" y="11327"/>
                    <a:pt x="1264" y="11395"/>
                    <a:pt x="1332" y="11413"/>
                  </a:cubicBezTo>
                  <a:cubicBezTo>
                    <a:pt x="1342" y="11414"/>
                    <a:pt x="1352" y="11415"/>
                    <a:pt x="1362" y="11415"/>
                  </a:cubicBezTo>
                  <a:cubicBezTo>
                    <a:pt x="1420" y="11415"/>
                    <a:pt x="1471" y="11378"/>
                    <a:pt x="1485" y="11320"/>
                  </a:cubicBezTo>
                  <a:cubicBezTo>
                    <a:pt x="1871" y="9765"/>
                    <a:pt x="1781" y="7403"/>
                    <a:pt x="1220" y="4297"/>
                  </a:cubicBezTo>
                  <a:cubicBezTo>
                    <a:pt x="804" y="1990"/>
                    <a:pt x="268" y="111"/>
                    <a:pt x="264" y="93"/>
                  </a:cubicBezTo>
                  <a:cubicBezTo>
                    <a:pt x="247" y="37"/>
                    <a:pt x="196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798475" y="2171375"/>
              <a:ext cx="128050" cy="125325"/>
            </a:xfrm>
            <a:custGeom>
              <a:avLst/>
              <a:gdLst/>
              <a:ahLst/>
              <a:cxnLst/>
              <a:rect l="l" t="t" r="r" b="b"/>
              <a:pathLst>
                <a:path w="5122" h="5013" extrusionOk="0">
                  <a:moveTo>
                    <a:pt x="2560" y="1494"/>
                  </a:moveTo>
                  <a:cubicBezTo>
                    <a:pt x="3137" y="1494"/>
                    <a:pt x="3606" y="1964"/>
                    <a:pt x="3606" y="2540"/>
                  </a:cubicBezTo>
                  <a:cubicBezTo>
                    <a:pt x="3606" y="3117"/>
                    <a:pt x="3137" y="3586"/>
                    <a:pt x="2560" y="3586"/>
                  </a:cubicBezTo>
                  <a:cubicBezTo>
                    <a:pt x="1984" y="3586"/>
                    <a:pt x="1513" y="3117"/>
                    <a:pt x="1513" y="2540"/>
                  </a:cubicBezTo>
                  <a:cubicBezTo>
                    <a:pt x="1513" y="1964"/>
                    <a:pt x="1984" y="1494"/>
                    <a:pt x="2560" y="1494"/>
                  </a:cubicBezTo>
                  <a:close/>
                  <a:moveTo>
                    <a:pt x="2008" y="1"/>
                  </a:moveTo>
                  <a:lnTo>
                    <a:pt x="2008" y="822"/>
                  </a:lnTo>
                  <a:cubicBezTo>
                    <a:pt x="1833" y="878"/>
                    <a:pt x="1668" y="961"/>
                    <a:pt x="1521" y="1065"/>
                  </a:cubicBezTo>
                  <a:lnTo>
                    <a:pt x="861" y="586"/>
                  </a:lnTo>
                  <a:lnTo>
                    <a:pt x="212" y="1478"/>
                  </a:lnTo>
                  <a:lnTo>
                    <a:pt x="856" y="1948"/>
                  </a:lnTo>
                  <a:cubicBezTo>
                    <a:pt x="804" y="2095"/>
                    <a:pt x="771" y="2252"/>
                    <a:pt x="759" y="2414"/>
                  </a:cubicBezTo>
                  <a:lnTo>
                    <a:pt x="0" y="2617"/>
                  </a:lnTo>
                  <a:lnTo>
                    <a:pt x="286" y="3683"/>
                  </a:lnTo>
                  <a:lnTo>
                    <a:pt x="1023" y="3486"/>
                  </a:lnTo>
                  <a:cubicBezTo>
                    <a:pt x="1113" y="3629"/>
                    <a:pt x="1220" y="3760"/>
                    <a:pt x="1345" y="3874"/>
                  </a:cubicBezTo>
                  <a:lnTo>
                    <a:pt x="1038" y="4564"/>
                  </a:lnTo>
                  <a:lnTo>
                    <a:pt x="2046" y="5013"/>
                  </a:lnTo>
                  <a:lnTo>
                    <a:pt x="2349" y="4332"/>
                  </a:lnTo>
                  <a:cubicBezTo>
                    <a:pt x="2418" y="4341"/>
                    <a:pt x="2489" y="4345"/>
                    <a:pt x="2560" y="4345"/>
                  </a:cubicBezTo>
                  <a:cubicBezTo>
                    <a:pt x="2664" y="4345"/>
                    <a:pt x="2766" y="4335"/>
                    <a:pt x="2866" y="4319"/>
                  </a:cubicBezTo>
                  <a:lnTo>
                    <a:pt x="3203" y="4983"/>
                  </a:lnTo>
                  <a:lnTo>
                    <a:pt x="4187" y="4481"/>
                  </a:lnTo>
                  <a:lnTo>
                    <a:pt x="3844" y="3808"/>
                  </a:lnTo>
                  <a:cubicBezTo>
                    <a:pt x="3961" y="3687"/>
                    <a:pt x="4062" y="3553"/>
                    <a:pt x="4144" y="3403"/>
                  </a:cubicBezTo>
                  <a:lnTo>
                    <a:pt x="4893" y="3563"/>
                  </a:lnTo>
                  <a:lnTo>
                    <a:pt x="5121" y="2484"/>
                  </a:lnTo>
                  <a:lnTo>
                    <a:pt x="4351" y="2318"/>
                  </a:lnTo>
                  <a:cubicBezTo>
                    <a:pt x="4330" y="2159"/>
                    <a:pt x="4290" y="2004"/>
                    <a:pt x="4230" y="1859"/>
                  </a:cubicBezTo>
                  <a:lnTo>
                    <a:pt x="4851" y="1358"/>
                  </a:lnTo>
                  <a:lnTo>
                    <a:pt x="4157" y="500"/>
                  </a:lnTo>
                  <a:lnTo>
                    <a:pt x="3521" y="1015"/>
                  </a:lnTo>
                  <a:cubicBezTo>
                    <a:pt x="3395" y="934"/>
                    <a:pt x="3257" y="870"/>
                    <a:pt x="3112" y="822"/>
                  </a:cubicBezTo>
                  <a:lnTo>
                    <a:pt x="31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5050775" y="2412500"/>
              <a:ext cx="128050" cy="125300"/>
            </a:xfrm>
            <a:custGeom>
              <a:avLst/>
              <a:gdLst/>
              <a:ahLst/>
              <a:cxnLst/>
              <a:rect l="l" t="t" r="r" b="b"/>
              <a:pathLst>
                <a:path w="5122" h="5012" extrusionOk="0">
                  <a:moveTo>
                    <a:pt x="2561" y="1493"/>
                  </a:moveTo>
                  <a:cubicBezTo>
                    <a:pt x="3137" y="1493"/>
                    <a:pt x="3607" y="1962"/>
                    <a:pt x="3607" y="2540"/>
                  </a:cubicBezTo>
                  <a:cubicBezTo>
                    <a:pt x="3607" y="3117"/>
                    <a:pt x="3137" y="3586"/>
                    <a:pt x="2561" y="3586"/>
                  </a:cubicBezTo>
                  <a:cubicBezTo>
                    <a:pt x="1984" y="3586"/>
                    <a:pt x="1515" y="3117"/>
                    <a:pt x="1515" y="2540"/>
                  </a:cubicBezTo>
                  <a:cubicBezTo>
                    <a:pt x="1515" y="1962"/>
                    <a:pt x="1984" y="1493"/>
                    <a:pt x="2561" y="1493"/>
                  </a:cubicBezTo>
                  <a:close/>
                  <a:moveTo>
                    <a:pt x="2009" y="1"/>
                  </a:moveTo>
                  <a:lnTo>
                    <a:pt x="2009" y="822"/>
                  </a:lnTo>
                  <a:cubicBezTo>
                    <a:pt x="1834" y="879"/>
                    <a:pt x="1670" y="961"/>
                    <a:pt x="1522" y="1066"/>
                  </a:cubicBezTo>
                  <a:lnTo>
                    <a:pt x="861" y="586"/>
                  </a:lnTo>
                  <a:lnTo>
                    <a:pt x="212" y="1478"/>
                  </a:lnTo>
                  <a:lnTo>
                    <a:pt x="857" y="1946"/>
                  </a:lnTo>
                  <a:cubicBezTo>
                    <a:pt x="805" y="2094"/>
                    <a:pt x="773" y="2251"/>
                    <a:pt x="761" y="2413"/>
                  </a:cubicBezTo>
                  <a:lnTo>
                    <a:pt x="1" y="2617"/>
                  </a:lnTo>
                  <a:lnTo>
                    <a:pt x="288" y="3683"/>
                  </a:lnTo>
                  <a:lnTo>
                    <a:pt x="1024" y="3485"/>
                  </a:lnTo>
                  <a:cubicBezTo>
                    <a:pt x="1114" y="3630"/>
                    <a:pt x="1222" y="3760"/>
                    <a:pt x="1347" y="3873"/>
                  </a:cubicBezTo>
                  <a:lnTo>
                    <a:pt x="1040" y="4563"/>
                  </a:lnTo>
                  <a:lnTo>
                    <a:pt x="2048" y="5012"/>
                  </a:lnTo>
                  <a:lnTo>
                    <a:pt x="2351" y="4332"/>
                  </a:lnTo>
                  <a:cubicBezTo>
                    <a:pt x="2420" y="4340"/>
                    <a:pt x="2490" y="4344"/>
                    <a:pt x="2561" y="4344"/>
                  </a:cubicBezTo>
                  <a:cubicBezTo>
                    <a:pt x="2665" y="4344"/>
                    <a:pt x="2766" y="4335"/>
                    <a:pt x="2866" y="4318"/>
                  </a:cubicBezTo>
                  <a:lnTo>
                    <a:pt x="3205" y="4981"/>
                  </a:lnTo>
                  <a:lnTo>
                    <a:pt x="4189" y="4480"/>
                  </a:lnTo>
                  <a:lnTo>
                    <a:pt x="3844" y="3807"/>
                  </a:lnTo>
                  <a:cubicBezTo>
                    <a:pt x="3963" y="3688"/>
                    <a:pt x="4064" y="3552"/>
                    <a:pt x="4146" y="3404"/>
                  </a:cubicBezTo>
                  <a:lnTo>
                    <a:pt x="4893" y="3562"/>
                  </a:lnTo>
                  <a:lnTo>
                    <a:pt x="5122" y="2482"/>
                  </a:lnTo>
                  <a:lnTo>
                    <a:pt x="4351" y="2319"/>
                  </a:lnTo>
                  <a:cubicBezTo>
                    <a:pt x="4331" y="2158"/>
                    <a:pt x="4290" y="2004"/>
                    <a:pt x="4233" y="1859"/>
                  </a:cubicBezTo>
                  <a:lnTo>
                    <a:pt x="4853" y="1357"/>
                  </a:lnTo>
                  <a:lnTo>
                    <a:pt x="4157" y="499"/>
                  </a:lnTo>
                  <a:lnTo>
                    <a:pt x="3523" y="1013"/>
                  </a:lnTo>
                  <a:cubicBezTo>
                    <a:pt x="3395" y="934"/>
                    <a:pt x="3258" y="869"/>
                    <a:pt x="3113" y="822"/>
                  </a:cubicBezTo>
                  <a:lnTo>
                    <a:pt x="31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4367900" y="3114100"/>
              <a:ext cx="688925" cy="246625"/>
            </a:xfrm>
            <a:custGeom>
              <a:avLst/>
              <a:gdLst/>
              <a:ahLst/>
              <a:cxnLst/>
              <a:rect l="l" t="t" r="r" b="b"/>
              <a:pathLst>
                <a:path w="27557" h="9865" extrusionOk="0">
                  <a:moveTo>
                    <a:pt x="440" y="1"/>
                  </a:moveTo>
                  <a:cubicBezTo>
                    <a:pt x="198" y="1"/>
                    <a:pt x="1" y="198"/>
                    <a:pt x="1" y="440"/>
                  </a:cubicBezTo>
                  <a:lnTo>
                    <a:pt x="1" y="9426"/>
                  </a:lnTo>
                  <a:cubicBezTo>
                    <a:pt x="1" y="9668"/>
                    <a:pt x="198" y="9865"/>
                    <a:pt x="440" y="9865"/>
                  </a:cubicBezTo>
                  <a:lnTo>
                    <a:pt x="27556" y="9865"/>
                  </a:lnTo>
                  <a:lnTo>
                    <a:pt x="27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4460225" y="3114100"/>
              <a:ext cx="688950" cy="246625"/>
            </a:xfrm>
            <a:custGeom>
              <a:avLst/>
              <a:gdLst/>
              <a:ahLst/>
              <a:cxnLst/>
              <a:rect l="l" t="t" r="r" b="b"/>
              <a:pathLst>
                <a:path w="27558" h="9865" extrusionOk="0">
                  <a:moveTo>
                    <a:pt x="441" y="1"/>
                  </a:moveTo>
                  <a:cubicBezTo>
                    <a:pt x="198" y="1"/>
                    <a:pt x="1" y="198"/>
                    <a:pt x="1" y="440"/>
                  </a:cubicBezTo>
                  <a:lnTo>
                    <a:pt x="1" y="9426"/>
                  </a:lnTo>
                  <a:cubicBezTo>
                    <a:pt x="1" y="9668"/>
                    <a:pt x="199" y="9865"/>
                    <a:pt x="441" y="9865"/>
                  </a:cubicBezTo>
                  <a:lnTo>
                    <a:pt x="27558" y="9865"/>
                  </a:lnTo>
                  <a:lnTo>
                    <a:pt x="2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4609150" y="3112300"/>
              <a:ext cx="317150" cy="3600"/>
            </a:xfrm>
            <a:custGeom>
              <a:avLst/>
              <a:gdLst/>
              <a:ahLst/>
              <a:cxnLst/>
              <a:rect l="l" t="t" r="r" b="b"/>
              <a:pathLst>
                <a:path w="12686" h="144" extrusionOk="0">
                  <a:moveTo>
                    <a:pt x="72" y="0"/>
                  </a:moveTo>
                  <a:cubicBezTo>
                    <a:pt x="33" y="0"/>
                    <a:pt x="1" y="32"/>
                    <a:pt x="1" y="73"/>
                  </a:cubicBezTo>
                  <a:cubicBezTo>
                    <a:pt x="1" y="112"/>
                    <a:pt x="33" y="144"/>
                    <a:pt x="72" y="144"/>
                  </a:cubicBezTo>
                  <a:lnTo>
                    <a:pt x="12613" y="144"/>
                  </a:lnTo>
                  <a:cubicBezTo>
                    <a:pt x="12653" y="144"/>
                    <a:pt x="12685" y="112"/>
                    <a:pt x="12685" y="73"/>
                  </a:cubicBezTo>
                  <a:cubicBezTo>
                    <a:pt x="12685" y="32"/>
                    <a:pt x="12653" y="0"/>
                    <a:pt x="12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4521475" y="3152675"/>
              <a:ext cx="627700" cy="167100"/>
            </a:xfrm>
            <a:custGeom>
              <a:avLst/>
              <a:gdLst/>
              <a:ahLst/>
              <a:cxnLst/>
              <a:rect l="l" t="t" r="r" b="b"/>
              <a:pathLst>
                <a:path w="25108" h="6684" extrusionOk="0">
                  <a:moveTo>
                    <a:pt x="3154" y="0"/>
                  </a:moveTo>
                  <a:cubicBezTo>
                    <a:pt x="1413" y="0"/>
                    <a:pt x="0" y="1413"/>
                    <a:pt x="0" y="3154"/>
                  </a:cubicBezTo>
                  <a:lnTo>
                    <a:pt x="0" y="3528"/>
                  </a:lnTo>
                  <a:cubicBezTo>
                    <a:pt x="0" y="5271"/>
                    <a:pt x="1413" y="6683"/>
                    <a:pt x="3154" y="6683"/>
                  </a:cubicBezTo>
                  <a:lnTo>
                    <a:pt x="25108" y="6683"/>
                  </a:lnTo>
                  <a:lnTo>
                    <a:pt x="251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4582200" y="3177675"/>
              <a:ext cx="566175" cy="3600"/>
            </a:xfrm>
            <a:custGeom>
              <a:avLst/>
              <a:gdLst/>
              <a:ahLst/>
              <a:cxnLst/>
              <a:rect l="l" t="t" r="r" b="b"/>
              <a:pathLst>
                <a:path w="22647" h="144" extrusionOk="0">
                  <a:moveTo>
                    <a:pt x="72" y="0"/>
                  </a:moveTo>
                  <a:cubicBezTo>
                    <a:pt x="33" y="0"/>
                    <a:pt x="1" y="32"/>
                    <a:pt x="1" y="71"/>
                  </a:cubicBezTo>
                  <a:cubicBezTo>
                    <a:pt x="1" y="112"/>
                    <a:pt x="33" y="143"/>
                    <a:pt x="72" y="143"/>
                  </a:cubicBezTo>
                  <a:lnTo>
                    <a:pt x="22574" y="143"/>
                  </a:lnTo>
                  <a:cubicBezTo>
                    <a:pt x="22615" y="143"/>
                    <a:pt x="22647" y="112"/>
                    <a:pt x="22647" y="71"/>
                  </a:cubicBezTo>
                  <a:cubicBezTo>
                    <a:pt x="22647" y="32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4582200" y="3215475"/>
              <a:ext cx="566175" cy="3650"/>
            </a:xfrm>
            <a:custGeom>
              <a:avLst/>
              <a:gdLst/>
              <a:ahLst/>
              <a:cxnLst/>
              <a:rect l="l" t="t" r="r" b="b"/>
              <a:pathLst>
                <a:path w="22647" h="146" extrusionOk="0">
                  <a:moveTo>
                    <a:pt x="72" y="0"/>
                  </a:moveTo>
                  <a:cubicBezTo>
                    <a:pt x="33" y="0"/>
                    <a:pt x="1" y="34"/>
                    <a:pt x="1" y="73"/>
                  </a:cubicBezTo>
                  <a:cubicBezTo>
                    <a:pt x="1" y="112"/>
                    <a:pt x="33" y="145"/>
                    <a:pt x="72" y="145"/>
                  </a:cubicBezTo>
                  <a:lnTo>
                    <a:pt x="22574" y="145"/>
                  </a:lnTo>
                  <a:cubicBezTo>
                    <a:pt x="22615" y="145"/>
                    <a:pt x="22647" y="112"/>
                    <a:pt x="22647" y="73"/>
                  </a:cubicBezTo>
                  <a:cubicBezTo>
                    <a:pt x="22647" y="34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4582200" y="3253325"/>
              <a:ext cx="566175" cy="3600"/>
            </a:xfrm>
            <a:custGeom>
              <a:avLst/>
              <a:gdLst/>
              <a:ahLst/>
              <a:cxnLst/>
              <a:rect l="l" t="t" r="r" b="b"/>
              <a:pathLst>
                <a:path w="22647" h="144" extrusionOk="0">
                  <a:moveTo>
                    <a:pt x="72" y="0"/>
                  </a:moveTo>
                  <a:cubicBezTo>
                    <a:pt x="33" y="0"/>
                    <a:pt x="1" y="32"/>
                    <a:pt x="1" y="71"/>
                  </a:cubicBezTo>
                  <a:cubicBezTo>
                    <a:pt x="1" y="112"/>
                    <a:pt x="33" y="144"/>
                    <a:pt x="72" y="144"/>
                  </a:cubicBezTo>
                  <a:lnTo>
                    <a:pt x="22574" y="144"/>
                  </a:lnTo>
                  <a:cubicBezTo>
                    <a:pt x="22615" y="144"/>
                    <a:pt x="22647" y="112"/>
                    <a:pt x="22647" y="71"/>
                  </a:cubicBezTo>
                  <a:cubicBezTo>
                    <a:pt x="22647" y="32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4582200" y="3291125"/>
              <a:ext cx="566175" cy="3650"/>
            </a:xfrm>
            <a:custGeom>
              <a:avLst/>
              <a:gdLst/>
              <a:ahLst/>
              <a:cxnLst/>
              <a:rect l="l" t="t" r="r" b="b"/>
              <a:pathLst>
                <a:path w="22647" h="146" extrusionOk="0">
                  <a:moveTo>
                    <a:pt x="72" y="1"/>
                  </a:moveTo>
                  <a:cubicBezTo>
                    <a:pt x="33" y="1"/>
                    <a:pt x="1" y="34"/>
                    <a:pt x="1" y="73"/>
                  </a:cubicBezTo>
                  <a:cubicBezTo>
                    <a:pt x="1" y="112"/>
                    <a:pt x="33" y="146"/>
                    <a:pt x="72" y="146"/>
                  </a:cubicBezTo>
                  <a:lnTo>
                    <a:pt x="22574" y="146"/>
                  </a:lnTo>
                  <a:cubicBezTo>
                    <a:pt x="22615" y="146"/>
                    <a:pt x="22647" y="112"/>
                    <a:pt x="22647" y="73"/>
                  </a:cubicBezTo>
                  <a:cubicBezTo>
                    <a:pt x="22647" y="34"/>
                    <a:pt x="22615" y="1"/>
                    <a:pt x="22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4992725" y="3177150"/>
              <a:ext cx="102850" cy="108100"/>
            </a:xfrm>
            <a:custGeom>
              <a:avLst/>
              <a:gdLst/>
              <a:ahLst/>
              <a:cxnLst/>
              <a:rect l="l" t="t" r="r" b="b"/>
              <a:pathLst>
                <a:path w="4114" h="4324" extrusionOk="0">
                  <a:moveTo>
                    <a:pt x="1" y="1"/>
                  </a:moveTo>
                  <a:lnTo>
                    <a:pt x="1" y="4324"/>
                  </a:lnTo>
                  <a:lnTo>
                    <a:pt x="2056" y="3376"/>
                  </a:lnTo>
                  <a:lnTo>
                    <a:pt x="4113" y="4324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4196150" y="2062350"/>
              <a:ext cx="53125" cy="50900"/>
            </a:xfrm>
            <a:custGeom>
              <a:avLst/>
              <a:gdLst/>
              <a:ahLst/>
              <a:cxnLst/>
              <a:rect l="l" t="t" r="r" b="b"/>
              <a:pathLst>
                <a:path w="2125" h="2036" extrusionOk="0">
                  <a:moveTo>
                    <a:pt x="1063" y="206"/>
                  </a:moveTo>
                  <a:cubicBezTo>
                    <a:pt x="1091" y="206"/>
                    <a:pt x="1118" y="207"/>
                    <a:pt x="1146" y="210"/>
                  </a:cubicBezTo>
                  <a:cubicBezTo>
                    <a:pt x="1525" y="247"/>
                    <a:pt x="1832" y="554"/>
                    <a:pt x="1872" y="934"/>
                  </a:cubicBezTo>
                  <a:cubicBezTo>
                    <a:pt x="1920" y="1420"/>
                    <a:pt x="1537" y="1830"/>
                    <a:pt x="1062" y="1830"/>
                  </a:cubicBezTo>
                  <a:cubicBezTo>
                    <a:pt x="1034" y="1830"/>
                    <a:pt x="1007" y="1829"/>
                    <a:pt x="979" y="1826"/>
                  </a:cubicBezTo>
                  <a:cubicBezTo>
                    <a:pt x="600" y="1789"/>
                    <a:pt x="293" y="1482"/>
                    <a:pt x="255" y="1101"/>
                  </a:cubicBezTo>
                  <a:cubicBezTo>
                    <a:pt x="206" y="615"/>
                    <a:pt x="588" y="206"/>
                    <a:pt x="1063" y="206"/>
                  </a:cubicBezTo>
                  <a:close/>
                  <a:moveTo>
                    <a:pt x="1061" y="1"/>
                  </a:moveTo>
                  <a:cubicBezTo>
                    <a:pt x="1034" y="1"/>
                    <a:pt x="1007" y="2"/>
                    <a:pt x="979" y="4"/>
                  </a:cubicBezTo>
                  <a:cubicBezTo>
                    <a:pt x="487" y="43"/>
                    <a:pt x="88" y="441"/>
                    <a:pt x="49" y="935"/>
                  </a:cubicBezTo>
                  <a:cubicBezTo>
                    <a:pt x="1" y="1534"/>
                    <a:pt x="475" y="2035"/>
                    <a:pt x="1064" y="2035"/>
                  </a:cubicBezTo>
                  <a:cubicBezTo>
                    <a:pt x="1091" y="2035"/>
                    <a:pt x="1118" y="2034"/>
                    <a:pt x="1146" y="2032"/>
                  </a:cubicBezTo>
                  <a:cubicBezTo>
                    <a:pt x="1638" y="1993"/>
                    <a:pt x="2037" y="1593"/>
                    <a:pt x="2077" y="1101"/>
                  </a:cubicBezTo>
                  <a:cubicBezTo>
                    <a:pt x="2124" y="502"/>
                    <a:pt x="1651" y="1"/>
                    <a:pt x="10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5115600" y="2721500"/>
              <a:ext cx="53125" cy="50900"/>
            </a:xfrm>
            <a:custGeom>
              <a:avLst/>
              <a:gdLst/>
              <a:ahLst/>
              <a:cxnLst/>
              <a:rect l="l" t="t" r="r" b="b"/>
              <a:pathLst>
                <a:path w="2125" h="2036" extrusionOk="0">
                  <a:moveTo>
                    <a:pt x="1061" y="205"/>
                  </a:moveTo>
                  <a:cubicBezTo>
                    <a:pt x="1089" y="205"/>
                    <a:pt x="1117" y="207"/>
                    <a:pt x="1146" y="210"/>
                  </a:cubicBezTo>
                  <a:cubicBezTo>
                    <a:pt x="1525" y="247"/>
                    <a:pt x="1832" y="554"/>
                    <a:pt x="1871" y="934"/>
                  </a:cubicBezTo>
                  <a:cubicBezTo>
                    <a:pt x="1919" y="1419"/>
                    <a:pt x="1537" y="1830"/>
                    <a:pt x="1061" y="1830"/>
                  </a:cubicBezTo>
                  <a:cubicBezTo>
                    <a:pt x="1034" y="1830"/>
                    <a:pt x="1007" y="1829"/>
                    <a:pt x="979" y="1826"/>
                  </a:cubicBezTo>
                  <a:cubicBezTo>
                    <a:pt x="599" y="1787"/>
                    <a:pt x="292" y="1480"/>
                    <a:pt x="255" y="1100"/>
                  </a:cubicBezTo>
                  <a:cubicBezTo>
                    <a:pt x="205" y="616"/>
                    <a:pt x="587" y="205"/>
                    <a:pt x="1061" y="205"/>
                  </a:cubicBezTo>
                  <a:close/>
                  <a:moveTo>
                    <a:pt x="1063" y="0"/>
                  </a:moveTo>
                  <a:cubicBezTo>
                    <a:pt x="1035" y="0"/>
                    <a:pt x="1007" y="2"/>
                    <a:pt x="979" y="4"/>
                  </a:cubicBezTo>
                  <a:cubicBezTo>
                    <a:pt x="486" y="43"/>
                    <a:pt x="88" y="441"/>
                    <a:pt x="49" y="934"/>
                  </a:cubicBezTo>
                  <a:cubicBezTo>
                    <a:pt x="0" y="1532"/>
                    <a:pt x="475" y="2035"/>
                    <a:pt x="1064" y="2035"/>
                  </a:cubicBezTo>
                  <a:cubicBezTo>
                    <a:pt x="1091" y="2035"/>
                    <a:pt x="1118" y="2034"/>
                    <a:pt x="1146" y="2032"/>
                  </a:cubicBezTo>
                  <a:cubicBezTo>
                    <a:pt x="1638" y="1993"/>
                    <a:pt x="2036" y="1593"/>
                    <a:pt x="2077" y="1100"/>
                  </a:cubicBezTo>
                  <a:cubicBezTo>
                    <a:pt x="2124" y="503"/>
                    <a:pt x="1652" y="0"/>
                    <a:pt x="1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26"/>
          <p:cNvSpPr/>
          <p:nvPr/>
        </p:nvSpPr>
        <p:spPr>
          <a:xfrm>
            <a:off x="4178682" y="13674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844853" y="3585178"/>
            <a:ext cx="184302" cy="180319"/>
          </a:xfrm>
          <a:custGeom>
            <a:avLst/>
            <a:gdLst/>
            <a:ahLst/>
            <a:cxnLst/>
            <a:rect l="l" t="t" r="r" b="b"/>
            <a:pathLst>
              <a:path w="5122" h="5012" extrusionOk="0">
                <a:moveTo>
                  <a:pt x="2561" y="1493"/>
                </a:moveTo>
                <a:cubicBezTo>
                  <a:pt x="3137" y="1493"/>
                  <a:pt x="3607" y="1962"/>
                  <a:pt x="3607" y="2540"/>
                </a:cubicBezTo>
                <a:cubicBezTo>
                  <a:pt x="3607" y="3117"/>
                  <a:pt x="3137" y="3586"/>
                  <a:pt x="2561" y="3586"/>
                </a:cubicBezTo>
                <a:cubicBezTo>
                  <a:pt x="1984" y="3586"/>
                  <a:pt x="1515" y="3117"/>
                  <a:pt x="1515" y="2540"/>
                </a:cubicBezTo>
                <a:cubicBezTo>
                  <a:pt x="1515" y="1962"/>
                  <a:pt x="1984" y="1493"/>
                  <a:pt x="2561" y="1493"/>
                </a:cubicBezTo>
                <a:close/>
                <a:moveTo>
                  <a:pt x="2009" y="1"/>
                </a:moveTo>
                <a:lnTo>
                  <a:pt x="2009" y="822"/>
                </a:lnTo>
                <a:cubicBezTo>
                  <a:pt x="1834" y="879"/>
                  <a:pt x="1670" y="961"/>
                  <a:pt x="1522" y="1066"/>
                </a:cubicBezTo>
                <a:lnTo>
                  <a:pt x="861" y="586"/>
                </a:lnTo>
                <a:lnTo>
                  <a:pt x="212" y="1478"/>
                </a:lnTo>
                <a:lnTo>
                  <a:pt x="857" y="1946"/>
                </a:lnTo>
                <a:cubicBezTo>
                  <a:pt x="805" y="2094"/>
                  <a:pt x="773" y="2251"/>
                  <a:pt x="761" y="2413"/>
                </a:cubicBezTo>
                <a:lnTo>
                  <a:pt x="1" y="2617"/>
                </a:lnTo>
                <a:lnTo>
                  <a:pt x="288" y="3683"/>
                </a:lnTo>
                <a:lnTo>
                  <a:pt x="1024" y="3485"/>
                </a:lnTo>
                <a:cubicBezTo>
                  <a:pt x="1114" y="3630"/>
                  <a:pt x="1222" y="3760"/>
                  <a:pt x="1347" y="3873"/>
                </a:cubicBezTo>
                <a:lnTo>
                  <a:pt x="1040" y="4563"/>
                </a:lnTo>
                <a:lnTo>
                  <a:pt x="2048" y="5012"/>
                </a:lnTo>
                <a:lnTo>
                  <a:pt x="2351" y="4332"/>
                </a:lnTo>
                <a:cubicBezTo>
                  <a:pt x="2420" y="4340"/>
                  <a:pt x="2490" y="4344"/>
                  <a:pt x="2561" y="4344"/>
                </a:cubicBezTo>
                <a:cubicBezTo>
                  <a:pt x="2665" y="4344"/>
                  <a:pt x="2766" y="4335"/>
                  <a:pt x="2866" y="4318"/>
                </a:cubicBezTo>
                <a:lnTo>
                  <a:pt x="3205" y="4981"/>
                </a:lnTo>
                <a:lnTo>
                  <a:pt x="4189" y="4480"/>
                </a:lnTo>
                <a:lnTo>
                  <a:pt x="3844" y="3807"/>
                </a:lnTo>
                <a:cubicBezTo>
                  <a:pt x="3963" y="3688"/>
                  <a:pt x="4064" y="3552"/>
                  <a:pt x="4146" y="3404"/>
                </a:cubicBezTo>
                <a:lnTo>
                  <a:pt x="4893" y="3562"/>
                </a:lnTo>
                <a:lnTo>
                  <a:pt x="5122" y="2482"/>
                </a:lnTo>
                <a:lnTo>
                  <a:pt x="4351" y="2319"/>
                </a:lnTo>
                <a:cubicBezTo>
                  <a:pt x="4331" y="2158"/>
                  <a:pt x="4290" y="2004"/>
                  <a:pt x="4233" y="1859"/>
                </a:cubicBezTo>
                <a:lnTo>
                  <a:pt x="4853" y="1357"/>
                </a:lnTo>
                <a:lnTo>
                  <a:pt x="4157" y="499"/>
                </a:lnTo>
                <a:lnTo>
                  <a:pt x="3523" y="1013"/>
                </a:lnTo>
                <a:cubicBezTo>
                  <a:pt x="3395" y="934"/>
                  <a:pt x="3258" y="869"/>
                  <a:pt x="3113" y="822"/>
                </a:cubicBezTo>
                <a:lnTo>
                  <a:pt x="311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CA049D-3AA6-CFA4-C5A4-6FE2650AE0DD}"/>
              </a:ext>
            </a:extLst>
          </p:cNvPr>
          <p:cNvSpPr txBox="1"/>
          <p:nvPr/>
        </p:nvSpPr>
        <p:spPr>
          <a:xfrm>
            <a:off x="1280160" y="3660758"/>
            <a:ext cx="3973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Giảng viên: </a:t>
            </a:r>
            <a:r>
              <a:rPr lang="en-US" b="1"/>
              <a:t>Đào Thị Ngọc Hân</a:t>
            </a:r>
          </a:p>
          <a:p>
            <a:r>
              <a:rPr lang="en-US"/>
              <a:t>Email: </a:t>
            </a:r>
            <a:r>
              <a:rPr lang="en-US" b="1"/>
              <a:t>handtn@huce.edu.vn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/>
          <p:nvPr/>
        </p:nvSpPr>
        <p:spPr>
          <a:xfrm>
            <a:off x="5335117" y="183670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3042304" y="1836700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7"/>
          <p:cNvSpPr txBox="1">
            <a:spLocks noGrp="1"/>
          </p:cNvSpPr>
          <p:nvPr>
            <p:ph type="title"/>
          </p:nvPr>
        </p:nvSpPr>
        <p:spPr>
          <a:xfrm>
            <a:off x="2278042" y="1955275"/>
            <a:ext cx="2292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8" name="Google Shape;378;p27"/>
          <p:cNvSpPr txBox="1">
            <a:spLocks noGrp="1"/>
          </p:cNvSpPr>
          <p:nvPr>
            <p:ph type="subTitle" idx="1"/>
          </p:nvPr>
        </p:nvSpPr>
        <p:spPr>
          <a:xfrm>
            <a:off x="2278054" y="2755025"/>
            <a:ext cx="2292900" cy="8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Điểm quá trình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50%</a:t>
            </a:r>
            <a:endParaRPr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79" name="Google Shape;379;p2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Điểm môn học</a:t>
            </a:r>
            <a:endParaRPr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0" name="Google Shape;380;p27"/>
          <p:cNvSpPr txBox="1">
            <a:spLocks noGrp="1"/>
          </p:cNvSpPr>
          <p:nvPr>
            <p:ph type="title" idx="3"/>
          </p:nvPr>
        </p:nvSpPr>
        <p:spPr>
          <a:xfrm>
            <a:off x="4570942" y="1955275"/>
            <a:ext cx="2292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" name="Google Shape;381;p27"/>
          <p:cNvSpPr txBox="1">
            <a:spLocks noGrp="1"/>
          </p:cNvSpPr>
          <p:nvPr>
            <p:ph type="subTitle" idx="4"/>
          </p:nvPr>
        </p:nvSpPr>
        <p:spPr>
          <a:xfrm>
            <a:off x="4570867" y="2755025"/>
            <a:ext cx="2292900" cy="8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Điểm cuối kỳ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50%</a:t>
            </a:r>
            <a:endParaRPr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2072772" y="1574693"/>
            <a:ext cx="267655" cy="26199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7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7"/>
          <p:cNvSpPr/>
          <p:nvPr/>
        </p:nvSpPr>
        <p:spPr>
          <a:xfrm flipH="1">
            <a:off x="356250" y="3389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7"/>
          <p:cNvSpPr/>
          <p:nvPr/>
        </p:nvSpPr>
        <p:spPr>
          <a:xfrm>
            <a:off x="8117407" y="413222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>
            <a:off x="1925075" y="1104300"/>
            <a:ext cx="1168800" cy="1168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8"/>
          <p:cNvGrpSpPr/>
          <p:nvPr/>
        </p:nvGrpSpPr>
        <p:grpSpPr>
          <a:xfrm flipH="1">
            <a:off x="4304535" y="1428440"/>
            <a:ext cx="3715854" cy="2286606"/>
            <a:chOff x="5467825" y="2094550"/>
            <a:chExt cx="2061500" cy="1268575"/>
          </a:xfrm>
        </p:grpSpPr>
        <p:sp>
          <p:nvSpPr>
            <p:cNvPr id="394" name="Google Shape;394;p28"/>
            <p:cNvSpPr/>
            <p:nvPr/>
          </p:nvSpPr>
          <p:spPr>
            <a:xfrm>
              <a:off x="5467825" y="2094550"/>
              <a:ext cx="2061500" cy="1268575"/>
            </a:xfrm>
            <a:custGeom>
              <a:avLst/>
              <a:gdLst/>
              <a:ahLst/>
              <a:cxnLst/>
              <a:rect l="l" t="t" r="r" b="b"/>
              <a:pathLst>
                <a:path w="82460" h="50743" extrusionOk="0">
                  <a:moveTo>
                    <a:pt x="19385" y="1"/>
                  </a:moveTo>
                  <a:cubicBezTo>
                    <a:pt x="17341" y="1"/>
                    <a:pt x="15618" y="550"/>
                    <a:pt x="14182" y="2015"/>
                  </a:cubicBezTo>
                  <a:cubicBezTo>
                    <a:pt x="9797" y="6487"/>
                    <a:pt x="18316" y="15851"/>
                    <a:pt x="8645" y="24788"/>
                  </a:cubicBezTo>
                  <a:cubicBezTo>
                    <a:pt x="1" y="32773"/>
                    <a:pt x="7034" y="48410"/>
                    <a:pt x="14340" y="50742"/>
                  </a:cubicBezTo>
                  <a:lnTo>
                    <a:pt x="55177" y="50742"/>
                  </a:lnTo>
                  <a:lnTo>
                    <a:pt x="66004" y="50665"/>
                  </a:lnTo>
                  <a:cubicBezTo>
                    <a:pt x="82460" y="34600"/>
                    <a:pt x="79416" y="4079"/>
                    <a:pt x="58355" y="4079"/>
                  </a:cubicBezTo>
                  <a:cubicBezTo>
                    <a:pt x="57195" y="4079"/>
                    <a:pt x="55980" y="4171"/>
                    <a:pt x="54710" y="4364"/>
                  </a:cubicBezTo>
                  <a:cubicBezTo>
                    <a:pt x="52095" y="4762"/>
                    <a:pt x="49614" y="4929"/>
                    <a:pt x="47261" y="4929"/>
                  </a:cubicBezTo>
                  <a:cubicBezTo>
                    <a:pt x="34504" y="4929"/>
                    <a:pt x="25507" y="1"/>
                    <a:pt x="19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7030925" y="2165350"/>
              <a:ext cx="315075" cy="259175"/>
            </a:xfrm>
            <a:custGeom>
              <a:avLst/>
              <a:gdLst/>
              <a:ahLst/>
              <a:cxnLst/>
              <a:rect l="l" t="t" r="r" b="b"/>
              <a:pathLst>
                <a:path w="12603" h="10367" extrusionOk="0">
                  <a:moveTo>
                    <a:pt x="153" y="1"/>
                  </a:moveTo>
                  <a:cubicBezTo>
                    <a:pt x="43" y="1"/>
                    <a:pt x="1" y="172"/>
                    <a:pt x="119" y="191"/>
                  </a:cubicBezTo>
                  <a:cubicBezTo>
                    <a:pt x="5663" y="1104"/>
                    <a:pt x="10437" y="5028"/>
                    <a:pt x="12387" y="10300"/>
                  </a:cubicBezTo>
                  <a:cubicBezTo>
                    <a:pt x="12404" y="10346"/>
                    <a:pt x="12444" y="10366"/>
                    <a:pt x="12483" y="10366"/>
                  </a:cubicBezTo>
                  <a:cubicBezTo>
                    <a:pt x="12544" y="10366"/>
                    <a:pt x="12603" y="10319"/>
                    <a:pt x="12576" y="10248"/>
                  </a:cubicBezTo>
                  <a:cubicBezTo>
                    <a:pt x="10602" y="4914"/>
                    <a:pt x="5786" y="927"/>
                    <a:pt x="171" y="3"/>
                  </a:cubicBezTo>
                  <a:cubicBezTo>
                    <a:pt x="165" y="1"/>
                    <a:pt x="15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5691900" y="2431450"/>
              <a:ext cx="94600" cy="233775"/>
            </a:xfrm>
            <a:custGeom>
              <a:avLst/>
              <a:gdLst/>
              <a:ahLst/>
              <a:cxnLst/>
              <a:rect l="l" t="t" r="r" b="b"/>
              <a:pathLst>
                <a:path w="3784" h="9351" extrusionOk="0">
                  <a:moveTo>
                    <a:pt x="3649" y="0"/>
                  </a:moveTo>
                  <a:cubicBezTo>
                    <a:pt x="3600" y="0"/>
                    <a:pt x="3552" y="32"/>
                    <a:pt x="3553" y="95"/>
                  </a:cubicBezTo>
                  <a:cubicBezTo>
                    <a:pt x="3586" y="3470"/>
                    <a:pt x="2350" y="6695"/>
                    <a:pt x="66" y="9181"/>
                  </a:cubicBezTo>
                  <a:cubicBezTo>
                    <a:pt x="0" y="9252"/>
                    <a:pt x="66" y="9350"/>
                    <a:pt x="139" y="9350"/>
                  </a:cubicBezTo>
                  <a:cubicBezTo>
                    <a:pt x="161" y="9350"/>
                    <a:pt x="183" y="9341"/>
                    <a:pt x="203" y="9320"/>
                  </a:cubicBezTo>
                  <a:cubicBezTo>
                    <a:pt x="2523" y="6796"/>
                    <a:pt x="3783" y="3521"/>
                    <a:pt x="3748" y="95"/>
                  </a:cubicBezTo>
                  <a:cubicBezTo>
                    <a:pt x="3748" y="32"/>
                    <a:pt x="3698" y="0"/>
                    <a:pt x="3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190675" y="3091725"/>
              <a:ext cx="138250" cy="226575"/>
            </a:xfrm>
            <a:custGeom>
              <a:avLst/>
              <a:gdLst/>
              <a:ahLst/>
              <a:cxnLst/>
              <a:rect l="l" t="t" r="r" b="b"/>
              <a:pathLst>
                <a:path w="5530" h="9063" extrusionOk="0">
                  <a:moveTo>
                    <a:pt x="5411" y="1"/>
                  </a:moveTo>
                  <a:cubicBezTo>
                    <a:pt x="5371" y="1"/>
                    <a:pt x="5332" y="21"/>
                    <a:pt x="5316" y="68"/>
                  </a:cubicBezTo>
                  <a:cubicBezTo>
                    <a:pt x="4186" y="3351"/>
                    <a:pt x="2411" y="6332"/>
                    <a:pt x="66" y="8894"/>
                  </a:cubicBezTo>
                  <a:cubicBezTo>
                    <a:pt x="0" y="8965"/>
                    <a:pt x="65" y="9063"/>
                    <a:pt x="138" y="9063"/>
                  </a:cubicBezTo>
                  <a:cubicBezTo>
                    <a:pt x="160" y="9063"/>
                    <a:pt x="183" y="9053"/>
                    <a:pt x="203" y="9031"/>
                  </a:cubicBezTo>
                  <a:cubicBezTo>
                    <a:pt x="2570" y="6448"/>
                    <a:pt x="4364" y="3434"/>
                    <a:pt x="5504" y="121"/>
                  </a:cubicBezTo>
                  <a:cubicBezTo>
                    <a:pt x="5529" y="48"/>
                    <a:pt x="5470" y="1"/>
                    <a:pt x="5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28"/>
          <p:cNvSpPr txBox="1">
            <a:spLocks noGrp="1"/>
          </p:cNvSpPr>
          <p:nvPr>
            <p:ph type="title"/>
          </p:nvPr>
        </p:nvSpPr>
        <p:spPr>
          <a:xfrm>
            <a:off x="1123613" y="2425500"/>
            <a:ext cx="2771700" cy="14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Điểm </a:t>
            </a:r>
            <a:b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quá trình</a:t>
            </a:r>
            <a:endParaRPr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99" name="Google Shape;399;p28"/>
          <p:cNvSpPr txBox="1">
            <a:spLocks noGrp="1"/>
          </p:cNvSpPr>
          <p:nvPr>
            <p:ph type="title" idx="2"/>
          </p:nvPr>
        </p:nvSpPr>
        <p:spPr>
          <a:xfrm>
            <a:off x="1123613" y="1196450"/>
            <a:ext cx="27717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0" name="Google Shape;400;p28"/>
          <p:cNvGrpSpPr/>
          <p:nvPr/>
        </p:nvGrpSpPr>
        <p:grpSpPr>
          <a:xfrm>
            <a:off x="4416147" y="1562342"/>
            <a:ext cx="3492631" cy="2152718"/>
            <a:chOff x="622984" y="1291968"/>
            <a:chExt cx="3658354" cy="2254863"/>
          </a:xfrm>
        </p:grpSpPr>
        <p:grpSp>
          <p:nvGrpSpPr>
            <p:cNvPr id="401" name="Google Shape;401;p28"/>
            <p:cNvGrpSpPr/>
            <p:nvPr/>
          </p:nvGrpSpPr>
          <p:grpSpPr>
            <a:xfrm>
              <a:off x="622984" y="1767239"/>
              <a:ext cx="3504575" cy="1779593"/>
              <a:chOff x="279100" y="2899325"/>
              <a:chExt cx="3365900" cy="1709175"/>
            </a:xfrm>
          </p:grpSpPr>
          <p:sp>
            <p:nvSpPr>
              <p:cNvPr id="402" name="Google Shape;402;p28"/>
              <p:cNvSpPr/>
              <p:nvPr/>
            </p:nvSpPr>
            <p:spPr>
              <a:xfrm>
                <a:off x="719250" y="2928625"/>
                <a:ext cx="2456350" cy="1523100"/>
              </a:xfrm>
              <a:custGeom>
                <a:avLst/>
                <a:gdLst/>
                <a:ahLst/>
                <a:cxnLst/>
                <a:rect l="l" t="t" r="r" b="b"/>
                <a:pathLst>
                  <a:path w="98254" h="60924" extrusionOk="0">
                    <a:moveTo>
                      <a:pt x="3722" y="0"/>
                    </a:moveTo>
                    <a:cubicBezTo>
                      <a:pt x="1668" y="0"/>
                      <a:pt x="1" y="1667"/>
                      <a:pt x="1" y="3721"/>
                    </a:cubicBezTo>
                    <a:lnTo>
                      <a:pt x="1" y="57202"/>
                    </a:lnTo>
                    <a:cubicBezTo>
                      <a:pt x="1" y="59255"/>
                      <a:pt x="1668" y="60923"/>
                      <a:pt x="3722" y="60923"/>
                    </a:cubicBezTo>
                    <a:lnTo>
                      <a:pt x="94532" y="60923"/>
                    </a:lnTo>
                    <a:cubicBezTo>
                      <a:pt x="96586" y="60923"/>
                      <a:pt x="98253" y="59255"/>
                      <a:pt x="98253" y="57202"/>
                    </a:cubicBezTo>
                    <a:lnTo>
                      <a:pt x="98253" y="3721"/>
                    </a:lnTo>
                    <a:cubicBezTo>
                      <a:pt x="98253" y="1667"/>
                      <a:pt x="96586" y="0"/>
                      <a:pt x="94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8"/>
              <p:cNvSpPr/>
              <p:nvPr/>
            </p:nvSpPr>
            <p:spPr>
              <a:xfrm>
                <a:off x="2334175" y="2899325"/>
                <a:ext cx="435475" cy="6000"/>
              </a:xfrm>
              <a:custGeom>
                <a:avLst/>
                <a:gdLst/>
                <a:ahLst/>
                <a:cxnLst/>
                <a:rect l="l" t="t" r="r" b="b"/>
                <a:pathLst>
                  <a:path w="17419" h="240" extrusionOk="0">
                    <a:moveTo>
                      <a:pt x="120" y="0"/>
                    </a:moveTo>
                    <a:cubicBezTo>
                      <a:pt x="52" y="0"/>
                      <a:pt x="1" y="54"/>
                      <a:pt x="1" y="119"/>
                    </a:cubicBezTo>
                    <a:cubicBezTo>
                      <a:pt x="1" y="186"/>
                      <a:pt x="52" y="240"/>
                      <a:pt x="120" y="240"/>
                    </a:cubicBezTo>
                    <a:lnTo>
                      <a:pt x="17299" y="240"/>
                    </a:lnTo>
                    <a:cubicBezTo>
                      <a:pt x="17365" y="240"/>
                      <a:pt x="17418" y="186"/>
                      <a:pt x="17418" y="119"/>
                    </a:cubicBezTo>
                    <a:cubicBezTo>
                      <a:pt x="17418" y="54"/>
                      <a:pt x="17365" y="0"/>
                      <a:pt x="172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8"/>
              <p:cNvSpPr/>
              <p:nvPr/>
            </p:nvSpPr>
            <p:spPr>
              <a:xfrm>
                <a:off x="828350" y="3031475"/>
                <a:ext cx="2238150" cy="1234025"/>
              </a:xfrm>
              <a:custGeom>
                <a:avLst/>
                <a:gdLst/>
                <a:ahLst/>
                <a:cxnLst/>
                <a:rect l="l" t="t" r="r" b="b"/>
                <a:pathLst>
                  <a:path w="89526" h="49361" extrusionOk="0">
                    <a:moveTo>
                      <a:pt x="2537" y="1"/>
                    </a:moveTo>
                    <a:cubicBezTo>
                      <a:pt x="2069" y="1"/>
                      <a:pt x="1629" y="118"/>
                      <a:pt x="1253" y="327"/>
                    </a:cubicBezTo>
                    <a:cubicBezTo>
                      <a:pt x="505" y="739"/>
                      <a:pt x="1" y="1503"/>
                      <a:pt x="1" y="2377"/>
                    </a:cubicBezTo>
                    <a:lnTo>
                      <a:pt x="1" y="46982"/>
                    </a:lnTo>
                    <a:cubicBezTo>
                      <a:pt x="1" y="48296"/>
                      <a:pt x="1136" y="49361"/>
                      <a:pt x="2537" y="49361"/>
                    </a:cubicBezTo>
                    <a:lnTo>
                      <a:pt x="86988" y="49361"/>
                    </a:lnTo>
                    <a:cubicBezTo>
                      <a:pt x="87736" y="49361"/>
                      <a:pt x="88411" y="49056"/>
                      <a:pt x="88875" y="48571"/>
                    </a:cubicBezTo>
                    <a:cubicBezTo>
                      <a:pt x="89280" y="48150"/>
                      <a:pt x="89525" y="47592"/>
                      <a:pt x="89525" y="46982"/>
                    </a:cubicBezTo>
                    <a:lnTo>
                      <a:pt x="89525" y="2377"/>
                    </a:lnTo>
                    <a:cubicBezTo>
                      <a:pt x="89525" y="1065"/>
                      <a:pt x="88388" y="1"/>
                      <a:pt x="869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8"/>
              <p:cNvSpPr/>
              <p:nvPr/>
            </p:nvSpPr>
            <p:spPr>
              <a:xfrm>
                <a:off x="534425" y="4398700"/>
                <a:ext cx="2828500" cy="201300"/>
              </a:xfrm>
              <a:custGeom>
                <a:avLst/>
                <a:gdLst/>
                <a:ahLst/>
                <a:cxnLst/>
                <a:rect l="l" t="t" r="r" b="b"/>
                <a:pathLst>
                  <a:path w="113140" h="8052" extrusionOk="0">
                    <a:moveTo>
                      <a:pt x="4722" y="1"/>
                    </a:moveTo>
                    <a:lnTo>
                      <a:pt x="1039" y="4762"/>
                    </a:lnTo>
                    <a:cubicBezTo>
                      <a:pt x="1" y="6105"/>
                      <a:pt x="956" y="8052"/>
                      <a:pt x="2652" y="8052"/>
                    </a:cubicBezTo>
                    <a:lnTo>
                      <a:pt x="110488" y="8052"/>
                    </a:lnTo>
                    <a:cubicBezTo>
                      <a:pt x="112184" y="8052"/>
                      <a:pt x="113139" y="6105"/>
                      <a:pt x="112101" y="4764"/>
                    </a:cubicBezTo>
                    <a:lnTo>
                      <a:pt x="1084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8"/>
              <p:cNvSpPr/>
              <p:nvPr/>
            </p:nvSpPr>
            <p:spPr>
              <a:xfrm>
                <a:off x="2745600" y="4471500"/>
                <a:ext cx="55750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2230" extrusionOk="0">
                    <a:moveTo>
                      <a:pt x="1115" y="1"/>
                    </a:moveTo>
                    <a:cubicBezTo>
                      <a:pt x="499" y="1"/>
                      <a:pt x="0" y="499"/>
                      <a:pt x="0" y="1115"/>
                    </a:cubicBezTo>
                    <a:cubicBezTo>
                      <a:pt x="0" y="1731"/>
                      <a:pt x="499" y="2230"/>
                      <a:pt x="1115" y="2230"/>
                    </a:cubicBezTo>
                    <a:cubicBezTo>
                      <a:pt x="1731" y="2230"/>
                      <a:pt x="2229" y="1731"/>
                      <a:pt x="2229" y="1115"/>
                    </a:cubicBezTo>
                    <a:cubicBezTo>
                      <a:pt x="2229" y="499"/>
                      <a:pt x="1731" y="1"/>
                      <a:pt x="11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8"/>
              <p:cNvSpPr/>
              <p:nvPr/>
            </p:nvSpPr>
            <p:spPr>
              <a:xfrm>
                <a:off x="2844000" y="4471500"/>
                <a:ext cx="55750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2230" extrusionOk="0">
                    <a:moveTo>
                      <a:pt x="1115" y="1"/>
                    </a:moveTo>
                    <a:cubicBezTo>
                      <a:pt x="501" y="1"/>
                      <a:pt x="1" y="499"/>
                      <a:pt x="1" y="1115"/>
                    </a:cubicBezTo>
                    <a:cubicBezTo>
                      <a:pt x="1" y="1731"/>
                      <a:pt x="501" y="2230"/>
                      <a:pt x="1115" y="2230"/>
                    </a:cubicBezTo>
                    <a:cubicBezTo>
                      <a:pt x="1731" y="2230"/>
                      <a:pt x="2230" y="1731"/>
                      <a:pt x="2230" y="1115"/>
                    </a:cubicBezTo>
                    <a:cubicBezTo>
                      <a:pt x="2230" y="499"/>
                      <a:pt x="1731" y="1"/>
                      <a:pt x="11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8"/>
              <p:cNvSpPr/>
              <p:nvPr/>
            </p:nvSpPr>
            <p:spPr>
              <a:xfrm>
                <a:off x="2647150" y="4471500"/>
                <a:ext cx="55750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2230" h="2230" extrusionOk="0">
                    <a:moveTo>
                      <a:pt x="1115" y="1"/>
                    </a:moveTo>
                    <a:cubicBezTo>
                      <a:pt x="501" y="1"/>
                      <a:pt x="0" y="499"/>
                      <a:pt x="0" y="1115"/>
                    </a:cubicBezTo>
                    <a:cubicBezTo>
                      <a:pt x="0" y="1731"/>
                      <a:pt x="501" y="2230"/>
                      <a:pt x="1115" y="2230"/>
                    </a:cubicBezTo>
                    <a:cubicBezTo>
                      <a:pt x="1730" y="2230"/>
                      <a:pt x="2229" y="1731"/>
                      <a:pt x="2229" y="1115"/>
                    </a:cubicBezTo>
                    <a:cubicBezTo>
                      <a:pt x="2229" y="499"/>
                      <a:pt x="1730" y="1"/>
                      <a:pt x="11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8"/>
              <p:cNvSpPr/>
              <p:nvPr/>
            </p:nvSpPr>
            <p:spPr>
              <a:xfrm>
                <a:off x="1633350" y="4398700"/>
                <a:ext cx="640825" cy="29625"/>
              </a:xfrm>
              <a:custGeom>
                <a:avLst/>
                <a:gdLst/>
                <a:ahLst/>
                <a:cxnLst/>
                <a:rect l="l" t="t" r="r" b="b"/>
                <a:pathLst>
                  <a:path w="25633" h="1185" extrusionOk="0">
                    <a:moveTo>
                      <a:pt x="0" y="1"/>
                    </a:moveTo>
                    <a:lnTo>
                      <a:pt x="0" y="79"/>
                    </a:lnTo>
                    <a:cubicBezTo>
                      <a:pt x="0" y="689"/>
                      <a:pt x="409" y="1184"/>
                      <a:pt x="913" y="1184"/>
                    </a:cubicBezTo>
                    <a:lnTo>
                      <a:pt x="24719" y="1184"/>
                    </a:lnTo>
                    <a:cubicBezTo>
                      <a:pt x="25223" y="1184"/>
                      <a:pt x="25632" y="689"/>
                      <a:pt x="25632" y="79"/>
                    </a:cubicBezTo>
                    <a:lnTo>
                      <a:pt x="256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8"/>
              <p:cNvSpPr/>
              <p:nvPr/>
            </p:nvSpPr>
            <p:spPr>
              <a:xfrm>
                <a:off x="828350" y="3031475"/>
                <a:ext cx="2238150" cy="133675"/>
              </a:xfrm>
              <a:custGeom>
                <a:avLst/>
                <a:gdLst/>
                <a:ahLst/>
                <a:cxnLst/>
                <a:rect l="l" t="t" r="r" b="b"/>
                <a:pathLst>
                  <a:path w="89526" h="5347" extrusionOk="0">
                    <a:moveTo>
                      <a:pt x="2537" y="1"/>
                    </a:moveTo>
                    <a:cubicBezTo>
                      <a:pt x="1675" y="1"/>
                      <a:pt x="916" y="428"/>
                      <a:pt x="459" y="1086"/>
                    </a:cubicBezTo>
                    <a:cubicBezTo>
                      <a:pt x="169" y="1497"/>
                      <a:pt x="1" y="1998"/>
                      <a:pt x="1" y="2537"/>
                    </a:cubicBezTo>
                    <a:lnTo>
                      <a:pt x="1" y="5347"/>
                    </a:lnTo>
                    <a:lnTo>
                      <a:pt x="89525" y="5347"/>
                    </a:lnTo>
                    <a:lnTo>
                      <a:pt x="89525" y="2537"/>
                    </a:lnTo>
                    <a:cubicBezTo>
                      <a:pt x="89525" y="1998"/>
                      <a:pt x="89357" y="1497"/>
                      <a:pt x="89067" y="1086"/>
                    </a:cubicBezTo>
                    <a:cubicBezTo>
                      <a:pt x="88610" y="428"/>
                      <a:pt x="87849" y="1"/>
                      <a:pt x="8698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8"/>
              <p:cNvSpPr/>
              <p:nvPr/>
            </p:nvSpPr>
            <p:spPr>
              <a:xfrm>
                <a:off x="2803100" y="3070900"/>
                <a:ext cx="46675" cy="46675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867" extrusionOk="0">
                    <a:moveTo>
                      <a:pt x="935" y="0"/>
                    </a:moveTo>
                    <a:cubicBezTo>
                      <a:pt x="419" y="0"/>
                      <a:pt x="0" y="419"/>
                      <a:pt x="0" y="933"/>
                    </a:cubicBezTo>
                    <a:cubicBezTo>
                      <a:pt x="0" y="1449"/>
                      <a:pt x="419" y="1867"/>
                      <a:pt x="935" y="1867"/>
                    </a:cubicBezTo>
                    <a:cubicBezTo>
                      <a:pt x="1451" y="1867"/>
                      <a:pt x="1867" y="1449"/>
                      <a:pt x="1867" y="933"/>
                    </a:cubicBezTo>
                    <a:cubicBezTo>
                      <a:pt x="1867" y="419"/>
                      <a:pt x="1451" y="0"/>
                      <a:pt x="9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8"/>
              <p:cNvSpPr/>
              <p:nvPr/>
            </p:nvSpPr>
            <p:spPr>
              <a:xfrm>
                <a:off x="2727425" y="3070900"/>
                <a:ext cx="46725" cy="46675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1867" extrusionOk="0">
                    <a:moveTo>
                      <a:pt x="935" y="0"/>
                    </a:moveTo>
                    <a:cubicBezTo>
                      <a:pt x="419" y="0"/>
                      <a:pt x="0" y="419"/>
                      <a:pt x="0" y="933"/>
                    </a:cubicBezTo>
                    <a:cubicBezTo>
                      <a:pt x="0" y="1449"/>
                      <a:pt x="419" y="1867"/>
                      <a:pt x="935" y="1867"/>
                    </a:cubicBezTo>
                    <a:cubicBezTo>
                      <a:pt x="1451" y="1867"/>
                      <a:pt x="1869" y="1449"/>
                      <a:pt x="1869" y="933"/>
                    </a:cubicBezTo>
                    <a:cubicBezTo>
                      <a:pt x="1869" y="419"/>
                      <a:pt x="1451" y="0"/>
                      <a:pt x="9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8"/>
              <p:cNvSpPr/>
              <p:nvPr/>
            </p:nvSpPr>
            <p:spPr>
              <a:xfrm>
                <a:off x="2655450" y="3070900"/>
                <a:ext cx="46675" cy="46675"/>
              </a:xfrm>
              <a:custGeom>
                <a:avLst/>
                <a:gdLst/>
                <a:ahLst/>
                <a:cxnLst/>
                <a:rect l="l" t="t" r="r" b="b"/>
                <a:pathLst>
                  <a:path w="1867" h="1867" extrusionOk="0">
                    <a:moveTo>
                      <a:pt x="932" y="0"/>
                    </a:moveTo>
                    <a:cubicBezTo>
                      <a:pt x="418" y="0"/>
                      <a:pt x="0" y="419"/>
                      <a:pt x="0" y="933"/>
                    </a:cubicBezTo>
                    <a:cubicBezTo>
                      <a:pt x="0" y="1449"/>
                      <a:pt x="418" y="1867"/>
                      <a:pt x="932" y="1867"/>
                    </a:cubicBezTo>
                    <a:cubicBezTo>
                      <a:pt x="1448" y="1867"/>
                      <a:pt x="1866" y="1449"/>
                      <a:pt x="1866" y="933"/>
                    </a:cubicBezTo>
                    <a:cubicBezTo>
                      <a:pt x="1866" y="419"/>
                      <a:pt x="1448" y="0"/>
                      <a:pt x="9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8"/>
              <p:cNvSpPr/>
              <p:nvPr/>
            </p:nvSpPr>
            <p:spPr>
              <a:xfrm>
                <a:off x="828350" y="3195050"/>
                <a:ext cx="223815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89526" h="360" extrusionOk="0">
                    <a:moveTo>
                      <a:pt x="1" y="1"/>
                    </a:moveTo>
                    <a:lnTo>
                      <a:pt x="1" y="360"/>
                    </a:lnTo>
                    <a:lnTo>
                      <a:pt x="89525" y="360"/>
                    </a:lnTo>
                    <a:lnTo>
                      <a:pt x="895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8"/>
              <p:cNvSpPr/>
              <p:nvPr/>
            </p:nvSpPr>
            <p:spPr>
              <a:xfrm>
                <a:off x="724825" y="4395250"/>
                <a:ext cx="24453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97814" h="279" extrusionOk="0">
                    <a:moveTo>
                      <a:pt x="140" y="1"/>
                    </a:moveTo>
                    <a:cubicBezTo>
                      <a:pt x="63" y="1"/>
                      <a:pt x="0" y="64"/>
                      <a:pt x="0" y="139"/>
                    </a:cubicBezTo>
                    <a:cubicBezTo>
                      <a:pt x="0" y="216"/>
                      <a:pt x="63" y="279"/>
                      <a:pt x="140" y="279"/>
                    </a:cubicBezTo>
                    <a:lnTo>
                      <a:pt x="97675" y="279"/>
                    </a:lnTo>
                    <a:cubicBezTo>
                      <a:pt x="97750" y="279"/>
                      <a:pt x="97814" y="216"/>
                      <a:pt x="97814" y="139"/>
                    </a:cubicBezTo>
                    <a:cubicBezTo>
                      <a:pt x="97814" y="64"/>
                      <a:pt x="97750" y="1"/>
                      <a:pt x="9767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8"/>
              <p:cNvSpPr/>
              <p:nvPr/>
            </p:nvSpPr>
            <p:spPr>
              <a:xfrm>
                <a:off x="279100" y="4599750"/>
                <a:ext cx="3314575" cy="8750"/>
              </a:xfrm>
              <a:custGeom>
                <a:avLst/>
                <a:gdLst/>
                <a:ahLst/>
                <a:cxnLst/>
                <a:rect l="l" t="t" r="r" b="b"/>
                <a:pathLst>
                  <a:path w="132583" h="350" extrusionOk="0">
                    <a:moveTo>
                      <a:pt x="18" y="0"/>
                    </a:moveTo>
                    <a:cubicBezTo>
                      <a:pt x="9" y="0"/>
                      <a:pt x="1" y="8"/>
                      <a:pt x="1" y="17"/>
                    </a:cubicBezTo>
                    <a:lnTo>
                      <a:pt x="1" y="332"/>
                    </a:lnTo>
                    <a:cubicBezTo>
                      <a:pt x="1" y="342"/>
                      <a:pt x="9" y="349"/>
                      <a:pt x="18" y="349"/>
                    </a:cubicBezTo>
                    <a:lnTo>
                      <a:pt x="132565" y="349"/>
                    </a:lnTo>
                    <a:cubicBezTo>
                      <a:pt x="132575" y="349"/>
                      <a:pt x="132583" y="342"/>
                      <a:pt x="132583" y="332"/>
                    </a:cubicBezTo>
                    <a:lnTo>
                      <a:pt x="132583" y="17"/>
                    </a:lnTo>
                    <a:cubicBezTo>
                      <a:pt x="132583" y="8"/>
                      <a:pt x="132575" y="0"/>
                      <a:pt x="1325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8"/>
              <p:cNvSpPr/>
              <p:nvPr/>
            </p:nvSpPr>
            <p:spPr>
              <a:xfrm>
                <a:off x="3332975" y="4419175"/>
                <a:ext cx="115400" cy="105350"/>
              </a:xfrm>
              <a:custGeom>
                <a:avLst/>
                <a:gdLst/>
                <a:ahLst/>
                <a:cxnLst/>
                <a:rect l="l" t="t" r="r" b="b"/>
                <a:pathLst>
                  <a:path w="4616" h="4214" extrusionOk="0">
                    <a:moveTo>
                      <a:pt x="2302" y="0"/>
                    </a:moveTo>
                    <a:cubicBezTo>
                      <a:pt x="2081" y="0"/>
                      <a:pt x="1880" y="76"/>
                      <a:pt x="1719" y="212"/>
                    </a:cubicBezTo>
                    <a:cubicBezTo>
                      <a:pt x="0" y="1658"/>
                      <a:pt x="4615" y="4213"/>
                      <a:pt x="4615" y="4213"/>
                    </a:cubicBezTo>
                    <a:cubicBezTo>
                      <a:pt x="4284" y="1102"/>
                      <a:pt x="3146" y="0"/>
                      <a:pt x="23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3457600" y="4448425"/>
                <a:ext cx="126675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2425" extrusionOk="0">
                    <a:moveTo>
                      <a:pt x="3580" y="0"/>
                    </a:moveTo>
                    <a:cubicBezTo>
                      <a:pt x="2752" y="0"/>
                      <a:pt x="1504" y="606"/>
                      <a:pt x="1" y="2378"/>
                    </a:cubicBezTo>
                    <a:cubicBezTo>
                      <a:pt x="1" y="2378"/>
                      <a:pt x="504" y="2424"/>
                      <a:pt x="1182" y="2424"/>
                    </a:cubicBezTo>
                    <a:cubicBezTo>
                      <a:pt x="2693" y="2424"/>
                      <a:pt x="5067" y="2193"/>
                      <a:pt x="4649" y="699"/>
                    </a:cubicBezTo>
                    <a:cubicBezTo>
                      <a:pt x="4535" y="298"/>
                      <a:pt x="4161" y="0"/>
                      <a:pt x="35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3373975" y="4330775"/>
                <a:ext cx="115400" cy="105375"/>
              </a:xfrm>
              <a:custGeom>
                <a:avLst/>
                <a:gdLst/>
                <a:ahLst/>
                <a:cxnLst/>
                <a:rect l="l" t="t" r="r" b="b"/>
                <a:pathLst>
                  <a:path w="4616" h="4215" extrusionOk="0">
                    <a:moveTo>
                      <a:pt x="2303" y="1"/>
                    </a:moveTo>
                    <a:cubicBezTo>
                      <a:pt x="2081" y="1"/>
                      <a:pt x="1880" y="77"/>
                      <a:pt x="1719" y="213"/>
                    </a:cubicBezTo>
                    <a:cubicBezTo>
                      <a:pt x="0" y="1659"/>
                      <a:pt x="4615" y="4214"/>
                      <a:pt x="4615" y="4214"/>
                    </a:cubicBezTo>
                    <a:cubicBezTo>
                      <a:pt x="4286" y="1104"/>
                      <a:pt x="3147" y="1"/>
                      <a:pt x="23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8"/>
              <p:cNvSpPr/>
              <p:nvPr/>
            </p:nvSpPr>
            <p:spPr>
              <a:xfrm>
                <a:off x="3397950" y="4240325"/>
                <a:ext cx="115400" cy="105375"/>
              </a:xfrm>
              <a:custGeom>
                <a:avLst/>
                <a:gdLst/>
                <a:ahLst/>
                <a:cxnLst/>
                <a:rect l="l" t="t" r="r" b="b"/>
                <a:pathLst>
                  <a:path w="4616" h="4215" extrusionOk="0">
                    <a:moveTo>
                      <a:pt x="2303" y="1"/>
                    </a:moveTo>
                    <a:cubicBezTo>
                      <a:pt x="2081" y="1"/>
                      <a:pt x="1880" y="77"/>
                      <a:pt x="1719" y="213"/>
                    </a:cubicBezTo>
                    <a:cubicBezTo>
                      <a:pt x="0" y="1659"/>
                      <a:pt x="4616" y="4214"/>
                      <a:pt x="4616" y="4214"/>
                    </a:cubicBezTo>
                    <a:cubicBezTo>
                      <a:pt x="4284" y="1103"/>
                      <a:pt x="3146" y="1"/>
                      <a:pt x="23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3495350" y="4358550"/>
                <a:ext cx="126675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2425" extrusionOk="0">
                    <a:moveTo>
                      <a:pt x="3580" y="1"/>
                    </a:moveTo>
                    <a:cubicBezTo>
                      <a:pt x="2751" y="1"/>
                      <a:pt x="1504" y="606"/>
                      <a:pt x="0" y="2378"/>
                    </a:cubicBezTo>
                    <a:cubicBezTo>
                      <a:pt x="0" y="2378"/>
                      <a:pt x="504" y="2424"/>
                      <a:pt x="1182" y="2424"/>
                    </a:cubicBezTo>
                    <a:cubicBezTo>
                      <a:pt x="2692" y="2424"/>
                      <a:pt x="5067" y="2193"/>
                      <a:pt x="4648" y="699"/>
                    </a:cubicBezTo>
                    <a:cubicBezTo>
                      <a:pt x="4535" y="298"/>
                      <a:pt x="4160" y="1"/>
                      <a:pt x="35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8"/>
              <p:cNvSpPr/>
              <p:nvPr/>
            </p:nvSpPr>
            <p:spPr>
              <a:xfrm>
                <a:off x="3516300" y="4229275"/>
                <a:ext cx="128700" cy="86100"/>
              </a:xfrm>
              <a:custGeom>
                <a:avLst/>
                <a:gdLst/>
                <a:ahLst/>
                <a:cxnLst/>
                <a:rect l="l" t="t" r="r" b="b"/>
                <a:pathLst>
                  <a:path w="5148" h="3444" extrusionOk="0">
                    <a:moveTo>
                      <a:pt x="3102" y="0"/>
                    </a:moveTo>
                    <a:cubicBezTo>
                      <a:pt x="2274" y="0"/>
                      <a:pt x="1052" y="874"/>
                      <a:pt x="1" y="3444"/>
                    </a:cubicBezTo>
                    <a:cubicBezTo>
                      <a:pt x="1" y="3444"/>
                      <a:pt x="5147" y="2276"/>
                      <a:pt x="3900" y="407"/>
                    </a:cubicBezTo>
                    <a:cubicBezTo>
                      <a:pt x="3733" y="157"/>
                      <a:pt x="3453" y="0"/>
                      <a:pt x="31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8"/>
              <p:cNvSpPr/>
              <p:nvPr/>
            </p:nvSpPr>
            <p:spPr>
              <a:xfrm>
                <a:off x="3384200" y="4180875"/>
                <a:ext cx="142625" cy="427250"/>
              </a:xfrm>
              <a:custGeom>
                <a:avLst/>
                <a:gdLst/>
                <a:ahLst/>
                <a:cxnLst/>
                <a:rect l="l" t="t" r="r" b="b"/>
                <a:pathLst>
                  <a:path w="5705" h="17090" extrusionOk="0">
                    <a:moveTo>
                      <a:pt x="5106" y="1"/>
                    </a:moveTo>
                    <a:cubicBezTo>
                      <a:pt x="5009" y="1"/>
                      <a:pt x="4902" y="83"/>
                      <a:pt x="4924" y="208"/>
                    </a:cubicBezTo>
                    <a:cubicBezTo>
                      <a:pt x="5705" y="4795"/>
                      <a:pt x="4774" y="9621"/>
                      <a:pt x="2428" y="13628"/>
                    </a:cubicBezTo>
                    <a:cubicBezTo>
                      <a:pt x="1765" y="14762"/>
                      <a:pt x="988" y="15825"/>
                      <a:pt x="109" y="16801"/>
                    </a:cubicBezTo>
                    <a:cubicBezTo>
                      <a:pt x="1" y="16923"/>
                      <a:pt x="112" y="17089"/>
                      <a:pt x="234" y="17089"/>
                    </a:cubicBezTo>
                    <a:cubicBezTo>
                      <a:pt x="272" y="17089"/>
                      <a:pt x="311" y="17073"/>
                      <a:pt x="345" y="17035"/>
                    </a:cubicBezTo>
                    <a:cubicBezTo>
                      <a:pt x="3518" y="13511"/>
                      <a:pt x="5352" y="8861"/>
                      <a:pt x="5517" y="4127"/>
                    </a:cubicBezTo>
                    <a:cubicBezTo>
                      <a:pt x="5563" y="2786"/>
                      <a:pt x="5469" y="1444"/>
                      <a:pt x="5244" y="120"/>
                    </a:cubicBezTo>
                    <a:cubicBezTo>
                      <a:pt x="5230" y="37"/>
                      <a:pt x="5170" y="1"/>
                      <a:pt x="5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8"/>
              <p:cNvSpPr/>
              <p:nvPr/>
            </p:nvSpPr>
            <p:spPr>
              <a:xfrm>
                <a:off x="2335375" y="3628200"/>
                <a:ext cx="124950" cy="535300"/>
              </a:xfrm>
              <a:custGeom>
                <a:avLst/>
                <a:gdLst/>
                <a:ahLst/>
                <a:cxnLst/>
                <a:rect l="l" t="t" r="r" b="b"/>
                <a:pathLst>
                  <a:path w="4998" h="21412" extrusionOk="0">
                    <a:moveTo>
                      <a:pt x="1" y="0"/>
                    </a:moveTo>
                    <a:lnTo>
                      <a:pt x="1" y="21412"/>
                    </a:lnTo>
                    <a:lnTo>
                      <a:pt x="4998" y="21412"/>
                    </a:lnTo>
                    <a:lnTo>
                      <a:pt x="499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8"/>
              <p:cNvSpPr/>
              <p:nvPr/>
            </p:nvSpPr>
            <p:spPr>
              <a:xfrm>
                <a:off x="2335375" y="3957800"/>
                <a:ext cx="124950" cy="205700"/>
              </a:xfrm>
              <a:custGeom>
                <a:avLst/>
                <a:gdLst/>
                <a:ahLst/>
                <a:cxnLst/>
                <a:rect l="l" t="t" r="r" b="b"/>
                <a:pathLst>
                  <a:path w="4998" h="8228" extrusionOk="0">
                    <a:moveTo>
                      <a:pt x="4998" y="0"/>
                    </a:moveTo>
                    <a:cubicBezTo>
                      <a:pt x="3430" y="1054"/>
                      <a:pt x="1771" y="2034"/>
                      <a:pt x="1" y="2580"/>
                    </a:cubicBezTo>
                    <a:lnTo>
                      <a:pt x="1" y="8228"/>
                    </a:lnTo>
                    <a:lnTo>
                      <a:pt x="4998" y="8228"/>
                    </a:lnTo>
                    <a:lnTo>
                      <a:pt x="499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>
                <a:off x="2131175" y="3776950"/>
                <a:ext cx="124950" cy="386550"/>
              </a:xfrm>
              <a:custGeom>
                <a:avLst/>
                <a:gdLst/>
                <a:ahLst/>
                <a:cxnLst/>
                <a:rect l="l" t="t" r="r" b="b"/>
                <a:pathLst>
                  <a:path w="4998" h="15462" extrusionOk="0">
                    <a:moveTo>
                      <a:pt x="1" y="1"/>
                    </a:moveTo>
                    <a:lnTo>
                      <a:pt x="1" y="15462"/>
                    </a:lnTo>
                    <a:lnTo>
                      <a:pt x="4998" y="15462"/>
                    </a:lnTo>
                    <a:lnTo>
                      <a:pt x="49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>
                <a:off x="2131175" y="4027450"/>
                <a:ext cx="124950" cy="136050"/>
              </a:xfrm>
              <a:custGeom>
                <a:avLst/>
                <a:gdLst/>
                <a:ahLst/>
                <a:cxnLst/>
                <a:rect l="l" t="t" r="r" b="b"/>
                <a:pathLst>
                  <a:path w="4998" h="5442" extrusionOk="0">
                    <a:moveTo>
                      <a:pt x="2106" y="1"/>
                    </a:moveTo>
                    <a:cubicBezTo>
                      <a:pt x="1225" y="1"/>
                      <a:pt x="538" y="114"/>
                      <a:pt x="1" y="291"/>
                    </a:cubicBezTo>
                    <a:lnTo>
                      <a:pt x="1" y="5442"/>
                    </a:lnTo>
                    <a:lnTo>
                      <a:pt x="4998" y="5442"/>
                    </a:lnTo>
                    <a:lnTo>
                      <a:pt x="4998" y="241"/>
                    </a:lnTo>
                    <a:cubicBezTo>
                      <a:pt x="4693" y="230"/>
                      <a:pt x="4384" y="203"/>
                      <a:pt x="4073" y="157"/>
                    </a:cubicBezTo>
                    <a:cubicBezTo>
                      <a:pt x="3328" y="48"/>
                      <a:pt x="2677" y="1"/>
                      <a:pt x="2106" y="1"/>
                    </a:cubicBezTo>
                    <a:close/>
                  </a:path>
                </a:pathLst>
              </a:custGeom>
              <a:solidFill>
                <a:srgbClr val="210A26">
                  <a:alpha val="255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>
                <a:off x="2539575" y="3468275"/>
                <a:ext cx="124950" cy="695225"/>
              </a:xfrm>
              <a:custGeom>
                <a:avLst/>
                <a:gdLst/>
                <a:ahLst/>
                <a:cxnLst/>
                <a:rect l="l" t="t" r="r" b="b"/>
                <a:pathLst>
                  <a:path w="4998" h="27809" extrusionOk="0">
                    <a:moveTo>
                      <a:pt x="1" y="0"/>
                    </a:moveTo>
                    <a:lnTo>
                      <a:pt x="1" y="27809"/>
                    </a:lnTo>
                    <a:lnTo>
                      <a:pt x="4998" y="27809"/>
                    </a:lnTo>
                    <a:lnTo>
                      <a:pt x="49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2539575" y="3849275"/>
                <a:ext cx="124950" cy="314225"/>
              </a:xfrm>
              <a:custGeom>
                <a:avLst/>
                <a:gdLst/>
                <a:ahLst/>
                <a:cxnLst/>
                <a:rect l="l" t="t" r="r" b="b"/>
                <a:pathLst>
                  <a:path w="4998" h="12569" extrusionOk="0">
                    <a:moveTo>
                      <a:pt x="4983" y="0"/>
                    </a:moveTo>
                    <a:cubicBezTo>
                      <a:pt x="3420" y="0"/>
                      <a:pt x="1769" y="933"/>
                      <a:pt x="1" y="2135"/>
                    </a:cubicBezTo>
                    <a:lnTo>
                      <a:pt x="1" y="12569"/>
                    </a:lnTo>
                    <a:lnTo>
                      <a:pt x="4998" y="12569"/>
                    </a:lnTo>
                    <a:lnTo>
                      <a:pt x="4998" y="0"/>
                    </a:lnTo>
                    <a:cubicBezTo>
                      <a:pt x="4993" y="0"/>
                      <a:pt x="4988" y="0"/>
                      <a:pt x="4983" y="0"/>
                    </a:cubicBezTo>
                    <a:close/>
                  </a:path>
                </a:pathLst>
              </a:custGeom>
              <a:solidFill>
                <a:srgbClr val="210A26">
                  <a:alpha val="255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2374475" y="3332750"/>
                <a:ext cx="191875" cy="198800"/>
              </a:xfrm>
              <a:custGeom>
                <a:avLst/>
                <a:gdLst/>
                <a:ahLst/>
                <a:cxnLst/>
                <a:rect l="l" t="t" r="r" b="b"/>
                <a:pathLst>
                  <a:path w="7675" h="7952" extrusionOk="0">
                    <a:moveTo>
                      <a:pt x="7531" y="0"/>
                    </a:moveTo>
                    <a:lnTo>
                      <a:pt x="0" y="7635"/>
                    </a:lnTo>
                    <a:cubicBezTo>
                      <a:pt x="6" y="7740"/>
                      <a:pt x="12" y="7846"/>
                      <a:pt x="19" y="7951"/>
                    </a:cubicBezTo>
                    <a:cubicBezTo>
                      <a:pt x="38" y="7945"/>
                      <a:pt x="56" y="7934"/>
                      <a:pt x="71" y="7919"/>
                    </a:cubicBezTo>
                    <a:lnTo>
                      <a:pt x="7675" y="209"/>
                    </a:lnTo>
                    <a:cubicBezTo>
                      <a:pt x="7627" y="140"/>
                      <a:pt x="7577" y="69"/>
                      <a:pt x="7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>
                <a:off x="2520050" y="3300125"/>
                <a:ext cx="74275" cy="72725"/>
              </a:xfrm>
              <a:custGeom>
                <a:avLst/>
                <a:gdLst/>
                <a:ahLst/>
                <a:cxnLst/>
                <a:rect l="l" t="t" r="r" b="b"/>
                <a:pathLst>
                  <a:path w="2971" h="2909" extrusionOk="0">
                    <a:moveTo>
                      <a:pt x="2970" y="1"/>
                    </a:moveTo>
                    <a:lnTo>
                      <a:pt x="1" y="613"/>
                    </a:lnTo>
                    <a:lnTo>
                      <a:pt x="2483" y="2909"/>
                    </a:lnTo>
                    <a:lnTo>
                      <a:pt x="29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>
                <a:off x="2147725" y="3472825"/>
                <a:ext cx="131100" cy="135825"/>
              </a:xfrm>
              <a:custGeom>
                <a:avLst/>
                <a:gdLst/>
                <a:ahLst/>
                <a:cxnLst/>
                <a:rect l="l" t="t" r="r" b="b"/>
                <a:pathLst>
                  <a:path w="5244" h="5433" extrusionOk="0">
                    <a:moveTo>
                      <a:pt x="5030" y="0"/>
                    </a:moveTo>
                    <a:lnTo>
                      <a:pt x="47" y="5222"/>
                    </a:lnTo>
                    <a:cubicBezTo>
                      <a:pt x="1" y="5272"/>
                      <a:pt x="1" y="5350"/>
                      <a:pt x="52" y="5398"/>
                    </a:cubicBezTo>
                    <a:cubicBezTo>
                      <a:pt x="75" y="5421"/>
                      <a:pt x="106" y="5433"/>
                      <a:pt x="139" y="5433"/>
                    </a:cubicBezTo>
                    <a:cubicBezTo>
                      <a:pt x="171" y="5433"/>
                      <a:pt x="204" y="5419"/>
                      <a:pt x="229" y="5394"/>
                    </a:cubicBezTo>
                    <a:lnTo>
                      <a:pt x="5243" y="138"/>
                    </a:lnTo>
                    <a:cubicBezTo>
                      <a:pt x="5180" y="85"/>
                      <a:pt x="5097" y="50"/>
                      <a:pt x="5030" y="2"/>
                    </a:cubicBezTo>
                    <a:lnTo>
                      <a:pt x="5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8"/>
              <p:cNvSpPr/>
              <p:nvPr/>
            </p:nvSpPr>
            <p:spPr>
              <a:xfrm>
                <a:off x="2126100" y="3580425"/>
                <a:ext cx="50125" cy="50150"/>
              </a:xfrm>
              <a:custGeom>
                <a:avLst/>
                <a:gdLst/>
                <a:ahLst/>
                <a:cxnLst/>
                <a:rect l="l" t="t" r="r" b="b"/>
                <a:pathLst>
                  <a:path w="2005" h="2006" extrusionOk="0">
                    <a:moveTo>
                      <a:pt x="1004" y="1"/>
                    </a:moveTo>
                    <a:cubicBezTo>
                      <a:pt x="449" y="1"/>
                      <a:pt x="0" y="450"/>
                      <a:pt x="0" y="1004"/>
                    </a:cubicBezTo>
                    <a:cubicBezTo>
                      <a:pt x="0" y="1556"/>
                      <a:pt x="449" y="2005"/>
                      <a:pt x="1004" y="2005"/>
                    </a:cubicBezTo>
                    <a:cubicBezTo>
                      <a:pt x="1556" y="2005"/>
                      <a:pt x="2005" y="1556"/>
                      <a:pt x="2005" y="1004"/>
                    </a:cubicBezTo>
                    <a:cubicBezTo>
                      <a:pt x="2005" y="450"/>
                      <a:pt x="1556" y="1"/>
                      <a:pt x="10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8"/>
              <p:cNvSpPr/>
              <p:nvPr/>
            </p:nvSpPr>
            <p:spPr>
              <a:xfrm>
                <a:off x="2265950" y="3434850"/>
                <a:ext cx="50075" cy="50125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2005" extrusionOk="0">
                    <a:moveTo>
                      <a:pt x="1001" y="0"/>
                    </a:moveTo>
                    <a:cubicBezTo>
                      <a:pt x="449" y="0"/>
                      <a:pt x="0" y="449"/>
                      <a:pt x="0" y="1001"/>
                    </a:cubicBezTo>
                    <a:cubicBezTo>
                      <a:pt x="0" y="1556"/>
                      <a:pt x="449" y="2005"/>
                      <a:pt x="1001" y="2005"/>
                    </a:cubicBezTo>
                    <a:cubicBezTo>
                      <a:pt x="1556" y="2005"/>
                      <a:pt x="2003" y="1556"/>
                      <a:pt x="2003" y="1001"/>
                    </a:cubicBezTo>
                    <a:cubicBezTo>
                      <a:pt x="2003" y="449"/>
                      <a:pt x="1556" y="0"/>
                      <a:pt x="10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8"/>
              <p:cNvSpPr/>
              <p:nvPr/>
            </p:nvSpPr>
            <p:spPr>
              <a:xfrm>
                <a:off x="2289425" y="3457100"/>
                <a:ext cx="80750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3230" h="3221" extrusionOk="0">
                    <a:moveTo>
                      <a:pt x="166" y="0"/>
                    </a:moveTo>
                    <a:lnTo>
                      <a:pt x="1" y="165"/>
                    </a:lnTo>
                    <a:lnTo>
                      <a:pt x="3064" y="3221"/>
                    </a:lnTo>
                    <a:lnTo>
                      <a:pt x="3229" y="3054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8"/>
              <p:cNvSpPr/>
              <p:nvPr/>
            </p:nvSpPr>
            <p:spPr>
              <a:xfrm>
                <a:off x="2343725" y="3509975"/>
                <a:ext cx="50100" cy="50100"/>
              </a:xfrm>
              <a:custGeom>
                <a:avLst/>
                <a:gdLst/>
                <a:ahLst/>
                <a:cxnLst/>
                <a:rect l="l" t="t" r="r" b="b"/>
                <a:pathLst>
                  <a:path w="2004" h="2004" extrusionOk="0">
                    <a:moveTo>
                      <a:pt x="1002" y="1"/>
                    </a:moveTo>
                    <a:cubicBezTo>
                      <a:pt x="447" y="1"/>
                      <a:pt x="0" y="448"/>
                      <a:pt x="0" y="1002"/>
                    </a:cubicBezTo>
                    <a:cubicBezTo>
                      <a:pt x="0" y="1555"/>
                      <a:pt x="447" y="2004"/>
                      <a:pt x="1002" y="2004"/>
                    </a:cubicBezTo>
                    <a:cubicBezTo>
                      <a:pt x="1554" y="2004"/>
                      <a:pt x="2003" y="1555"/>
                      <a:pt x="2003" y="1002"/>
                    </a:cubicBezTo>
                    <a:cubicBezTo>
                      <a:pt x="2003" y="448"/>
                      <a:pt x="1554" y="1"/>
                      <a:pt x="10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8"/>
              <p:cNvSpPr/>
              <p:nvPr/>
            </p:nvSpPr>
            <p:spPr>
              <a:xfrm>
                <a:off x="2049900" y="4163475"/>
                <a:ext cx="6919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27677" h="253" extrusionOk="0">
                    <a:moveTo>
                      <a:pt x="12" y="1"/>
                    </a:moveTo>
                    <a:cubicBezTo>
                      <a:pt x="6" y="1"/>
                      <a:pt x="0" y="7"/>
                      <a:pt x="0" y="14"/>
                    </a:cubicBezTo>
                    <a:lnTo>
                      <a:pt x="0" y="239"/>
                    </a:lnTo>
                    <a:cubicBezTo>
                      <a:pt x="0" y="246"/>
                      <a:pt x="6" y="252"/>
                      <a:pt x="12" y="252"/>
                    </a:cubicBezTo>
                    <a:lnTo>
                      <a:pt x="27663" y="252"/>
                    </a:lnTo>
                    <a:cubicBezTo>
                      <a:pt x="27671" y="252"/>
                      <a:pt x="27677" y="246"/>
                      <a:pt x="27677" y="239"/>
                    </a:cubicBezTo>
                    <a:lnTo>
                      <a:pt x="27677" y="14"/>
                    </a:lnTo>
                    <a:cubicBezTo>
                      <a:pt x="27677" y="7"/>
                      <a:pt x="27671" y="1"/>
                      <a:pt x="276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" name="Google Shape;438;p28"/>
            <p:cNvGrpSpPr/>
            <p:nvPr/>
          </p:nvGrpSpPr>
          <p:grpSpPr>
            <a:xfrm>
              <a:off x="3144654" y="1375180"/>
              <a:ext cx="913489" cy="2162209"/>
              <a:chOff x="-160225" y="1133725"/>
              <a:chExt cx="875325" cy="2071875"/>
            </a:xfrm>
          </p:grpSpPr>
          <p:sp>
            <p:nvSpPr>
              <p:cNvPr id="439" name="Google Shape;439;p28"/>
              <p:cNvSpPr/>
              <p:nvPr/>
            </p:nvSpPr>
            <p:spPr>
              <a:xfrm>
                <a:off x="271675" y="1168250"/>
                <a:ext cx="239700" cy="341725"/>
              </a:xfrm>
              <a:custGeom>
                <a:avLst/>
                <a:gdLst/>
                <a:ahLst/>
                <a:cxnLst/>
                <a:rect l="l" t="t" r="r" b="b"/>
                <a:pathLst>
                  <a:path w="9588" h="13669" extrusionOk="0">
                    <a:moveTo>
                      <a:pt x="4643" y="0"/>
                    </a:moveTo>
                    <a:cubicBezTo>
                      <a:pt x="1139" y="0"/>
                      <a:pt x="859" y="2592"/>
                      <a:pt x="932" y="4428"/>
                    </a:cubicBezTo>
                    <a:cubicBezTo>
                      <a:pt x="1116" y="9105"/>
                      <a:pt x="0" y="11948"/>
                      <a:pt x="0" y="11948"/>
                    </a:cubicBezTo>
                    <a:lnTo>
                      <a:pt x="9587" y="13669"/>
                    </a:lnTo>
                    <a:cubicBezTo>
                      <a:pt x="9587" y="13669"/>
                      <a:pt x="7309" y="9884"/>
                      <a:pt x="8295" y="4885"/>
                    </a:cubicBezTo>
                    <a:cubicBezTo>
                      <a:pt x="8711" y="2773"/>
                      <a:pt x="8082" y="1553"/>
                      <a:pt x="7449" y="899"/>
                    </a:cubicBezTo>
                    <a:cubicBezTo>
                      <a:pt x="7004" y="439"/>
                      <a:pt x="6405" y="158"/>
                      <a:pt x="5768" y="78"/>
                    </a:cubicBezTo>
                    <a:cubicBezTo>
                      <a:pt x="5360" y="25"/>
                      <a:pt x="4986" y="0"/>
                      <a:pt x="4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8"/>
              <p:cNvSpPr/>
              <p:nvPr/>
            </p:nvSpPr>
            <p:spPr>
              <a:xfrm>
                <a:off x="-30900" y="1431125"/>
                <a:ext cx="329500" cy="251325"/>
              </a:xfrm>
              <a:custGeom>
                <a:avLst/>
                <a:gdLst/>
                <a:ahLst/>
                <a:cxnLst/>
                <a:rect l="l" t="t" r="r" b="b"/>
                <a:pathLst>
                  <a:path w="13180" h="10053" extrusionOk="0">
                    <a:moveTo>
                      <a:pt x="13179" y="0"/>
                    </a:moveTo>
                    <a:cubicBezTo>
                      <a:pt x="13179" y="0"/>
                      <a:pt x="9584" y="290"/>
                      <a:pt x="6893" y="326"/>
                    </a:cubicBezTo>
                    <a:cubicBezTo>
                      <a:pt x="5621" y="345"/>
                      <a:pt x="4503" y="478"/>
                      <a:pt x="3481" y="854"/>
                    </a:cubicBezTo>
                    <a:cubicBezTo>
                      <a:pt x="2773" y="1115"/>
                      <a:pt x="2109" y="1492"/>
                      <a:pt x="1474" y="2032"/>
                    </a:cubicBezTo>
                    <a:cubicBezTo>
                      <a:pt x="1367" y="2120"/>
                      <a:pt x="1273" y="2214"/>
                      <a:pt x="1186" y="2310"/>
                    </a:cubicBezTo>
                    <a:cubicBezTo>
                      <a:pt x="1" y="3629"/>
                      <a:pt x="567" y="5569"/>
                      <a:pt x="1175" y="7704"/>
                    </a:cubicBezTo>
                    <a:cubicBezTo>
                      <a:pt x="1707" y="9575"/>
                      <a:pt x="2719" y="10052"/>
                      <a:pt x="3803" y="10052"/>
                    </a:cubicBezTo>
                    <a:cubicBezTo>
                      <a:pt x="4301" y="10052"/>
                      <a:pt x="4814" y="9952"/>
                      <a:pt x="5303" y="9839"/>
                    </a:cubicBezTo>
                    <a:cubicBezTo>
                      <a:pt x="6859" y="9480"/>
                      <a:pt x="5688" y="4466"/>
                      <a:pt x="6523" y="4168"/>
                    </a:cubicBezTo>
                    <a:cubicBezTo>
                      <a:pt x="6767" y="4081"/>
                      <a:pt x="7256" y="4050"/>
                      <a:pt x="7826" y="4050"/>
                    </a:cubicBezTo>
                    <a:cubicBezTo>
                      <a:pt x="9207" y="4050"/>
                      <a:pt x="11065" y="4232"/>
                      <a:pt x="11065" y="4232"/>
                    </a:cubicBezTo>
                    <a:cubicBezTo>
                      <a:pt x="12473" y="3693"/>
                      <a:pt x="12807" y="1822"/>
                      <a:pt x="13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8"/>
              <p:cNvSpPr/>
              <p:nvPr/>
            </p:nvSpPr>
            <p:spPr>
              <a:xfrm>
                <a:off x="-1250" y="1452450"/>
                <a:ext cx="57500" cy="36475"/>
              </a:xfrm>
              <a:custGeom>
                <a:avLst/>
                <a:gdLst/>
                <a:ahLst/>
                <a:cxnLst/>
                <a:rect l="l" t="t" r="r" b="b"/>
                <a:pathLst>
                  <a:path w="2300" h="1459" extrusionOk="0">
                    <a:moveTo>
                      <a:pt x="2295" y="1"/>
                    </a:moveTo>
                    <a:cubicBezTo>
                      <a:pt x="1587" y="262"/>
                      <a:pt x="923" y="639"/>
                      <a:pt x="288" y="1179"/>
                    </a:cubicBezTo>
                    <a:cubicBezTo>
                      <a:pt x="181" y="1267"/>
                      <a:pt x="87" y="1361"/>
                      <a:pt x="0" y="1457"/>
                    </a:cubicBezTo>
                    <a:cubicBezTo>
                      <a:pt x="38" y="1458"/>
                      <a:pt x="78" y="1458"/>
                      <a:pt x="121" y="1458"/>
                    </a:cubicBezTo>
                    <a:cubicBezTo>
                      <a:pt x="879" y="1458"/>
                      <a:pt x="2300" y="1285"/>
                      <a:pt x="2295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>
                <a:off x="72225" y="1501300"/>
                <a:ext cx="57750" cy="39675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1587" extrusionOk="0">
                    <a:moveTo>
                      <a:pt x="121" y="1"/>
                    </a:moveTo>
                    <a:cubicBezTo>
                      <a:pt x="31" y="1"/>
                      <a:pt x="0" y="146"/>
                      <a:pt x="102" y="178"/>
                    </a:cubicBezTo>
                    <a:cubicBezTo>
                      <a:pt x="909" y="421"/>
                      <a:pt x="1604" y="897"/>
                      <a:pt x="2129" y="1555"/>
                    </a:cubicBezTo>
                    <a:cubicBezTo>
                      <a:pt x="2147" y="1578"/>
                      <a:pt x="2168" y="1587"/>
                      <a:pt x="2188" y="1587"/>
                    </a:cubicBezTo>
                    <a:cubicBezTo>
                      <a:pt x="2251" y="1587"/>
                      <a:pt x="2310" y="1497"/>
                      <a:pt x="2256" y="1429"/>
                    </a:cubicBezTo>
                    <a:cubicBezTo>
                      <a:pt x="1713" y="746"/>
                      <a:pt x="984" y="257"/>
                      <a:pt x="150" y="5"/>
                    </a:cubicBezTo>
                    <a:cubicBezTo>
                      <a:pt x="140" y="2"/>
                      <a:pt x="130" y="1"/>
                      <a:pt x="121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8"/>
              <p:cNvSpPr/>
              <p:nvPr/>
            </p:nvSpPr>
            <p:spPr>
              <a:xfrm>
                <a:off x="100350" y="1496700"/>
                <a:ext cx="20825" cy="32900"/>
              </a:xfrm>
              <a:custGeom>
                <a:avLst/>
                <a:gdLst/>
                <a:ahLst/>
                <a:cxnLst/>
                <a:rect l="l" t="t" r="r" b="b"/>
                <a:pathLst>
                  <a:path w="833" h="1316" extrusionOk="0">
                    <a:moveTo>
                      <a:pt x="123" y="1"/>
                    </a:moveTo>
                    <a:cubicBezTo>
                      <a:pt x="63" y="1"/>
                      <a:pt x="0" y="65"/>
                      <a:pt x="38" y="136"/>
                    </a:cubicBezTo>
                    <a:cubicBezTo>
                      <a:pt x="239" y="513"/>
                      <a:pt x="438" y="891"/>
                      <a:pt x="640" y="1271"/>
                    </a:cubicBezTo>
                    <a:cubicBezTo>
                      <a:pt x="656" y="1303"/>
                      <a:pt x="683" y="1316"/>
                      <a:pt x="710" y="1316"/>
                    </a:cubicBezTo>
                    <a:cubicBezTo>
                      <a:pt x="770" y="1316"/>
                      <a:pt x="832" y="1251"/>
                      <a:pt x="795" y="1179"/>
                    </a:cubicBezTo>
                    <a:cubicBezTo>
                      <a:pt x="594" y="801"/>
                      <a:pt x="394" y="423"/>
                      <a:pt x="193" y="45"/>
                    </a:cubicBezTo>
                    <a:cubicBezTo>
                      <a:pt x="176" y="14"/>
                      <a:pt x="150" y="1"/>
                      <a:pt x="123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>
                <a:off x="2200" y="1580550"/>
                <a:ext cx="122775" cy="58275"/>
              </a:xfrm>
              <a:custGeom>
                <a:avLst/>
                <a:gdLst/>
                <a:ahLst/>
                <a:cxnLst/>
                <a:rect l="l" t="t" r="r" b="b"/>
                <a:pathLst>
                  <a:path w="4911" h="2331" extrusionOk="0">
                    <a:moveTo>
                      <a:pt x="2351" y="1"/>
                    </a:moveTo>
                    <a:cubicBezTo>
                      <a:pt x="2197" y="1"/>
                      <a:pt x="2040" y="14"/>
                      <a:pt x="1882" y="43"/>
                    </a:cubicBezTo>
                    <a:cubicBezTo>
                      <a:pt x="835" y="231"/>
                      <a:pt x="0" y="1153"/>
                      <a:pt x="92" y="2245"/>
                    </a:cubicBezTo>
                    <a:cubicBezTo>
                      <a:pt x="97" y="2302"/>
                      <a:pt x="144" y="2331"/>
                      <a:pt x="189" y="2331"/>
                    </a:cubicBezTo>
                    <a:cubicBezTo>
                      <a:pt x="233" y="2331"/>
                      <a:pt x="276" y="2302"/>
                      <a:pt x="271" y="2245"/>
                    </a:cubicBezTo>
                    <a:cubicBezTo>
                      <a:pt x="181" y="1172"/>
                      <a:pt x="1031" y="321"/>
                      <a:pt x="2061" y="196"/>
                    </a:cubicBezTo>
                    <a:cubicBezTo>
                      <a:pt x="2160" y="184"/>
                      <a:pt x="2259" y="178"/>
                      <a:pt x="2356" y="178"/>
                    </a:cubicBezTo>
                    <a:cubicBezTo>
                      <a:pt x="3296" y="178"/>
                      <a:pt x="4136" y="714"/>
                      <a:pt x="4729" y="1433"/>
                    </a:cubicBezTo>
                    <a:cubicBezTo>
                      <a:pt x="4747" y="1454"/>
                      <a:pt x="4768" y="1463"/>
                      <a:pt x="4788" y="1463"/>
                    </a:cubicBezTo>
                    <a:cubicBezTo>
                      <a:pt x="4852" y="1463"/>
                      <a:pt x="4911" y="1374"/>
                      <a:pt x="4856" y="1307"/>
                    </a:cubicBezTo>
                    <a:cubicBezTo>
                      <a:pt x="4231" y="548"/>
                      <a:pt x="3332" y="1"/>
                      <a:pt x="2351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>
                <a:off x="39950" y="1623700"/>
                <a:ext cx="83275" cy="148350"/>
              </a:xfrm>
              <a:custGeom>
                <a:avLst/>
                <a:gdLst/>
                <a:ahLst/>
                <a:cxnLst/>
                <a:rect l="l" t="t" r="r" b="b"/>
                <a:pathLst>
                  <a:path w="3331" h="5934" extrusionOk="0">
                    <a:moveTo>
                      <a:pt x="1726" y="1"/>
                    </a:moveTo>
                    <a:cubicBezTo>
                      <a:pt x="1604" y="1"/>
                      <a:pt x="180" y="18"/>
                      <a:pt x="127" y="841"/>
                    </a:cubicBezTo>
                    <a:cubicBezTo>
                      <a:pt x="71" y="1700"/>
                      <a:pt x="0" y="3055"/>
                      <a:pt x="0" y="3055"/>
                    </a:cubicBezTo>
                    <a:cubicBezTo>
                      <a:pt x="0" y="3055"/>
                      <a:pt x="223" y="4998"/>
                      <a:pt x="340" y="5030"/>
                    </a:cubicBezTo>
                    <a:cubicBezTo>
                      <a:pt x="352" y="5034"/>
                      <a:pt x="365" y="5036"/>
                      <a:pt x="377" y="5036"/>
                    </a:cubicBezTo>
                    <a:cubicBezTo>
                      <a:pt x="729" y="5036"/>
                      <a:pt x="779" y="3536"/>
                      <a:pt x="779" y="3536"/>
                    </a:cubicBezTo>
                    <a:cubicBezTo>
                      <a:pt x="779" y="3536"/>
                      <a:pt x="879" y="5360"/>
                      <a:pt x="1157" y="5389"/>
                    </a:cubicBezTo>
                    <a:cubicBezTo>
                      <a:pt x="1162" y="5390"/>
                      <a:pt x="1166" y="5390"/>
                      <a:pt x="1171" y="5390"/>
                    </a:cubicBezTo>
                    <a:cubicBezTo>
                      <a:pt x="1466" y="5390"/>
                      <a:pt x="1617" y="4377"/>
                      <a:pt x="1671" y="3899"/>
                    </a:cubicBezTo>
                    <a:lnTo>
                      <a:pt x="1671" y="3899"/>
                    </a:lnTo>
                    <a:cubicBezTo>
                      <a:pt x="1616" y="4487"/>
                      <a:pt x="1508" y="5934"/>
                      <a:pt x="1775" y="5934"/>
                    </a:cubicBezTo>
                    <a:cubicBezTo>
                      <a:pt x="1784" y="5934"/>
                      <a:pt x="1794" y="5932"/>
                      <a:pt x="1805" y="5928"/>
                    </a:cubicBezTo>
                    <a:cubicBezTo>
                      <a:pt x="2183" y="5788"/>
                      <a:pt x="2513" y="3738"/>
                      <a:pt x="2513" y="3736"/>
                    </a:cubicBezTo>
                    <a:lnTo>
                      <a:pt x="2513" y="3736"/>
                    </a:lnTo>
                    <a:cubicBezTo>
                      <a:pt x="2513" y="3738"/>
                      <a:pt x="2209" y="5691"/>
                      <a:pt x="2509" y="5691"/>
                    </a:cubicBezTo>
                    <a:cubicBezTo>
                      <a:pt x="2530" y="5691"/>
                      <a:pt x="2554" y="5681"/>
                      <a:pt x="2582" y="5660"/>
                    </a:cubicBezTo>
                    <a:cubicBezTo>
                      <a:pt x="3000" y="5339"/>
                      <a:pt x="3209" y="3268"/>
                      <a:pt x="3269" y="2819"/>
                    </a:cubicBezTo>
                    <a:cubicBezTo>
                      <a:pt x="3330" y="2370"/>
                      <a:pt x="1734" y="1"/>
                      <a:pt x="1734" y="1"/>
                    </a:cubicBezTo>
                    <a:cubicBezTo>
                      <a:pt x="1734" y="1"/>
                      <a:pt x="1731" y="1"/>
                      <a:pt x="1726" y="1"/>
                    </a:cubicBez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>
                <a:off x="98875" y="1652825"/>
                <a:ext cx="30725" cy="6115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446" extrusionOk="0">
                    <a:moveTo>
                      <a:pt x="1" y="0"/>
                    </a:moveTo>
                    <a:lnTo>
                      <a:pt x="703" y="2446"/>
                    </a:lnTo>
                    <a:cubicBezTo>
                      <a:pt x="703" y="2446"/>
                      <a:pt x="760" y="2390"/>
                      <a:pt x="833" y="2296"/>
                    </a:cubicBezTo>
                    <a:cubicBezTo>
                      <a:pt x="891" y="2225"/>
                      <a:pt x="958" y="2133"/>
                      <a:pt x="1017" y="2028"/>
                    </a:cubicBezTo>
                    <a:cubicBezTo>
                      <a:pt x="1136" y="1819"/>
                      <a:pt x="1228" y="1560"/>
                      <a:pt x="1152" y="1326"/>
                    </a:cubicBezTo>
                    <a:cubicBezTo>
                      <a:pt x="987" y="81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8"/>
              <p:cNvSpPr/>
              <p:nvPr/>
            </p:nvSpPr>
            <p:spPr>
              <a:xfrm>
                <a:off x="119450" y="1686250"/>
                <a:ext cx="520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960" extrusionOk="0">
                    <a:moveTo>
                      <a:pt x="83" y="1"/>
                    </a:moveTo>
                    <a:cubicBezTo>
                      <a:pt x="44" y="1"/>
                      <a:pt x="0" y="34"/>
                      <a:pt x="8" y="85"/>
                    </a:cubicBezTo>
                    <a:cubicBezTo>
                      <a:pt x="56" y="368"/>
                      <a:pt x="102" y="681"/>
                      <a:pt x="10" y="959"/>
                    </a:cubicBezTo>
                    <a:cubicBezTo>
                      <a:pt x="68" y="888"/>
                      <a:pt x="135" y="796"/>
                      <a:pt x="194" y="691"/>
                    </a:cubicBezTo>
                    <a:cubicBezTo>
                      <a:pt x="208" y="476"/>
                      <a:pt x="173" y="255"/>
                      <a:pt x="139" y="50"/>
                    </a:cubicBezTo>
                    <a:cubicBezTo>
                      <a:pt x="133" y="15"/>
                      <a:pt x="109" y="1"/>
                      <a:pt x="83" y="1"/>
                    </a:cubicBezTo>
                    <a:close/>
                  </a:path>
                </a:pathLst>
              </a:custGeom>
              <a:solidFill>
                <a:srgbClr val="9947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>
                <a:off x="126075" y="1767100"/>
                <a:ext cx="366400" cy="236850"/>
              </a:xfrm>
              <a:custGeom>
                <a:avLst/>
                <a:gdLst/>
                <a:ahLst/>
                <a:cxnLst/>
                <a:rect l="l" t="t" r="r" b="b"/>
                <a:pathLst>
                  <a:path w="14656" h="9474" extrusionOk="0">
                    <a:moveTo>
                      <a:pt x="3917" y="0"/>
                    </a:moveTo>
                    <a:cubicBezTo>
                      <a:pt x="3917" y="0"/>
                      <a:pt x="0" y="5398"/>
                      <a:pt x="873" y="6772"/>
                    </a:cubicBezTo>
                    <a:cubicBezTo>
                      <a:pt x="1815" y="8256"/>
                      <a:pt x="6922" y="9473"/>
                      <a:pt x="10587" y="9473"/>
                    </a:cubicBezTo>
                    <a:cubicBezTo>
                      <a:pt x="12695" y="9473"/>
                      <a:pt x="14326" y="9071"/>
                      <a:pt x="14414" y="8086"/>
                    </a:cubicBezTo>
                    <a:cubicBezTo>
                      <a:pt x="14656" y="5387"/>
                      <a:pt x="13041" y="1059"/>
                      <a:pt x="13041" y="1059"/>
                    </a:cubicBezTo>
                    <a:cubicBezTo>
                      <a:pt x="11907" y="1413"/>
                      <a:pt x="10814" y="1549"/>
                      <a:pt x="9803" y="1549"/>
                    </a:cubicBezTo>
                    <a:cubicBezTo>
                      <a:pt x="6396" y="1549"/>
                      <a:pt x="3917" y="0"/>
                      <a:pt x="39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>
                <a:off x="77825" y="2795275"/>
                <a:ext cx="129275" cy="128600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5144" extrusionOk="0">
                    <a:moveTo>
                      <a:pt x="4006" y="0"/>
                    </a:moveTo>
                    <a:lnTo>
                      <a:pt x="0" y="618"/>
                    </a:lnTo>
                    <a:lnTo>
                      <a:pt x="2492" y="5143"/>
                    </a:lnTo>
                    <a:lnTo>
                      <a:pt x="5170" y="4984"/>
                    </a:lnTo>
                    <a:lnTo>
                      <a:pt x="4006" y="0"/>
                    </a:ln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>
                <a:off x="-6475" y="2907825"/>
                <a:ext cx="217275" cy="92675"/>
              </a:xfrm>
              <a:custGeom>
                <a:avLst/>
                <a:gdLst/>
                <a:ahLst/>
                <a:cxnLst/>
                <a:rect l="l" t="t" r="r" b="b"/>
                <a:pathLst>
                  <a:path w="8691" h="3707" extrusionOk="0">
                    <a:moveTo>
                      <a:pt x="8547" y="0"/>
                    </a:moveTo>
                    <a:cubicBezTo>
                      <a:pt x="8328" y="0"/>
                      <a:pt x="7915" y="327"/>
                      <a:pt x="7915" y="327"/>
                    </a:cubicBezTo>
                    <a:lnTo>
                      <a:pt x="6674" y="476"/>
                    </a:lnTo>
                    <a:cubicBezTo>
                      <a:pt x="6674" y="476"/>
                      <a:pt x="6405" y="145"/>
                      <a:pt x="6036" y="145"/>
                    </a:cubicBezTo>
                    <a:cubicBezTo>
                      <a:pt x="5973" y="145"/>
                      <a:pt x="5907" y="154"/>
                      <a:pt x="5839" y="177"/>
                    </a:cubicBezTo>
                    <a:cubicBezTo>
                      <a:pt x="5371" y="332"/>
                      <a:pt x="4759" y="1098"/>
                      <a:pt x="4759" y="1098"/>
                    </a:cubicBezTo>
                    <a:cubicBezTo>
                      <a:pt x="4759" y="1098"/>
                      <a:pt x="2225" y="1909"/>
                      <a:pt x="1541" y="1953"/>
                    </a:cubicBezTo>
                    <a:cubicBezTo>
                      <a:pt x="856" y="1996"/>
                      <a:pt x="257" y="2381"/>
                      <a:pt x="0" y="3707"/>
                    </a:cubicBezTo>
                    <a:lnTo>
                      <a:pt x="8300" y="3707"/>
                    </a:lnTo>
                    <a:cubicBezTo>
                      <a:pt x="8300" y="3707"/>
                      <a:pt x="8627" y="712"/>
                      <a:pt x="8676" y="200"/>
                    </a:cubicBezTo>
                    <a:cubicBezTo>
                      <a:pt x="8691" y="53"/>
                      <a:pt x="8634" y="0"/>
                      <a:pt x="85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>
                <a:off x="31175" y="2955025"/>
                <a:ext cx="63200" cy="30300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1212" extrusionOk="0">
                    <a:moveTo>
                      <a:pt x="402" y="1"/>
                    </a:moveTo>
                    <a:cubicBezTo>
                      <a:pt x="306" y="1"/>
                      <a:pt x="210" y="6"/>
                      <a:pt x="113" y="17"/>
                    </a:cubicBezTo>
                    <a:lnTo>
                      <a:pt x="113" y="19"/>
                    </a:lnTo>
                    <a:cubicBezTo>
                      <a:pt x="4" y="30"/>
                      <a:pt x="0" y="198"/>
                      <a:pt x="101" y="198"/>
                    </a:cubicBezTo>
                    <a:cubicBezTo>
                      <a:pt x="105" y="198"/>
                      <a:pt x="109" y="198"/>
                      <a:pt x="113" y="198"/>
                    </a:cubicBezTo>
                    <a:cubicBezTo>
                      <a:pt x="207" y="187"/>
                      <a:pt x="300" y="182"/>
                      <a:pt x="392" y="182"/>
                    </a:cubicBezTo>
                    <a:cubicBezTo>
                      <a:pt x="1153" y="182"/>
                      <a:pt x="1879" y="541"/>
                      <a:pt x="2327" y="1172"/>
                    </a:cubicBezTo>
                    <a:cubicBezTo>
                      <a:pt x="2346" y="1200"/>
                      <a:pt x="2374" y="1212"/>
                      <a:pt x="2401" y="1212"/>
                    </a:cubicBezTo>
                    <a:cubicBezTo>
                      <a:pt x="2465" y="1212"/>
                      <a:pt x="2527" y="1148"/>
                      <a:pt x="2480" y="1082"/>
                    </a:cubicBezTo>
                    <a:cubicBezTo>
                      <a:pt x="1999" y="405"/>
                      <a:pt x="1223" y="1"/>
                      <a:pt x="4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>
                <a:off x="178050" y="2938200"/>
                <a:ext cx="29775" cy="49275"/>
              </a:xfrm>
              <a:custGeom>
                <a:avLst/>
                <a:gdLst/>
                <a:ahLst/>
                <a:cxnLst/>
                <a:rect l="l" t="t" r="r" b="b"/>
                <a:pathLst>
                  <a:path w="1191" h="1971" extrusionOk="0">
                    <a:moveTo>
                      <a:pt x="1096" y="1"/>
                    </a:moveTo>
                    <a:cubicBezTo>
                      <a:pt x="1086" y="1"/>
                      <a:pt x="1076" y="3"/>
                      <a:pt x="1065" y="9"/>
                    </a:cubicBezTo>
                    <a:cubicBezTo>
                      <a:pt x="371" y="401"/>
                      <a:pt x="1" y="1181"/>
                      <a:pt x="344" y="1937"/>
                    </a:cubicBezTo>
                    <a:cubicBezTo>
                      <a:pt x="354" y="1961"/>
                      <a:pt x="372" y="1970"/>
                      <a:pt x="391" y="1970"/>
                    </a:cubicBezTo>
                    <a:cubicBezTo>
                      <a:pt x="432" y="1970"/>
                      <a:pt x="477" y="1923"/>
                      <a:pt x="453" y="1872"/>
                    </a:cubicBezTo>
                    <a:cubicBezTo>
                      <a:pt x="141" y="1181"/>
                      <a:pt x="503" y="474"/>
                      <a:pt x="1129" y="121"/>
                    </a:cubicBezTo>
                    <a:cubicBezTo>
                      <a:pt x="1191" y="86"/>
                      <a:pt x="1153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>
                <a:off x="-2350" y="2985325"/>
                <a:ext cx="204975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8199" h="212" extrusionOk="0">
                    <a:moveTo>
                      <a:pt x="8118" y="0"/>
                    </a:moveTo>
                    <a:cubicBezTo>
                      <a:pt x="8118" y="0"/>
                      <a:pt x="8117" y="0"/>
                      <a:pt x="8116" y="0"/>
                    </a:cubicBezTo>
                    <a:cubicBezTo>
                      <a:pt x="7618" y="4"/>
                      <a:pt x="7119" y="10"/>
                      <a:pt x="6620" y="16"/>
                    </a:cubicBezTo>
                    <a:cubicBezTo>
                      <a:pt x="4441" y="39"/>
                      <a:pt x="2262" y="62"/>
                      <a:pt x="83" y="83"/>
                    </a:cubicBezTo>
                    <a:cubicBezTo>
                      <a:pt x="1" y="85"/>
                      <a:pt x="0" y="211"/>
                      <a:pt x="81" y="211"/>
                    </a:cubicBezTo>
                    <a:cubicBezTo>
                      <a:pt x="81" y="211"/>
                      <a:pt x="82" y="211"/>
                      <a:pt x="83" y="211"/>
                    </a:cubicBezTo>
                    <a:cubicBezTo>
                      <a:pt x="581" y="208"/>
                      <a:pt x="1080" y="202"/>
                      <a:pt x="1579" y="196"/>
                    </a:cubicBezTo>
                    <a:cubicBezTo>
                      <a:pt x="3758" y="173"/>
                      <a:pt x="5937" y="152"/>
                      <a:pt x="8116" y="129"/>
                    </a:cubicBezTo>
                    <a:cubicBezTo>
                      <a:pt x="8198" y="127"/>
                      <a:pt x="8199" y="0"/>
                      <a:pt x="81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>
                <a:off x="-160225" y="1864675"/>
                <a:ext cx="476075" cy="964950"/>
              </a:xfrm>
              <a:custGeom>
                <a:avLst/>
                <a:gdLst/>
                <a:ahLst/>
                <a:cxnLst/>
                <a:rect l="l" t="t" r="r" b="b"/>
                <a:pathLst>
                  <a:path w="19043" h="38598" extrusionOk="0">
                    <a:moveTo>
                      <a:pt x="12966" y="1"/>
                    </a:moveTo>
                    <a:lnTo>
                      <a:pt x="12964" y="3"/>
                    </a:lnTo>
                    <a:cubicBezTo>
                      <a:pt x="12964" y="3"/>
                      <a:pt x="12964" y="3"/>
                      <a:pt x="12964" y="3"/>
                    </a:cubicBezTo>
                    <a:lnTo>
                      <a:pt x="12964" y="3"/>
                    </a:lnTo>
                    <a:cubicBezTo>
                      <a:pt x="12965" y="2"/>
                      <a:pt x="12966" y="1"/>
                      <a:pt x="12966" y="1"/>
                    </a:cubicBezTo>
                    <a:close/>
                    <a:moveTo>
                      <a:pt x="12964" y="3"/>
                    </a:moveTo>
                    <a:cubicBezTo>
                      <a:pt x="12827" y="200"/>
                      <a:pt x="3217" y="13997"/>
                      <a:pt x="1614" y="18894"/>
                    </a:cubicBezTo>
                    <a:cubicBezTo>
                      <a:pt x="0" y="23827"/>
                      <a:pt x="8329" y="38598"/>
                      <a:pt x="8329" y="38598"/>
                    </a:cubicBezTo>
                    <a:lnTo>
                      <a:pt x="15580" y="38170"/>
                    </a:lnTo>
                    <a:cubicBezTo>
                      <a:pt x="15580" y="38170"/>
                      <a:pt x="8161" y="22203"/>
                      <a:pt x="8788" y="20056"/>
                    </a:cubicBezTo>
                    <a:cubicBezTo>
                      <a:pt x="9415" y="17908"/>
                      <a:pt x="19043" y="6492"/>
                      <a:pt x="19043" y="6492"/>
                    </a:cubicBezTo>
                    <a:cubicBezTo>
                      <a:pt x="18316" y="3655"/>
                      <a:pt x="16200" y="1668"/>
                      <a:pt x="12964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>
                <a:off x="17075" y="2794350"/>
                <a:ext cx="226850" cy="45300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1812" extrusionOk="0">
                    <a:moveTo>
                      <a:pt x="0" y="1"/>
                    </a:moveTo>
                    <a:lnTo>
                      <a:pt x="840" y="1812"/>
                    </a:lnTo>
                    <a:lnTo>
                      <a:pt x="9073" y="1693"/>
                    </a:lnTo>
                    <a:lnTo>
                      <a:pt x="8469" y="3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>
                <a:off x="-8700" y="1905100"/>
                <a:ext cx="155175" cy="222350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8894" extrusionOk="0">
                    <a:moveTo>
                      <a:pt x="5794" y="1"/>
                    </a:moveTo>
                    <a:lnTo>
                      <a:pt x="5794" y="1"/>
                    </a:lnTo>
                    <a:cubicBezTo>
                      <a:pt x="5761" y="49"/>
                      <a:pt x="5727" y="97"/>
                      <a:pt x="5694" y="147"/>
                    </a:cubicBezTo>
                    <a:cubicBezTo>
                      <a:pt x="5850" y="724"/>
                      <a:pt x="5896" y="1330"/>
                      <a:pt x="5840" y="1933"/>
                    </a:cubicBezTo>
                    <a:cubicBezTo>
                      <a:pt x="5654" y="3924"/>
                      <a:pt x="4396" y="5712"/>
                      <a:pt x="2917" y="6987"/>
                    </a:cubicBezTo>
                    <a:cubicBezTo>
                      <a:pt x="2082" y="7705"/>
                      <a:pt x="1135" y="8282"/>
                      <a:pt x="122" y="8698"/>
                    </a:cubicBezTo>
                    <a:cubicBezTo>
                      <a:pt x="82" y="8764"/>
                      <a:pt x="41" y="8829"/>
                      <a:pt x="1" y="8894"/>
                    </a:cubicBezTo>
                    <a:cubicBezTo>
                      <a:pt x="348" y="8758"/>
                      <a:pt x="688" y="8604"/>
                      <a:pt x="1020" y="8432"/>
                    </a:cubicBezTo>
                    <a:cubicBezTo>
                      <a:pt x="2771" y="7521"/>
                      <a:pt x="4311" y="6091"/>
                      <a:pt x="5232" y="4334"/>
                    </a:cubicBezTo>
                    <a:cubicBezTo>
                      <a:pt x="5928" y="3007"/>
                      <a:pt x="6207" y="1420"/>
                      <a:pt x="57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>
                <a:off x="136725" y="2049975"/>
                <a:ext cx="142100" cy="180925"/>
              </a:xfrm>
              <a:custGeom>
                <a:avLst/>
                <a:gdLst/>
                <a:ahLst/>
                <a:cxnLst/>
                <a:rect l="l" t="t" r="r" b="b"/>
                <a:pathLst>
                  <a:path w="5684" h="7237" extrusionOk="0">
                    <a:moveTo>
                      <a:pt x="3455" y="0"/>
                    </a:moveTo>
                    <a:cubicBezTo>
                      <a:pt x="3223" y="0"/>
                      <a:pt x="2989" y="25"/>
                      <a:pt x="2759" y="78"/>
                    </a:cubicBezTo>
                    <a:cubicBezTo>
                      <a:pt x="1757" y="306"/>
                      <a:pt x="909" y="998"/>
                      <a:pt x="478" y="1927"/>
                    </a:cubicBezTo>
                    <a:cubicBezTo>
                      <a:pt x="0" y="2957"/>
                      <a:pt x="21" y="4123"/>
                      <a:pt x="186" y="5222"/>
                    </a:cubicBezTo>
                    <a:cubicBezTo>
                      <a:pt x="284" y="5867"/>
                      <a:pt x="397" y="6556"/>
                      <a:pt x="564" y="7237"/>
                    </a:cubicBezTo>
                    <a:cubicBezTo>
                      <a:pt x="602" y="7187"/>
                      <a:pt x="641" y="7137"/>
                      <a:pt x="677" y="7089"/>
                    </a:cubicBezTo>
                    <a:cubicBezTo>
                      <a:pt x="531" y="6477"/>
                      <a:pt x="418" y="5855"/>
                      <a:pt x="324" y="5242"/>
                    </a:cubicBezTo>
                    <a:cubicBezTo>
                      <a:pt x="152" y="4131"/>
                      <a:pt x="127" y="2938"/>
                      <a:pt x="637" y="1906"/>
                    </a:cubicBezTo>
                    <a:cubicBezTo>
                      <a:pt x="1080" y="1010"/>
                      <a:pt x="1943" y="354"/>
                      <a:pt x="2929" y="181"/>
                    </a:cubicBezTo>
                    <a:cubicBezTo>
                      <a:pt x="3105" y="150"/>
                      <a:pt x="3281" y="136"/>
                      <a:pt x="3456" y="136"/>
                    </a:cubicBezTo>
                    <a:cubicBezTo>
                      <a:pt x="4230" y="136"/>
                      <a:pt x="4984" y="427"/>
                      <a:pt x="5571" y="937"/>
                    </a:cubicBezTo>
                    <a:cubicBezTo>
                      <a:pt x="5536" y="929"/>
                      <a:pt x="5504" y="920"/>
                      <a:pt x="5471" y="912"/>
                    </a:cubicBezTo>
                    <a:cubicBezTo>
                      <a:pt x="5464" y="910"/>
                      <a:pt x="5458" y="909"/>
                      <a:pt x="5452" y="909"/>
                    </a:cubicBezTo>
                    <a:cubicBezTo>
                      <a:pt x="5382" y="909"/>
                      <a:pt x="5359" y="1021"/>
                      <a:pt x="5435" y="1041"/>
                    </a:cubicBezTo>
                    <a:cubicBezTo>
                      <a:pt x="5461" y="1048"/>
                      <a:pt x="5488" y="1056"/>
                      <a:pt x="5515" y="1062"/>
                    </a:cubicBezTo>
                    <a:cubicBezTo>
                      <a:pt x="5544" y="1029"/>
                      <a:pt x="5573" y="995"/>
                      <a:pt x="5599" y="962"/>
                    </a:cubicBezTo>
                    <a:cubicBezTo>
                      <a:pt x="5603" y="958"/>
                      <a:pt x="5607" y="952"/>
                      <a:pt x="5611" y="949"/>
                    </a:cubicBezTo>
                    <a:cubicBezTo>
                      <a:pt x="5636" y="918"/>
                      <a:pt x="5659" y="887"/>
                      <a:pt x="5684" y="858"/>
                    </a:cubicBezTo>
                    <a:cubicBezTo>
                      <a:pt x="5070" y="312"/>
                      <a:pt x="4270" y="0"/>
                      <a:pt x="34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>
                <a:off x="-34050" y="2166000"/>
                <a:ext cx="148725" cy="115975"/>
              </a:xfrm>
              <a:custGeom>
                <a:avLst/>
                <a:gdLst/>
                <a:ahLst/>
                <a:cxnLst/>
                <a:rect l="l" t="t" r="r" b="b"/>
                <a:pathLst>
                  <a:path w="5949" h="4639" extrusionOk="0">
                    <a:moveTo>
                      <a:pt x="77" y="0"/>
                    </a:moveTo>
                    <a:cubicBezTo>
                      <a:pt x="50" y="44"/>
                      <a:pt x="25" y="88"/>
                      <a:pt x="0" y="131"/>
                    </a:cubicBezTo>
                    <a:cubicBezTo>
                      <a:pt x="957" y="280"/>
                      <a:pt x="1888" y="585"/>
                      <a:pt x="2747" y="1067"/>
                    </a:cubicBezTo>
                    <a:cubicBezTo>
                      <a:pt x="4144" y="1848"/>
                      <a:pt x="5348" y="3115"/>
                      <a:pt x="5855" y="4639"/>
                    </a:cubicBezTo>
                    <a:cubicBezTo>
                      <a:pt x="5885" y="4596"/>
                      <a:pt x="5916" y="4554"/>
                      <a:pt x="5949" y="4510"/>
                    </a:cubicBezTo>
                    <a:cubicBezTo>
                      <a:pt x="5717" y="3852"/>
                      <a:pt x="5360" y="3238"/>
                      <a:pt x="4915" y="2692"/>
                    </a:cubicBezTo>
                    <a:cubicBezTo>
                      <a:pt x="3722" y="1224"/>
                      <a:pt x="1932" y="303"/>
                      <a:pt x="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>
                <a:off x="-124175" y="2221900"/>
                <a:ext cx="62750" cy="177850"/>
              </a:xfrm>
              <a:custGeom>
                <a:avLst/>
                <a:gdLst/>
                <a:ahLst/>
                <a:cxnLst/>
                <a:rect l="l" t="t" r="r" b="b"/>
                <a:pathLst>
                  <a:path w="2510" h="7114" extrusionOk="0">
                    <a:moveTo>
                      <a:pt x="2383" y="1"/>
                    </a:moveTo>
                    <a:cubicBezTo>
                      <a:pt x="2351" y="60"/>
                      <a:pt x="2318" y="118"/>
                      <a:pt x="2285" y="175"/>
                    </a:cubicBezTo>
                    <a:cubicBezTo>
                      <a:pt x="2399" y="699"/>
                      <a:pt x="2362" y="1271"/>
                      <a:pt x="2262" y="1796"/>
                    </a:cubicBezTo>
                    <a:cubicBezTo>
                      <a:pt x="1933" y="3532"/>
                      <a:pt x="1205" y="5497"/>
                      <a:pt x="1" y="6924"/>
                    </a:cubicBezTo>
                    <a:lnTo>
                      <a:pt x="3" y="6924"/>
                    </a:lnTo>
                    <a:cubicBezTo>
                      <a:pt x="7" y="6987"/>
                      <a:pt x="14" y="7050"/>
                      <a:pt x="20" y="7114"/>
                    </a:cubicBezTo>
                    <a:cubicBezTo>
                      <a:pt x="845" y="6203"/>
                      <a:pt x="1426" y="5077"/>
                      <a:pt x="1829" y="3908"/>
                    </a:cubicBezTo>
                    <a:cubicBezTo>
                      <a:pt x="2145" y="3001"/>
                      <a:pt x="2443" y="2017"/>
                      <a:pt x="2493" y="1050"/>
                    </a:cubicBezTo>
                    <a:cubicBezTo>
                      <a:pt x="2510" y="699"/>
                      <a:pt x="2479" y="339"/>
                      <a:pt x="23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>
                <a:off x="-55025" y="2316800"/>
                <a:ext cx="135025" cy="308450"/>
              </a:xfrm>
              <a:custGeom>
                <a:avLst/>
                <a:gdLst/>
                <a:ahLst/>
                <a:cxnLst/>
                <a:rect l="l" t="t" r="r" b="b"/>
                <a:pathLst>
                  <a:path w="5401" h="12338" extrusionOk="0">
                    <a:moveTo>
                      <a:pt x="3956" y="1"/>
                    </a:moveTo>
                    <a:cubicBezTo>
                      <a:pt x="3676" y="1"/>
                      <a:pt x="3388" y="54"/>
                      <a:pt x="3095" y="172"/>
                    </a:cubicBezTo>
                    <a:cubicBezTo>
                      <a:pt x="1862" y="669"/>
                      <a:pt x="1121" y="2002"/>
                      <a:pt x="761" y="3212"/>
                    </a:cubicBezTo>
                    <a:cubicBezTo>
                      <a:pt x="306" y="4737"/>
                      <a:pt x="363" y="6341"/>
                      <a:pt x="394" y="7914"/>
                    </a:cubicBezTo>
                    <a:cubicBezTo>
                      <a:pt x="421" y="9324"/>
                      <a:pt x="423" y="10791"/>
                      <a:pt x="1" y="12147"/>
                    </a:cubicBezTo>
                    <a:cubicBezTo>
                      <a:pt x="28" y="12211"/>
                      <a:pt x="57" y="12274"/>
                      <a:pt x="83" y="12337"/>
                    </a:cubicBezTo>
                    <a:cubicBezTo>
                      <a:pt x="973" y="9725"/>
                      <a:pt x="197" y="6817"/>
                      <a:pt x="682" y="4125"/>
                    </a:cubicBezTo>
                    <a:cubicBezTo>
                      <a:pt x="933" y="2737"/>
                      <a:pt x="1560" y="1169"/>
                      <a:pt x="2851" y="438"/>
                    </a:cubicBezTo>
                    <a:cubicBezTo>
                      <a:pt x="3219" y="231"/>
                      <a:pt x="3584" y="141"/>
                      <a:pt x="3939" y="141"/>
                    </a:cubicBezTo>
                    <a:cubicBezTo>
                      <a:pt x="4427" y="141"/>
                      <a:pt x="4895" y="310"/>
                      <a:pt x="5324" y="577"/>
                    </a:cubicBezTo>
                    <a:cubicBezTo>
                      <a:pt x="5349" y="536"/>
                      <a:pt x="5374" y="498"/>
                      <a:pt x="5401" y="458"/>
                    </a:cubicBezTo>
                    <a:cubicBezTo>
                      <a:pt x="4957" y="179"/>
                      <a:pt x="4470" y="1"/>
                      <a:pt x="39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8"/>
              <p:cNvSpPr/>
              <p:nvPr/>
            </p:nvSpPr>
            <p:spPr>
              <a:xfrm>
                <a:off x="55775" y="2487050"/>
                <a:ext cx="99850" cy="166100"/>
              </a:xfrm>
              <a:custGeom>
                <a:avLst/>
                <a:gdLst/>
                <a:ahLst/>
                <a:cxnLst/>
                <a:rect l="l" t="t" r="r" b="b"/>
                <a:pathLst>
                  <a:path w="3994" h="6644" extrusionOk="0">
                    <a:moveTo>
                      <a:pt x="1331" y="1"/>
                    </a:moveTo>
                    <a:cubicBezTo>
                      <a:pt x="1057" y="252"/>
                      <a:pt x="813" y="534"/>
                      <a:pt x="618" y="860"/>
                    </a:cubicBezTo>
                    <a:cubicBezTo>
                      <a:pt x="150" y="1631"/>
                      <a:pt x="0" y="2566"/>
                      <a:pt x="353" y="3413"/>
                    </a:cubicBezTo>
                    <a:cubicBezTo>
                      <a:pt x="716" y="4280"/>
                      <a:pt x="1462" y="4961"/>
                      <a:pt x="2191" y="5527"/>
                    </a:cubicBezTo>
                    <a:cubicBezTo>
                      <a:pt x="2753" y="5963"/>
                      <a:pt x="3357" y="6337"/>
                      <a:pt x="3994" y="6644"/>
                    </a:cubicBezTo>
                    <a:cubicBezTo>
                      <a:pt x="3967" y="6582"/>
                      <a:pt x="3942" y="6519"/>
                      <a:pt x="3915" y="6458"/>
                    </a:cubicBezTo>
                    <a:cubicBezTo>
                      <a:pt x="3309" y="6153"/>
                      <a:pt x="2732" y="5786"/>
                      <a:pt x="2200" y="5366"/>
                    </a:cubicBezTo>
                    <a:cubicBezTo>
                      <a:pt x="1485" y="4798"/>
                      <a:pt x="750" y="4116"/>
                      <a:pt x="430" y="3237"/>
                    </a:cubicBezTo>
                    <a:cubicBezTo>
                      <a:pt x="96" y="2324"/>
                      <a:pt x="391" y="1324"/>
                      <a:pt x="975" y="580"/>
                    </a:cubicBezTo>
                    <a:cubicBezTo>
                      <a:pt x="1099" y="421"/>
                      <a:pt x="1235" y="275"/>
                      <a:pt x="1381" y="137"/>
                    </a:cubicBezTo>
                    <a:cubicBezTo>
                      <a:pt x="1364" y="91"/>
                      <a:pt x="1349" y="47"/>
                      <a:pt x="133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8"/>
              <p:cNvSpPr/>
              <p:nvPr/>
            </p:nvSpPr>
            <p:spPr>
              <a:xfrm>
                <a:off x="-22600" y="2661175"/>
                <a:ext cx="194150" cy="33800"/>
              </a:xfrm>
              <a:custGeom>
                <a:avLst/>
                <a:gdLst/>
                <a:ahLst/>
                <a:cxnLst/>
                <a:rect l="l" t="t" r="r" b="b"/>
                <a:pathLst>
                  <a:path w="7766" h="1352" extrusionOk="0">
                    <a:moveTo>
                      <a:pt x="4064" y="0"/>
                    </a:moveTo>
                    <a:cubicBezTo>
                      <a:pt x="3469" y="0"/>
                      <a:pt x="2872" y="77"/>
                      <a:pt x="2285" y="237"/>
                    </a:cubicBezTo>
                    <a:cubicBezTo>
                      <a:pt x="1472" y="459"/>
                      <a:pt x="716" y="809"/>
                      <a:pt x="1" y="1231"/>
                    </a:cubicBezTo>
                    <a:cubicBezTo>
                      <a:pt x="18" y="1271"/>
                      <a:pt x="39" y="1311"/>
                      <a:pt x="58" y="1351"/>
                    </a:cubicBezTo>
                    <a:cubicBezTo>
                      <a:pt x="1324" y="611"/>
                      <a:pt x="2715" y="136"/>
                      <a:pt x="4157" y="136"/>
                    </a:cubicBezTo>
                    <a:cubicBezTo>
                      <a:pt x="4589" y="136"/>
                      <a:pt x="5026" y="178"/>
                      <a:pt x="5466" y="270"/>
                    </a:cubicBezTo>
                    <a:cubicBezTo>
                      <a:pt x="6277" y="438"/>
                      <a:pt x="7050" y="741"/>
                      <a:pt x="7766" y="1152"/>
                    </a:cubicBezTo>
                    <a:cubicBezTo>
                      <a:pt x="7735" y="1085"/>
                      <a:pt x="7706" y="1016"/>
                      <a:pt x="7676" y="949"/>
                    </a:cubicBezTo>
                    <a:cubicBezTo>
                      <a:pt x="7668" y="943"/>
                      <a:pt x="7660" y="939"/>
                      <a:pt x="7653" y="935"/>
                    </a:cubicBezTo>
                    <a:cubicBezTo>
                      <a:pt x="6541" y="334"/>
                      <a:pt x="5307" y="0"/>
                      <a:pt x="40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8"/>
              <p:cNvSpPr/>
              <p:nvPr/>
            </p:nvSpPr>
            <p:spPr>
              <a:xfrm>
                <a:off x="8150" y="2736575"/>
                <a:ext cx="198175" cy="31925"/>
              </a:xfrm>
              <a:custGeom>
                <a:avLst/>
                <a:gdLst/>
                <a:ahLst/>
                <a:cxnLst/>
                <a:rect l="l" t="t" r="r" b="b"/>
                <a:pathLst>
                  <a:path w="7927" h="1277" extrusionOk="0">
                    <a:moveTo>
                      <a:pt x="0" y="718"/>
                    </a:moveTo>
                    <a:lnTo>
                      <a:pt x="0" y="720"/>
                    </a:lnTo>
                    <a:cubicBezTo>
                      <a:pt x="1" y="720"/>
                      <a:pt x="1" y="720"/>
                      <a:pt x="1" y="719"/>
                    </a:cubicBezTo>
                    <a:lnTo>
                      <a:pt x="1" y="719"/>
                    </a:lnTo>
                    <a:cubicBezTo>
                      <a:pt x="1" y="719"/>
                      <a:pt x="1" y="718"/>
                      <a:pt x="0" y="718"/>
                    </a:cubicBezTo>
                    <a:close/>
                    <a:moveTo>
                      <a:pt x="3565" y="0"/>
                    </a:moveTo>
                    <a:cubicBezTo>
                      <a:pt x="2346" y="0"/>
                      <a:pt x="1132" y="243"/>
                      <a:pt x="1" y="719"/>
                    </a:cubicBezTo>
                    <a:lnTo>
                      <a:pt x="1" y="719"/>
                    </a:lnTo>
                    <a:cubicBezTo>
                      <a:pt x="22" y="759"/>
                      <a:pt x="41" y="797"/>
                      <a:pt x="62" y="837"/>
                    </a:cubicBezTo>
                    <a:cubicBezTo>
                      <a:pt x="1165" y="368"/>
                      <a:pt x="2357" y="118"/>
                      <a:pt x="3562" y="118"/>
                    </a:cubicBezTo>
                    <a:cubicBezTo>
                      <a:pt x="3679" y="118"/>
                      <a:pt x="3796" y="120"/>
                      <a:pt x="3914" y="125"/>
                    </a:cubicBezTo>
                    <a:cubicBezTo>
                      <a:pt x="5323" y="183"/>
                      <a:pt x="6703" y="587"/>
                      <a:pt x="7926" y="1276"/>
                    </a:cubicBezTo>
                    <a:cubicBezTo>
                      <a:pt x="7896" y="1207"/>
                      <a:pt x="7863" y="1140"/>
                      <a:pt x="7832" y="1069"/>
                    </a:cubicBezTo>
                    <a:lnTo>
                      <a:pt x="7832" y="1067"/>
                    </a:lnTo>
                    <a:cubicBezTo>
                      <a:pt x="7652" y="971"/>
                      <a:pt x="7468" y="879"/>
                      <a:pt x="7280" y="795"/>
                    </a:cubicBezTo>
                    <a:cubicBezTo>
                      <a:pt x="6097" y="262"/>
                      <a:pt x="4829" y="0"/>
                      <a:pt x="3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8"/>
              <p:cNvSpPr/>
              <p:nvPr/>
            </p:nvSpPr>
            <p:spPr>
              <a:xfrm>
                <a:off x="209825" y="1792300"/>
                <a:ext cx="252725" cy="52650"/>
              </a:xfrm>
              <a:custGeom>
                <a:avLst/>
                <a:gdLst/>
                <a:ahLst/>
                <a:cxnLst/>
                <a:rect l="l" t="t" r="r" b="b"/>
                <a:pathLst>
                  <a:path w="10109" h="2106" extrusionOk="0">
                    <a:moveTo>
                      <a:pt x="114" y="1"/>
                    </a:moveTo>
                    <a:cubicBezTo>
                      <a:pt x="50" y="1"/>
                      <a:pt x="0" y="86"/>
                      <a:pt x="65" y="128"/>
                    </a:cubicBezTo>
                    <a:cubicBezTo>
                      <a:pt x="705" y="558"/>
                      <a:pt x="1386" y="924"/>
                      <a:pt x="2100" y="1217"/>
                    </a:cubicBezTo>
                    <a:cubicBezTo>
                      <a:pt x="3533" y="1806"/>
                      <a:pt x="5075" y="2105"/>
                      <a:pt x="6616" y="2105"/>
                    </a:cubicBezTo>
                    <a:cubicBezTo>
                      <a:pt x="7768" y="2105"/>
                      <a:pt x="8920" y="1938"/>
                      <a:pt x="10026" y="1599"/>
                    </a:cubicBezTo>
                    <a:cubicBezTo>
                      <a:pt x="10108" y="1575"/>
                      <a:pt x="10071" y="1460"/>
                      <a:pt x="9996" y="1460"/>
                    </a:cubicBezTo>
                    <a:cubicBezTo>
                      <a:pt x="9988" y="1460"/>
                      <a:pt x="9981" y="1461"/>
                      <a:pt x="9972" y="1463"/>
                    </a:cubicBezTo>
                    <a:cubicBezTo>
                      <a:pt x="8886" y="1796"/>
                      <a:pt x="7756" y="1959"/>
                      <a:pt x="6626" y="1959"/>
                    </a:cubicBezTo>
                    <a:cubicBezTo>
                      <a:pt x="4344" y="1959"/>
                      <a:pt x="2065" y="1293"/>
                      <a:pt x="157" y="15"/>
                    </a:cubicBezTo>
                    <a:cubicBezTo>
                      <a:pt x="143" y="5"/>
                      <a:pt x="128" y="1"/>
                      <a:pt x="1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8"/>
              <p:cNvSpPr/>
              <p:nvPr/>
            </p:nvSpPr>
            <p:spPr>
              <a:xfrm>
                <a:off x="229450" y="1777825"/>
                <a:ext cx="15075" cy="28025"/>
              </a:xfrm>
              <a:custGeom>
                <a:avLst/>
                <a:gdLst/>
                <a:ahLst/>
                <a:cxnLst/>
                <a:rect l="l" t="t" r="r" b="b"/>
                <a:pathLst>
                  <a:path w="603" h="1121" extrusionOk="0">
                    <a:moveTo>
                      <a:pt x="501" y="1"/>
                    </a:moveTo>
                    <a:cubicBezTo>
                      <a:pt x="483" y="1"/>
                      <a:pt x="464" y="9"/>
                      <a:pt x="450" y="30"/>
                    </a:cubicBezTo>
                    <a:cubicBezTo>
                      <a:pt x="237" y="337"/>
                      <a:pt x="89" y="672"/>
                      <a:pt x="13" y="1039"/>
                    </a:cubicBezTo>
                    <a:cubicBezTo>
                      <a:pt x="1" y="1090"/>
                      <a:pt x="41" y="1120"/>
                      <a:pt x="83" y="1120"/>
                    </a:cubicBezTo>
                    <a:cubicBezTo>
                      <a:pt x="115" y="1120"/>
                      <a:pt x="148" y="1102"/>
                      <a:pt x="156" y="1062"/>
                    </a:cubicBezTo>
                    <a:cubicBezTo>
                      <a:pt x="229" y="720"/>
                      <a:pt x="364" y="408"/>
                      <a:pt x="563" y="122"/>
                    </a:cubicBezTo>
                    <a:cubicBezTo>
                      <a:pt x="602" y="65"/>
                      <a:pt x="552" y="1"/>
                      <a:pt x="501" y="1"/>
                    </a:cubicBezTo>
                    <a:close/>
                  </a:path>
                </a:pathLst>
              </a:custGeom>
              <a:solidFill>
                <a:srgbClr val="B86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8"/>
              <p:cNvSpPr/>
              <p:nvPr/>
            </p:nvSpPr>
            <p:spPr>
              <a:xfrm>
                <a:off x="414500" y="1802800"/>
                <a:ext cx="8350" cy="36225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449" extrusionOk="0">
                    <a:moveTo>
                      <a:pt x="95" y="1"/>
                    </a:moveTo>
                    <a:cubicBezTo>
                      <a:pt x="51" y="1"/>
                      <a:pt x="1" y="44"/>
                      <a:pt x="17" y="101"/>
                    </a:cubicBezTo>
                    <a:cubicBezTo>
                      <a:pt x="136" y="515"/>
                      <a:pt x="188" y="936"/>
                      <a:pt x="172" y="1365"/>
                    </a:cubicBezTo>
                    <a:cubicBezTo>
                      <a:pt x="171" y="1418"/>
                      <a:pt x="216" y="1448"/>
                      <a:pt x="256" y="1448"/>
                    </a:cubicBezTo>
                    <a:cubicBezTo>
                      <a:pt x="288" y="1448"/>
                      <a:pt x="316" y="1430"/>
                      <a:pt x="318" y="1388"/>
                    </a:cubicBezTo>
                    <a:cubicBezTo>
                      <a:pt x="333" y="932"/>
                      <a:pt x="280" y="487"/>
                      <a:pt x="153" y="47"/>
                    </a:cubicBezTo>
                    <a:cubicBezTo>
                      <a:pt x="144" y="15"/>
                      <a:pt x="120" y="1"/>
                      <a:pt x="95" y="1"/>
                    </a:cubicBezTo>
                    <a:close/>
                  </a:path>
                </a:pathLst>
              </a:custGeom>
              <a:solidFill>
                <a:srgbClr val="B86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8"/>
              <p:cNvSpPr/>
              <p:nvPr/>
            </p:nvSpPr>
            <p:spPr>
              <a:xfrm>
                <a:off x="346875" y="1806500"/>
                <a:ext cx="6000" cy="34000"/>
              </a:xfrm>
              <a:custGeom>
                <a:avLst/>
                <a:gdLst/>
                <a:ahLst/>
                <a:cxnLst/>
                <a:rect l="l" t="t" r="r" b="b"/>
                <a:pathLst>
                  <a:path w="240" h="1360" extrusionOk="0">
                    <a:moveTo>
                      <a:pt x="89" y="1"/>
                    </a:moveTo>
                    <a:cubicBezTo>
                      <a:pt x="48" y="1"/>
                      <a:pt x="10" y="29"/>
                      <a:pt x="19" y="80"/>
                    </a:cubicBezTo>
                    <a:cubicBezTo>
                      <a:pt x="92" y="481"/>
                      <a:pt x="90" y="878"/>
                      <a:pt x="11" y="1279"/>
                    </a:cubicBezTo>
                    <a:cubicBezTo>
                      <a:pt x="1" y="1330"/>
                      <a:pt x="41" y="1359"/>
                      <a:pt x="82" y="1359"/>
                    </a:cubicBezTo>
                    <a:cubicBezTo>
                      <a:pt x="115" y="1359"/>
                      <a:pt x="148" y="1341"/>
                      <a:pt x="155" y="1300"/>
                    </a:cubicBezTo>
                    <a:cubicBezTo>
                      <a:pt x="238" y="887"/>
                      <a:pt x="240" y="477"/>
                      <a:pt x="165" y="62"/>
                    </a:cubicBezTo>
                    <a:cubicBezTo>
                      <a:pt x="157" y="20"/>
                      <a:pt x="122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8"/>
              <p:cNvSpPr/>
              <p:nvPr/>
            </p:nvSpPr>
            <p:spPr>
              <a:xfrm>
                <a:off x="294300" y="1805825"/>
                <a:ext cx="1945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778" h="727" extrusionOk="0">
                    <a:moveTo>
                      <a:pt x="390" y="1"/>
                    </a:moveTo>
                    <a:cubicBezTo>
                      <a:pt x="214" y="1"/>
                      <a:pt x="59" y="129"/>
                      <a:pt x="31" y="308"/>
                    </a:cubicBezTo>
                    <a:cubicBezTo>
                      <a:pt x="0" y="506"/>
                      <a:pt x="137" y="692"/>
                      <a:pt x="334" y="722"/>
                    </a:cubicBezTo>
                    <a:cubicBezTo>
                      <a:pt x="353" y="725"/>
                      <a:pt x="372" y="727"/>
                      <a:pt x="390" y="727"/>
                    </a:cubicBezTo>
                    <a:cubicBezTo>
                      <a:pt x="565" y="727"/>
                      <a:pt x="719" y="598"/>
                      <a:pt x="747" y="419"/>
                    </a:cubicBezTo>
                    <a:cubicBezTo>
                      <a:pt x="777" y="222"/>
                      <a:pt x="643" y="36"/>
                      <a:pt x="446" y="5"/>
                    </a:cubicBezTo>
                    <a:cubicBezTo>
                      <a:pt x="427" y="2"/>
                      <a:pt x="408" y="1"/>
                      <a:pt x="3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8"/>
              <p:cNvSpPr/>
              <p:nvPr/>
            </p:nvSpPr>
            <p:spPr>
              <a:xfrm>
                <a:off x="423325" y="1837725"/>
                <a:ext cx="44900" cy="89675"/>
              </a:xfrm>
              <a:custGeom>
                <a:avLst/>
                <a:gdLst/>
                <a:ahLst/>
                <a:cxnLst/>
                <a:rect l="l" t="t" r="r" b="b"/>
                <a:pathLst>
                  <a:path w="1796" h="3587" extrusionOk="0">
                    <a:moveTo>
                      <a:pt x="64" y="1"/>
                    </a:moveTo>
                    <a:cubicBezTo>
                      <a:pt x="31" y="1"/>
                      <a:pt x="1" y="21"/>
                      <a:pt x="1" y="64"/>
                    </a:cubicBezTo>
                    <a:cubicBezTo>
                      <a:pt x="17" y="1382"/>
                      <a:pt x="209" y="3076"/>
                      <a:pt x="1661" y="3582"/>
                    </a:cubicBezTo>
                    <a:cubicBezTo>
                      <a:pt x="1670" y="3585"/>
                      <a:pt x="1678" y="3587"/>
                      <a:pt x="1687" y="3587"/>
                    </a:cubicBezTo>
                    <a:cubicBezTo>
                      <a:pt x="1760" y="3587"/>
                      <a:pt x="1796" y="3474"/>
                      <a:pt x="1714" y="3446"/>
                    </a:cubicBezTo>
                    <a:cubicBezTo>
                      <a:pt x="331" y="2965"/>
                      <a:pt x="163" y="1330"/>
                      <a:pt x="147" y="80"/>
                    </a:cubicBezTo>
                    <a:cubicBezTo>
                      <a:pt x="146" y="29"/>
                      <a:pt x="103" y="1"/>
                      <a:pt x="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167175" y="1819975"/>
                <a:ext cx="78500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3240" extrusionOk="0">
                    <a:moveTo>
                      <a:pt x="3043" y="0"/>
                    </a:moveTo>
                    <a:cubicBezTo>
                      <a:pt x="3009" y="0"/>
                      <a:pt x="2974" y="18"/>
                      <a:pt x="2960" y="59"/>
                    </a:cubicBezTo>
                    <a:cubicBezTo>
                      <a:pt x="2502" y="1380"/>
                      <a:pt x="1744" y="3053"/>
                      <a:pt x="106" y="3076"/>
                    </a:cubicBezTo>
                    <a:cubicBezTo>
                      <a:pt x="1" y="3078"/>
                      <a:pt x="10" y="3239"/>
                      <a:pt x="113" y="3239"/>
                    </a:cubicBezTo>
                    <a:cubicBezTo>
                      <a:pt x="114" y="3239"/>
                      <a:pt x="115" y="3239"/>
                      <a:pt x="115" y="3239"/>
                    </a:cubicBezTo>
                    <a:cubicBezTo>
                      <a:pt x="1834" y="3216"/>
                      <a:pt x="2636" y="1486"/>
                      <a:pt x="3119" y="95"/>
                    </a:cubicBezTo>
                    <a:cubicBezTo>
                      <a:pt x="3140" y="37"/>
                      <a:pt x="3092" y="0"/>
                      <a:pt x="30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>
                <a:off x="355450" y="2971325"/>
                <a:ext cx="71850" cy="160875"/>
              </a:xfrm>
              <a:custGeom>
                <a:avLst/>
                <a:gdLst/>
                <a:ahLst/>
                <a:cxnLst/>
                <a:rect l="l" t="t" r="r" b="b"/>
                <a:pathLst>
                  <a:path w="2874" h="6435" extrusionOk="0">
                    <a:moveTo>
                      <a:pt x="77" y="0"/>
                    </a:moveTo>
                    <a:lnTo>
                      <a:pt x="0" y="6394"/>
                    </a:lnTo>
                    <a:lnTo>
                      <a:pt x="2011" y="6434"/>
                    </a:lnTo>
                    <a:lnTo>
                      <a:pt x="2874" y="280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>
                <a:off x="329500" y="3110350"/>
                <a:ext cx="1492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3810" extrusionOk="0">
                    <a:moveTo>
                      <a:pt x="2510" y="0"/>
                    </a:moveTo>
                    <a:cubicBezTo>
                      <a:pt x="2490" y="0"/>
                      <a:pt x="2469" y="1"/>
                      <a:pt x="2448" y="2"/>
                    </a:cubicBezTo>
                    <a:cubicBezTo>
                      <a:pt x="1501" y="67"/>
                      <a:pt x="1084" y="773"/>
                      <a:pt x="1084" y="773"/>
                    </a:cubicBezTo>
                    <a:cubicBezTo>
                      <a:pt x="1084" y="773"/>
                      <a:pt x="915" y="360"/>
                      <a:pt x="721" y="360"/>
                    </a:cubicBezTo>
                    <a:cubicBezTo>
                      <a:pt x="637" y="360"/>
                      <a:pt x="550" y="436"/>
                      <a:pt x="469" y="652"/>
                    </a:cubicBezTo>
                    <a:cubicBezTo>
                      <a:pt x="277" y="1165"/>
                      <a:pt x="123" y="2536"/>
                      <a:pt x="48" y="3292"/>
                    </a:cubicBezTo>
                    <a:cubicBezTo>
                      <a:pt x="43" y="3351"/>
                      <a:pt x="37" y="3405"/>
                      <a:pt x="33" y="3455"/>
                    </a:cubicBezTo>
                    <a:cubicBezTo>
                      <a:pt x="12" y="3674"/>
                      <a:pt x="0" y="3810"/>
                      <a:pt x="0" y="3810"/>
                    </a:cubicBezTo>
                    <a:lnTo>
                      <a:pt x="5836" y="3810"/>
                    </a:lnTo>
                    <a:cubicBezTo>
                      <a:pt x="5882" y="3664"/>
                      <a:pt x="5913" y="3526"/>
                      <a:pt x="5930" y="3394"/>
                    </a:cubicBezTo>
                    <a:cubicBezTo>
                      <a:pt x="5936" y="3338"/>
                      <a:pt x="5939" y="3284"/>
                      <a:pt x="5941" y="3231"/>
                    </a:cubicBezTo>
                    <a:cubicBezTo>
                      <a:pt x="5968" y="2482"/>
                      <a:pt x="5512" y="1993"/>
                      <a:pt x="4963" y="1915"/>
                    </a:cubicBezTo>
                    <a:cubicBezTo>
                      <a:pt x="4669" y="1874"/>
                      <a:pt x="4326" y="1575"/>
                      <a:pt x="4075" y="1312"/>
                    </a:cubicBezTo>
                    <a:cubicBezTo>
                      <a:pt x="4073" y="1278"/>
                      <a:pt x="3442" y="261"/>
                      <a:pt x="3221" y="183"/>
                    </a:cubicBezTo>
                    <a:cubicBezTo>
                      <a:pt x="3213" y="180"/>
                      <a:pt x="3205" y="178"/>
                      <a:pt x="3199" y="178"/>
                    </a:cubicBezTo>
                    <a:cubicBezTo>
                      <a:pt x="3115" y="178"/>
                      <a:pt x="3176" y="404"/>
                      <a:pt x="3112" y="541"/>
                    </a:cubicBezTo>
                    <a:cubicBezTo>
                      <a:pt x="2958" y="191"/>
                      <a:pt x="2832" y="0"/>
                      <a:pt x="25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333775" y="3148425"/>
                <a:ext cx="28275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1835" extrusionOk="0">
                    <a:moveTo>
                      <a:pt x="91" y="1"/>
                    </a:moveTo>
                    <a:cubicBezTo>
                      <a:pt x="37" y="1"/>
                      <a:pt x="1" y="90"/>
                      <a:pt x="60" y="131"/>
                    </a:cubicBezTo>
                    <a:cubicBezTo>
                      <a:pt x="595" y="514"/>
                      <a:pt x="934" y="1113"/>
                      <a:pt x="990" y="1769"/>
                    </a:cubicBezTo>
                    <a:cubicBezTo>
                      <a:pt x="994" y="1812"/>
                      <a:pt x="1030" y="1834"/>
                      <a:pt x="1064" y="1834"/>
                    </a:cubicBezTo>
                    <a:cubicBezTo>
                      <a:pt x="1098" y="1834"/>
                      <a:pt x="1130" y="1813"/>
                      <a:pt x="1126" y="1769"/>
                    </a:cubicBezTo>
                    <a:cubicBezTo>
                      <a:pt x="1065" y="1061"/>
                      <a:pt x="704" y="428"/>
                      <a:pt x="127" y="14"/>
                    </a:cubicBezTo>
                    <a:cubicBezTo>
                      <a:pt x="115" y="5"/>
                      <a:pt x="102" y="1"/>
                      <a:pt x="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8"/>
              <p:cNvSpPr/>
              <p:nvPr/>
            </p:nvSpPr>
            <p:spPr>
              <a:xfrm>
                <a:off x="387350" y="3155775"/>
                <a:ext cx="63250" cy="37625"/>
              </a:xfrm>
              <a:custGeom>
                <a:avLst/>
                <a:gdLst/>
                <a:ahLst/>
                <a:cxnLst/>
                <a:rect l="l" t="t" r="r" b="b"/>
                <a:pathLst>
                  <a:path w="2530" h="1505" extrusionOk="0">
                    <a:moveTo>
                      <a:pt x="2048" y="0"/>
                    </a:moveTo>
                    <a:cubicBezTo>
                      <a:pt x="1150" y="0"/>
                      <a:pt x="340" y="548"/>
                      <a:pt x="19" y="1421"/>
                    </a:cubicBezTo>
                    <a:cubicBezTo>
                      <a:pt x="0" y="1471"/>
                      <a:pt x="42" y="1504"/>
                      <a:pt x="83" y="1504"/>
                    </a:cubicBezTo>
                    <a:cubicBezTo>
                      <a:pt x="111" y="1504"/>
                      <a:pt x="138" y="1490"/>
                      <a:pt x="149" y="1458"/>
                    </a:cubicBezTo>
                    <a:cubicBezTo>
                      <a:pt x="448" y="649"/>
                      <a:pt x="1208" y="134"/>
                      <a:pt x="2044" y="134"/>
                    </a:cubicBezTo>
                    <a:cubicBezTo>
                      <a:pt x="2165" y="134"/>
                      <a:pt x="2288" y="144"/>
                      <a:pt x="2411" y="167"/>
                    </a:cubicBezTo>
                    <a:cubicBezTo>
                      <a:pt x="2416" y="168"/>
                      <a:pt x="2421" y="168"/>
                      <a:pt x="2425" y="168"/>
                    </a:cubicBezTo>
                    <a:cubicBezTo>
                      <a:pt x="2501" y="168"/>
                      <a:pt x="2529" y="51"/>
                      <a:pt x="2448" y="36"/>
                    </a:cubicBezTo>
                    <a:cubicBezTo>
                      <a:pt x="2313" y="12"/>
                      <a:pt x="2180" y="0"/>
                      <a:pt x="20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>
                <a:off x="330325" y="3191100"/>
                <a:ext cx="147725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5909" h="226" extrusionOk="0">
                    <a:moveTo>
                      <a:pt x="5908" y="1"/>
                    </a:moveTo>
                    <a:cubicBezTo>
                      <a:pt x="5707" y="3"/>
                      <a:pt x="5507" y="4"/>
                      <a:pt x="5306" y="6"/>
                    </a:cubicBezTo>
                    <a:cubicBezTo>
                      <a:pt x="3543" y="26"/>
                      <a:pt x="1778" y="43"/>
                      <a:pt x="15" y="62"/>
                    </a:cubicBezTo>
                    <a:cubicBezTo>
                      <a:pt x="10" y="120"/>
                      <a:pt x="4" y="175"/>
                      <a:pt x="0" y="225"/>
                    </a:cubicBezTo>
                    <a:lnTo>
                      <a:pt x="111" y="225"/>
                    </a:lnTo>
                    <a:cubicBezTo>
                      <a:pt x="2039" y="204"/>
                      <a:pt x="3967" y="185"/>
                      <a:pt x="5897" y="164"/>
                    </a:cubicBezTo>
                    <a:cubicBezTo>
                      <a:pt x="5903" y="108"/>
                      <a:pt x="5906" y="54"/>
                      <a:pt x="59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257700" y="1965575"/>
                <a:ext cx="240675" cy="1065525"/>
              </a:xfrm>
              <a:custGeom>
                <a:avLst/>
                <a:gdLst/>
                <a:ahLst/>
                <a:cxnLst/>
                <a:rect l="l" t="t" r="r" b="b"/>
                <a:pathLst>
                  <a:path w="9627" h="42621" extrusionOk="0">
                    <a:moveTo>
                      <a:pt x="9174" y="1"/>
                    </a:moveTo>
                    <a:lnTo>
                      <a:pt x="1" y="663"/>
                    </a:lnTo>
                    <a:lnTo>
                      <a:pt x="2646" y="25443"/>
                    </a:lnTo>
                    <a:lnTo>
                      <a:pt x="3486" y="42620"/>
                    </a:lnTo>
                    <a:lnTo>
                      <a:pt x="7062" y="42620"/>
                    </a:lnTo>
                    <a:cubicBezTo>
                      <a:pt x="8564" y="28725"/>
                      <a:pt x="9627" y="13778"/>
                      <a:pt x="91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8"/>
              <p:cNvSpPr/>
              <p:nvPr/>
            </p:nvSpPr>
            <p:spPr>
              <a:xfrm>
                <a:off x="293150" y="2006500"/>
                <a:ext cx="195100" cy="315675"/>
              </a:xfrm>
              <a:custGeom>
                <a:avLst/>
                <a:gdLst/>
                <a:ahLst/>
                <a:cxnLst/>
                <a:rect l="l" t="t" r="r" b="b"/>
                <a:pathLst>
                  <a:path w="7804" h="12627" extrusionOk="0">
                    <a:moveTo>
                      <a:pt x="7802" y="0"/>
                    </a:moveTo>
                    <a:cubicBezTo>
                      <a:pt x="7203" y="0"/>
                      <a:pt x="6592" y="169"/>
                      <a:pt x="6056" y="445"/>
                    </a:cubicBezTo>
                    <a:cubicBezTo>
                      <a:pt x="3914" y="1546"/>
                      <a:pt x="2625" y="3829"/>
                      <a:pt x="1825" y="6012"/>
                    </a:cubicBezTo>
                    <a:cubicBezTo>
                      <a:pt x="1071" y="8063"/>
                      <a:pt x="676" y="10228"/>
                      <a:pt x="0" y="12302"/>
                    </a:cubicBezTo>
                    <a:lnTo>
                      <a:pt x="35" y="12626"/>
                    </a:lnTo>
                    <a:cubicBezTo>
                      <a:pt x="346" y="11715"/>
                      <a:pt x="599" y="10785"/>
                      <a:pt x="843" y="9852"/>
                    </a:cubicBezTo>
                    <a:cubicBezTo>
                      <a:pt x="1464" y="7483"/>
                      <a:pt x="2070" y="5043"/>
                      <a:pt x="3486" y="3002"/>
                    </a:cubicBezTo>
                    <a:cubicBezTo>
                      <a:pt x="4161" y="2026"/>
                      <a:pt x="5034" y="1134"/>
                      <a:pt x="6091" y="579"/>
                    </a:cubicBezTo>
                    <a:cubicBezTo>
                      <a:pt x="6615" y="305"/>
                      <a:pt x="7215" y="134"/>
                      <a:pt x="7804" y="134"/>
                    </a:cubicBezTo>
                    <a:cubicBezTo>
                      <a:pt x="7804" y="90"/>
                      <a:pt x="7802" y="44"/>
                      <a:pt x="78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>
                <a:off x="394475" y="2079250"/>
                <a:ext cx="94975" cy="26817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10727" extrusionOk="0">
                    <a:moveTo>
                      <a:pt x="3797" y="0"/>
                    </a:moveTo>
                    <a:cubicBezTo>
                      <a:pt x="2901" y="328"/>
                      <a:pt x="2109" y="917"/>
                      <a:pt x="1512" y="1667"/>
                    </a:cubicBezTo>
                    <a:cubicBezTo>
                      <a:pt x="1" y="3564"/>
                      <a:pt x="8" y="6198"/>
                      <a:pt x="1190" y="8262"/>
                    </a:cubicBezTo>
                    <a:cubicBezTo>
                      <a:pt x="1785" y="9300"/>
                      <a:pt x="2646" y="10127"/>
                      <a:pt x="3651" y="10727"/>
                    </a:cubicBezTo>
                    <a:cubicBezTo>
                      <a:pt x="3653" y="10677"/>
                      <a:pt x="3655" y="10627"/>
                      <a:pt x="3657" y="10577"/>
                    </a:cubicBezTo>
                    <a:cubicBezTo>
                      <a:pt x="3595" y="10539"/>
                      <a:pt x="3534" y="10501"/>
                      <a:pt x="3473" y="10462"/>
                    </a:cubicBezTo>
                    <a:cubicBezTo>
                      <a:pt x="1482" y="9162"/>
                      <a:pt x="216" y="6818"/>
                      <a:pt x="498" y="4418"/>
                    </a:cubicBezTo>
                    <a:cubicBezTo>
                      <a:pt x="720" y="2523"/>
                      <a:pt x="2028" y="815"/>
                      <a:pt x="3799" y="144"/>
                    </a:cubicBezTo>
                    <a:cubicBezTo>
                      <a:pt x="3799" y="96"/>
                      <a:pt x="3799" y="48"/>
                      <a:pt x="37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8"/>
              <p:cNvSpPr/>
              <p:nvPr/>
            </p:nvSpPr>
            <p:spPr>
              <a:xfrm>
                <a:off x="297700" y="2313300"/>
                <a:ext cx="124275" cy="269125"/>
              </a:xfrm>
              <a:custGeom>
                <a:avLst/>
                <a:gdLst/>
                <a:ahLst/>
                <a:cxnLst/>
                <a:rect l="l" t="t" r="r" b="b"/>
                <a:pathLst>
                  <a:path w="4971" h="10765" extrusionOk="0">
                    <a:moveTo>
                      <a:pt x="2711" y="1"/>
                    </a:moveTo>
                    <a:cubicBezTo>
                      <a:pt x="2143" y="1"/>
                      <a:pt x="1561" y="197"/>
                      <a:pt x="1107" y="509"/>
                    </a:cubicBezTo>
                    <a:cubicBezTo>
                      <a:pt x="641" y="832"/>
                      <a:pt x="286" y="1265"/>
                      <a:pt x="1" y="1749"/>
                    </a:cubicBezTo>
                    <a:lnTo>
                      <a:pt x="1" y="1751"/>
                    </a:lnTo>
                    <a:lnTo>
                      <a:pt x="26" y="1983"/>
                    </a:lnTo>
                    <a:cubicBezTo>
                      <a:pt x="388" y="1319"/>
                      <a:pt x="864" y="738"/>
                      <a:pt x="1558" y="406"/>
                    </a:cubicBezTo>
                    <a:cubicBezTo>
                      <a:pt x="1910" y="238"/>
                      <a:pt x="2297" y="148"/>
                      <a:pt x="2674" y="148"/>
                    </a:cubicBezTo>
                    <a:cubicBezTo>
                      <a:pt x="3423" y="148"/>
                      <a:pt x="4129" y="503"/>
                      <a:pt x="4426" y="1298"/>
                    </a:cubicBezTo>
                    <a:cubicBezTo>
                      <a:pt x="4844" y="2408"/>
                      <a:pt x="4484" y="3755"/>
                      <a:pt x="4173" y="4848"/>
                    </a:cubicBezTo>
                    <a:cubicBezTo>
                      <a:pt x="3565" y="6982"/>
                      <a:pt x="2448" y="8957"/>
                      <a:pt x="944" y="10584"/>
                    </a:cubicBezTo>
                    <a:lnTo>
                      <a:pt x="964" y="10764"/>
                    </a:lnTo>
                    <a:cubicBezTo>
                      <a:pt x="1838" y="9834"/>
                      <a:pt x="2588" y="8789"/>
                      <a:pt x="3185" y="7661"/>
                    </a:cubicBezTo>
                    <a:cubicBezTo>
                      <a:pt x="3814" y="6473"/>
                      <a:pt x="4278" y="5200"/>
                      <a:pt x="4549" y="3884"/>
                    </a:cubicBezTo>
                    <a:cubicBezTo>
                      <a:pt x="4775" y="2794"/>
                      <a:pt x="4971" y="1365"/>
                      <a:pt x="4071" y="509"/>
                    </a:cubicBezTo>
                    <a:cubicBezTo>
                      <a:pt x="3695" y="152"/>
                      <a:pt x="3209" y="1"/>
                      <a:pt x="27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8"/>
              <p:cNvSpPr/>
              <p:nvPr/>
            </p:nvSpPr>
            <p:spPr>
              <a:xfrm>
                <a:off x="403975" y="2462700"/>
                <a:ext cx="76850" cy="245950"/>
              </a:xfrm>
              <a:custGeom>
                <a:avLst/>
                <a:gdLst/>
                <a:ahLst/>
                <a:cxnLst/>
                <a:rect l="l" t="t" r="r" b="b"/>
                <a:pathLst>
                  <a:path w="3074" h="9838" extrusionOk="0">
                    <a:moveTo>
                      <a:pt x="3074" y="0"/>
                    </a:moveTo>
                    <a:lnTo>
                      <a:pt x="3074" y="0"/>
                    </a:lnTo>
                    <a:cubicBezTo>
                      <a:pt x="2696" y="221"/>
                      <a:pt x="2347" y="490"/>
                      <a:pt x="2032" y="796"/>
                    </a:cubicBezTo>
                    <a:cubicBezTo>
                      <a:pt x="392" y="2400"/>
                      <a:pt x="1" y="4846"/>
                      <a:pt x="691" y="6987"/>
                    </a:cubicBezTo>
                    <a:cubicBezTo>
                      <a:pt x="1040" y="8069"/>
                      <a:pt x="1652" y="9028"/>
                      <a:pt x="2429" y="9837"/>
                    </a:cubicBezTo>
                    <a:cubicBezTo>
                      <a:pt x="2433" y="9778"/>
                      <a:pt x="2439" y="9718"/>
                      <a:pt x="2442" y="9659"/>
                    </a:cubicBezTo>
                    <a:cubicBezTo>
                      <a:pt x="2416" y="9630"/>
                      <a:pt x="2391" y="9601"/>
                      <a:pt x="2364" y="9572"/>
                    </a:cubicBezTo>
                    <a:cubicBezTo>
                      <a:pt x="848" y="7900"/>
                      <a:pt x="96" y="5525"/>
                      <a:pt x="705" y="3309"/>
                    </a:cubicBezTo>
                    <a:cubicBezTo>
                      <a:pt x="1061" y="2011"/>
                      <a:pt x="1926" y="862"/>
                      <a:pt x="3064" y="163"/>
                    </a:cubicBezTo>
                    <a:cubicBezTo>
                      <a:pt x="3068" y="110"/>
                      <a:pt x="3070" y="56"/>
                      <a:pt x="307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8"/>
              <p:cNvSpPr/>
              <p:nvPr/>
            </p:nvSpPr>
            <p:spPr>
              <a:xfrm>
                <a:off x="324275" y="2607375"/>
                <a:ext cx="131650" cy="209600"/>
              </a:xfrm>
              <a:custGeom>
                <a:avLst/>
                <a:gdLst/>
                <a:ahLst/>
                <a:cxnLst/>
                <a:rect l="l" t="t" r="r" b="b"/>
                <a:pathLst>
                  <a:path w="5266" h="8384" extrusionOk="0">
                    <a:moveTo>
                      <a:pt x="710" y="0"/>
                    </a:moveTo>
                    <a:cubicBezTo>
                      <a:pt x="620" y="0"/>
                      <a:pt x="529" y="6"/>
                      <a:pt x="438" y="18"/>
                    </a:cubicBezTo>
                    <a:cubicBezTo>
                      <a:pt x="290" y="37"/>
                      <a:pt x="142" y="72"/>
                      <a:pt x="0" y="120"/>
                    </a:cubicBezTo>
                    <a:lnTo>
                      <a:pt x="8" y="267"/>
                    </a:lnTo>
                    <a:cubicBezTo>
                      <a:pt x="241" y="190"/>
                      <a:pt x="488" y="151"/>
                      <a:pt x="733" y="151"/>
                    </a:cubicBezTo>
                    <a:cubicBezTo>
                      <a:pt x="977" y="151"/>
                      <a:pt x="1218" y="190"/>
                      <a:pt x="1441" y="271"/>
                    </a:cubicBezTo>
                    <a:cubicBezTo>
                      <a:pt x="2600" y="693"/>
                      <a:pt x="3281" y="1861"/>
                      <a:pt x="3612" y="2986"/>
                    </a:cubicBezTo>
                    <a:cubicBezTo>
                      <a:pt x="3983" y="4242"/>
                      <a:pt x="4034" y="5569"/>
                      <a:pt x="4439" y="6816"/>
                    </a:cubicBezTo>
                    <a:cubicBezTo>
                      <a:pt x="4625" y="7384"/>
                      <a:pt x="4888" y="7925"/>
                      <a:pt x="5249" y="8383"/>
                    </a:cubicBezTo>
                    <a:cubicBezTo>
                      <a:pt x="5254" y="8322"/>
                      <a:pt x="5260" y="8261"/>
                      <a:pt x="5266" y="8199"/>
                    </a:cubicBezTo>
                    <a:cubicBezTo>
                      <a:pt x="4627" y="7330"/>
                      <a:pt x="4378" y="6208"/>
                      <a:pt x="4194" y="5161"/>
                    </a:cubicBezTo>
                    <a:cubicBezTo>
                      <a:pt x="3969" y="3876"/>
                      <a:pt x="3802" y="2514"/>
                      <a:pt x="3037" y="1413"/>
                    </a:cubicBezTo>
                    <a:cubicBezTo>
                      <a:pt x="2507" y="648"/>
                      <a:pt x="1665" y="0"/>
                      <a:pt x="7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331125" y="2750625"/>
                <a:ext cx="118475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4739" h="5464" extrusionOk="0">
                    <a:moveTo>
                      <a:pt x="1" y="1"/>
                    </a:moveTo>
                    <a:lnTo>
                      <a:pt x="8" y="164"/>
                    </a:lnTo>
                    <a:cubicBezTo>
                      <a:pt x="996" y="653"/>
                      <a:pt x="1896" y="1512"/>
                      <a:pt x="2571" y="2256"/>
                    </a:cubicBezTo>
                    <a:cubicBezTo>
                      <a:pt x="3440" y="3214"/>
                      <a:pt x="4161" y="4297"/>
                      <a:pt x="4714" y="5464"/>
                    </a:cubicBezTo>
                    <a:cubicBezTo>
                      <a:pt x="4721" y="5375"/>
                      <a:pt x="4731" y="5287"/>
                      <a:pt x="4739" y="5201"/>
                    </a:cubicBezTo>
                    <a:cubicBezTo>
                      <a:pt x="4583" y="4884"/>
                      <a:pt x="4415" y="4576"/>
                      <a:pt x="4234" y="4274"/>
                    </a:cubicBezTo>
                    <a:cubicBezTo>
                      <a:pt x="3659" y="3311"/>
                      <a:pt x="2962" y="2421"/>
                      <a:pt x="2163" y="1635"/>
                    </a:cubicBezTo>
                    <a:cubicBezTo>
                      <a:pt x="1530" y="1011"/>
                      <a:pt x="816" y="390"/>
                      <a:pt x="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8"/>
              <p:cNvSpPr/>
              <p:nvPr/>
            </p:nvSpPr>
            <p:spPr>
              <a:xfrm>
                <a:off x="336600" y="2862500"/>
                <a:ext cx="64750" cy="160575"/>
              </a:xfrm>
              <a:custGeom>
                <a:avLst/>
                <a:gdLst/>
                <a:ahLst/>
                <a:cxnLst/>
                <a:rect l="l" t="t" r="r" b="b"/>
                <a:pathLst>
                  <a:path w="2590" h="6423" extrusionOk="0">
                    <a:moveTo>
                      <a:pt x="0" y="1"/>
                    </a:moveTo>
                    <a:lnTo>
                      <a:pt x="10" y="202"/>
                    </a:lnTo>
                    <a:cubicBezTo>
                      <a:pt x="10" y="202"/>
                      <a:pt x="10" y="204"/>
                      <a:pt x="10" y="204"/>
                    </a:cubicBezTo>
                    <a:cubicBezTo>
                      <a:pt x="1568" y="1846"/>
                      <a:pt x="2483" y="4085"/>
                      <a:pt x="2442" y="6356"/>
                    </a:cubicBezTo>
                    <a:cubicBezTo>
                      <a:pt x="2441" y="6400"/>
                      <a:pt x="2475" y="6422"/>
                      <a:pt x="2509" y="6422"/>
                    </a:cubicBezTo>
                    <a:cubicBezTo>
                      <a:pt x="2543" y="6422"/>
                      <a:pt x="2578" y="6400"/>
                      <a:pt x="2578" y="6356"/>
                    </a:cubicBezTo>
                    <a:cubicBezTo>
                      <a:pt x="2590" y="5642"/>
                      <a:pt x="2513" y="4931"/>
                      <a:pt x="2348" y="4236"/>
                    </a:cubicBezTo>
                    <a:cubicBezTo>
                      <a:pt x="1970" y="2644"/>
                      <a:pt x="1146" y="1163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8"/>
              <p:cNvSpPr/>
              <p:nvPr/>
            </p:nvSpPr>
            <p:spPr>
              <a:xfrm>
                <a:off x="335300" y="2994000"/>
                <a:ext cx="112150" cy="45450"/>
              </a:xfrm>
              <a:custGeom>
                <a:avLst/>
                <a:gdLst/>
                <a:ahLst/>
                <a:cxnLst/>
                <a:rect l="l" t="t" r="r" b="b"/>
                <a:pathLst>
                  <a:path w="4486" h="1818" extrusionOk="0">
                    <a:moveTo>
                      <a:pt x="93" y="1"/>
                    </a:moveTo>
                    <a:lnTo>
                      <a:pt x="1" y="1685"/>
                    </a:lnTo>
                    <a:lnTo>
                      <a:pt x="4309" y="1817"/>
                    </a:lnTo>
                    <a:lnTo>
                      <a:pt x="4485" y="154"/>
                    </a:lnTo>
                    <a:lnTo>
                      <a:pt x="9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8"/>
              <p:cNvSpPr/>
              <p:nvPr/>
            </p:nvSpPr>
            <p:spPr>
              <a:xfrm>
                <a:off x="255650" y="1858525"/>
                <a:ext cx="25425" cy="226525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9061" extrusionOk="0">
                    <a:moveTo>
                      <a:pt x="907" y="0"/>
                    </a:moveTo>
                    <a:cubicBezTo>
                      <a:pt x="872" y="0"/>
                      <a:pt x="839" y="20"/>
                      <a:pt x="829" y="65"/>
                    </a:cubicBezTo>
                    <a:cubicBezTo>
                      <a:pt x="160" y="2984"/>
                      <a:pt x="0" y="6002"/>
                      <a:pt x="365" y="8975"/>
                    </a:cubicBezTo>
                    <a:cubicBezTo>
                      <a:pt x="372" y="9032"/>
                      <a:pt x="420" y="9061"/>
                      <a:pt x="465" y="9061"/>
                    </a:cubicBezTo>
                    <a:cubicBezTo>
                      <a:pt x="510" y="9061"/>
                      <a:pt x="551" y="9032"/>
                      <a:pt x="543" y="8975"/>
                    </a:cubicBezTo>
                    <a:cubicBezTo>
                      <a:pt x="183" y="6017"/>
                      <a:pt x="336" y="3017"/>
                      <a:pt x="1002" y="113"/>
                    </a:cubicBezTo>
                    <a:cubicBezTo>
                      <a:pt x="1017" y="45"/>
                      <a:pt x="960" y="0"/>
                      <a:pt x="9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8"/>
              <p:cNvSpPr/>
              <p:nvPr/>
            </p:nvSpPr>
            <p:spPr>
              <a:xfrm>
                <a:off x="264100" y="1870300"/>
                <a:ext cx="38025" cy="87850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3514" extrusionOk="0">
                    <a:moveTo>
                      <a:pt x="1411" y="1"/>
                    </a:moveTo>
                    <a:cubicBezTo>
                      <a:pt x="1376" y="1"/>
                      <a:pt x="1343" y="20"/>
                      <a:pt x="1335" y="66"/>
                    </a:cubicBezTo>
                    <a:cubicBezTo>
                      <a:pt x="1220" y="681"/>
                      <a:pt x="1105" y="1295"/>
                      <a:pt x="988" y="1911"/>
                    </a:cubicBezTo>
                    <a:cubicBezTo>
                      <a:pt x="900" y="2379"/>
                      <a:pt x="842" y="3335"/>
                      <a:pt x="204" y="3335"/>
                    </a:cubicBezTo>
                    <a:cubicBezTo>
                      <a:pt x="175" y="3335"/>
                      <a:pt x="145" y="3333"/>
                      <a:pt x="113" y="3329"/>
                    </a:cubicBezTo>
                    <a:cubicBezTo>
                      <a:pt x="109" y="3328"/>
                      <a:pt x="104" y="3328"/>
                      <a:pt x="100" y="3328"/>
                    </a:cubicBezTo>
                    <a:cubicBezTo>
                      <a:pt x="0" y="3328"/>
                      <a:pt x="6" y="3494"/>
                      <a:pt x="113" y="3507"/>
                    </a:cubicBezTo>
                    <a:cubicBezTo>
                      <a:pt x="149" y="3512"/>
                      <a:pt x="184" y="3514"/>
                      <a:pt x="217" y="3514"/>
                    </a:cubicBezTo>
                    <a:cubicBezTo>
                      <a:pt x="735" y="3514"/>
                      <a:pt x="967" y="2964"/>
                      <a:pt x="1057" y="2513"/>
                    </a:cubicBezTo>
                    <a:cubicBezTo>
                      <a:pt x="1218" y="1717"/>
                      <a:pt x="1358" y="913"/>
                      <a:pt x="1508" y="114"/>
                    </a:cubicBezTo>
                    <a:cubicBezTo>
                      <a:pt x="1520" y="45"/>
                      <a:pt x="1463" y="1"/>
                      <a:pt x="14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8"/>
              <p:cNvSpPr/>
              <p:nvPr/>
            </p:nvSpPr>
            <p:spPr>
              <a:xfrm>
                <a:off x="350150" y="1551875"/>
                <a:ext cx="1610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2448" extrusionOk="0">
                    <a:moveTo>
                      <a:pt x="493" y="1"/>
                    </a:moveTo>
                    <a:cubicBezTo>
                      <a:pt x="455" y="1"/>
                      <a:pt x="417" y="26"/>
                      <a:pt x="421" y="75"/>
                    </a:cubicBezTo>
                    <a:cubicBezTo>
                      <a:pt x="496" y="858"/>
                      <a:pt x="362" y="1629"/>
                      <a:pt x="28" y="2340"/>
                    </a:cubicBezTo>
                    <a:cubicBezTo>
                      <a:pt x="1" y="2398"/>
                      <a:pt x="51" y="2448"/>
                      <a:pt x="99" y="2448"/>
                    </a:cubicBezTo>
                    <a:cubicBezTo>
                      <a:pt x="122" y="2448"/>
                      <a:pt x="144" y="2437"/>
                      <a:pt x="157" y="2410"/>
                    </a:cubicBezTo>
                    <a:cubicBezTo>
                      <a:pt x="504" y="1675"/>
                      <a:pt x="644" y="875"/>
                      <a:pt x="569" y="67"/>
                    </a:cubicBezTo>
                    <a:cubicBezTo>
                      <a:pt x="564" y="22"/>
                      <a:pt x="529" y="1"/>
                      <a:pt x="493" y="1"/>
                    </a:cubicBezTo>
                    <a:close/>
                  </a:path>
                </a:pathLst>
              </a:custGeom>
              <a:solidFill>
                <a:srgbClr val="2011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8"/>
              <p:cNvSpPr/>
              <p:nvPr/>
            </p:nvSpPr>
            <p:spPr>
              <a:xfrm>
                <a:off x="178825" y="1407100"/>
                <a:ext cx="365250" cy="423950"/>
              </a:xfrm>
              <a:custGeom>
                <a:avLst/>
                <a:gdLst/>
                <a:ahLst/>
                <a:cxnLst/>
                <a:rect l="l" t="t" r="r" b="b"/>
                <a:pathLst>
                  <a:path w="14610" h="16958" extrusionOk="0">
                    <a:moveTo>
                      <a:pt x="9582" y="0"/>
                    </a:moveTo>
                    <a:lnTo>
                      <a:pt x="6985" y="38"/>
                    </a:lnTo>
                    <a:cubicBezTo>
                      <a:pt x="6985" y="38"/>
                      <a:pt x="6074" y="386"/>
                      <a:pt x="5024" y="769"/>
                    </a:cubicBezTo>
                    <a:cubicBezTo>
                      <a:pt x="4443" y="984"/>
                      <a:pt x="3820" y="1207"/>
                      <a:pt x="3286" y="1389"/>
                    </a:cubicBezTo>
                    <a:cubicBezTo>
                      <a:pt x="3286" y="1389"/>
                      <a:pt x="2820" y="2881"/>
                      <a:pt x="2920" y="5162"/>
                    </a:cubicBezTo>
                    <a:cubicBezTo>
                      <a:pt x="3020" y="7441"/>
                      <a:pt x="1817" y="12701"/>
                      <a:pt x="0" y="14026"/>
                    </a:cubicBezTo>
                    <a:cubicBezTo>
                      <a:pt x="0" y="14026"/>
                      <a:pt x="2725" y="16958"/>
                      <a:pt x="8102" y="16958"/>
                    </a:cubicBezTo>
                    <a:cubicBezTo>
                      <a:pt x="9214" y="16958"/>
                      <a:pt x="10440" y="16832"/>
                      <a:pt x="11778" y="16530"/>
                    </a:cubicBezTo>
                    <a:cubicBezTo>
                      <a:pt x="11778" y="16530"/>
                      <a:pt x="10618" y="14055"/>
                      <a:pt x="11539" y="10811"/>
                    </a:cubicBezTo>
                    <a:cubicBezTo>
                      <a:pt x="12459" y="7568"/>
                      <a:pt x="14610" y="4218"/>
                      <a:pt x="14426" y="3223"/>
                    </a:cubicBezTo>
                    <a:cubicBezTo>
                      <a:pt x="14278" y="2417"/>
                      <a:pt x="12352" y="1329"/>
                      <a:pt x="10975" y="646"/>
                    </a:cubicBezTo>
                    <a:cubicBezTo>
                      <a:pt x="10190" y="257"/>
                      <a:pt x="9582" y="0"/>
                      <a:pt x="95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8"/>
              <p:cNvSpPr/>
              <p:nvPr/>
            </p:nvSpPr>
            <p:spPr>
              <a:xfrm>
                <a:off x="257650" y="1423875"/>
                <a:ext cx="200875" cy="69575"/>
              </a:xfrm>
              <a:custGeom>
                <a:avLst/>
                <a:gdLst/>
                <a:ahLst/>
                <a:cxnLst/>
                <a:rect l="l" t="t" r="r" b="b"/>
                <a:pathLst>
                  <a:path w="8035" h="2783" extrusionOk="0">
                    <a:moveTo>
                      <a:pt x="7870" y="0"/>
                    </a:moveTo>
                    <a:cubicBezTo>
                      <a:pt x="7549" y="1362"/>
                      <a:pt x="6270" y="2335"/>
                      <a:pt x="4873" y="2550"/>
                    </a:cubicBezTo>
                    <a:cubicBezTo>
                      <a:pt x="4630" y="2587"/>
                      <a:pt x="4388" y="2605"/>
                      <a:pt x="4148" y="2605"/>
                    </a:cubicBezTo>
                    <a:cubicBezTo>
                      <a:pt x="2661" y="2605"/>
                      <a:pt x="1250" y="1925"/>
                      <a:pt x="41" y="1077"/>
                    </a:cubicBezTo>
                    <a:cubicBezTo>
                      <a:pt x="28" y="1134"/>
                      <a:pt x="14" y="1197"/>
                      <a:pt x="1" y="1266"/>
                    </a:cubicBezTo>
                    <a:cubicBezTo>
                      <a:pt x="1228" y="2119"/>
                      <a:pt x="2658" y="2783"/>
                      <a:pt x="4155" y="2783"/>
                    </a:cubicBezTo>
                    <a:cubicBezTo>
                      <a:pt x="4474" y="2783"/>
                      <a:pt x="4795" y="2752"/>
                      <a:pt x="5119" y="2688"/>
                    </a:cubicBezTo>
                    <a:cubicBezTo>
                      <a:pt x="6485" y="2415"/>
                      <a:pt x="7697" y="1416"/>
                      <a:pt x="8035" y="83"/>
                    </a:cubicBezTo>
                    <a:cubicBezTo>
                      <a:pt x="7979" y="54"/>
                      <a:pt x="7923" y="27"/>
                      <a:pt x="78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8"/>
              <p:cNvSpPr/>
              <p:nvPr/>
            </p:nvSpPr>
            <p:spPr>
              <a:xfrm>
                <a:off x="232050" y="1498975"/>
                <a:ext cx="90700" cy="161000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6440" extrusionOk="0">
                    <a:moveTo>
                      <a:pt x="1629" y="1"/>
                    </a:moveTo>
                    <a:cubicBezTo>
                      <a:pt x="1553" y="1"/>
                      <a:pt x="1503" y="118"/>
                      <a:pt x="1583" y="171"/>
                    </a:cubicBezTo>
                    <a:cubicBezTo>
                      <a:pt x="2811" y="950"/>
                      <a:pt x="3430" y="2557"/>
                      <a:pt x="2999" y="3956"/>
                    </a:cubicBezTo>
                    <a:cubicBezTo>
                      <a:pt x="2600" y="5239"/>
                      <a:pt x="1370" y="6148"/>
                      <a:pt x="54" y="6256"/>
                    </a:cubicBezTo>
                    <a:cubicBezTo>
                      <a:pt x="37" y="6317"/>
                      <a:pt x="18" y="6380"/>
                      <a:pt x="1" y="6440"/>
                    </a:cubicBezTo>
                    <a:cubicBezTo>
                      <a:pt x="1416" y="6354"/>
                      <a:pt x="2746" y="5377"/>
                      <a:pt x="3171" y="4004"/>
                    </a:cubicBezTo>
                    <a:cubicBezTo>
                      <a:pt x="3628" y="2527"/>
                      <a:pt x="2968" y="837"/>
                      <a:pt x="1675" y="16"/>
                    </a:cubicBezTo>
                    <a:cubicBezTo>
                      <a:pt x="1659" y="5"/>
                      <a:pt x="164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8"/>
              <p:cNvSpPr/>
              <p:nvPr/>
            </p:nvSpPr>
            <p:spPr>
              <a:xfrm>
                <a:off x="192100" y="1520950"/>
                <a:ext cx="300175" cy="24045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9618" extrusionOk="0">
                    <a:moveTo>
                      <a:pt x="10089" y="1"/>
                    </a:moveTo>
                    <a:cubicBezTo>
                      <a:pt x="9986" y="1"/>
                      <a:pt x="9883" y="9"/>
                      <a:pt x="9782" y="25"/>
                    </a:cubicBezTo>
                    <a:cubicBezTo>
                      <a:pt x="8706" y="194"/>
                      <a:pt x="7894" y="1059"/>
                      <a:pt x="7330" y="1934"/>
                    </a:cubicBezTo>
                    <a:cubicBezTo>
                      <a:pt x="6613" y="3046"/>
                      <a:pt x="6189" y="4310"/>
                      <a:pt x="5658" y="5517"/>
                    </a:cubicBezTo>
                    <a:cubicBezTo>
                      <a:pt x="5165" y="6635"/>
                      <a:pt x="4558" y="7765"/>
                      <a:pt x="3595" y="8548"/>
                    </a:cubicBezTo>
                    <a:cubicBezTo>
                      <a:pt x="2930" y="9088"/>
                      <a:pt x="2083" y="9438"/>
                      <a:pt x="1233" y="9438"/>
                    </a:cubicBezTo>
                    <a:cubicBezTo>
                      <a:pt x="865" y="9438"/>
                      <a:pt x="497" y="9372"/>
                      <a:pt x="143" y="9229"/>
                    </a:cubicBezTo>
                    <a:cubicBezTo>
                      <a:pt x="131" y="9224"/>
                      <a:pt x="119" y="9221"/>
                      <a:pt x="109" y="9221"/>
                    </a:cubicBezTo>
                    <a:cubicBezTo>
                      <a:pt x="27" y="9221"/>
                      <a:pt x="1" y="9362"/>
                      <a:pt x="95" y="9401"/>
                    </a:cubicBezTo>
                    <a:cubicBezTo>
                      <a:pt x="462" y="9550"/>
                      <a:pt x="846" y="9618"/>
                      <a:pt x="1230" y="9618"/>
                    </a:cubicBezTo>
                    <a:cubicBezTo>
                      <a:pt x="1999" y="9618"/>
                      <a:pt x="2769" y="9346"/>
                      <a:pt x="3409" y="8910"/>
                    </a:cubicBezTo>
                    <a:cubicBezTo>
                      <a:pt x="5391" y="7560"/>
                      <a:pt x="5940" y="5020"/>
                      <a:pt x="6941" y="2994"/>
                    </a:cubicBezTo>
                    <a:cubicBezTo>
                      <a:pt x="7459" y="1947"/>
                      <a:pt x="8176" y="790"/>
                      <a:pt x="9312" y="339"/>
                    </a:cubicBezTo>
                    <a:cubicBezTo>
                      <a:pt x="9551" y="244"/>
                      <a:pt x="9815" y="197"/>
                      <a:pt x="10080" y="197"/>
                    </a:cubicBezTo>
                    <a:cubicBezTo>
                      <a:pt x="10888" y="197"/>
                      <a:pt x="11702" y="640"/>
                      <a:pt x="11825" y="1517"/>
                    </a:cubicBezTo>
                    <a:lnTo>
                      <a:pt x="11823" y="1515"/>
                    </a:lnTo>
                    <a:lnTo>
                      <a:pt x="11823" y="1515"/>
                    </a:lnTo>
                    <a:cubicBezTo>
                      <a:pt x="11830" y="1561"/>
                      <a:pt x="11861" y="1581"/>
                      <a:pt x="11896" y="1581"/>
                    </a:cubicBezTo>
                    <a:cubicBezTo>
                      <a:pt x="11948" y="1581"/>
                      <a:pt x="12007" y="1536"/>
                      <a:pt x="11997" y="1467"/>
                    </a:cubicBezTo>
                    <a:cubicBezTo>
                      <a:pt x="11869" y="560"/>
                      <a:pt x="10961" y="1"/>
                      <a:pt x="100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321000" y="1657425"/>
                <a:ext cx="125775" cy="173625"/>
              </a:xfrm>
              <a:custGeom>
                <a:avLst/>
                <a:gdLst/>
                <a:ahLst/>
                <a:cxnLst/>
                <a:rect l="l" t="t" r="r" b="b"/>
                <a:pathLst>
                  <a:path w="5031" h="6945" extrusionOk="0">
                    <a:moveTo>
                      <a:pt x="3828" y="1"/>
                    </a:moveTo>
                    <a:cubicBezTo>
                      <a:pt x="3343" y="1"/>
                      <a:pt x="2858" y="96"/>
                      <a:pt x="2405" y="282"/>
                    </a:cubicBezTo>
                    <a:cubicBezTo>
                      <a:pt x="947" y="883"/>
                      <a:pt x="47" y="2425"/>
                      <a:pt x="204" y="3992"/>
                    </a:cubicBezTo>
                    <a:cubicBezTo>
                      <a:pt x="337" y="5300"/>
                      <a:pt x="1223" y="6432"/>
                      <a:pt x="2410" y="6944"/>
                    </a:cubicBezTo>
                    <a:cubicBezTo>
                      <a:pt x="2577" y="6944"/>
                      <a:pt x="2746" y="6942"/>
                      <a:pt x="2919" y="6937"/>
                    </a:cubicBezTo>
                    <a:cubicBezTo>
                      <a:pt x="1114" y="6430"/>
                      <a:pt x="1" y="4550"/>
                      <a:pt x="490" y="2728"/>
                    </a:cubicBezTo>
                    <a:cubicBezTo>
                      <a:pt x="904" y="1182"/>
                      <a:pt x="2322" y="183"/>
                      <a:pt x="3841" y="183"/>
                    </a:cubicBezTo>
                    <a:cubicBezTo>
                      <a:pt x="4186" y="183"/>
                      <a:pt x="4537" y="235"/>
                      <a:pt x="4883" y="344"/>
                    </a:cubicBezTo>
                    <a:cubicBezTo>
                      <a:pt x="4893" y="347"/>
                      <a:pt x="4902" y="348"/>
                      <a:pt x="4911" y="348"/>
                    </a:cubicBezTo>
                    <a:cubicBezTo>
                      <a:pt x="5001" y="348"/>
                      <a:pt x="5030" y="202"/>
                      <a:pt x="4931" y="169"/>
                    </a:cubicBezTo>
                    <a:cubicBezTo>
                      <a:pt x="4572" y="57"/>
                      <a:pt x="4200" y="1"/>
                      <a:pt x="382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8"/>
              <p:cNvSpPr/>
              <p:nvPr/>
            </p:nvSpPr>
            <p:spPr>
              <a:xfrm>
                <a:off x="221725" y="1767650"/>
                <a:ext cx="118725" cy="61050"/>
              </a:xfrm>
              <a:custGeom>
                <a:avLst/>
                <a:gdLst/>
                <a:ahLst/>
                <a:cxnLst/>
                <a:rect l="l" t="t" r="r" b="b"/>
                <a:pathLst>
                  <a:path w="4749" h="2442" extrusionOk="0">
                    <a:moveTo>
                      <a:pt x="1522" y="0"/>
                    </a:moveTo>
                    <a:cubicBezTo>
                      <a:pt x="967" y="0"/>
                      <a:pt x="436" y="208"/>
                      <a:pt x="49" y="726"/>
                    </a:cubicBezTo>
                    <a:cubicBezTo>
                      <a:pt x="0" y="791"/>
                      <a:pt x="63" y="855"/>
                      <a:pt x="129" y="855"/>
                    </a:cubicBezTo>
                    <a:cubicBezTo>
                      <a:pt x="156" y="855"/>
                      <a:pt x="184" y="844"/>
                      <a:pt x="204" y="817"/>
                    </a:cubicBezTo>
                    <a:cubicBezTo>
                      <a:pt x="549" y="354"/>
                      <a:pt x="1019" y="173"/>
                      <a:pt x="1513" y="173"/>
                    </a:cubicBezTo>
                    <a:cubicBezTo>
                      <a:pt x="2183" y="173"/>
                      <a:pt x="2897" y="507"/>
                      <a:pt x="3400" y="928"/>
                    </a:cubicBezTo>
                    <a:cubicBezTo>
                      <a:pt x="3815" y="1275"/>
                      <a:pt x="4160" y="1701"/>
                      <a:pt x="4419" y="2175"/>
                    </a:cubicBezTo>
                    <a:cubicBezTo>
                      <a:pt x="4457" y="2246"/>
                      <a:pt x="4501" y="2328"/>
                      <a:pt x="4545" y="2416"/>
                    </a:cubicBezTo>
                    <a:cubicBezTo>
                      <a:pt x="4613" y="2426"/>
                      <a:pt x="4680" y="2434"/>
                      <a:pt x="4749" y="2441"/>
                    </a:cubicBezTo>
                    <a:cubicBezTo>
                      <a:pt x="4739" y="2420"/>
                      <a:pt x="4730" y="2399"/>
                      <a:pt x="4720" y="2378"/>
                    </a:cubicBezTo>
                    <a:cubicBezTo>
                      <a:pt x="4434" y="1745"/>
                      <a:pt x="3997" y="1177"/>
                      <a:pt x="3454" y="742"/>
                    </a:cubicBezTo>
                    <a:cubicBezTo>
                      <a:pt x="2919" y="312"/>
                      <a:pt x="2202" y="0"/>
                      <a:pt x="15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8"/>
              <p:cNvSpPr/>
              <p:nvPr/>
            </p:nvSpPr>
            <p:spPr>
              <a:xfrm>
                <a:off x="435300" y="1568350"/>
                <a:ext cx="50225" cy="168950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6758" extrusionOk="0">
                    <a:moveTo>
                      <a:pt x="1913" y="1"/>
                    </a:moveTo>
                    <a:cubicBezTo>
                      <a:pt x="1894" y="1"/>
                      <a:pt x="1875" y="9"/>
                      <a:pt x="1861" y="30"/>
                    </a:cubicBezTo>
                    <a:cubicBezTo>
                      <a:pt x="1199" y="1025"/>
                      <a:pt x="802" y="2203"/>
                      <a:pt x="505" y="3352"/>
                    </a:cubicBezTo>
                    <a:cubicBezTo>
                      <a:pt x="228" y="4426"/>
                      <a:pt x="0" y="5574"/>
                      <a:pt x="62" y="6690"/>
                    </a:cubicBezTo>
                    <a:cubicBezTo>
                      <a:pt x="64" y="6735"/>
                      <a:pt x="102" y="6758"/>
                      <a:pt x="136" y="6758"/>
                    </a:cubicBezTo>
                    <a:cubicBezTo>
                      <a:pt x="169" y="6758"/>
                      <a:pt x="199" y="6737"/>
                      <a:pt x="196" y="6696"/>
                    </a:cubicBezTo>
                    <a:cubicBezTo>
                      <a:pt x="134" y="5591"/>
                      <a:pt x="359" y="4457"/>
                      <a:pt x="633" y="3393"/>
                    </a:cubicBezTo>
                    <a:cubicBezTo>
                      <a:pt x="927" y="2255"/>
                      <a:pt x="1318" y="1089"/>
                      <a:pt x="1974" y="103"/>
                    </a:cubicBezTo>
                    <a:cubicBezTo>
                      <a:pt x="2008" y="52"/>
                      <a:pt x="1961" y="1"/>
                      <a:pt x="1913" y="1"/>
                    </a:cubicBezTo>
                    <a:close/>
                  </a:path>
                </a:pathLst>
              </a:custGeom>
              <a:solidFill>
                <a:srgbClr val="B86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8"/>
              <p:cNvSpPr/>
              <p:nvPr/>
            </p:nvSpPr>
            <p:spPr>
              <a:xfrm>
                <a:off x="191575" y="1498025"/>
                <a:ext cx="66450" cy="146725"/>
              </a:xfrm>
              <a:custGeom>
                <a:avLst/>
                <a:gdLst/>
                <a:ahLst/>
                <a:cxnLst/>
                <a:rect l="l" t="t" r="r" b="b"/>
                <a:pathLst>
                  <a:path w="2658" h="5869" extrusionOk="0">
                    <a:moveTo>
                      <a:pt x="2414" y="0"/>
                    </a:moveTo>
                    <a:lnTo>
                      <a:pt x="2414" y="0"/>
                    </a:lnTo>
                    <a:cubicBezTo>
                      <a:pt x="2414" y="0"/>
                      <a:pt x="2414" y="15"/>
                      <a:pt x="2416" y="44"/>
                    </a:cubicBezTo>
                    <a:lnTo>
                      <a:pt x="2416" y="44"/>
                    </a:lnTo>
                    <a:cubicBezTo>
                      <a:pt x="2415" y="15"/>
                      <a:pt x="2414" y="0"/>
                      <a:pt x="2414" y="0"/>
                    </a:cubicBezTo>
                    <a:close/>
                    <a:moveTo>
                      <a:pt x="2416" y="44"/>
                    </a:moveTo>
                    <a:cubicBezTo>
                      <a:pt x="2418" y="243"/>
                      <a:pt x="2365" y="1091"/>
                      <a:pt x="1374" y="2148"/>
                    </a:cubicBezTo>
                    <a:cubicBezTo>
                      <a:pt x="1" y="3612"/>
                      <a:pt x="1888" y="5346"/>
                      <a:pt x="2291" y="5841"/>
                    </a:cubicBezTo>
                    <a:cubicBezTo>
                      <a:pt x="2306" y="5860"/>
                      <a:pt x="2320" y="5869"/>
                      <a:pt x="2334" y="5869"/>
                    </a:cubicBezTo>
                    <a:cubicBezTo>
                      <a:pt x="2658" y="5869"/>
                      <a:pt x="2439" y="584"/>
                      <a:pt x="2416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8"/>
              <p:cNvSpPr/>
              <p:nvPr/>
            </p:nvSpPr>
            <p:spPr>
              <a:xfrm>
                <a:off x="353100" y="1414050"/>
                <a:ext cx="207525" cy="450700"/>
              </a:xfrm>
              <a:custGeom>
                <a:avLst/>
                <a:gdLst/>
                <a:ahLst/>
                <a:cxnLst/>
                <a:rect l="l" t="t" r="r" b="b"/>
                <a:pathLst>
                  <a:path w="8301" h="18028" extrusionOk="0">
                    <a:moveTo>
                      <a:pt x="3236" y="0"/>
                    </a:moveTo>
                    <a:lnTo>
                      <a:pt x="3236" y="0"/>
                    </a:lnTo>
                    <a:cubicBezTo>
                      <a:pt x="4063" y="1036"/>
                      <a:pt x="3591" y="4128"/>
                      <a:pt x="2112" y="5575"/>
                    </a:cubicBezTo>
                    <a:cubicBezTo>
                      <a:pt x="633" y="7021"/>
                      <a:pt x="1953" y="9618"/>
                      <a:pt x="1182" y="11583"/>
                    </a:cubicBezTo>
                    <a:cubicBezTo>
                      <a:pt x="411" y="13545"/>
                      <a:pt x="0" y="17727"/>
                      <a:pt x="934" y="17811"/>
                    </a:cubicBezTo>
                    <a:cubicBezTo>
                      <a:pt x="1658" y="17875"/>
                      <a:pt x="2878" y="18027"/>
                      <a:pt x="4157" y="18027"/>
                    </a:cubicBezTo>
                    <a:cubicBezTo>
                      <a:pt x="4525" y="18027"/>
                      <a:pt x="4898" y="18015"/>
                      <a:pt x="5266" y="17984"/>
                    </a:cubicBezTo>
                    <a:cubicBezTo>
                      <a:pt x="6119" y="17911"/>
                      <a:pt x="6382" y="17508"/>
                      <a:pt x="6332" y="16821"/>
                    </a:cubicBezTo>
                    <a:cubicBezTo>
                      <a:pt x="6286" y="16182"/>
                      <a:pt x="5972" y="15298"/>
                      <a:pt x="5613" y="14203"/>
                    </a:cubicBezTo>
                    <a:cubicBezTo>
                      <a:pt x="4867" y="11930"/>
                      <a:pt x="5866" y="7811"/>
                      <a:pt x="7084" y="6622"/>
                    </a:cubicBezTo>
                    <a:cubicBezTo>
                      <a:pt x="8301" y="5435"/>
                      <a:pt x="8230" y="3016"/>
                      <a:pt x="7508" y="2030"/>
                    </a:cubicBezTo>
                    <a:cubicBezTo>
                      <a:pt x="7023" y="1362"/>
                      <a:pt x="5241" y="672"/>
                      <a:pt x="4138" y="292"/>
                    </a:cubicBezTo>
                    <a:cubicBezTo>
                      <a:pt x="3609" y="111"/>
                      <a:pt x="3236" y="0"/>
                      <a:pt x="32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8"/>
              <p:cNvSpPr/>
              <p:nvPr/>
            </p:nvSpPr>
            <p:spPr>
              <a:xfrm>
                <a:off x="390500" y="1641475"/>
                <a:ext cx="590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2362" h="620" extrusionOk="0">
                    <a:moveTo>
                      <a:pt x="129" y="1"/>
                    </a:moveTo>
                    <a:cubicBezTo>
                      <a:pt x="51" y="1"/>
                      <a:pt x="1" y="119"/>
                      <a:pt x="83" y="170"/>
                    </a:cubicBezTo>
                    <a:cubicBezTo>
                      <a:pt x="574" y="468"/>
                      <a:pt x="1121" y="620"/>
                      <a:pt x="1682" y="620"/>
                    </a:cubicBezTo>
                    <a:cubicBezTo>
                      <a:pt x="1872" y="620"/>
                      <a:pt x="2063" y="602"/>
                      <a:pt x="2254" y="567"/>
                    </a:cubicBezTo>
                    <a:cubicBezTo>
                      <a:pt x="2362" y="547"/>
                      <a:pt x="2324" y="391"/>
                      <a:pt x="2224" y="391"/>
                    </a:cubicBezTo>
                    <a:cubicBezTo>
                      <a:pt x="2218" y="391"/>
                      <a:pt x="2212" y="392"/>
                      <a:pt x="2206" y="393"/>
                    </a:cubicBezTo>
                    <a:cubicBezTo>
                      <a:pt x="2030" y="425"/>
                      <a:pt x="1853" y="441"/>
                      <a:pt x="1678" y="441"/>
                    </a:cubicBezTo>
                    <a:cubicBezTo>
                      <a:pt x="1151" y="441"/>
                      <a:pt x="635" y="296"/>
                      <a:pt x="173" y="15"/>
                    </a:cubicBezTo>
                    <a:lnTo>
                      <a:pt x="175" y="15"/>
                    </a:lnTo>
                    <a:cubicBezTo>
                      <a:pt x="159" y="5"/>
                      <a:pt x="143" y="1"/>
                      <a:pt x="129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8"/>
              <p:cNvSpPr/>
              <p:nvPr/>
            </p:nvSpPr>
            <p:spPr>
              <a:xfrm>
                <a:off x="353100" y="1414050"/>
                <a:ext cx="159575" cy="450700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18028" extrusionOk="0">
                    <a:moveTo>
                      <a:pt x="3236" y="0"/>
                    </a:moveTo>
                    <a:lnTo>
                      <a:pt x="3236" y="0"/>
                    </a:lnTo>
                    <a:cubicBezTo>
                      <a:pt x="4063" y="1036"/>
                      <a:pt x="3591" y="4128"/>
                      <a:pt x="2112" y="5575"/>
                    </a:cubicBezTo>
                    <a:cubicBezTo>
                      <a:pt x="633" y="7021"/>
                      <a:pt x="1953" y="9618"/>
                      <a:pt x="1182" y="11583"/>
                    </a:cubicBezTo>
                    <a:cubicBezTo>
                      <a:pt x="411" y="13545"/>
                      <a:pt x="0" y="17727"/>
                      <a:pt x="934" y="17811"/>
                    </a:cubicBezTo>
                    <a:cubicBezTo>
                      <a:pt x="1658" y="17875"/>
                      <a:pt x="2878" y="18027"/>
                      <a:pt x="4157" y="18027"/>
                    </a:cubicBezTo>
                    <a:cubicBezTo>
                      <a:pt x="4525" y="18027"/>
                      <a:pt x="4898" y="18015"/>
                      <a:pt x="5266" y="17984"/>
                    </a:cubicBezTo>
                    <a:cubicBezTo>
                      <a:pt x="6119" y="17911"/>
                      <a:pt x="6382" y="17508"/>
                      <a:pt x="6332" y="16821"/>
                    </a:cubicBezTo>
                    <a:lnTo>
                      <a:pt x="6332" y="16821"/>
                    </a:lnTo>
                    <a:cubicBezTo>
                      <a:pt x="5731" y="17304"/>
                      <a:pt x="4536" y="17427"/>
                      <a:pt x="3476" y="17427"/>
                    </a:cubicBezTo>
                    <a:cubicBezTo>
                      <a:pt x="2377" y="17427"/>
                      <a:pt x="1422" y="17295"/>
                      <a:pt x="1422" y="17295"/>
                    </a:cubicBezTo>
                    <a:cubicBezTo>
                      <a:pt x="802" y="16672"/>
                      <a:pt x="1193" y="14017"/>
                      <a:pt x="1832" y="12593"/>
                    </a:cubicBezTo>
                    <a:cubicBezTo>
                      <a:pt x="2471" y="11172"/>
                      <a:pt x="2041" y="8454"/>
                      <a:pt x="2239" y="7050"/>
                    </a:cubicBezTo>
                    <a:cubicBezTo>
                      <a:pt x="2438" y="5648"/>
                      <a:pt x="3683" y="4926"/>
                      <a:pt x="4182" y="2858"/>
                    </a:cubicBezTo>
                    <a:cubicBezTo>
                      <a:pt x="4464" y="1688"/>
                      <a:pt x="4318" y="823"/>
                      <a:pt x="4138" y="292"/>
                    </a:cubicBezTo>
                    <a:cubicBezTo>
                      <a:pt x="3609" y="111"/>
                      <a:pt x="3236" y="0"/>
                      <a:pt x="3236" y="0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8"/>
              <p:cNvSpPr/>
              <p:nvPr/>
            </p:nvSpPr>
            <p:spPr>
              <a:xfrm>
                <a:off x="150275" y="1412075"/>
                <a:ext cx="188800" cy="411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16446" extrusionOk="0">
                    <a:moveTo>
                      <a:pt x="7551" y="1"/>
                    </a:moveTo>
                    <a:cubicBezTo>
                      <a:pt x="7551" y="1"/>
                      <a:pt x="6924" y="194"/>
                      <a:pt x="6189" y="390"/>
                    </a:cubicBezTo>
                    <a:cubicBezTo>
                      <a:pt x="5635" y="540"/>
                      <a:pt x="5017" y="689"/>
                      <a:pt x="4559" y="762"/>
                    </a:cubicBezTo>
                    <a:cubicBezTo>
                      <a:pt x="3494" y="931"/>
                      <a:pt x="3640" y="1911"/>
                      <a:pt x="3511" y="3187"/>
                    </a:cubicBezTo>
                    <a:cubicBezTo>
                      <a:pt x="3381" y="4462"/>
                      <a:pt x="1449" y="5435"/>
                      <a:pt x="1785" y="6789"/>
                    </a:cubicBezTo>
                    <a:cubicBezTo>
                      <a:pt x="2123" y="8143"/>
                      <a:pt x="2992" y="8268"/>
                      <a:pt x="2781" y="9258"/>
                    </a:cubicBezTo>
                    <a:cubicBezTo>
                      <a:pt x="2625" y="9979"/>
                      <a:pt x="1183" y="11591"/>
                      <a:pt x="450" y="12791"/>
                    </a:cubicBezTo>
                    <a:cubicBezTo>
                      <a:pt x="176" y="13240"/>
                      <a:pt x="1" y="13633"/>
                      <a:pt x="28" y="13900"/>
                    </a:cubicBezTo>
                    <a:cubicBezTo>
                      <a:pt x="128" y="14886"/>
                      <a:pt x="3302" y="16250"/>
                      <a:pt x="4187" y="16446"/>
                    </a:cubicBezTo>
                    <a:cubicBezTo>
                      <a:pt x="4187" y="16446"/>
                      <a:pt x="4369" y="11428"/>
                      <a:pt x="4802" y="9847"/>
                    </a:cubicBezTo>
                    <a:cubicBezTo>
                      <a:pt x="5339" y="7881"/>
                      <a:pt x="5092" y="7037"/>
                      <a:pt x="5790" y="5560"/>
                    </a:cubicBezTo>
                    <a:cubicBezTo>
                      <a:pt x="6488" y="4084"/>
                      <a:pt x="5059" y="1957"/>
                      <a:pt x="75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8"/>
              <p:cNvSpPr/>
              <p:nvPr/>
            </p:nvSpPr>
            <p:spPr>
              <a:xfrm>
                <a:off x="206475" y="1464025"/>
                <a:ext cx="43725" cy="71350"/>
              </a:xfrm>
              <a:custGeom>
                <a:avLst/>
                <a:gdLst/>
                <a:ahLst/>
                <a:cxnLst/>
                <a:rect l="l" t="t" r="r" b="b"/>
                <a:pathLst>
                  <a:path w="1749" h="2854" extrusionOk="0">
                    <a:moveTo>
                      <a:pt x="1662" y="1"/>
                    </a:moveTo>
                    <a:cubicBezTo>
                      <a:pt x="1617" y="1"/>
                      <a:pt x="1568" y="29"/>
                      <a:pt x="1563" y="86"/>
                    </a:cubicBezTo>
                    <a:cubicBezTo>
                      <a:pt x="1459" y="1122"/>
                      <a:pt x="916" y="2068"/>
                      <a:pt x="78" y="2682"/>
                    </a:cubicBezTo>
                    <a:cubicBezTo>
                      <a:pt x="0" y="2737"/>
                      <a:pt x="49" y="2854"/>
                      <a:pt x="121" y="2854"/>
                    </a:cubicBezTo>
                    <a:cubicBezTo>
                      <a:pt x="136" y="2854"/>
                      <a:pt x="152" y="2849"/>
                      <a:pt x="168" y="2837"/>
                    </a:cubicBezTo>
                    <a:cubicBezTo>
                      <a:pt x="1062" y="2181"/>
                      <a:pt x="1630" y="1189"/>
                      <a:pt x="1743" y="86"/>
                    </a:cubicBezTo>
                    <a:cubicBezTo>
                      <a:pt x="1749" y="29"/>
                      <a:pt x="1707" y="1"/>
                      <a:pt x="1662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8"/>
              <p:cNvSpPr/>
              <p:nvPr/>
            </p:nvSpPr>
            <p:spPr>
              <a:xfrm>
                <a:off x="213225" y="1616550"/>
                <a:ext cx="49550" cy="14125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565" extrusionOk="0">
                    <a:moveTo>
                      <a:pt x="127" y="0"/>
                    </a:moveTo>
                    <a:cubicBezTo>
                      <a:pt x="50" y="0"/>
                      <a:pt x="0" y="118"/>
                      <a:pt x="82" y="170"/>
                    </a:cubicBezTo>
                    <a:cubicBezTo>
                      <a:pt x="509" y="433"/>
                      <a:pt x="979" y="564"/>
                      <a:pt x="1467" y="564"/>
                    </a:cubicBezTo>
                    <a:cubicBezTo>
                      <a:pt x="1601" y="564"/>
                      <a:pt x="1737" y="554"/>
                      <a:pt x="1874" y="534"/>
                    </a:cubicBezTo>
                    <a:cubicBezTo>
                      <a:pt x="1982" y="518"/>
                      <a:pt x="1943" y="360"/>
                      <a:pt x="1842" y="360"/>
                    </a:cubicBezTo>
                    <a:cubicBezTo>
                      <a:pt x="1836" y="360"/>
                      <a:pt x="1831" y="361"/>
                      <a:pt x="1826" y="362"/>
                    </a:cubicBezTo>
                    <a:cubicBezTo>
                      <a:pt x="1705" y="379"/>
                      <a:pt x="1586" y="388"/>
                      <a:pt x="1467" y="388"/>
                    </a:cubicBezTo>
                    <a:cubicBezTo>
                      <a:pt x="1010" y="388"/>
                      <a:pt x="570" y="260"/>
                      <a:pt x="172" y="14"/>
                    </a:cubicBezTo>
                    <a:cubicBezTo>
                      <a:pt x="157" y="5"/>
                      <a:pt x="141" y="0"/>
                      <a:pt x="127" y="0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8"/>
              <p:cNvSpPr/>
              <p:nvPr/>
            </p:nvSpPr>
            <p:spPr>
              <a:xfrm>
                <a:off x="150275" y="1412075"/>
                <a:ext cx="188800" cy="411150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16446" extrusionOk="0">
                    <a:moveTo>
                      <a:pt x="7551" y="1"/>
                    </a:moveTo>
                    <a:cubicBezTo>
                      <a:pt x="7551" y="1"/>
                      <a:pt x="6924" y="194"/>
                      <a:pt x="6189" y="390"/>
                    </a:cubicBezTo>
                    <a:cubicBezTo>
                      <a:pt x="5708" y="1042"/>
                      <a:pt x="5100" y="2114"/>
                      <a:pt x="5244" y="3227"/>
                    </a:cubicBezTo>
                    <a:cubicBezTo>
                      <a:pt x="5476" y="5019"/>
                      <a:pt x="4369" y="6256"/>
                      <a:pt x="4344" y="7591"/>
                    </a:cubicBezTo>
                    <a:cubicBezTo>
                      <a:pt x="4319" y="8926"/>
                      <a:pt x="3128" y="14169"/>
                      <a:pt x="3373" y="15220"/>
                    </a:cubicBezTo>
                    <a:cubicBezTo>
                      <a:pt x="3373" y="15220"/>
                      <a:pt x="1273" y="14236"/>
                      <a:pt x="450" y="12791"/>
                    </a:cubicBezTo>
                    <a:cubicBezTo>
                      <a:pt x="176" y="13240"/>
                      <a:pt x="1" y="13633"/>
                      <a:pt x="28" y="13900"/>
                    </a:cubicBezTo>
                    <a:cubicBezTo>
                      <a:pt x="128" y="14886"/>
                      <a:pt x="3302" y="16250"/>
                      <a:pt x="4187" y="16446"/>
                    </a:cubicBezTo>
                    <a:cubicBezTo>
                      <a:pt x="4187" y="16446"/>
                      <a:pt x="4369" y="11428"/>
                      <a:pt x="4802" y="9847"/>
                    </a:cubicBezTo>
                    <a:cubicBezTo>
                      <a:pt x="5339" y="7881"/>
                      <a:pt x="5092" y="7037"/>
                      <a:pt x="5790" y="5560"/>
                    </a:cubicBezTo>
                    <a:cubicBezTo>
                      <a:pt x="6488" y="4084"/>
                      <a:pt x="5059" y="1959"/>
                      <a:pt x="7551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8"/>
              <p:cNvSpPr/>
              <p:nvPr/>
            </p:nvSpPr>
            <p:spPr>
              <a:xfrm>
                <a:off x="458700" y="1456625"/>
                <a:ext cx="256400" cy="485000"/>
              </a:xfrm>
              <a:custGeom>
                <a:avLst/>
                <a:gdLst/>
                <a:ahLst/>
                <a:cxnLst/>
                <a:rect l="l" t="t" r="r" b="b"/>
                <a:pathLst>
                  <a:path w="10256" h="19400" extrusionOk="0">
                    <a:moveTo>
                      <a:pt x="2952" y="1"/>
                    </a:moveTo>
                    <a:cubicBezTo>
                      <a:pt x="2952" y="1"/>
                      <a:pt x="1092" y="3643"/>
                      <a:pt x="885" y="6258"/>
                    </a:cubicBezTo>
                    <a:cubicBezTo>
                      <a:pt x="787" y="7486"/>
                      <a:pt x="4251" y="10282"/>
                      <a:pt x="4217" y="10697"/>
                    </a:cubicBezTo>
                    <a:cubicBezTo>
                      <a:pt x="4174" y="11226"/>
                      <a:pt x="2364" y="13029"/>
                      <a:pt x="1182" y="14332"/>
                    </a:cubicBezTo>
                    <a:cubicBezTo>
                      <a:pt x="0" y="15634"/>
                      <a:pt x="783" y="16018"/>
                      <a:pt x="1333" y="17773"/>
                    </a:cubicBezTo>
                    <a:cubicBezTo>
                      <a:pt x="1658" y="18807"/>
                      <a:pt x="2193" y="19400"/>
                      <a:pt x="2880" y="19400"/>
                    </a:cubicBezTo>
                    <a:cubicBezTo>
                      <a:pt x="3359" y="19400"/>
                      <a:pt x="3912" y="19112"/>
                      <a:pt x="4518" y="18485"/>
                    </a:cubicBezTo>
                    <a:cubicBezTo>
                      <a:pt x="5676" y="17284"/>
                      <a:pt x="6729" y="15899"/>
                      <a:pt x="8582" y="13662"/>
                    </a:cubicBezTo>
                    <a:cubicBezTo>
                      <a:pt x="8889" y="13290"/>
                      <a:pt x="9150" y="12970"/>
                      <a:pt x="9361" y="12674"/>
                    </a:cubicBezTo>
                    <a:cubicBezTo>
                      <a:pt x="10200" y="11497"/>
                      <a:pt x="10255" y="10727"/>
                      <a:pt x="9402" y="8823"/>
                    </a:cubicBezTo>
                    <a:cubicBezTo>
                      <a:pt x="9179" y="8324"/>
                      <a:pt x="8893" y="7746"/>
                      <a:pt x="8542" y="7064"/>
                    </a:cubicBezTo>
                    <a:cubicBezTo>
                      <a:pt x="6430" y="2949"/>
                      <a:pt x="2952" y="1"/>
                      <a:pt x="295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8"/>
              <p:cNvSpPr/>
              <p:nvPr/>
            </p:nvSpPr>
            <p:spPr>
              <a:xfrm>
                <a:off x="663275" y="1677175"/>
                <a:ext cx="51825" cy="96325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853" extrusionOk="0">
                    <a:moveTo>
                      <a:pt x="1219" y="1"/>
                    </a:moveTo>
                    <a:lnTo>
                      <a:pt x="1219" y="1"/>
                    </a:lnTo>
                    <a:cubicBezTo>
                      <a:pt x="492" y="432"/>
                      <a:pt x="0" y="2682"/>
                      <a:pt x="1178" y="3852"/>
                    </a:cubicBezTo>
                    <a:cubicBezTo>
                      <a:pt x="2017" y="2675"/>
                      <a:pt x="2072" y="1905"/>
                      <a:pt x="1219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8"/>
              <p:cNvSpPr/>
              <p:nvPr/>
            </p:nvSpPr>
            <p:spPr>
              <a:xfrm>
                <a:off x="473950" y="1459100"/>
                <a:ext cx="58950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2358" h="2694" extrusionOk="0">
                    <a:moveTo>
                      <a:pt x="2228" y="1"/>
                    </a:moveTo>
                    <a:cubicBezTo>
                      <a:pt x="2224" y="1"/>
                      <a:pt x="2220" y="1"/>
                      <a:pt x="2216" y="1"/>
                    </a:cubicBezTo>
                    <a:cubicBezTo>
                      <a:pt x="927" y="185"/>
                      <a:pt x="0" y="1315"/>
                      <a:pt x="62" y="2616"/>
                    </a:cubicBezTo>
                    <a:cubicBezTo>
                      <a:pt x="64" y="2668"/>
                      <a:pt x="105" y="2694"/>
                      <a:pt x="145" y="2694"/>
                    </a:cubicBezTo>
                    <a:cubicBezTo>
                      <a:pt x="185" y="2694"/>
                      <a:pt x="225" y="2668"/>
                      <a:pt x="223" y="2616"/>
                    </a:cubicBezTo>
                    <a:cubicBezTo>
                      <a:pt x="165" y="1381"/>
                      <a:pt x="1038" y="331"/>
                      <a:pt x="2260" y="157"/>
                    </a:cubicBezTo>
                    <a:cubicBezTo>
                      <a:pt x="2357" y="144"/>
                      <a:pt x="2321" y="1"/>
                      <a:pt x="2228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8"/>
              <p:cNvSpPr/>
              <p:nvPr/>
            </p:nvSpPr>
            <p:spPr>
              <a:xfrm>
                <a:off x="443700" y="1594675"/>
                <a:ext cx="55000" cy="56750"/>
              </a:xfrm>
              <a:custGeom>
                <a:avLst/>
                <a:gdLst/>
                <a:ahLst/>
                <a:cxnLst/>
                <a:rect l="l" t="t" r="r" b="b"/>
                <a:pathLst>
                  <a:path w="2200" h="2270" extrusionOk="0">
                    <a:moveTo>
                      <a:pt x="128" y="0"/>
                    </a:moveTo>
                    <a:cubicBezTo>
                      <a:pt x="61" y="0"/>
                      <a:pt x="1" y="90"/>
                      <a:pt x="61" y="155"/>
                    </a:cubicBezTo>
                    <a:cubicBezTo>
                      <a:pt x="711" y="851"/>
                      <a:pt x="1362" y="1547"/>
                      <a:pt x="2010" y="2242"/>
                    </a:cubicBezTo>
                    <a:lnTo>
                      <a:pt x="2012" y="2242"/>
                    </a:lnTo>
                    <a:cubicBezTo>
                      <a:pt x="2030" y="2261"/>
                      <a:pt x="2051" y="2270"/>
                      <a:pt x="2071" y="2270"/>
                    </a:cubicBezTo>
                    <a:cubicBezTo>
                      <a:pt x="2138" y="2270"/>
                      <a:pt x="2199" y="2180"/>
                      <a:pt x="2139" y="2115"/>
                    </a:cubicBezTo>
                    <a:cubicBezTo>
                      <a:pt x="1488" y="1419"/>
                      <a:pt x="838" y="724"/>
                      <a:pt x="188" y="28"/>
                    </a:cubicBezTo>
                    <a:cubicBezTo>
                      <a:pt x="170" y="8"/>
                      <a:pt x="149" y="0"/>
                      <a:pt x="128" y="0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8"/>
              <p:cNvSpPr/>
              <p:nvPr/>
            </p:nvSpPr>
            <p:spPr>
              <a:xfrm>
                <a:off x="562375" y="1697725"/>
                <a:ext cx="58675" cy="2855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1142" extrusionOk="0">
                    <a:moveTo>
                      <a:pt x="2225" y="1"/>
                    </a:moveTo>
                    <a:cubicBezTo>
                      <a:pt x="2216" y="1"/>
                      <a:pt x="2207" y="2"/>
                      <a:pt x="2197" y="5"/>
                    </a:cubicBezTo>
                    <a:cubicBezTo>
                      <a:pt x="1453" y="237"/>
                      <a:pt x="747" y="562"/>
                      <a:pt x="83" y="974"/>
                    </a:cubicBezTo>
                    <a:cubicBezTo>
                      <a:pt x="1" y="1024"/>
                      <a:pt x="51" y="1142"/>
                      <a:pt x="129" y="1142"/>
                    </a:cubicBezTo>
                    <a:cubicBezTo>
                      <a:pt x="143" y="1142"/>
                      <a:pt x="159" y="1137"/>
                      <a:pt x="175" y="1128"/>
                    </a:cubicBezTo>
                    <a:cubicBezTo>
                      <a:pt x="823" y="725"/>
                      <a:pt x="1514" y="406"/>
                      <a:pt x="2245" y="178"/>
                    </a:cubicBezTo>
                    <a:cubicBezTo>
                      <a:pt x="2346" y="147"/>
                      <a:pt x="2315" y="1"/>
                      <a:pt x="2225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8"/>
              <p:cNvSpPr/>
              <p:nvPr/>
            </p:nvSpPr>
            <p:spPr>
              <a:xfrm>
                <a:off x="580750" y="1695225"/>
                <a:ext cx="20600" cy="20075"/>
              </a:xfrm>
              <a:custGeom>
                <a:avLst/>
                <a:gdLst/>
                <a:ahLst/>
                <a:cxnLst/>
                <a:rect l="l" t="t" r="r" b="b"/>
                <a:pathLst>
                  <a:path w="824" h="803" extrusionOk="0">
                    <a:moveTo>
                      <a:pt x="690" y="1"/>
                    </a:moveTo>
                    <a:cubicBezTo>
                      <a:pt x="669" y="1"/>
                      <a:pt x="648" y="8"/>
                      <a:pt x="629" y="25"/>
                    </a:cubicBezTo>
                    <a:cubicBezTo>
                      <a:pt x="420" y="215"/>
                      <a:pt x="228" y="422"/>
                      <a:pt x="54" y="644"/>
                    </a:cubicBezTo>
                    <a:cubicBezTo>
                      <a:pt x="0" y="713"/>
                      <a:pt x="60" y="803"/>
                      <a:pt x="122" y="803"/>
                    </a:cubicBezTo>
                    <a:cubicBezTo>
                      <a:pt x="143" y="803"/>
                      <a:pt x="163" y="793"/>
                      <a:pt x="180" y="771"/>
                    </a:cubicBezTo>
                    <a:cubicBezTo>
                      <a:pt x="355" y="548"/>
                      <a:pt x="547" y="341"/>
                      <a:pt x="758" y="151"/>
                    </a:cubicBezTo>
                    <a:lnTo>
                      <a:pt x="756" y="151"/>
                    </a:lnTo>
                    <a:cubicBezTo>
                      <a:pt x="823" y="90"/>
                      <a:pt x="761" y="1"/>
                      <a:pt x="690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8"/>
              <p:cNvSpPr/>
              <p:nvPr/>
            </p:nvSpPr>
            <p:spPr>
              <a:xfrm>
                <a:off x="490675" y="1809575"/>
                <a:ext cx="78575" cy="117100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4684" extrusionOk="0">
                    <a:moveTo>
                      <a:pt x="144" y="0"/>
                    </a:moveTo>
                    <a:cubicBezTo>
                      <a:pt x="58" y="0"/>
                      <a:pt x="1" y="122"/>
                      <a:pt x="93" y="162"/>
                    </a:cubicBezTo>
                    <a:cubicBezTo>
                      <a:pt x="920" y="525"/>
                      <a:pt x="1627" y="1115"/>
                      <a:pt x="2128" y="1867"/>
                    </a:cubicBezTo>
                    <a:cubicBezTo>
                      <a:pt x="2368" y="2228"/>
                      <a:pt x="2560" y="2621"/>
                      <a:pt x="2692" y="3036"/>
                    </a:cubicBezTo>
                    <a:cubicBezTo>
                      <a:pt x="2840" y="3498"/>
                      <a:pt x="2999" y="4094"/>
                      <a:pt x="2759" y="4547"/>
                    </a:cubicBezTo>
                    <a:cubicBezTo>
                      <a:pt x="2722" y="4619"/>
                      <a:pt x="2785" y="4684"/>
                      <a:pt x="2845" y="4684"/>
                    </a:cubicBezTo>
                    <a:cubicBezTo>
                      <a:pt x="2872" y="4684"/>
                      <a:pt x="2898" y="4671"/>
                      <a:pt x="2915" y="4639"/>
                    </a:cubicBezTo>
                    <a:cubicBezTo>
                      <a:pt x="3143" y="4206"/>
                      <a:pt x="3055" y="3697"/>
                      <a:pt x="2938" y="3243"/>
                    </a:cubicBezTo>
                    <a:cubicBezTo>
                      <a:pt x="2821" y="2778"/>
                      <a:pt x="2629" y="2332"/>
                      <a:pt x="2377" y="1925"/>
                    </a:cubicBezTo>
                    <a:cubicBezTo>
                      <a:pt x="1859" y="1081"/>
                      <a:pt x="1092" y="406"/>
                      <a:pt x="183" y="9"/>
                    </a:cubicBezTo>
                    <a:cubicBezTo>
                      <a:pt x="169" y="3"/>
                      <a:pt x="156" y="0"/>
                      <a:pt x="144" y="0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8"/>
              <p:cNvSpPr/>
              <p:nvPr/>
            </p:nvSpPr>
            <p:spPr>
              <a:xfrm>
                <a:off x="398950" y="1856475"/>
                <a:ext cx="121975" cy="100000"/>
              </a:xfrm>
              <a:custGeom>
                <a:avLst/>
                <a:gdLst/>
                <a:ahLst/>
                <a:cxnLst/>
                <a:rect l="l" t="t" r="r" b="b"/>
                <a:pathLst>
                  <a:path w="4879" h="4000" extrusionOk="0">
                    <a:moveTo>
                      <a:pt x="2980" y="1"/>
                    </a:moveTo>
                    <a:cubicBezTo>
                      <a:pt x="2917" y="1"/>
                      <a:pt x="2862" y="11"/>
                      <a:pt x="2820" y="35"/>
                    </a:cubicBezTo>
                    <a:cubicBezTo>
                      <a:pt x="2478" y="229"/>
                      <a:pt x="194" y="1489"/>
                      <a:pt x="35" y="1913"/>
                    </a:cubicBezTo>
                    <a:cubicBezTo>
                      <a:pt x="1" y="2004"/>
                      <a:pt x="64" y="2040"/>
                      <a:pt x="184" y="2040"/>
                    </a:cubicBezTo>
                    <a:cubicBezTo>
                      <a:pt x="621" y="2040"/>
                      <a:pt x="1809" y="1568"/>
                      <a:pt x="1809" y="1568"/>
                    </a:cubicBezTo>
                    <a:lnTo>
                      <a:pt x="1809" y="1568"/>
                    </a:lnTo>
                    <a:cubicBezTo>
                      <a:pt x="1809" y="1568"/>
                      <a:pt x="200" y="2731"/>
                      <a:pt x="464" y="2967"/>
                    </a:cubicBezTo>
                    <a:cubicBezTo>
                      <a:pt x="491" y="2990"/>
                      <a:pt x="535" y="3001"/>
                      <a:pt x="590" y="3001"/>
                    </a:cubicBezTo>
                    <a:cubicBezTo>
                      <a:pt x="1078" y="3001"/>
                      <a:pt x="2524" y="2174"/>
                      <a:pt x="2525" y="2174"/>
                    </a:cubicBezTo>
                    <a:lnTo>
                      <a:pt x="2525" y="2174"/>
                    </a:lnTo>
                    <a:cubicBezTo>
                      <a:pt x="2524" y="2174"/>
                      <a:pt x="1523" y="3108"/>
                      <a:pt x="1491" y="3390"/>
                    </a:cubicBezTo>
                    <a:cubicBezTo>
                      <a:pt x="1482" y="3465"/>
                      <a:pt x="1522" y="3496"/>
                      <a:pt x="1594" y="3496"/>
                    </a:cubicBezTo>
                    <a:cubicBezTo>
                      <a:pt x="1971" y="3496"/>
                      <a:pt x="3234" y="2650"/>
                      <a:pt x="3234" y="2650"/>
                    </a:cubicBezTo>
                    <a:lnTo>
                      <a:pt x="3234" y="2650"/>
                    </a:lnTo>
                    <a:cubicBezTo>
                      <a:pt x="3234" y="2650"/>
                      <a:pt x="2697" y="3761"/>
                      <a:pt x="2860" y="3945"/>
                    </a:cubicBezTo>
                    <a:cubicBezTo>
                      <a:pt x="2894" y="3983"/>
                      <a:pt x="2977" y="4000"/>
                      <a:pt x="3087" y="4000"/>
                    </a:cubicBezTo>
                    <a:cubicBezTo>
                      <a:pt x="3513" y="4000"/>
                      <a:pt x="4343" y="3752"/>
                      <a:pt x="4285" y="3550"/>
                    </a:cubicBezTo>
                    <a:cubicBezTo>
                      <a:pt x="4249" y="3424"/>
                      <a:pt x="4152" y="3390"/>
                      <a:pt x="4048" y="3390"/>
                    </a:cubicBezTo>
                    <a:cubicBezTo>
                      <a:pt x="3928" y="3390"/>
                      <a:pt x="3797" y="3435"/>
                      <a:pt x="3738" y="3435"/>
                    </a:cubicBezTo>
                    <a:cubicBezTo>
                      <a:pt x="3727" y="3435"/>
                      <a:pt x="3719" y="3434"/>
                      <a:pt x="3714" y="3431"/>
                    </a:cubicBezTo>
                    <a:cubicBezTo>
                      <a:pt x="3647" y="3387"/>
                      <a:pt x="4773" y="3059"/>
                      <a:pt x="4826" y="2629"/>
                    </a:cubicBezTo>
                    <a:cubicBezTo>
                      <a:pt x="4878" y="2199"/>
                      <a:pt x="4285" y="521"/>
                      <a:pt x="4285" y="521"/>
                    </a:cubicBezTo>
                    <a:lnTo>
                      <a:pt x="4284" y="521"/>
                    </a:lnTo>
                    <a:cubicBezTo>
                      <a:pt x="4284" y="521"/>
                      <a:pt x="3423" y="1"/>
                      <a:pt x="2980" y="1"/>
                    </a:cubicBez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8"/>
              <p:cNvSpPr/>
              <p:nvPr/>
            </p:nvSpPr>
            <p:spPr>
              <a:xfrm>
                <a:off x="395250" y="1133725"/>
                <a:ext cx="141800" cy="105200"/>
              </a:xfrm>
              <a:custGeom>
                <a:avLst/>
                <a:gdLst/>
                <a:ahLst/>
                <a:cxnLst/>
                <a:rect l="l" t="t" r="r" b="b"/>
                <a:pathLst>
                  <a:path w="5672" h="4208" extrusionOk="0">
                    <a:moveTo>
                      <a:pt x="2797" y="1"/>
                    </a:moveTo>
                    <a:cubicBezTo>
                      <a:pt x="1018" y="1"/>
                      <a:pt x="0" y="2471"/>
                      <a:pt x="1658" y="3682"/>
                    </a:cubicBezTo>
                    <a:cubicBezTo>
                      <a:pt x="1734" y="3740"/>
                      <a:pt x="1817" y="3795"/>
                      <a:pt x="1901" y="3853"/>
                    </a:cubicBezTo>
                    <a:cubicBezTo>
                      <a:pt x="2273" y="4100"/>
                      <a:pt x="2628" y="4207"/>
                      <a:pt x="2954" y="4207"/>
                    </a:cubicBezTo>
                    <a:cubicBezTo>
                      <a:pt x="4754" y="4207"/>
                      <a:pt x="5671" y="955"/>
                      <a:pt x="3609" y="166"/>
                    </a:cubicBezTo>
                    <a:cubicBezTo>
                      <a:pt x="3570" y="151"/>
                      <a:pt x="3532" y="137"/>
                      <a:pt x="3495" y="124"/>
                    </a:cubicBezTo>
                    <a:cubicBezTo>
                      <a:pt x="3253" y="39"/>
                      <a:pt x="3019" y="1"/>
                      <a:pt x="27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8"/>
              <p:cNvSpPr/>
              <p:nvPr/>
            </p:nvSpPr>
            <p:spPr>
              <a:xfrm>
                <a:off x="339525" y="1308725"/>
                <a:ext cx="89750" cy="131550"/>
              </a:xfrm>
              <a:custGeom>
                <a:avLst/>
                <a:gdLst/>
                <a:ahLst/>
                <a:cxnLst/>
                <a:rect l="l" t="t" r="r" b="b"/>
                <a:pathLst>
                  <a:path w="3590" h="5262" extrusionOk="0">
                    <a:moveTo>
                      <a:pt x="3263" y="1"/>
                    </a:moveTo>
                    <a:lnTo>
                      <a:pt x="724" y="1259"/>
                    </a:lnTo>
                    <a:lnTo>
                      <a:pt x="530" y="2057"/>
                    </a:lnTo>
                    <a:lnTo>
                      <a:pt x="254" y="3197"/>
                    </a:lnTo>
                    <a:lnTo>
                      <a:pt x="0" y="4240"/>
                    </a:lnTo>
                    <a:cubicBezTo>
                      <a:pt x="218" y="5007"/>
                      <a:pt x="758" y="5261"/>
                      <a:pt x="1358" y="5261"/>
                    </a:cubicBezTo>
                    <a:cubicBezTo>
                      <a:pt x="2289" y="5261"/>
                      <a:pt x="3362" y="4649"/>
                      <a:pt x="3589" y="4394"/>
                    </a:cubicBezTo>
                    <a:lnTo>
                      <a:pt x="3263" y="1"/>
                    </a:ln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8"/>
              <p:cNvSpPr/>
              <p:nvPr/>
            </p:nvSpPr>
            <p:spPr>
              <a:xfrm>
                <a:off x="342200" y="1340950"/>
                <a:ext cx="6347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2513" extrusionOk="0">
                    <a:moveTo>
                      <a:pt x="2539" y="1"/>
                    </a:moveTo>
                    <a:lnTo>
                      <a:pt x="423" y="768"/>
                    </a:lnTo>
                    <a:lnTo>
                      <a:pt x="1" y="2508"/>
                    </a:lnTo>
                    <a:cubicBezTo>
                      <a:pt x="16" y="2511"/>
                      <a:pt x="32" y="2512"/>
                      <a:pt x="49" y="2512"/>
                    </a:cubicBezTo>
                    <a:cubicBezTo>
                      <a:pt x="422" y="2512"/>
                      <a:pt x="1430" y="1842"/>
                      <a:pt x="2539" y="1"/>
                    </a:cubicBez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8"/>
              <p:cNvSpPr/>
              <p:nvPr/>
            </p:nvSpPr>
            <p:spPr>
              <a:xfrm>
                <a:off x="302275" y="1200750"/>
                <a:ext cx="175950" cy="164400"/>
              </a:xfrm>
              <a:custGeom>
                <a:avLst/>
                <a:gdLst/>
                <a:ahLst/>
                <a:cxnLst/>
                <a:rect l="l" t="t" r="r" b="b"/>
                <a:pathLst>
                  <a:path w="7038" h="6576" extrusionOk="0">
                    <a:moveTo>
                      <a:pt x="2779" y="0"/>
                    </a:moveTo>
                    <a:cubicBezTo>
                      <a:pt x="2006" y="0"/>
                      <a:pt x="1250" y="266"/>
                      <a:pt x="667" y="777"/>
                    </a:cubicBezTo>
                    <a:cubicBezTo>
                      <a:pt x="641" y="800"/>
                      <a:pt x="616" y="823"/>
                      <a:pt x="591" y="848"/>
                    </a:cubicBezTo>
                    <a:lnTo>
                      <a:pt x="589" y="848"/>
                    </a:lnTo>
                    <a:cubicBezTo>
                      <a:pt x="196" y="1375"/>
                      <a:pt x="545" y="2190"/>
                      <a:pt x="332" y="3606"/>
                    </a:cubicBezTo>
                    <a:cubicBezTo>
                      <a:pt x="1" y="5827"/>
                      <a:pt x="702" y="6575"/>
                      <a:pt x="2310" y="6575"/>
                    </a:cubicBezTo>
                    <a:cubicBezTo>
                      <a:pt x="2351" y="6575"/>
                      <a:pt x="2392" y="6575"/>
                      <a:pt x="2434" y="6574"/>
                    </a:cubicBezTo>
                    <a:cubicBezTo>
                      <a:pt x="2902" y="6564"/>
                      <a:pt x="3831" y="6263"/>
                      <a:pt x="4400" y="5595"/>
                    </a:cubicBezTo>
                    <a:cubicBezTo>
                      <a:pt x="5039" y="4849"/>
                      <a:pt x="5283" y="4596"/>
                      <a:pt x="5563" y="3806"/>
                    </a:cubicBezTo>
                    <a:cubicBezTo>
                      <a:pt x="5964" y="2670"/>
                      <a:pt x="7038" y="199"/>
                      <a:pt x="2935" y="4"/>
                    </a:cubicBezTo>
                    <a:cubicBezTo>
                      <a:pt x="2883" y="1"/>
                      <a:pt x="2831" y="0"/>
                      <a:pt x="2779" y="0"/>
                    </a:cubicBez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8"/>
              <p:cNvSpPr/>
              <p:nvPr/>
            </p:nvSpPr>
            <p:spPr>
              <a:xfrm>
                <a:off x="334000" y="1276350"/>
                <a:ext cx="1567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627" h="1132" extrusionOk="0">
                    <a:moveTo>
                      <a:pt x="549" y="0"/>
                    </a:moveTo>
                    <a:cubicBezTo>
                      <a:pt x="514" y="0"/>
                      <a:pt x="484" y="26"/>
                      <a:pt x="478" y="62"/>
                    </a:cubicBezTo>
                    <a:lnTo>
                      <a:pt x="423" y="457"/>
                    </a:lnTo>
                    <a:lnTo>
                      <a:pt x="62" y="534"/>
                    </a:lnTo>
                    <a:cubicBezTo>
                      <a:pt x="35" y="540"/>
                      <a:pt x="14" y="561"/>
                      <a:pt x="7" y="586"/>
                    </a:cubicBezTo>
                    <a:cubicBezTo>
                      <a:pt x="1" y="613"/>
                      <a:pt x="8" y="642"/>
                      <a:pt x="30" y="659"/>
                    </a:cubicBezTo>
                    <a:cubicBezTo>
                      <a:pt x="158" y="774"/>
                      <a:pt x="381" y="995"/>
                      <a:pt x="423" y="1089"/>
                    </a:cubicBezTo>
                    <a:cubicBezTo>
                      <a:pt x="432" y="1112"/>
                      <a:pt x="455" y="1127"/>
                      <a:pt x="478" y="1131"/>
                    </a:cubicBezTo>
                    <a:cubicBezTo>
                      <a:pt x="482" y="1131"/>
                      <a:pt x="485" y="1131"/>
                      <a:pt x="488" y="1131"/>
                    </a:cubicBezTo>
                    <a:cubicBezTo>
                      <a:pt x="499" y="1131"/>
                      <a:pt x="509" y="1129"/>
                      <a:pt x="519" y="1125"/>
                    </a:cubicBezTo>
                    <a:cubicBezTo>
                      <a:pt x="553" y="1110"/>
                      <a:pt x="571" y="1067"/>
                      <a:pt x="553" y="1031"/>
                    </a:cubicBezTo>
                    <a:cubicBezTo>
                      <a:pt x="507" y="924"/>
                      <a:pt x="338" y="753"/>
                      <a:pt x="227" y="647"/>
                    </a:cubicBezTo>
                    <a:lnTo>
                      <a:pt x="501" y="588"/>
                    </a:lnTo>
                    <a:cubicBezTo>
                      <a:pt x="530" y="580"/>
                      <a:pt x="553" y="557"/>
                      <a:pt x="557" y="528"/>
                    </a:cubicBezTo>
                    <a:lnTo>
                      <a:pt x="620" y="81"/>
                    </a:lnTo>
                    <a:cubicBezTo>
                      <a:pt x="626" y="43"/>
                      <a:pt x="599" y="7"/>
                      <a:pt x="559" y="1"/>
                    </a:cubicBezTo>
                    <a:cubicBezTo>
                      <a:pt x="556" y="0"/>
                      <a:pt x="552" y="0"/>
                      <a:pt x="5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8"/>
              <p:cNvSpPr/>
              <p:nvPr/>
            </p:nvSpPr>
            <p:spPr>
              <a:xfrm>
                <a:off x="362500" y="1273900"/>
                <a:ext cx="7875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05" extrusionOk="0">
                    <a:moveTo>
                      <a:pt x="151" y="1"/>
                    </a:moveTo>
                    <a:cubicBezTo>
                      <a:pt x="150" y="1"/>
                      <a:pt x="148" y="1"/>
                      <a:pt x="146" y="1"/>
                    </a:cubicBezTo>
                    <a:cubicBezTo>
                      <a:pt x="64" y="5"/>
                      <a:pt x="0" y="99"/>
                      <a:pt x="6" y="210"/>
                    </a:cubicBezTo>
                    <a:cubicBezTo>
                      <a:pt x="12" y="319"/>
                      <a:pt x="82" y="404"/>
                      <a:pt x="162" y="404"/>
                    </a:cubicBezTo>
                    <a:cubicBezTo>
                      <a:pt x="164" y="404"/>
                      <a:pt x="165" y="404"/>
                      <a:pt x="167" y="404"/>
                    </a:cubicBezTo>
                    <a:cubicBezTo>
                      <a:pt x="252" y="400"/>
                      <a:pt x="315" y="306"/>
                      <a:pt x="309" y="195"/>
                    </a:cubicBezTo>
                    <a:cubicBezTo>
                      <a:pt x="302" y="86"/>
                      <a:pt x="233" y="1"/>
                      <a:pt x="1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8"/>
              <p:cNvSpPr/>
              <p:nvPr/>
            </p:nvSpPr>
            <p:spPr>
              <a:xfrm>
                <a:off x="328925" y="1273150"/>
                <a:ext cx="7900" cy="1010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404" extrusionOk="0">
                    <a:moveTo>
                      <a:pt x="156" y="0"/>
                    </a:moveTo>
                    <a:cubicBezTo>
                      <a:pt x="153" y="0"/>
                      <a:pt x="151" y="0"/>
                      <a:pt x="148" y="0"/>
                    </a:cubicBezTo>
                    <a:cubicBezTo>
                      <a:pt x="64" y="4"/>
                      <a:pt x="0" y="98"/>
                      <a:pt x="8" y="209"/>
                    </a:cubicBezTo>
                    <a:cubicBezTo>
                      <a:pt x="14" y="318"/>
                      <a:pt x="82" y="403"/>
                      <a:pt x="164" y="403"/>
                    </a:cubicBezTo>
                    <a:cubicBezTo>
                      <a:pt x="166" y="403"/>
                      <a:pt x="167" y="403"/>
                      <a:pt x="169" y="403"/>
                    </a:cubicBezTo>
                    <a:cubicBezTo>
                      <a:pt x="252" y="397"/>
                      <a:pt x="315" y="303"/>
                      <a:pt x="309" y="194"/>
                    </a:cubicBezTo>
                    <a:cubicBezTo>
                      <a:pt x="304" y="86"/>
                      <a:pt x="235" y="0"/>
                      <a:pt x="1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8"/>
              <p:cNvSpPr/>
              <p:nvPr/>
            </p:nvSpPr>
            <p:spPr>
              <a:xfrm>
                <a:off x="335650" y="1333750"/>
                <a:ext cx="15575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623" h="214" extrusionOk="0">
                    <a:moveTo>
                      <a:pt x="514" y="0"/>
                    </a:moveTo>
                    <a:cubicBezTo>
                      <a:pt x="499" y="0"/>
                      <a:pt x="484" y="5"/>
                      <a:pt x="470" y="16"/>
                    </a:cubicBezTo>
                    <a:cubicBezTo>
                      <a:pt x="423" y="54"/>
                      <a:pt x="370" y="69"/>
                      <a:pt x="317" y="69"/>
                    </a:cubicBezTo>
                    <a:cubicBezTo>
                      <a:pt x="253" y="69"/>
                      <a:pt x="188" y="48"/>
                      <a:pt x="127" y="22"/>
                    </a:cubicBezTo>
                    <a:cubicBezTo>
                      <a:pt x="116" y="18"/>
                      <a:pt x="106" y="15"/>
                      <a:pt x="97" y="15"/>
                    </a:cubicBezTo>
                    <a:cubicBezTo>
                      <a:pt x="30" y="15"/>
                      <a:pt x="1" y="126"/>
                      <a:pt x="77" y="158"/>
                    </a:cubicBezTo>
                    <a:cubicBezTo>
                      <a:pt x="155" y="193"/>
                      <a:pt x="237" y="214"/>
                      <a:pt x="318" y="214"/>
                    </a:cubicBezTo>
                    <a:cubicBezTo>
                      <a:pt x="404" y="214"/>
                      <a:pt x="488" y="189"/>
                      <a:pt x="564" y="130"/>
                    </a:cubicBezTo>
                    <a:cubicBezTo>
                      <a:pt x="623" y="82"/>
                      <a:pt x="573" y="0"/>
                      <a:pt x="514" y="0"/>
                    </a:cubicBezTo>
                    <a:close/>
                  </a:path>
                </a:pathLst>
              </a:custGeom>
              <a:solidFill>
                <a:srgbClr val="9947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8"/>
              <p:cNvSpPr/>
              <p:nvPr/>
            </p:nvSpPr>
            <p:spPr>
              <a:xfrm>
                <a:off x="367000" y="1291825"/>
                <a:ext cx="2170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868" h="448" extrusionOk="0">
                    <a:moveTo>
                      <a:pt x="386" y="1"/>
                    </a:moveTo>
                    <a:cubicBezTo>
                      <a:pt x="183" y="1"/>
                      <a:pt x="21" y="78"/>
                      <a:pt x="10" y="188"/>
                    </a:cubicBezTo>
                    <a:cubicBezTo>
                      <a:pt x="1" y="310"/>
                      <a:pt x="181" y="425"/>
                      <a:pt x="415" y="445"/>
                    </a:cubicBezTo>
                    <a:cubicBezTo>
                      <a:pt x="438" y="446"/>
                      <a:pt x="460" y="447"/>
                      <a:pt x="482" y="447"/>
                    </a:cubicBezTo>
                    <a:cubicBezTo>
                      <a:pt x="686" y="447"/>
                      <a:pt x="848" y="370"/>
                      <a:pt x="858" y="260"/>
                    </a:cubicBezTo>
                    <a:cubicBezTo>
                      <a:pt x="868" y="138"/>
                      <a:pt x="687" y="23"/>
                      <a:pt x="453" y="3"/>
                    </a:cubicBezTo>
                    <a:cubicBezTo>
                      <a:pt x="430" y="2"/>
                      <a:pt x="408" y="1"/>
                      <a:pt x="386" y="1"/>
                    </a:cubicBezTo>
                    <a:close/>
                  </a:path>
                </a:pathLst>
              </a:custGeom>
              <a:solidFill>
                <a:srgbClr val="9947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8"/>
              <p:cNvSpPr/>
              <p:nvPr/>
            </p:nvSpPr>
            <p:spPr>
              <a:xfrm>
                <a:off x="309550" y="1289775"/>
                <a:ext cx="18350" cy="11200"/>
              </a:xfrm>
              <a:custGeom>
                <a:avLst/>
                <a:gdLst/>
                <a:ahLst/>
                <a:cxnLst/>
                <a:rect l="l" t="t" r="r" b="b"/>
                <a:pathLst>
                  <a:path w="734" h="448" extrusionOk="0">
                    <a:moveTo>
                      <a:pt x="249" y="0"/>
                    </a:moveTo>
                    <a:cubicBezTo>
                      <a:pt x="173" y="0"/>
                      <a:pt x="102" y="10"/>
                      <a:pt x="43" y="30"/>
                    </a:cubicBezTo>
                    <a:cubicBezTo>
                      <a:pt x="43" y="36"/>
                      <a:pt x="43" y="39"/>
                      <a:pt x="41" y="43"/>
                    </a:cubicBezTo>
                    <a:cubicBezTo>
                      <a:pt x="25" y="153"/>
                      <a:pt x="12" y="260"/>
                      <a:pt x="0" y="364"/>
                    </a:cubicBezTo>
                    <a:cubicBezTo>
                      <a:pt x="71" y="406"/>
                      <a:pt x="169" y="436"/>
                      <a:pt x="281" y="444"/>
                    </a:cubicBezTo>
                    <a:cubicBezTo>
                      <a:pt x="305" y="446"/>
                      <a:pt x="329" y="447"/>
                      <a:pt x="353" y="447"/>
                    </a:cubicBezTo>
                    <a:cubicBezTo>
                      <a:pt x="554" y="447"/>
                      <a:pt x="713" y="370"/>
                      <a:pt x="722" y="260"/>
                    </a:cubicBezTo>
                    <a:cubicBezTo>
                      <a:pt x="733" y="139"/>
                      <a:pt x="551" y="24"/>
                      <a:pt x="317" y="3"/>
                    </a:cubicBezTo>
                    <a:cubicBezTo>
                      <a:pt x="294" y="1"/>
                      <a:pt x="272" y="0"/>
                      <a:pt x="249" y="0"/>
                    </a:cubicBezTo>
                    <a:close/>
                  </a:path>
                </a:pathLst>
              </a:custGeom>
              <a:solidFill>
                <a:srgbClr val="9947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8"/>
              <p:cNvSpPr/>
              <p:nvPr/>
            </p:nvSpPr>
            <p:spPr>
              <a:xfrm>
                <a:off x="301400" y="1186300"/>
                <a:ext cx="161300" cy="121875"/>
              </a:xfrm>
              <a:custGeom>
                <a:avLst/>
                <a:gdLst/>
                <a:ahLst/>
                <a:cxnLst/>
                <a:rect l="l" t="t" r="r" b="b"/>
                <a:pathLst>
                  <a:path w="6452" h="4875" extrusionOk="0">
                    <a:moveTo>
                      <a:pt x="2848" y="0"/>
                    </a:moveTo>
                    <a:cubicBezTo>
                      <a:pt x="2057" y="0"/>
                      <a:pt x="1247" y="257"/>
                      <a:pt x="526" y="923"/>
                    </a:cubicBezTo>
                    <a:cubicBezTo>
                      <a:pt x="1" y="1521"/>
                      <a:pt x="278" y="2768"/>
                      <a:pt x="394" y="2768"/>
                    </a:cubicBezTo>
                    <a:cubicBezTo>
                      <a:pt x="413" y="2768"/>
                      <a:pt x="428" y="2736"/>
                      <a:pt x="434" y="2663"/>
                    </a:cubicBezTo>
                    <a:cubicBezTo>
                      <a:pt x="520" y="1673"/>
                      <a:pt x="997" y="1098"/>
                      <a:pt x="1310" y="1098"/>
                    </a:cubicBezTo>
                    <a:cubicBezTo>
                      <a:pt x="1387" y="1098"/>
                      <a:pt x="1453" y="1132"/>
                      <a:pt x="1502" y="1203"/>
                    </a:cubicBezTo>
                    <a:cubicBezTo>
                      <a:pt x="1502" y="1203"/>
                      <a:pt x="3400" y="3506"/>
                      <a:pt x="4760" y="3506"/>
                    </a:cubicBezTo>
                    <a:cubicBezTo>
                      <a:pt x="4773" y="3506"/>
                      <a:pt x="4787" y="3506"/>
                      <a:pt x="4800" y="3505"/>
                    </a:cubicBezTo>
                    <a:cubicBezTo>
                      <a:pt x="4800" y="3505"/>
                      <a:pt x="5013" y="4533"/>
                      <a:pt x="5765" y="4875"/>
                    </a:cubicBezTo>
                    <a:cubicBezTo>
                      <a:pt x="6344" y="3758"/>
                      <a:pt x="6451" y="2289"/>
                      <a:pt x="5861" y="1171"/>
                    </a:cubicBezTo>
                    <a:cubicBezTo>
                      <a:pt x="5127" y="552"/>
                      <a:pt x="4008" y="0"/>
                      <a:pt x="28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8"/>
              <p:cNvSpPr/>
              <p:nvPr/>
            </p:nvSpPr>
            <p:spPr>
              <a:xfrm>
                <a:off x="417675" y="1166375"/>
                <a:ext cx="66825" cy="70425"/>
              </a:xfrm>
              <a:custGeom>
                <a:avLst/>
                <a:gdLst/>
                <a:ahLst/>
                <a:cxnLst/>
                <a:rect l="l" t="t" r="r" b="b"/>
                <a:pathLst>
                  <a:path w="2673" h="2817" extrusionOk="0">
                    <a:moveTo>
                      <a:pt x="129" y="0"/>
                    </a:moveTo>
                    <a:cubicBezTo>
                      <a:pt x="35" y="0"/>
                      <a:pt x="1" y="144"/>
                      <a:pt x="99" y="163"/>
                    </a:cubicBezTo>
                    <a:lnTo>
                      <a:pt x="101" y="163"/>
                    </a:lnTo>
                    <a:cubicBezTo>
                      <a:pt x="1340" y="379"/>
                      <a:pt x="2437" y="1444"/>
                      <a:pt x="2504" y="2737"/>
                    </a:cubicBezTo>
                    <a:cubicBezTo>
                      <a:pt x="2507" y="2790"/>
                      <a:pt x="2550" y="2817"/>
                      <a:pt x="2592" y="2817"/>
                    </a:cubicBezTo>
                    <a:cubicBezTo>
                      <a:pt x="2633" y="2817"/>
                      <a:pt x="2672" y="2790"/>
                      <a:pt x="2669" y="2737"/>
                    </a:cubicBezTo>
                    <a:cubicBezTo>
                      <a:pt x="2600" y="1375"/>
                      <a:pt x="1459" y="232"/>
                      <a:pt x="145" y="1"/>
                    </a:cubicBezTo>
                    <a:cubicBezTo>
                      <a:pt x="140" y="0"/>
                      <a:pt x="134" y="0"/>
                      <a:pt x="12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8"/>
              <p:cNvSpPr/>
              <p:nvPr/>
            </p:nvSpPr>
            <p:spPr>
              <a:xfrm>
                <a:off x="358975" y="1257525"/>
                <a:ext cx="24525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16" extrusionOk="0">
                    <a:moveTo>
                      <a:pt x="348" y="1"/>
                    </a:moveTo>
                    <a:cubicBezTo>
                      <a:pt x="287" y="1"/>
                      <a:pt x="226" y="9"/>
                      <a:pt x="164" y="27"/>
                    </a:cubicBezTo>
                    <a:cubicBezTo>
                      <a:pt x="0" y="74"/>
                      <a:pt x="29" y="321"/>
                      <a:pt x="176" y="321"/>
                    </a:cubicBezTo>
                    <a:cubicBezTo>
                      <a:pt x="189" y="321"/>
                      <a:pt x="203" y="319"/>
                      <a:pt x="218" y="315"/>
                    </a:cubicBezTo>
                    <a:cubicBezTo>
                      <a:pt x="259" y="303"/>
                      <a:pt x="302" y="297"/>
                      <a:pt x="346" y="297"/>
                    </a:cubicBezTo>
                    <a:cubicBezTo>
                      <a:pt x="484" y="297"/>
                      <a:pt x="621" y="359"/>
                      <a:pt x="663" y="505"/>
                    </a:cubicBezTo>
                    <a:cubicBezTo>
                      <a:pt x="685" y="581"/>
                      <a:pt x="751" y="616"/>
                      <a:pt x="815" y="616"/>
                    </a:cubicBezTo>
                    <a:cubicBezTo>
                      <a:pt x="899" y="616"/>
                      <a:pt x="980" y="555"/>
                      <a:pt x="951" y="451"/>
                    </a:cubicBezTo>
                    <a:cubicBezTo>
                      <a:pt x="869" y="174"/>
                      <a:pt x="621" y="1"/>
                      <a:pt x="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8"/>
              <p:cNvSpPr/>
              <p:nvPr/>
            </p:nvSpPr>
            <p:spPr>
              <a:xfrm>
                <a:off x="314700" y="1253300"/>
                <a:ext cx="25850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598" extrusionOk="0">
                    <a:moveTo>
                      <a:pt x="694" y="1"/>
                    </a:moveTo>
                    <a:cubicBezTo>
                      <a:pt x="461" y="1"/>
                      <a:pt x="269" y="158"/>
                      <a:pt x="101" y="332"/>
                    </a:cubicBezTo>
                    <a:cubicBezTo>
                      <a:pt x="1" y="437"/>
                      <a:pt x="94" y="598"/>
                      <a:pt x="201" y="598"/>
                    </a:cubicBezTo>
                    <a:cubicBezTo>
                      <a:pt x="231" y="598"/>
                      <a:pt x="262" y="586"/>
                      <a:pt x="289" y="557"/>
                    </a:cubicBezTo>
                    <a:lnTo>
                      <a:pt x="291" y="557"/>
                    </a:lnTo>
                    <a:cubicBezTo>
                      <a:pt x="396" y="445"/>
                      <a:pt x="526" y="293"/>
                      <a:pt x="686" y="293"/>
                    </a:cubicBezTo>
                    <a:cubicBezTo>
                      <a:pt x="714" y="293"/>
                      <a:pt x="742" y="297"/>
                      <a:pt x="771" y="307"/>
                    </a:cubicBezTo>
                    <a:cubicBezTo>
                      <a:pt x="788" y="313"/>
                      <a:pt x="805" y="316"/>
                      <a:pt x="820" y="316"/>
                    </a:cubicBezTo>
                    <a:cubicBezTo>
                      <a:pt x="966" y="316"/>
                      <a:pt x="1034" y="86"/>
                      <a:pt x="873" y="31"/>
                    </a:cubicBezTo>
                    <a:cubicBezTo>
                      <a:pt x="810" y="10"/>
                      <a:pt x="751" y="1"/>
                      <a:pt x="6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8"/>
              <p:cNvSpPr/>
              <p:nvPr/>
            </p:nvSpPr>
            <p:spPr>
              <a:xfrm>
                <a:off x="325850" y="1308875"/>
                <a:ext cx="38925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847" extrusionOk="0">
                    <a:moveTo>
                      <a:pt x="1556" y="0"/>
                    </a:moveTo>
                    <a:lnTo>
                      <a:pt x="1556" y="0"/>
                    </a:lnTo>
                    <a:cubicBezTo>
                      <a:pt x="1175" y="66"/>
                      <a:pt x="860" y="87"/>
                      <a:pt x="616" y="87"/>
                    </a:cubicBezTo>
                    <a:cubicBezTo>
                      <a:pt x="213" y="87"/>
                      <a:pt x="1" y="31"/>
                      <a:pt x="1" y="31"/>
                    </a:cubicBezTo>
                    <a:lnTo>
                      <a:pt x="1" y="31"/>
                    </a:lnTo>
                    <a:cubicBezTo>
                      <a:pt x="1" y="31"/>
                      <a:pt x="22" y="785"/>
                      <a:pt x="653" y="843"/>
                    </a:cubicBezTo>
                    <a:cubicBezTo>
                      <a:pt x="680" y="845"/>
                      <a:pt x="706" y="846"/>
                      <a:pt x="732" y="846"/>
                    </a:cubicBezTo>
                    <a:cubicBezTo>
                      <a:pt x="1409" y="846"/>
                      <a:pt x="1556" y="1"/>
                      <a:pt x="155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8"/>
              <p:cNvSpPr/>
              <p:nvPr/>
            </p:nvSpPr>
            <p:spPr>
              <a:xfrm>
                <a:off x="398025" y="1268675"/>
                <a:ext cx="490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2204" extrusionOk="0">
                    <a:moveTo>
                      <a:pt x="1271" y="0"/>
                    </a:moveTo>
                    <a:cubicBezTo>
                      <a:pt x="908" y="0"/>
                      <a:pt x="506" y="435"/>
                      <a:pt x="277" y="730"/>
                    </a:cubicBezTo>
                    <a:cubicBezTo>
                      <a:pt x="83" y="975"/>
                      <a:pt x="1" y="1296"/>
                      <a:pt x="75" y="1599"/>
                    </a:cubicBezTo>
                    <a:cubicBezTo>
                      <a:pt x="137" y="1848"/>
                      <a:pt x="296" y="2092"/>
                      <a:pt x="651" y="2176"/>
                    </a:cubicBezTo>
                    <a:cubicBezTo>
                      <a:pt x="729" y="2195"/>
                      <a:pt x="804" y="2204"/>
                      <a:pt x="875" y="2204"/>
                    </a:cubicBezTo>
                    <a:cubicBezTo>
                      <a:pt x="1447" y="2204"/>
                      <a:pt x="1773" y="1634"/>
                      <a:pt x="1861" y="1175"/>
                    </a:cubicBezTo>
                    <a:cubicBezTo>
                      <a:pt x="1961" y="657"/>
                      <a:pt x="1936" y="139"/>
                      <a:pt x="1365" y="11"/>
                    </a:cubicBezTo>
                    <a:cubicBezTo>
                      <a:pt x="1334" y="4"/>
                      <a:pt x="1303" y="0"/>
                      <a:pt x="1271" y="0"/>
                    </a:cubicBezTo>
                    <a:close/>
                  </a:path>
                </a:pathLst>
              </a:custGeom>
              <a:solidFill>
                <a:srgbClr val="D1764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8"/>
              <p:cNvSpPr/>
              <p:nvPr/>
            </p:nvSpPr>
            <p:spPr>
              <a:xfrm>
                <a:off x="419125" y="1313750"/>
                <a:ext cx="6800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272" h="1161" extrusionOk="0">
                    <a:moveTo>
                      <a:pt x="208" y="0"/>
                    </a:moveTo>
                    <a:cubicBezTo>
                      <a:pt x="181" y="0"/>
                      <a:pt x="157" y="22"/>
                      <a:pt x="152" y="49"/>
                    </a:cubicBezTo>
                    <a:lnTo>
                      <a:pt x="5" y="1096"/>
                    </a:lnTo>
                    <a:cubicBezTo>
                      <a:pt x="1" y="1127"/>
                      <a:pt x="22" y="1156"/>
                      <a:pt x="52" y="1160"/>
                    </a:cubicBezTo>
                    <a:cubicBezTo>
                      <a:pt x="56" y="1160"/>
                      <a:pt x="59" y="1161"/>
                      <a:pt x="62" y="1161"/>
                    </a:cubicBezTo>
                    <a:cubicBezTo>
                      <a:pt x="91" y="1161"/>
                      <a:pt x="114" y="1139"/>
                      <a:pt x="118" y="1112"/>
                    </a:cubicBezTo>
                    <a:lnTo>
                      <a:pt x="267" y="64"/>
                    </a:lnTo>
                    <a:cubicBezTo>
                      <a:pt x="271" y="34"/>
                      <a:pt x="250" y="5"/>
                      <a:pt x="217" y="1"/>
                    </a:cubicBezTo>
                    <a:cubicBezTo>
                      <a:pt x="214" y="1"/>
                      <a:pt x="211" y="0"/>
                      <a:pt x="2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8"/>
              <p:cNvSpPr/>
              <p:nvPr/>
            </p:nvSpPr>
            <p:spPr>
              <a:xfrm>
                <a:off x="410025" y="1337225"/>
                <a:ext cx="19825" cy="18575"/>
              </a:xfrm>
              <a:custGeom>
                <a:avLst/>
                <a:gdLst/>
                <a:ahLst/>
                <a:cxnLst/>
                <a:rect l="l" t="t" r="r" b="b"/>
                <a:pathLst>
                  <a:path w="793" h="743" extrusionOk="0">
                    <a:moveTo>
                      <a:pt x="396" y="0"/>
                    </a:moveTo>
                    <a:cubicBezTo>
                      <a:pt x="214" y="0"/>
                      <a:pt x="55" y="133"/>
                      <a:pt x="29" y="319"/>
                    </a:cubicBezTo>
                    <a:cubicBezTo>
                      <a:pt x="0" y="522"/>
                      <a:pt x="140" y="710"/>
                      <a:pt x="344" y="739"/>
                    </a:cubicBezTo>
                    <a:cubicBezTo>
                      <a:pt x="361" y="741"/>
                      <a:pt x="379" y="742"/>
                      <a:pt x="396" y="742"/>
                    </a:cubicBezTo>
                    <a:cubicBezTo>
                      <a:pt x="578" y="742"/>
                      <a:pt x="737" y="608"/>
                      <a:pt x="764" y="422"/>
                    </a:cubicBezTo>
                    <a:cubicBezTo>
                      <a:pt x="792" y="221"/>
                      <a:pt x="650" y="33"/>
                      <a:pt x="449" y="4"/>
                    </a:cubicBezTo>
                    <a:cubicBezTo>
                      <a:pt x="431" y="1"/>
                      <a:pt x="414" y="0"/>
                      <a:pt x="3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8"/>
              <p:cNvSpPr/>
              <p:nvPr/>
            </p:nvSpPr>
            <p:spPr>
              <a:xfrm>
                <a:off x="415350" y="1279575"/>
                <a:ext cx="22250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890" h="1195" extrusionOk="0">
                    <a:moveTo>
                      <a:pt x="670" y="1"/>
                    </a:moveTo>
                    <a:cubicBezTo>
                      <a:pt x="501" y="1"/>
                      <a:pt x="343" y="103"/>
                      <a:pt x="230" y="238"/>
                    </a:cubicBezTo>
                    <a:cubicBezTo>
                      <a:pt x="21" y="490"/>
                      <a:pt x="0" y="821"/>
                      <a:pt x="21" y="1136"/>
                    </a:cubicBezTo>
                    <a:cubicBezTo>
                      <a:pt x="24" y="1175"/>
                      <a:pt x="55" y="1194"/>
                      <a:pt x="86" y="1194"/>
                    </a:cubicBezTo>
                    <a:cubicBezTo>
                      <a:pt x="120" y="1194"/>
                      <a:pt x="155" y="1172"/>
                      <a:pt x="152" y="1128"/>
                    </a:cubicBezTo>
                    <a:cubicBezTo>
                      <a:pt x="136" y="912"/>
                      <a:pt x="136" y="687"/>
                      <a:pt x="226" y="488"/>
                    </a:cubicBezTo>
                    <a:cubicBezTo>
                      <a:pt x="297" y="334"/>
                      <a:pt x="468" y="127"/>
                      <a:pt x="660" y="127"/>
                    </a:cubicBezTo>
                    <a:cubicBezTo>
                      <a:pt x="693" y="127"/>
                      <a:pt x="726" y="133"/>
                      <a:pt x="760" y="146"/>
                    </a:cubicBezTo>
                    <a:cubicBezTo>
                      <a:pt x="768" y="149"/>
                      <a:pt x="777" y="151"/>
                      <a:pt x="785" y="151"/>
                    </a:cubicBezTo>
                    <a:cubicBezTo>
                      <a:pt x="850" y="151"/>
                      <a:pt x="889" y="57"/>
                      <a:pt x="821" y="29"/>
                    </a:cubicBezTo>
                    <a:cubicBezTo>
                      <a:pt x="771" y="10"/>
                      <a:pt x="720" y="1"/>
                      <a:pt x="6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0" name="Google Shape;530;p28"/>
            <p:cNvGrpSpPr/>
            <p:nvPr/>
          </p:nvGrpSpPr>
          <p:grpSpPr>
            <a:xfrm>
              <a:off x="4013670" y="1313512"/>
              <a:ext cx="267669" cy="218487"/>
              <a:chOff x="5717825" y="3704150"/>
              <a:chExt cx="191575" cy="156375"/>
            </a:xfrm>
          </p:grpSpPr>
          <p:sp>
            <p:nvSpPr>
              <p:cNvPr id="531" name="Google Shape;531;p28"/>
              <p:cNvSpPr/>
              <p:nvPr/>
            </p:nvSpPr>
            <p:spPr>
              <a:xfrm>
                <a:off x="5747375" y="3704150"/>
                <a:ext cx="162025" cy="137400"/>
              </a:xfrm>
              <a:custGeom>
                <a:avLst/>
                <a:gdLst/>
                <a:ahLst/>
                <a:cxnLst/>
                <a:rect l="l" t="t" r="r" b="b"/>
                <a:pathLst>
                  <a:path w="6481" h="5496" extrusionOk="0">
                    <a:moveTo>
                      <a:pt x="194" y="0"/>
                    </a:moveTo>
                    <a:cubicBezTo>
                      <a:pt x="87" y="0"/>
                      <a:pt x="0" y="86"/>
                      <a:pt x="0" y="194"/>
                    </a:cubicBezTo>
                    <a:lnTo>
                      <a:pt x="0" y="5302"/>
                    </a:lnTo>
                    <a:cubicBezTo>
                      <a:pt x="0" y="5410"/>
                      <a:pt x="87" y="5496"/>
                      <a:pt x="194" y="5496"/>
                    </a:cubicBezTo>
                    <a:lnTo>
                      <a:pt x="6286" y="5496"/>
                    </a:lnTo>
                    <a:cubicBezTo>
                      <a:pt x="6394" y="5496"/>
                      <a:pt x="6480" y="5410"/>
                      <a:pt x="6480" y="5302"/>
                    </a:cubicBezTo>
                    <a:lnTo>
                      <a:pt x="6480" y="194"/>
                    </a:lnTo>
                    <a:cubicBezTo>
                      <a:pt x="6480" y="86"/>
                      <a:pt x="6394" y="0"/>
                      <a:pt x="62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>
                <a:off x="5717825" y="3806375"/>
                <a:ext cx="64000" cy="54150"/>
              </a:xfrm>
              <a:custGeom>
                <a:avLst/>
                <a:gdLst/>
                <a:ahLst/>
                <a:cxnLst/>
                <a:rect l="l" t="t" r="r" b="b"/>
                <a:pathLst>
                  <a:path w="2560" h="2166" extrusionOk="0">
                    <a:moveTo>
                      <a:pt x="1190" y="1"/>
                    </a:moveTo>
                    <a:lnTo>
                      <a:pt x="79" y="1879"/>
                    </a:lnTo>
                    <a:cubicBezTo>
                      <a:pt x="0" y="2012"/>
                      <a:pt x="104" y="2166"/>
                      <a:pt x="241" y="2166"/>
                    </a:cubicBezTo>
                    <a:cubicBezTo>
                      <a:pt x="263" y="2166"/>
                      <a:pt x="286" y="2162"/>
                      <a:pt x="310" y="2153"/>
                    </a:cubicBezTo>
                    <a:lnTo>
                      <a:pt x="2560" y="1298"/>
                    </a:lnTo>
                    <a:lnTo>
                      <a:pt x="119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8"/>
              <p:cNvSpPr/>
              <p:nvPr/>
            </p:nvSpPr>
            <p:spPr>
              <a:xfrm>
                <a:off x="5786125" y="3739900"/>
                <a:ext cx="93450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3738" h="2513" extrusionOk="0">
                    <a:moveTo>
                      <a:pt x="3593" y="1"/>
                    </a:moveTo>
                    <a:cubicBezTo>
                      <a:pt x="3566" y="1"/>
                      <a:pt x="3540" y="9"/>
                      <a:pt x="3516" y="26"/>
                    </a:cubicBezTo>
                    <a:lnTo>
                      <a:pt x="576" y="2176"/>
                    </a:lnTo>
                    <a:lnTo>
                      <a:pt x="265" y="1217"/>
                    </a:lnTo>
                    <a:cubicBezTo>
                      <a:pt x="248" y="1163"/>
                      <a:pt x="198" y="1128"/>
                      <a:pt x="144" y="1128"/>
                    </a:cubicBezTo>
                    <a:cubicBezTo>
                      <a:pt x="131" y="1128"/>
                      <a:pt x="117" y="1130"/>
                      <a:pt x="104" y="1135"/>
                    </a:cubicBezTo>
                    <a:cubicBezTo>
                      <a:pt x="37" y="1156"/>
                      <a:pt x="0" y="1229"/>
                      <a:pt x="21" y="1296"/>
                    </a:cubicBezTo>
                    <a:lnTo>
                      <a:pt x="386" y="2424"/>
                    </a:lnTo>
                    <a:cubicBezTo>
                      <a:pt x="399" y="2462"/>
                      <a:pt x="430" y="2493"/>
                      <a:pt x="468" y="2506"/>
                    </a:cubicBezTo>
                    <a:cubicBezTo>
                      <a:pt x="482" y="2510"/>
                      <a:pt x="495" y="2512"/>
                      <a:pt x="509" y="2512"/>
                    </a:cubicBezTo>
                    <a:cubicBezTo>
                      <a:pt x="535" y="2512"/>
                      <a:pt x="560" y="2504"/>
                      <a:pt x="583" y="2487"/>
                    </a:cubicBezTo>
                    <a:lnTo>
                      <a:pt x="3668" y="231"/>
                    </a:lnTo>
                    <a:cubicBezTo>
                      <a:pt x="3724" y="191"/>
                      <a:pt x="3737" y="110"/>
                      <a:pt x="3695" y="53"/>
                    </a:cubicBezTo>
                    <a:cubicBezTo>
                      <a:pt x="3670" y="19"/>
                      <a:pt x="3632" y="1"/>
                      <a:pt x="35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" name="Google Shape;534;p28"/>
            <p:cNvGrpSpPr/>
            <p:nvPr/>
          </p:nvGrpSpPr>
          <p:grpSpPr>
            <a:xfrm>
              <a:off x="1998818" y="1314021"/>
              <a:ext cx="574253" cy="902668"/>
              <a:chOff x="5007550" y="3794525"/>
              <a:chExt cx="470275" cy="739225"/>
            </a:xfrm>
          </p:grpSpPr>
          <p:sp>
            <p:nvSpPr>
              <p:cNvPr id="535" name="Google Shape;535;p28"/>
              <p:cNvSpPr/>
              <p:nvPr/>
            </p:nvSpPr>
            <p:spPr>
              <a:xfrm>
                <a:off x="5007550" y="3794525"/>
                <a:ext cx="470275" cy="575900"/>
              </a:xfrm>
              <a:custGeom>
                <a:avLst/>
                <a:gdLst/>
                <a:ahLst/>
                <a:cxnLst/>
                <a:rect l="l" t="t" r="r" b="b"/>
                <a:pathLst>
                  <a:path w="18811" h="23036" extrusionOk="0">
                    <a:moveTo>
                      <a:pt x="9344" y="1"/>
                    </a:moveTo>
                    <a:cubicBezTo>
                      <a:pt x="9308" y="1"/>
                      <a:pt x="9273" y="1"/>
                      <a:pt x="9239" y="3"/>
                    </a:cubicBezTo>
                    <a:cubicBezTo>
                      <a:pt x="4117" y="95"/>
                      <a:pt x="1" y="4281"/>
                      <a:pt x="14" y="9421"/>
                    </a:cubicBezTo>
                    <a:cubicBezTo>
                      <a:pt x="18" y="11129"/>
                      <a:pt x="478" y="12730"/>
                      <a:pt x="1280" y="14110"/>
                    </a:cubicBezTo>
                    <a:cubicBezTo>
                      <a:pt x="2339" y="15934"/>
                      <a:pt x="3363" y="17779"/>
                      <a:pt x="4328" y="19655"/>
                    </a:cubicBezTo>
                    <a:cubicBezTo>
                      <a:pt x="4660" y="20300"/>
                      <a:pt x="4984" y="20946"/>
                      <a:pt x="5301" y="21598"/>
                    </a:cubicBezTo>
                    <a:lnTo>
                      <a:pt x="5999" y="23035"/>
                    </a:lnTo>
                    <a:lnTo>
                      <a:pt x="11702" y="23022"/>
                    </a:lnTo>
                    <a:lnTo>
                      <a:pt x="12891" y="23018"/>
                    </a:lnTo>
                    <a:lnTo>
                      <a:pt x="13900" y="20919"/>
                    </a:lnTo>
                    <a:cubicBezTo>
                      <a:pt x="14420" y="19838"/>
                      <a:pt x="14965" y="18769"/>
                      <a:pt x="15531" y="17710"/>
                    </a:cubicBezTo>
                    <a:cubicBezTo>
                      <a:pt x="16177" y="16498"/>
                      <a:pt x="16850" y="15299"/>
                      <a:pt x="17541" y="14110"/>
                    </a:cubicBezTo>
                    <a:cubicBezTo>
                      <a:pt x="18350" y="12717"/>
                      <a:pt x="18811" y="11098"/>
                      <a:pt x="18807" y="9374"/>
                    </a:cubicBezTo>
                    <a:cubicBezTo>
                      <a:pt x="18794" y="4271"/>
                      <a:pt x="14683" y="112"/>
                      <a:pt x="9617" y="3"/>
                    </a:cubicBezTo>
                    <a:cubicBezTo>
                      <a:pt x="9525" y="1"/>
                      <a:pt x="9434" y="1"/>
                      <a:pt x="934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>
                <a:off x="5115750" y="3794525"/>
                <a:ext cx="362075" cy="575900"/>
              </a:xfrm>
              <a:custGeom>
                <a:avLst/>
                <a:gdLst/>
                <a:ahLst/>
                <a:cxnLst/>
                <a:rect l="l" t="t" r="r" b="b"/>
                <a:pathLst>
                  <a:path w="14483" h="23036" extrusionOk="0">
                    <a:moveTo>
                      <a:pt x="5016" y="1"/>
                    </a:moveTo>
                    <a:cubicBezTo>
                      <a:pt x="4980" y="1"/>
                      <a:pt x="4945" y="1"/>
                      <a:pt x="4911" y="3"/>
                    </a:cubicBezTo>
                    <a:cubicBezTo>
                      <a:pt x="6856" y="596"/>
                      <a:pt x="12074" y="3266"/>
                      <a:pt x="11339" y="9410"/>
                    </a:cubicBezTo>
                    <a:cubicBezTo>
                      <a:pt x="10681" y="14901"/>
                      <a:pt x="6388" y="19716"/>
                      <a:pt x="1046" y="19716"/>
                    </a:cubicBezTo>
                    <a:cubicBezTo>
                      <a:pt x="701" y="19716"/>
                      <a:pt x="352" y="19696"/>
                      <a:pt x="0" y="19655"/>
                    </a:cubicBezTo>
                    <a:lnTo>
                      <a:pt x="0" y="19655"/>
                    </a:lnTo>
                    <a:cubicBezTo>
                      <a:pt x="332" y="20300"/>
                      <a:pt x="656" y="20946"/>
                      <a:pt x="973" y="21598"/>
                    </a:cubicBezTo>
                    <a:lnTo>
                      <a:pt x="1671" y="23035"/>
                    </a:lnTo>
                    <a:lnTo>
                      <a:pt x="7374" y="23022"/>
                    </a:lnTo>
                    <a:lnTo>
                      <a:pt x="8563" y="23018"/>
                    </a:lnTo>
                    <a:lnTo>
                      <a:pt x="9572" y="20919"/>
                    </a:lnTo>
                    <a:cubicBezTo>
                      <a:pt x="10092" y="19838"/>
                      <a:pt x="10637" y="18769"/>
                      <a:pt x="11203" y="17710"/>
                    </a:cubicBezTo>
                    <a:cubicBezTo>
                      <a:pt x="11849" y="16498"/>
                      <a:pt x="12522" y="15299"/>
                      <a:pt x="13213" y="14110"/>
                    </a:cubicBezTo>
                    <a:cubicBezTo>
                      <a:pt x="14022" y="12717"/>
                      <a:pt x="14483" y="11098"/>
                      <a:pt x="14479" y="9374"/>
                    </a:cubicBezTo>
                    <a:cubicBezTo>
                      <a:pt x="14464" y="4271"/>
                      <a:pt x="10355" y="112"/>
                      <a:pt x="5287" y="3"/>
                    </a:cubicBezTo>
                    <a:cubicBezTo>
                      <a:pt x="5197" y="1"/>
                      <a:pt x="5106" y="1"/>
                      <a:pt x="50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8"/>
              <p:cNvSpPr/>
              <p:nvPr/>
            </p:nvSpPr>
            <p:spPr>
              <a:xfrm>
                <a:off x="5157550" y="4067575"/>
                <a:ext cx="38050" cy="302600"/>
              </a:xfrm>
              <a:custGeom>
                <a:avLst/>
                <a:gdLst/>
                <a:ahLst/>
                <a:cxnLst/>
                <a:rect l="l" t="t" r="r" b="b"/>
                <a:pathLst>
                  <a:path w="1522" h="12104" extrusionOk="0">
                    <a:moveTo>
                      <a:pt x="128" y="1"/>
                    </a:moveTo>
                    <a:cubicBezTo>
                      <a:pt x="123" y="1"/>
                      <a:pt x="119" y="1"/>
                      <a:pt x="114" y="1"/>
                    </a:cubicBezTo>
                    <a:cubicBezTo>
                      <a:pt x="49" y="7"/>
                      <a:pt x="1" y="67"/>
                      <a:pt x="8" y="132"/>
                    </a:cubicBezTo>
                    <a:lnTo>
                      <a:pt x="1278" y="11998"/>
                    </a:lnTo>
                    <a:cubicBezTo>
                      <a:pt x="1286" y="12060"/>
                      <a:pt x="1338" y="12104"/>
                      <a:pt x="1397" y="12104"/>
                    </a:cubicBezTo>
                    <a:lnTo>
                      <a:pt x="1411" y="12104"/>
                    </a:lnTo>
                    <a:cubicBezTo>
                      <a:pt x="1476" y="12096"/>
                      <a:pt x="1522" y="12038"/>
                      <a:pt x="1516" y="11973"/>
                    </a:cubicBezTo>
                    <a:lnTo>
                      <a:pt x="244" y="107"/>
                    </a:lnTo>
                    <a:cubicBezTo>
                      <a:pt x="239" y="46"/>
                      <a:pt x="187" y="1"/>
                      <a:pt x="12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8"/>
              <p:cNvSpPr/>
              <p:nvPr/>
            </p:nvSpPr>
            <p:spPr>
              <a:xfrm>
                <a:off x="5293550" y="4067575"/>
                <a:ext cx="38125" cy="302600"/>
              </a:xfrm>
              <a:custGeom>
                <a:avLst/>
                <a:gdLst/>
                <a:ahLst/>
                <a:cxnLst/>
                <a:rect l="l" t="t" r="r" b="b"/>
                <a:pathLst>
                  <a:path w="1525" h="12104" extrusionOk="0">
                    <a:moveTo>
                      <a:pt x="1397" y="1"/>
                    </a:moveTo>
                    <a:cubicBezTo>
                      <a:pt x="1338" y="1"/>
                      <a:pt x="1286" y="46"/>
                      <a:pt x="1280" y="107"/>
                    </a:cubicBezTo>
                    <a:lnTo>
                      <a:pt x="1137" y="1436"/>
                    </a:lnTo>
                    <a:lnTo>
                      <a:pt x="1137" y="1438"/>
                    </a:lnTo>
                    <a:lnTo>
                      <a:pt x="1056" y="2196"/>
                    </a:lnTo>
                    <a:lnTo>
                      <a:pt x="9" y="11973"/>
                    </a:lnTo>
                    <a:cubicBezTo>
                      <a:pt x="1" y="12038"/>
                      <a:pt x="49" y="12096"/>
                      <a:pt x="114" y="12104"/>
                    </a:cubicBezTo>
                    <a:lnTo>
                      <a:pt x="128" y="12104"/>
                    </a:lnTo>
                    <a:cubicBezTo>
                      <a:pt x="187" y="12104"/>
                      <a:pt x="239" y="12060"/>
                      <a:pt x="246" y="11998"/>
                    </a:cubicBezTo>
                    <a:lnTo>
                      <a:pt x="1372" y="1482"/>
                    </a:lnTo>
                    <a:lnTo>
                      <a:pt x="1445" y="782"/>
                    </a:lnTo>
                    <a:lnTo>
                      <a:pt x="1516" y="132"/>
                    </a:lnTo>
                    <a:cubicBezTo>
                      <a:pt x="1524" y="67"/>
                      <a:pt x="1476" y="7"/>
                      <a:pt x="1411" y="1"/>
                    </a:cubicBezTo>
                    <a:cubicBezTo>
                      <a:pt x="1406" y="1"/>
                      <a:pt x="1402" y="1"/>
                      <a:pt x="1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8"/>
              <p:cNvSpPr/>
              <p:nvPr/>
            </p:nvSpPr>
            <p:spPr>
              <a:xfrm>
                <a:off x="5164425" y="4086600"/>
                <a:ext cx="165325" cy="36500"/>
              </a:xfrm>
              <a:custGeom>
                <a:avLst/>
                <a:gdLst/>
                <a:ahLst/>
                <a:cxnLst/>
                <a:rect l="l" t="t" r="r" b="b"/>
                <a:pathLst>
                  <a:path w="6613" h="1460" extrusionOk="0">
                    <a:moveTo>
                      <a:pt x="5469" y="0"/>
                    </a:moveTo>
                    <a:cubicBezTo>
                      <a:pt x="5319" y="0"/>
                      <a:pt x="5193" y="98"/>
                      <a:pt x="5156" y="244"/>
                    </a:cubicBezTo>
                    <a:lnTo>
                      <a:pt x="4922" y="1157"/>
                    </a:lnTo>
                    <a:cubicBezTo>
                      <a:pt x="4907" y="1216"/>
                      <a:pt x="4857" y="1220"/>
                      <a:pt x="4840" y="1220"/>
                    </a:cubicBezTo>
                    <a:cubicBezTo>
                      <a:pt x="4825" y="1220"/>
                      <a:pt x="4775" y="1216"/>
                      <a:pt x="4759" y="1157"/>
                    </a:cubicBezTo>
                    <a:lnTo>
                      <a:pt x="4525" y="244"/>
                    </a:lnTo>
                    <a:cubicBezTo>
                      <a:pt x="4506" y="171"/>
                      <a:pt x="4466" y="111"/>
                      <a:pt x="4410" y="67"/>
                    </a:cubicBezTo>
                    <a:cubicBezTo>
                      <a:pt x="4355" y="25"/>
                      <a:pt x="4287" y="2"/>
                      <a:pt x="4211" y="2"/>
                    </a:cubicBezTo>
                    <a:cubicBezTo>
                      <a:pt x="4063" y="2"/>
                      <a:pt x="3936" y="98"/>
                      <a:pt x="3900" y="244"/>
                    </a:cubicBezTo>
                    <a:lnTo>
                      <a:pt x="3664" y="1157"/>
                    </a:lnTo>
                    <a:cubicBezTo>
                      <a:pt x="3651" y="1216"/>
                      <a:pt x="3599" y="1220"/>
                      <a:pt x="3583" y="1220"/>
                    </a:cubicBezTo>
                    <a:cubicBezTo>
                      <a:pt x="3568" y="1220"/>
                      <a:pt x="3516" y="1216"/>
                      <a:pt x="3501" y="1157"/>
                    </a:cubicBezTo>
                    <a:lnTo>
                      <a:pt x="3267" y="244"/>
                    </a:lnTo>
                    <a:cubicBezTo>
                      <a:pt x="3230" y="98"/>
                      <a:pt x="3106" y="2"/>
                      <a:pt x="2954" y="2"/>
                    </a:cubicBezTo>
                    <a:cubicBezTo>
                      <a:pt x="2805" y="2"/>
                      <a:pt x="2680" y="100"/>
                      <a:pt x="2642" y="244"/>
                    </a:cubicBezTo>
                    <a:lnTo>
                      <a:pt x="2408" y="1157"/>
                    </a:lnTo>
                    <a:cubicBezTo>
                      <a:pt x="2394" y="1214"/>
                      <a:pt x="2342" y="1220"/>
                      <a:pt x="2327" y="1220"/>
                    </a:cubicBezTo>
                    <a:cubicBezTo>
                      <a:pt x="2312" y="1220"/>
                      <a:pt x="2260" y="1214"/>
                      <a:pt x="2244" y="1157"/>
                    </a:cubicBezTo>
                    <a:lnTo>
                      <a:pt x="2010" y="244"/>
                    </a:lnTo>
                    <a:cubicBezTo>
                      <a:pt x="1993" y="171"/>
                      <a:pt x="1953" y="111"/>
                      <a:pt x="1897" y="67"/>
                    </a:cubicBezTo>
                    <a:cubicBezTo>
                      <a:pt x="1842" y="27"/>
                      <a:pt x="1773" y="2"/>
                      <a:pt x="1698" y="2"/>
                    </a:cubicBezTo>
                    <a:cubicBezTo>
                      <a:pt x="1548" y="2"/>
                      <a:pt x="1423" y="100"/>
                      <a:pt x="1385" y="244"/>
                    </a:cubicBezTo>
                    <a:lnTo>
                      <a:pt x="1151" y="1157"/>
                    </a:lnTo>
                    <a:cubicBezTo>
                      <a:pt x="1138" y="1214"/>
                      <a:pt x="1086" y="1220"/>
                      <a:pt x="1070" y="1220"/>
                    </a:cubicBezTo>
                    <a:cubicBezTo>
                      <a:pt x="1055" y="1220"/>
                      <a:pt x="1003" y="1214"/>
                      <a:pt x="988" y="1157"/>
                    </a:cubicBezTo>
                    <a:lnTo>
                      <a:pt x="756" y="244"/>
                    </a:lnTo>
                    <a:cubicBezTo>
                      <a:pt x="737" y="173"/>
                      <a:pt x="696" y="111"/>
                      <a:pt x="641" y="69"/>
                    </a:cubicBezTo>
                    <a:cubicBezTo>
                      <a:pt x="585" y="27"/>
                      <a:pt x="518" y="2"/>
                      <a:pt x="441" y="2"/>
                    </a:cubicBezTo>
                    <a:cubicBezTo>
                      <a:pt x="292" y="2"/>
                      <a:pt x="167" y="100"/>
                      <a:pt x="129" y="246"/>
                    </a:cubicBezTo>
                    <a:lnTo>
                      <a:pt x="0" y="746"/>
                    </a:lnTo>
                    <a:lnTo>
                      <a:pt x="63" y="1341"/>
                    </a:lnTo>
                    <a:cubicBezTo>
                      <a:pt x="92" y="1304"/>
                      <a:pt x="113" y="1262"/>
                      <a:pt x="127" y="1216"/>
                    </a:cubicBezTo>
                    <a:lnTo>
                      <a:pt x="361" y="305"/>
                    </a:lnTo>
                    <a:cubicBezTo>
                      <a:pt x="376" y="246"/>
                      <a:pt x="426" y="240"/>
                      <a:pt x="441" y="240"/>
                    </a:cubicBezTo>
                    <a:cubicBezTo>
                      <a:pt x="459" y="240"/>
                      <a:pt x="508" y="246"/>
                      <a:pt x="524" y="305"/>
                    </a:cubicBezTo>
                    <a:lnTo>
                      <a:pt x="758" y="1214"/>
                    </a:lnTo>
                    <a:cubicBezTo>
                      <a:pt x="777" y="1287"/>
                      <a:pt x="817" y="1349"/>
                      <a:pt x="871" y="1391"/>
                    </a:cubicBezTo>
                    <a:cubicBezTo>
                      <a:pt x="927" y="1433"/>
                      <a:pt x="996" y="1458"/>
                      <a:pt x="1070" y="1458"/>
                    </a:cubicBezTo>
                    <a:cubicBezTo>
                      <a:pt x="1220" y="1458"/>
                      <a:pt x="1347" y="1360"/>
                      <a:pt x="1383" y="1214"/>
                    </a:cubicBezTo>
                    <a:lnTo>
                      <a:pt x="1617" y="303"/>
                    </a:lnTo>
                    <a:cubicBezTo>
                      <a:pt x="1633" y="244"/>
                      <a:pt x="1682" y="240"/>
                      <a:pt x="1698" y="240"/>
                    </a:cubicBezTo>
                    <a:cubicBezTo>
                      <a:pt x="1713" y="240"/>
                      <a:pt x="1765" y="244"/>
                      <a:pt x="1780" y="303"/>
                    </a:cubicBezTo>
                    <a:lnTo>
                      <a:pt x="2014" y="1214"/>
                    </a:lnTo>
                    <a:cubicBezTo>
                      <a:pt x="2051" y="1360"/>
                      <a:pt x="2177" y="1458"/>
                      <a:pt x="2327" y="1458"/>
                    </a:cubicBezTo>
                    <a:cubicBezTo>
                      <a:pt x="2477" y="1458"/>
                      <a:pt x="2601" y="1360"/>
                      <a:pt x="2640" y="1216"/>
                    </a:cubicBezTo>
                    <a:lnTo>
                      <a:pt x="2872" y="303"/>
                    </a:lnTo>
                    <a:cubicBezTo>
                      <a:pt x="2887" y="244"/>
                      <a:pt x="2939" y="240"/>
                      <a:pt x="2956" y="240"/>
                    </a:cubicBezTo>
                    <a:cubicBezTo>
                      <a:pt x="2970" y="240"/>
                      <a:pt x="3021" y="244"/>
                      <a:pt x="3037" y="303"/>
                    </a:cubicBezTo>
                    <a:lnTo>
                      <a:pt x="3271" y="1216"/>
                    </a:lnTo>
                    <a:cubicBezTo>
                      <a:pt x="3307" y="1362"/>
                      <a:pt x="3434" y="1460"/>
                      <a:pt x="3583" y="1460"/>
                    </a:cubicBezTo>
                    <a:cubicBezTo>
                      <a:pt x="3733" y="1460"/>
                      <a:pt x="3860" y="1362"/>
                      <a:pt x="3896" y="1216"/>
                    </a:cubicBezTo>
                    <a:lnTo>
                      <a:pt x="4130" y="303"/>
                    </a:lnTo>
                    <a:cubicBezTo>
                      <a:pt x="4145" y="244"/>
                      <a:pt x="4195" y="240"/>
                      <a:pt x="4213" y="240"/>
                    </a:cubicBezTo>
                    <a:cubicBezTo>
                      <a:pt x="4228" y="240"/>
                      <a:pt x="4278" y="244"/>
                      <a:pt x="4293" y="303"/>
                    </a:cubicBezTo>
                    <a:lnTo>
                      <a:pt x="4527" y="1216"/>
                    </a:lnTo>
                    <a:cubicBezTo>
                      <a:pt x="4566" y="1362"/>
                      <a:pt x="4692" y="1460"/>
                      <a:pt x="4840" y="1460"/>
                    </a:cubicBezTo>
                    <a:cubicBezTo>
                      <a:pt x="4989" y="1460"/>
                      <a:pt x="5116" y="1362"/>
                      <a:pt x="5153" y="1216"/>
                    </a:cubicBezTo>
                    <a:lnTo>
                      <a:pt x="5387" y="303"/>
                    </a:lnTo>
                    <a:cubicBezTo>
                      <a:pt x="5402" y="244"/>
                      <a:pt x="5454" y="240"/>
                      <a:pt x="5469" y="240"/>
                    </a:cubicBezTo>
                    <a:cubicBezTo>
                      <a:pt x="5484" y="240"/>
                      <a:pt x="5536" y="244"/>
                      <a:pt x="5552" y="303"/>
                    </a:cubicBezTo>
                    <a:lnTo>
                      <a:pt x="5786" y="1216"/>
                    </a:lnTo>
                    <a:cubicBezTo>
                      <a:pt x="5822" y="1360"/>
                      <a:pt x="5949" y="1458"/>
                      <a:pt x="6096" y="1458"/>
                    </a:cubicBezTo>
                    <a:cubicBezTo>
                      <a:pt x="6142" y="1458"/>
                      <a:pt x="6183" y="1450"/>
                      <a:pt x="6221" y="1435"/>
                    </a:cubicBezTo>
                    <a:cubicBezTo>
                      <a:pt x="6313" y="1398"/>
                      <a:pt x="6384" y="1320"/>
                      <a:pt x="6411" y="1216"/>
                    </a:cubicBezTo>
                    <a:lnTo>
                      <a:pt x="6537" y="721"/>
                    </a:lnTo>
                    <a:lnTo>
                      <a:pt x="6612" y="21"/>
                    </a:lnTo>
                    <a:lnTo>
                      <a:pt x="6610" y="21"/>
                    </a:lnTo>
                    <a:cubicBezTo>
                      <a:pt x="6514" y="56"/>
                      <a:pt x="6440" y="136"/>
                      <a:pt x="6413" y="242"/>
                    </a:cubicBezTo>
                    <a:lnTo>
                      <a:pt x="6302" y="673"/>
                    </a:lnTo>
                    <a:lnTo>
                      <a:pt x="6302" y="677"/>
                    </a:lnTo>
                    <a:lnTo>
                      <a:pt x="6179" y="1157"/>
                    </a:lnTo>
                    <a:cubicBezTo>
                      <a:pt x="6163" y="1214"/>
                      <a:pt x="6112" y="1220"/>
                      <a:pt x="6096" y="1220"/>
                    </a:cubicBezTo>
                    <a:cubicBezTo>
                      <a:pt x="6081" y="1220"/>
                      <a:pt x="6029" y="1214"/>
                      <a:pt x="6016" y="1157"/>
                    </a:cubicBezTo>
                    <a:lnTo>
                      <a:pt x="5782" y="244"/>
                    </a:lnTo>
                    <a:cubicBezTo>
                      <a:pt x="5743" y="98"/>
                      <a:pt x="5619" y="0"/>
                      <a:pt x="54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8"/>
              <p:cNvSpPr/>
              <p:nvPr/>
            </p:nvSpPr>
            <p:spPr>
              <a:xfrm>
                <a:off x="5203775" y="4455750"/>
                <a:ext cx="780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3120" extrusionOk="0">
                    <a:moveTo>
                      <a:pt x="1561" y="1"/>
                    </a:moveTo>
                    <a:cubicBezTo>
                      <a:pt x="699" y="1"/>
                      <a:pt x="1" y="699"/>
                      <a:pt x="1" y="1560"/>
                    </a:cubicBezTo>
                    <a:cubicBezTo>
                      <a:pt x="1" y="2422"/>
                      <a:pt x="699" y="3120"/>
                      <a:pt x="1561" y="3120"/>
                    </a:cubicBezTo>
                    <a:cubicBezTo>
                      <a:pt x="2422" y="3120"/>
                      <a:pt x="3120" y="2422"/>
                      <a:pt x="3120" y="1560"/>
                    </a:cubicBezTo>
                    <a:cubicBezTo>
                      <a:pt x="3120" y="699"/>
                      <a:pt x="2422" y="1"/>
                      <a:pt x="15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8"/>
              <p:cNvSpPr/>
              <p:nvPr/>
            </p:nvSpPr>
            <p:spPr>
              <a:xfrm>
                <a:off x="5128775" y="4367175"/>
                <a:ext cx="23565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2190" extrusionOk="0">
                    <a:moveTo>
                      <a:pt x="76" y="1"/>
                    </a:moveTo>
                    <a:cubicBezTo>
                      <a:pt x="33" y="1"/>
                      <a:pt x="1" y="35"/>
                      <a:pt x="1" y="76"/>
                    </a:cubicBezTo>
                    <a:lnTo>
                      <a:pt x="1" y="2115"/>
                    </a:lnTo>
                    <a:cubicBezTo>
                      <a:pt x="1" y="2155"/>
                      <a:pt x="33" y="2189"/>
                      <a:pt x="76" y="2189"/>
                    </a:cubicBezTo>
                    <a:lnTo>
                      <a:pt x="9350" y="2189"/>
                    </a:lnTo>
                    <a:cubicBezTo>
                      <a:pt x="9391" y="2189"/>
                      <a:pt x="9425" y="2155"/>
                      <a:pt x="9425" y="2115"/>
                    </a:cubicBezTo>
                    <a:lnTo>
                      <a:pt x="9425" y="76"/>
                    </a:lnTo>
                    <a:cubicBezTo>
                      <a:pt x="9425" y="35"/>
                      <a:pt x="9391" y="1"/>
                      <a:pt x="93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8"/>
              <p:cNvSpPr/>
              <p:nvPr/>
            </p:nvSpPr>
            <p:spPr>
              <a:xfrm>
                <a:off x="5128775" y="4421900"/>
                <a:ext cx="235650" cy="54750"/>
              </a:xfrm>
              <a:custGeom>
                <a:avLst/>
                <a:gdLst/>
                <a:ahLst/>
                <a:cxnLst/>
                <a:rect l="l" t="t" r="r" b="b"/>
                <a:pathLst>
                  <a:path w="9426" h="2190" extrusionOk="0">
                    <a:moveTo>
                      <a:pt x="76" y="0"/>
                    </a:moveTo>
                    <a:cubicBezTo>
                      <a:pt x="33" y="0"/>
                      <a:pt x="1" y="35"/>
                      <a:pt x="1" y="75"/>
                    </a:cubicBezTo>
                    <a:lnTo>
                      <a:pt x="1" y="2114"/>
                    </a:lnTo>
                    <a:cubicBezTo>
                      <a:pt x="1" y="2155"/>
                      <a:pt x="33" y="2189"/>
                      <a:pt x="76" y="2189"/>
                    </a:cubicBezTo>
                    <a:lnTo>
                      <a:pt x="9350" y="2189"/>
                    </a:lnTo>
                    <a:cubicBezTo>
                      <a:pt x="9391" y="2189"/>
                      <a:pt x="9425" y="2155"/>
                      <a:pt x="9425" y="2114"/>
                    </a:cubicBezTo>
                    <a:lnTo>
                      <a:pt x="9425" y="75"/>
                    </a:lnTo>
                    <a:cubicBezTo>
                      <a:pt x="9425" y="35"/>
                      <a:pt x="9391" y="0"/>
                      <a:pt x="93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8"/>
              <p:cNvSpPr/>
              <p:nvPr/>
            </p:nvSpPr>
            <p:spPr>
              <a:xfrm>
                <a:off x="5187675" y="4458500"/>
                <a:ext cx="117850" cy="36275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1451" extrusionOk="0">
                    <a:moveTo>
                      <a:pt x="50" y="0"/>
                    </a:moveTo>
                    <a:cubicBezTo>
                      <a:pt x="23" y="0"/>
                      <a:pt x="0" y="23"/>
                      <a:pt x="0" y="50"/>
                    </a:cubicBezTo>
                    <a:lnTo>
                      <a:pt x="0" y="1400"/>
                    </a:lnTo>
                    <a:cubicBezTo>
                      <a:pt x="0" y="1427"/>
                      <a:pt x="23" y="1450"/>
                      <a:pt x="50" y="1450"/>
                    </a:cubicBezTo>
                    <a:lnTo>
                      <a:pt x="4664" y="1450"/>
                    </a:lnTo>
                    <a:cubicBezTo>
                      <a:pt x="4691" y="1450"/>
                      <a:pt x="4714" y="1427"/>
                      <a:pt x="4714" y="1400"/>
                    </a:cubicBezTo>
                    <a:lnTo>
                      <a:pt x="4714" y="50"/>
                    </a:lnTo>
                    <a:cubicBezTo>
                      <a:pt x="4714" y="23"/>
                      <a:pt x="4691" y="0"/>
                      <a:pt x="46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4" name="Google Shape;544;p28"/>
            <p:cNvSpPr/>
            <p:nvPr/>
          </p:nvSpPr>
          <p:spPr>
            <a:xfrm>
              <a:off x="3976123" y="2366077"/>
              <a:ext cx="184300" cy="180413"/>
            </a:xfrm>
            <a:custGeom>
              <a:avLst/>
              <a:gdLst/>
              <a:ahLst/>
              <a:cxnLst/>
              <a:rect l="l" t="t" r="r" b="b"/>
              <a:pathLst>
                <a:path w="8676" h="8492" extrusionOk="0">
                  <a:moveTo>
                    <a:pt x="4336" y="2529"/>
                  </a:moveTo>
                  <a:cubicBezTo>
                    <a:pt x="5314" y="2529"/>
                    <a:pt x="6108" y="3325"/>
                    <a:pt x="6108" y="4302"/>
                  </a:cubicBezTo>
                  <a:cubicBezTo>
                    <a:pt x="6108" y="5280"/>
                    <a:pt x="5314" y="6076"/>
                    <a:pt x="4336" y="6076"/>
                  </a:cubicBezTo>
                  <a:cubicBezTo>
                    <a:pt x="3358" y="6076"/>
                    <a:pt x="2564" y="5280"/>
                    <a:pt x="2564" y="4302"/>
                  </a:cubicBezTo>
                  <a:cubicBezTo>
                    <a:pt x="2564" y="3325"/>
                    <a:pt x="3358" y="2529"/>
                    <a:pt x="4336" y="2529"/>
                  </a:cubicBezTo>
                  <a:close/>
                  <a:moveTo>
                    <a:pt x="3402" y="1"/>
                  </a:moveTo>
                  <a:lnTo>
                    <a:pt x="3402" y="1392"/>
                  </a:lnTo>
                  <a:cubicBezTo>
                    <a:pt x="3105" y="1488"/>
                    <a:pt x="2826" y="1628"/>
                    <a:pt x="2577" y="1804"/>
                  </a:cubicBezTo>
                  <a:lnTo>
                    <a:pt x="1457" y="993"/>
                  </a:lnTo>
                  <a:lnTo>
                    <a:pt x="358" y="2504"/>
                  </a:lnTo>
                  <a:lnTo>
                    <a:pt x="1449" y="3297"/>
                  </a:lnTo>
                  <a:cubicBezTo>
                    <a:pt x="1363" y="3548"/>
                    <a:pt x="1307" y="3813"/>
                    <a:pt x="1288" y="4089"/>
                  </a:cubicBezTo>
                  <a:lnTo>
                    <a:pt x="1" y="4432"/>
                  </a:lnTo>
                  <a:lnTo>
                    <a:pt x="484" y="6239"/>
                  </a:lnTo>
                  <a:lnTo>
                    <a:pt x="1733" y="5903"/>
                  </a:lnTo>
                  <a:cubicBezTo>
                    <a:pt x="1885" y="6149"/>
                    <a:pt x="2069" y="6370"/>
                    <a:pt x="2278" y="6561"/>
                  </a:cubicBezTo>
                  <a:lnTo>
                    <a:pt x="1758" y="7730"/>
                  </a:lnTo>
                  <a:lnTo>
                    <a:pt x="3467" y="8491"/>
                  </a:lnTo>
                  <a:lnTo>
                    <a:pt x="3979" y="7338"/>
                  </a:lnTo>
                  <a:cubicBezTo>
                    <a:pt x="4096" y="7352"/>
                    <a:pt x="4215" y="7359"/>
                    <a:pt x="4336" y="7359"/>
                  </a:cubicBezTo>
                  <a:cubicBezTo>
                    <a:pt x="4513" y="7359"/>
                    <a:pt x="4685" y="7344"/>
                    <a:pt x="4854" y="7315"/>
                  </a:cubicBezTo>
                  <a:lnTo>
                    <a:pt x="5428" y="8439"/>
                  </a:lnTo>
                  <a:lnTo>
                    <a:pt x="7093" y="7590"/>
                  </a:lnTo>
                  <a:lnTo>
                    <a:pt x="6509" y="6448"/>
                  </a:lnTo>
                  <a:cubicBezTo>
                    <a:pt x="6709" y="6247"/>
                    <a:pt x="6882" y="6017"/>
                    <a:pt x="7020" y="5765"/>
                  </a:cubicBezTo>
                  <a:lnTo>
                    <a:pt x="8286" y="6034"/>
                  </a:lnTo>
                  <a:lnTo>
                    <a:pt x="8675" y="4206"/>
                  </a:lnTo>
                  <a:lnTo>
                    <a:pt x="7369" y="3928"/>
                  </a:lnTo>
                  <a:cubicBezTo>
                    <a:pt x="7336" y="3655"/>
                    <a:pt x="7267" y="3394"/>
                    <a:pt x="7165" y="3149"/>
                  </a:cubicBezTo>
                  <a:lnTo>
                    <a:pt x="8217" y="2299"/>
                  </a:lnTo>
                  <a:lnTo>
                    <a:pt x="7041" y="845"/>
                  </a:lnTo>
                  <a:lnTo>
                    <a:pt x="5965" y="1718"/>
                  </a:lnTo>
                  <a:cubicBezTo>
                    <a:pt x="5750" y="1582"/>
                    <a:pt x="5518" y="1472"/>
                    <a:pt x="5270" y="1392"/>
                  </a:cubicBezTo>
                  <a:lnTo>
                    <a:pt x="52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5" name="Google Shape;545;p28"/>
            <p:cNvGrpSpPr/>
            <p:nvPr/>
          </p:nvGrpSpPr>
          <p:grpSpPr>
            <a:xfrm>
              <a:off x="888262" y="2232099"/>
              <a:ext cx="433831" cy="339205"/>
              <a:chOff x="4408425" y="3794200"/>
              <a:chExt cx="310500" cy="242775"/>
            </a:xfrm>
          </p:grpSpPr>
          <p:sp>
            <p:nvSpPr>
              <p:cNvPr id="546" name="Google Shape;546;p28"/>
              <p:cNvSpPr/>
              <p:nvPr/>
            </p:nvSpPr>
            <p:spPr>
              <a:xfrm>
                <a:off x="4408425" y="3831500"/>
                <a:ext cx="258025" cy="205425"/>
              </a:xfrm>
              <a:custGeom>
                <a:avLst/>
                <a:gdLst/>
                <a:ahLst/>
                <a:cxnLst/>
                <a:rect l="l" t="t" r="r" b="b"/>
                <a:pathLst>
                  <a:path w="10321" h="8217" extrusionOk="0">
                    <a:moveTo>
                      <a:pt x="3087" y="1"/>
                    </a:moveTo>
                    <a:lnTo>
                      <a:pt x="528" y="11"/>
                    </a:lnTo>
                    <a:cubicBezTo>
                      <a:pt x="237" y="11"/>
                      <a:pt x="1" y="248"/>
                      <a:pt x="3" y="540"/>
                    </a:cubicBezTo>
                    <a:lnTo>
                      <a:pt x="26" y="7400"/>
                    </a:lnTo>
                    <a:cubicBezTo>
                      <a:pt x="28" y="7851"/>
                      <a:pt x="394" y="8217"/>
                      <a:pt x="845" y="8217"/>
                    </a:cubicBezTo>
                    <a:cubicBezTo>
                      <a:pt x="846" y="8217"/>
                      <a:pt x="848" y="8217"/>
                      <a:pt x="849" y="8217"/>
                    </a:cubicBezTo>
                    <a:lnTo>
                      <a:pt x="9826" y="8186"/>
                    </a:lnTo>
                    <a:cubicBezTo>
                      <a:pt x="10098" y="8184"/>
                      <a:pt x="10321" y="7962"/>
                      <a:pt x="10319" y="7687"/>
                    </a:cubicBezTo>
                    <a:lnTo>
                      <a:pt x="10298" y="1300"/>
                    </a:lnTo>
                    <a:cubicBezTo>
                      <a:pt x="10296" y="1062"/>
                      <a:pt x="10104" y="870"/>
                      <a:pt x="9866" y="870"/>
                    </a:cubicBezTo>
                    <a:lnTo>
                      <a:pt x="4631" y="889"/>
                    </a:lnTo>
                    <a:lnTo>
                      <a:pt x="308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8"/>
              <p:cNvSpPr/>
              <p:nvPr/>
            </p:nvSpPr>
            <p:spPr>
              <a:xfrm>
                <a:off x="4408725" y="3912750"/>
                <a:ext cx="257725" cy="124225"/>
              </a:xfrm>
              <a:custGeom>
                <a:avLst/>
                <a:gdLst/>
                <a:ahLst/>
                <a:cxnLst/>
                <a:rect l="l" t="t" r="r" b="b"/>
                <a:pathLst>
                  <a:path w="10309" h="4969" extrusionOk="0">
                    <a:moveTo>
                      <a:pt x="10292" y="0"/>
                    </a:moveTo>
                    <a:lnTo>
                      <a:pt x="0" y="37"/>
                    </a:lnTo>
                    <a:lnTo>
                      <a:pt x="16" y="4474"/>
                    </a:lnTo>
                    <a:cubicBezTo>
                      <a:pt x="16" y="4748"/>
                      <a:pt x="238" y="4969"/>
                      <a:pt x="513" y="4969"/>
                    </a:cubicBezTo>
                    <a:lnTo>
                      <a:pt x="9814" y="4936"/>
                    </a:lnTo>
                    <a:cubicBezTo>
                      <a:pt x="10086" y="4936"/>
                      <a:pt x="10309" y="4712"/>
                      <a:pt x="10307" y="4439"/>
                    </a:cubicBezTo>
                    <a:lnTo>
                      <a:pt x="10307" y="4437"/>
                    </a:lnTo>
                    <a:lnTo>
                      <a:pt x="102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8"/>
              <p:cNvSpPr/>
              <p:nvPr/>
            </p:nvSpPr>
            <p:spPr>
              <a:xfrm>
                <a:off x="4422925" y="3880675"/>
                <a:ext cx="228000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9120" h="1318" extrusionOk="0">
                    <a:moveTo>
                      <a:pt x="8935" y="0"/>
                    </a:moveTo>
                    <a:lnTo>
                      <a:pt x="180" y="31"/>
                    </a:lnTo>
                    <a:cubicBezTo>
                      <a:pt x="81" y="31"/>
                      <a:pt x="0" y="111"/>
                      <a:pt x="0" y="211"/>
                    </a:cubicBezTo>
                    <a:lnTo>
                      <a:pt x="4" y="1318"/>
                    </a:lnTo>
                    <a:lnTo>
                      <a:pt x="9119" y="1285"/>
                    </a:lnTo>
                    <a:lnTo>
                      <a:pt x="9116" y="180"/>
                    </a:lnTo>
                    <a:cubicBezTo>
                      <a:pt x="9116" y="81"/>
                      <a:pt x="9035" y="0"/>
                      <a:pt x="893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8"/>
              <p:cNvSpPr/>
              <p:nvPr/>
            </p:nvSpPr>
            <p:spPr>
              <a:xfrm>
                <a:off x="4621550" y="3892425"/>
                <a:ext cx="101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820" extrusionOk="0">
                    <a:moveTo>
                      <a:pt x="200" y="0"/>
                    </a:moveTo>
                    <a:cubicBezTo>
                      <a:pt x="89" y="0"/>
                      <a:pt x="1" y="90"/>
                      <a:pt x="1" y="202"/>
                    </a:cubicBezTo>
                    <a:lnTo>
                      <a:pt x="2" y="819"/>
                    </a:lnTo>
                    <a:lnTo>
                      <a:pt x="403" y="819"/>
                    </a:lnTo>
                    <a:lnTo>
                      <a:pt x="400" y="200"/>
                    </a:lnTo>
                    <a:cubicBezTo>
                      <a:pt x="400" y="90"/>
                      <a:pt x="309" y="0"/>
                      <a:pt x="2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8"/>
              <p:cNvSpPr/>
              <p:nvPr/>
            </p:nvSpPr>
            <p:spPr>
              <a:xfrm>
                <a:off x="4598975" y="3892500"/>
                <a:ext cx="10075" cy="205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821" extrusionOk="0">
                    <a:moveTo>
                      <a:pt x="200" y="1"/>
                    </a:moveTo>
                    <a:cubicBezTo>
                      <a:pt x="90" y="1"/>
                      <a:pt x="0" y="91"/>
                      <a:pt x="0" y="200"/>
                    </a:cubicBezTo>
                    <a:lnTo>
                      <a:pt x="4" y="820"/>
                    </a:lnTo>
                    <a:lnTo>
                      <a:pt x="403" y="818"/>
                    </a:lnTo>
                    <a:lnTo>
                      <a:pt x="401" y="200"/>
                    </a:lnTo>
                    <a:cubicBezTo>
                      <a:pt x="401" y="89"/>
                      <a:pt x="311" y="1"/>
                      <a:pt x="2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8"/>
              <p:cNvSpPr/>
              <p:nvPr/>
            </p:nvSpPr>
            <p:spPr>
              <a:xfrm>
                <a:off x="4576425" y="3892550"/>
                <a:ext cx="1010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822" extrusionOk="0">
                    <a:moveTo>
                      <a:pt x="200" y="1"/>
                    </a:moveTo>
                    <a:cubicBezTo>
                      <a:pt x="91" y="3"/>
                      <a:pt x="0" y="93"/>
                      <a:pt x="0" y="202"/>
                    </a:cubicBezTo>
                    <a:lnTo>
                      <a:pt x="2" y="822"/>
                    </a:lnTo>
                    <a:lnTo>
                      <a:pt x="403" y="820"/>
                    </a:lnTo>
                    <a:lnTo>
                      <a:pt x="401" y="200"/>
                    </a:lnTo>
                    <a:cubicBezTo>
                      <a:pt x="399" y="91"/>
                      <a:pt x="309" y="1"/>
                      <a:pt x="2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8"/>
              <p:cNvSpPr/>
              <p:nvPr/>
            </p:nvSpPr>
            <p:spPr>
              <a:xfrm>
                <a:off x="4553875" y="3892650"/>
                <a:ext cx="101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820" extrusionOk="0">
                    <a:moveTo>
                      <a:pt x="200" y="1"/>
                    </a:moveTo>
                    <a:cubicBezTo>
                      <a:pt x="91" y="1"/>
                      <a:pt x="1" y="91"/>
                      <a:pt x="1" y="202"/>
                    </a:cubicBezTo>
                    <a:lnTo>
                      <a:pt x="3" y="820"/>
                    </a:lnTo>
                    <a:lnTo>
                      <a:pt x="404" y="820"/>
                    </a:lnTo>
                    <a:lnTo>
                      <a:pt x="400" y="200"/>
                    </a:lnTo>
                    <a:lnTo>
                      <a:pt x="402" y="200"/>
                    </a:lnTo>
                    <a:cubicBezTo>
                      <a:pt x="400" y="91"/>
                      <a:pt x="310" y="1"/>
                      <a:pt x="2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8"/>
              <p:cNvSpPr/>
              <p:nvPr/>
            </p:nvSpPr>
            <p:spPr>
              <a:xfrm>
                <a:off x="4531300" y="3892750"/>
                <a:ext cx="101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820" extrusionOk="0">
                    <a:moveTo>
                      <a:pt x="203" y="1"/>
                    </a:moveTo>
                    <a:cubicBezTo>
                      <a:pt x="202" y="1"/>
                      <a:pt x="201" y="1"/>
                      <a:pt x="200" y="1"/>
                    </a:cubicBezTo>
                    <a:cubicBezTo>
                      <a:pt x="91" y="1"/>
                      <a:pt x="0" y="91"/>
                      <a:pt x="2" y="200"/>
                    </a:cubicBezTo>
                    <a:lnTo>
                      <a:pt x="4" y="820"/>
                    </a:lnTo>
                    <a:lnTo>
                      <a:pt x="403" y="818"/>
                    </a:lnTo>
                    <a:lnTo>
                      <a:pt x="401" y="200"/>
                    </a:lnTo>
                    <a:cubicBezTo>
                      <a:pt x="401" y="90"/>
                      <a:pt x="313" y="1"/>
                      <a:pt x="2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>
                <a:off x="4508750" y="3892800"/>
                <a:ext cx="1010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822" extrusionOk="0">
                    <a:moveTo>
                      <a:pt x="200" y="0"/>
                    </a:moveTo>
                    <a:cubicBezTo>
                      <a:pt x="91" y="2"/>
                      <a:pt x="1" y="93"/>
                      <a:pt x="1" y="202"/>
                    </a:cubicBezTo>
                    <a:lnTo>
                      <a:pt x="3" y="821"/>
                    </a:lnTo>
                    <a:lnTo>
                      <a:pt x="404" y="820"/>
                    </a:lnTo>
                    <a:lnTo>
                      <a:pt x="402" y="200"/>
                    </a:lnTo>
                    <a:cubicBezTo>
                      <a:pt x="400" y="91"/>
                      <a:pt x="310" y="0"/>
                      <a:pt x="2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8"/>
              <p:cNvSpPr/>
              <p:nvPr/>
            </p:nvSpPr>
            <p:spPr>
              <a:xfrm>
                <a:off x="4486225" y="3892900"/>
                <a:ext cx="1005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402" h="820" extrusionOk="0">
                    <a:moveTo>
                      <a:pt x="200" y="0"/>
                    </a:moveTo>
                    <a:cubicBezTo>
                      <a:pt x="88" y="0"/>
                      <a:pt x="0" y="90"/>
                      <a:pt x="0" y="202"/>
                    </a:cubicBezTo>
                    <a:lnTo>
                      <a:pt x="2" y="819"/>
                    </a:lnTo>
                    <a:lnTo>
                      <a:pt x="401" y="817"/>
                    </a:lnTo>
                    <a:lnTo>
                      <a:pt x="399" y="200"/>
                    </a:lnTo>
                    <a:cubicBezTo>
                      <a:pt x="399" y="89"/>
                      <a:pt x="309" y="0"/>
                      <a:pt x="2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8"/>
              <p:cNvSpPr/>
              <p:nvPr/>
            </p:nvSpPr>
            <p:spPr>
              <a:xfrm>
                <a:off x="4463625" y="3893000"/>
                <a:ext cx="10100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404" h="820" extrusionOk="0">
                    <a:moveTo>
                      <a:pt x="204" y="0"/>
                    </a:moveTo>
                    <a:cubicBezTo>
                      <a:pt x="203" y="0"/>
                      <a:pt x="201" y="0"/>
                      <a:pt x="200" y="0"/>
                    </a:cubicBezTo>
                    <a:cubicBezTo>
                      <a:pt x="91" y="0"/>
                      <a:pt x="1" y="90"/>
                      <a:pt x="1" y="200"/>
                    </a:cubicBezTo>
                    <a:lnTo>
                      <a:pt x="5" y="819"/>
                    </a:lnTo>
                    <a:lnTo>
                      <a:pt x="404" y="817"/>
                    </a:lnTo>
                    <a:lnTo>
                      <a:pt x="402" y="198"/>
                    </a:lnTo>
                    <a:cubicBezTo>
                      <a:pt x="402" y="90"/>
                      <a:pt x="313" y="0"/>
                      <a:pt x="2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8"/>
              <p:cNvSpPr/>
              <p:nvPr/>
            </p:nvSpPr>
            <p:spPr>
              <a:xfrm>
                <a:off x="4441100" y="3893050"/>
                <a:ext cx="1007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820" extrusionOk="0">
                    <a:moveTo>
                      <a:pt x="200" y="0"/>
                    </a:moveTo>
                    <a:cubicBezTo>
                      <a:pt x="90" y="0"/>
                      <a:pt x="0" y="90"/>
                      <a:pt x="0" y="201"/>
                    </a:cubicBezTo>
                    <a:lnTo>
                      <a:pt x="2" y="819"/>
                    </a:lnTo>
                    <a:lnTo>
                      <a:pt x="403" y="819"/>
                    </a:lnTo>
                    <a:lnTo>
                      <a:pt x="401" y="200"/>
                    </a:lnTo>
                    <a:cubicBezTo>
                      <a:pt x="399" y="90"/>
                      <a:pt x="309" y="0"/>
                      <a:pt x="2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8"/>
              <p:cNvSpPr/>
              <p:nvPr/>
            </p:nvSpPr>
            <p:spPr>
              <a:xfrm>
                <a:off x="4591300" y="3794200"/>
                <a:ext cx="127625" cy="116025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4641" extrusionOk="0">
                    <a:moveTo>
                      <a:pt x="2550" y="1"/>
                    </a:moveTo>
                    <a:cubicBezTo>
                      <a:pt x="1501" y="1"/>
                      <a:pt x="548" y="719"/>
                      <a:pt x="296" y="1785"/>
                    </a:cubicBezTo>
                    <a:cubicBezTo>
                      <a:pt x="0" y="3031"/>
                      <a:pt x="771" y="4282"/>
                      <a:pt x="2016" y="4577"/>
                    </a:cubicBezTo>
                    <a:cubicBezTo>
                      <a:pt x="2196" y="4620"/>
                      <a:pt x="2376" y="4641"/>
                      <a:pt x="2553" y="4641"/>
                    </a:cubicBezTo>
                    <a:cubicBezTo>
                      <a:pt x="3604" y="4641"/>
                      <a:pt x="4556" y="3922"/>
                      <a:pt x="4809" y="2855"/>
                    </a:cubicBezTo>
                    <a:cubicBezTo>
                      <a:pt x="5105" y="1610"/>
                      <a:pt x="4333" y="359"/>
                      <a:pt x="3087" y="64"/>
                    </a:cubicBezTo>
                    <a:cubicBezTo>
                      <a:pt x="2907" y="21"/>
                      <a:pt x="2727" y="1"/>
                      <a:pt x="25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8"/>
              <p:cNvSpPr/>
              <p:nvPr/>
            </p:nvSpPr>
            <p:spPr>
              <a:xfrm>
                <a:off x="4623075" y="3824950"/>
                <a:ext cx="70475" cy="55125"/>
              </a:xfrm>
              <a:custGeom>
                <a:avLst/>
                <a:gdLst/>
                <a:ahLst/>
                <a:cxnLst/>
                <a:rect l="l" t="t" r="r" b="b"/>
                <a:pathLst>
                  <a:path w="2819" h="2205" extrusionOk="0">
                    <a:moveTo>
                      <a:pt x="2571" y="1"/>
                    </a:moveTo>
                    <a:cubicBezTo>
                      <a:pt x="2514" y="1"/>
                      <a:pt x="2456" y="22"/>
                      <a:pt x="2412" y="65"/>
                    </a:cubicBezTo>
                    <a:lnTo>
                      <a:pt x="816" y="1661"/>
                    </a:lnTo>
                    <a:lnTo>
                      <a:pt x="408" y="1253"/>
                    </a:lnTo>
                    <a:cubicBezTo>
                      <a:pt x="363" y="1209"/>
                      <a:pt x="306" y="1187"/>
                      <a:pt x="248" y="1187"/>
                    </a:cubicBezTo>
                    <a:cubicBezTo>
                      <a:pt x="191" y="1187"/>
                      <a:pt x="133" y="1209"/>
                      <a:pt x="89" y="1253"/>
                    </a:cubicBezTo>
                    <a:cubicBezTo>
                      <a:pt x="1" y="1339"/>
                      <a:pt x="1" y="1483"/>
                      <a:pt x="89" y="1571"/>
                    </a:cubicBezTo>
                    <a:lnTo>
                      <a:pt x="657" y="2139"/>
                    </a:lnTo>
                    <a:cubicBezTo>
                      <a:pt x="699" y="2181"/>
                      <a:pt x="757" y="2204"/>
                      <a:pt x="816" y="2204"/>
                    </a:cubicBezTo>
                    <a:lnTo>
                      <a:pt x="818" y="2204"/>
                    </a:lnTo>
                    <a:cubicBezTo>
                      <a:pt x="878" y="2204"/>
                      <a:pt x="933" y="2181"/>
                      <a:pt x="975" y="2139"/>
                    </a:cubicBezTo>
                    <a:lnTo>
                      <a:pt x="2731" y="384"/>
                    </a:lnTo>
                    <a:cubicBezTo>
                      <a:pt x="2819" y="296"/>
                      <a:pt x="2819" y="154"/>
                      <a:pt x="2731" y="65"/>
                    </a:cubicBezTo>
                    <a:cubicBezTo>
                      <a:pt x="2686" y="22"/>
                      <a:pt x="2629" y="1"/>
                      <a:pt x="257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0" name="Google Shape;560;p28"/>
            <p:cNvGrpSpPr/>
            <p:nvPr/>
          </p:nvGrpSpPr>
          <p:grpSpPr>
            <a:xfrm>
              <a:off x="649446" y="3026681"/>
              <a:ext cx="1291759" cy="510594"/>
              <a:chOff x="408013" y="4288375"/>
              <a:chExt cx="1284438" cy="507700"/>
            </a:xfrm>
          </p:grpSpPr>
          <p:sp>
            <p:nvSpPr>
              <p:cNvPr id="561" name="Google Shape;561;p28"/>
              <p:cNvSpPr/>
              <p:nvPr/>
            </p:nvSpPr>
            <p:spPr>
              <a:xfrm>
                <a:off x="408013" y="4288650"/>
                <a:ext cx="1028025" cy="169175"/>
              </a:xfrm>
              <a:custGeom>
                <a:avLst/>
                <a:gdLst/>
                <a:ahLst/>
                <a:cxnLst/>
                <a:rect l="l" t="t" r="r" b="b"/>
                <a:pathLst>
                  <a:path w="41121" h="6767" extrusionOk="0">
                    <a:moveTo>
                      <a:pt x="3296" y="1"/>
                    </a:moveTo>
                    <a:cubicBezTo>
                      <a:pt x="1476" y="1"/>
                      <a:pt x="1" y="1476"/>
                      <a:pt x="1" y="3296"/>
                    </a:cubicBezTo>
                    <a:lnTo>
                      <a:pt x="1" y="3469"/>
                    </a:lnTo>
                    <a:cubicBezTo>
                      <a:pt x="1" y="5290"/>
                      <a:pt x="1476" y="6767"/>
                      <a:pt x="3296" y="6767"/>
                    </a:cubicBezTo>
                    <a:lnTo>
                      <a:pt x="41120" y="6767"/>
                    </a:lnTo>
                    <a:lnTo>
                      <a:pt x="41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8"/>
              <p:cNvSpPr/>
              <p:nvPr/>
            </p:nvSpPr>
            <p:spPr>
              <a:xfrm>
                <a:off x="408025" y="4626950"/>
                <a:ext cx="1028000" cy="169125"/>
              </a:xfrm>
              <a:custGeom>
                <a:avLst/>
                <a:gdLst/>
                <a:ahLst/>
                <a:cxnLst/>
                <a:rect l="l" t="t" r="r" b="b"/>
                <a:pathLst>
                  <a:path w="41120" h="6765" extrusionOk="0">
                    <a:moveTo>
                      <a:pt x="3382" y="1"/>
                    </a:moveTo>
                    <a:cubicBezTo>
                      <a:pt x="2450" y="1"/>
                      <a:pt x="1604" y="378"/>
                      <a:pt x="992" y="990"/>
                    </a:cubicBezTo>
                    <a:cubicBezTo>
                      <a:pt x="380" y="1602"/>
                      <a:pt x="0" y="2448"/>
                      <a:pt x="0" y="3382"/>
                    </a:cubicBezTo>
                    <a:cubicBezTo>
                      <a:pt x="0" y="5245"/>
                      <a:pt x="1506" y="6755"/>
                      <a:pt x="3365" y="6764"/>
                    </a:cubicBezTo>
                    <a:lnTo>
                      <a:pt x="41120" y="6764"/>
                    </a:lnTo>
                    <a:lnTo>
                      <a:pt x="411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>
                <a:off x="529575" y="4626950"/>
                <a:ext cx="1028025" cy="169125"/>
              </a:xfrm>
              <a:custGeom>
                <a:avLst/>
                <a:gdLst/>
                <a:ahLst/>
                <a:cxnLst/>
                <a:rect l="l" t="t" r="r" b="b"/>
                <a:pathLst>
                  <a:path w="41121" h="6765" extrusionOk="0">
                    <a:moveTo>
                      <a:pt x="336" y="1"/>
                    </a:moveTo>
                    <a:cubicBezTo>
                      <a:pt x="152" y="1"/>
                      <a:pt x="1" y="150"/>
                      <a:pt x="1" y="336"/>
                    </a:cubicBezTo>
                    <a:lnTo>
                      <a:pt x="1" y="6429"/>
                    </a:lnTo>
                    <a:cubicBezTo>
                      <a:pt x="1" y="6615"/>
                      <a:pt x="152" y="6764"/>
                      <a:pt x="336" y="6764"/>
                    </a:cubicBezTo>
                    <a:lnTo>
                      <a:pt x="41120" y="6764"/>
                    </a:lnTo>
                    <a:lnTo>
                      <a:pt x="4112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8"/>
              <p:cNvSpPr/>
              <p:nvPr/>
            </p:nvSpPr>
            <p:spPr>
              <a:xfrm>
                <a:off x="604775" y="4659325"/>
                <a:ext cx="952825" cy="104375"/>
              </a:xfrm>
              <a:custGeom>
                <a:avLst/>
                <a:gdLst/>
                <a:ahLst/>
                <a:cxnLst/>
                <a:rect l="l" t="t" r="r" b="b"/>
                <a:pathLst>
                  <a:path w="38113" h="4175" extrusionOk="0">
                    <a:moveTo>
                      <a:pt x="2034" y="0"/>
                    </a:moveTo>
                    <a:cubicBezTo>
                      <a:pt x="912" y="0"/>
                      <a:pt x="1" y="910"/>
                      <a:pt x="1" y="2034"/>
                    </a:cubicBezTo>
                    <a:lnTo>
                      <a:pt x="1" y="2141"/>
                    </a:lnTo>
                    <a:cubicBezTo>
                      <a:pt x="1" y="3263"/>
                      <a:pt x="912" y="4174"/>
                      <a:pt x="2034" y="4174"/>
                    </a:cubicBezTo>
                    <a:lnTo>
                      <a:pt x="38112" y="4174"/>
                    </a:lnTo>
                    <a:lnTo>
                      <a:pt x="3811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8"/>
              <p:cNvSpPr/>
              <p:nvPr/>
            </p:nvSpPr>
            <p:spPr>
              <a:xfrm>
                <a:off x="661275" y="4737500"/>
                <a:ext cx="893875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35755" h="166" extrusionOk="0">
                    <a:moveTo>
                      <a:pt x="83" y="0"/>
                    </a:moveTo>
                    <a:cubicBezTo>
                      <a:pt x="37" y="0"/>
                      <a:pt x="0" y="37"/>
                      <a:pt x="0" y="83"/>
                    </a:cubicBezTo>
                    <a:cubicBezTo>
                      <a:pt x="0" y="129"/>
                      <a:pt x="37" y="165"/>
                      <a:pt x="83" y="165"/>
                    </a:cubicBezTo>
                    <a:lnTo>
                      <a:pt x="35672" y="165"/>
                    </a:lnTo>
                    <a:cubicBezTo>
                      <a:pt x="35718" y="165"/>
                      <a:pt x="35755" y="129"/>
                      <a:pt x="35755" y="83"/>
                    </a:cubicBezTo>
                    <a:cubicBezTo>
                      <a:pt x="35755" y="37"/>
                      <a:pt x="35718" y="0"/>
                      <a:pt x="356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8"/>
              <p:cNvSpPr/>
              <p:nvPr/>
            </p:nvSpPr>
            <p:spPr>
              <a:xfrm>
                <a:off x="661275" y="4709000"/>
                <a:ext cx="893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5755" h="168" extrusionOk="0">
                    <a:moveTo>
                      <a:pt x="83" y="1"/>
                    </a:moveTo>
                    <a:cubicBezTo>
                      <a:pt x="37" y="1"/>
                      <a:pt x="0" y="39"/>
                      <a:pt x="0" y="85"/>
                    </a:cubicBezTo>
                    <a:cubicBezTo>
                      <a:pt x="0" y="131"/>
                      <a:pt x="37" y="168"/>
                      <a:pt x="83" y="168"/>
                    </a:cubicBezTo>
                    <a:lnTo>
                      <a:pt x="35672" y="168"/>
                    </a:lnTo>
                    <a:cubicBezTo>
                      <a:pt x="35718" y="168"/>
                      <a:pt x="35755" y="131"/>
                      <a:pt x="35755" y="85"/>
                    </a:cubicBezTo>
                    <a:cubicBezTo>
                      <a:pt x="35755" y="39"/>
                      <a:pt x="35718" y="1"/>
                      <a:pt x="356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8"/>
              <p:cNvSpPr/>
              <p:nvPr/>
            </p:nvSpPr>
            <p:spPr>
              <a:xfrm>
                <a:off x="661275" y="4681325"/>
                <a:ext cx="893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5755" h="168" extrusionOk="0">
                    <a:moveTo>
                      <a:pt x="83" y="1"/>
                    </a:moveTo>
                    <a:cubicBezTo>
                      <a:pt x="37" y="1"/>
                      <a:pt x="0" y="39"/>
                      <a:pt x="0" y="85"/>
                    </a:cubicBezTo>
                    <a:cubicBezTo>
                      <a:pt x="0" y="131"/>
                      <a:pt x="37" y="168"/>
                      <a:pt x="83" y="168"/>
                    </a:cubicBezTo>
                    <a:lnTo>
                      <a:pt x="35672" y="168"/>
                    </a:lnTo>
                    <a:cubicBezTo>
                      <a:pt x="35718" y="168"/>
                      <a:pt x="35755" y="131"/>
                      <a:pt x="35755" y="85"/>
                    </a:cubicBezTo>
                    <a:cubicBezTo>
                      <a:pt x="35755" y="39"/>
                      <a:pt x="35718" y="1"/>
                      <a:pt x="356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8"/>
              <p:cNvSpPr/>
              <p:nvPr/>
            </p:nvSpPr>
            <p:spPr>
              <a:xfrm>
                <a:off x="602725" y="4657200"/>
                <a:ext cx="458950" cy="56375"/>
              </a:xfrm>
              <a:custGeom>
                <a:avLst/>
                <a:gdLst/>
                <a:ahLst/>
                <a:cxnLst/>
                <a:rect l="l" t="t" r="r" b="b"/>
                <a:pathLst>
                  <a:path w="18358" h="2255" extrusionOk="0">
                    <a:moveTo>
                      <a:pt x="2170" y="1"/>
                    </a:moveTo>
                    <a:cubicBezTo>
                      <a:pt x="973" y="1"/>
                      <a:pt x="0" y="975"/>
                      <a:pt x="0" y="2172"/>
                    </a:cubicBezTo>
                    <a:cubicBezTo>
                      <a:pt x="0" y="2218"/>
                      <a:pt x="37" y="2255"/>
                      <a:pt x="83" y="2255"/>
                    </a:cubicBezTo>
                    <a:cubicBezTo>
                      <a:pt x="129" y="2255"/>
                      <a:pt x="165" y="2218"/>
                      <a:pt x="165" y="2172"/>
                    </a:cubicBezTo>
                    <a:cubicBezTo>
                      <a:pt x="165" y="1068"/>
                      <a:pt x="1065" y="168"/>
                      <a:pt x="2170" y="168"/>
                    </a:cubicBezTo>
                    <a:lnTo>
                      <a:pt x="18275" y="168"/>
                    </a:lnTo>
                    <a:cubicBezTo>
                      <a:pt x="18321" y="168"/>
                      <a:pt x="18358" y="131"/>
                      <a:pt x="18358" y="85"/>
                    </a:cubicBezTo>
                    <a:cubicBezTo>
                      <a:pt x="18358" y="39"/>
                      <a:pt x="18321" y="1"/>
                      <a:pt x="18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8"/>
              <p:cNvSpPr/>
              <p:nvPr/>
            </p:nvSpPr>
            <p:spPr>
              <a:xfrm>
                <a:off x="1147250" y="4761600"/>
                <a:ext cx="41245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16498" h="168" extrusionOk="0">
                    <a:moveTo>
                      <a:pt x="83" y="1"/>
                    </a:moveTo>
                    <a:cubicBezTo>
                      <a:pt x="37" y="1"/>
                      <a:pt x="1" y="37"/>
                      <a:pt x="1" y="83"/>
                    </a:cubicBezTo>
                    <a:cubicBezTo>
                      <a:pt x="1" y="130"/>
                      <a:pt x="37" y="168"/>
                      <a:pt x="83" y="168"/>
                    </a:cubicBezTo>
                    <a:lnTo>
                      <a:pt x="16413" y="168"/>
                    </a:lnTo>
                    <a:cubicBezTo>
                      <a:pt x="16459" y="168"/>
                      <a:pt x="16498" y="130"/>
                      <a:pt x="16498" y="83"/>
                    </a:cubicBezTo>
                    <a:cubicBezTo>
                      <a:pt x="16498" y="37"/>
                      <a:pt x="16459" y="1"/>
                      <a:pt x="164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8"/>
              <p:cNvSpPr/>
              <p:nvPr/>
            </p:nvSpPr>
            <p:spPr>
              <a:xfrm>
                <a:off x="540275" y="4457800"/>
                <a:ext cx="1028025" cy="169175"/>
              </a:xfrm>
              <a:custGeom>
                <a:avLst/>
                <a:gdLst/>
                <a:ahLst/>
                <a:cxnLst/>
                <a:rect l="l" t="t" r="r" b="b"/>
                <a:pathLst>
                  <a:path w="41121" h="6767" extrusionOk="0">
                    <a:moveTo>
                      <a:pt x="3296" y="1"/>
                    </a:moveTo>
                    <a:cubicBezTo>
                      <a:pt x="1476" y="1"/>
                      <a:pt x="1" y="1476"/>
                      <a:pt x="1" y="3296"/>
                    </a:cubicBezTo>
                    <a:lnTo>
                      <a:pt x="1" y="3469"/>
                    </a:lnTo>
                    <a:cubicBezTo>
                      <a:pt x="1" y="5290"/>
                      <a:pt x="1476" y="6767"/>
                      <a:pt x="3296" y="6767"/>
                    </a:cubicBezTo>
                    <a:lnTo>
                      <a:pt x="41120" y="6767"/>
                    </a:lnTo>
                    <a:lnTo>
                      <a:pt x="41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8"/>
              <p:cNvSpPr/>
              <p:nvPr/>
            </p:nvSpPr>
            <p:spPr>
              <a:xfrm>
                <a:off x="664425" y="4457800"/>
                <a:ext cx="1028025" cy="169175"/>
              </a:xfrm>
              <a:custGeom>
                <a:avLst/>
                <a:gdLst/>
                <a:ahLst/>
                <a:cxnLst/>
                <a:rect l="l" t="t" r="r" b="b"/>
                <a:pathLst>
                  <a:path w="41121" h="6767" extrusionOk="0">
                    <a:moveTo>
                      <a:pt x="337" y="1"/>
                    </a:moveTo>
                    <a:cubicBezTo>
                      <a:pt x="152" y="1"/>
                      <a:pt x="1" y="152"/>
                      <a:pt x="1" y="337"/>
                    </a:cubicBezTo>
                    <a:lnTo>
                      <a:pt x="1" y="6431"/>
                    </a:lnTo>
                    <a:cubicBezTo>
                      <a:pt x="1" y="6615"/>
                      <a:pt x="152" y="6767"/>
                      <a:pt x="337" y="6767"/>
                    </a:cubicBezTo>
                    <a:lnTo>
                      <a:pt x="41120" y="6767"/>
                    </a:lnTo>
                    <a:lnTo>
                      <a:pt x="41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8"/>
              <p:cNvSpPr/>
              <p:nvPr/>
            </p:nvSpPr>
            <p:spPr>
              <a:xfrm>
                <a:off x="739625" y="4490175"/>
                <a:ext cx="952825" cy="104425"/>
              </a:xfrm>
              <a:custGeom>
                <a:avLst/>
                <a:gdLst/>
                <a:ahLst/>
                <a:cxnLst/>
                <a:rect l="l" t="t" r="r" b="b"/>
                <a:pathLst>
                  <a:path w="38113" h="4177" extrusionOk="0">
                    <a:moveTo>
                      <a:pt x="2034" y="1"/>
                    </a:moveTo>
                    <a:cubicBezTo>
                      <a:pt x="912" y="1"/>
                      <a:pt x="1" y="912"/>
                      <a:pt x="1" y="2036"/>
                    </a:cubicBezTo>
                    <a:lnTo>
                      <a:pt x="1" y="2142"/>
                    </a:lnTo>
                    <a:cubicBezTo>
                      <a:pt x="1" y="3266"/>
                      <a:pt x="912" y="4177"/>
                      <a:pt x="2034" y="4177"/>
                    </a:cubicBezTo>
                    <a:lnTo>
                      <a:pt x="38112" y="4177"/>
                    </a:lnTo>
                    <a:lnTo>
                      <a:pt x="3811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8"/>
              <p:cNvSpPr/>
              <p:nvPr/>
            </p:nvSpPr>
            <p:spPr>
              <a:xfrm>
                <a:off x="789750" y="4568350"/>
                <a:ext cx="898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5949" h="168" extrusionOk="0">
                    <a:moveTo>
                      <a:pt x="83" y="0"/>
                    </a:moveTo>
                    <a:cubicBezTo>
                      <a:pt x="37" y="0"/>
                      <a:pt x="0" y="37"/>
                      <a:pt x="0" y="83"/>
                    </a:cubicBezTo>
                    <a:cubicBezTo>
                      <a:pt x="0" y="129"/>
                      <a:pt x="37" y="167"/>
                      <a:pt x="83" y="167"/>
                    </a:cubicBezTo>
                    <a:lnTo>
                      <a:pt x="35864" y="167"/>
                    </a:lnTo>
                    <a:cubicBezTo>
                      <a:pt x="35910" y="167"/>
                      <a:pt x="35948" y="129"/>
                      <a:pt x="35948" y="83"/>
                    </a:cubicBezTo>
                    <a:cubicBezTo>
                      <a:pt x="35948" y="37"/>
                      <a:pt x="35910" y="0"/>
                      <a:pt x="358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8"/>
              <p:cNvSpPr/>
              <p:nvPr/>
            </p:nvSpPr>
            <p:spPr>
              <a:xfrm>
                <a:off x="789750" y="4539900"/>
                <a:ext cx="898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5949" h="168" extrusionOk="0">
                    <a:moveTo>
                      <a:pt x="83" y="1"/>
                    </a:moveTo>
                    <a:cubicBezTo>
                      <a:pt x="37" y="1"/>
                      <a:pt x="0" y="37"/>
                      <a:pt x="0" y="83"/>
                    </a:cubicBezTo>
                    <a:cubicBezTo>
                      <a:pt x="0" y="129"/>
                      <a:pt x="37" y="168"/>
                      <a:pt x="83" y="168"/>
                    </a:cubicBezTo>
                    <a:lnTo>
                      <a:pt x="35864" y="168"/>
                    </a:lnTo>
                    <a:cubicBezTo>
                      <a:pt x="35910" y="168"/>
                      <a:pt x="35948" y="129"/>
                      <a:pt x="35948" y="83"/>
                    </a:cubicBezTo>
                    <a:cubicBezTo>
                      <a:pt x="35948" y="37"/>
                      <a:pt x="35910" y="1"/>
                      <a:pt x="358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8"/>
              <p:cNvSpPr/>
              <p:nvPr/>
            </p:nvSpPr>
            <p:spPr>
              <a:xfrm>
                <a:off x="789750" y="4512250"/>
                <a:ext cx="898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5949" h="168" extrusionOk="0">
                    <a:moveTo>
                      <a:pt x="83" y="0"/>
                    </a:moveTo>
                    <a:cubicBezTo>
                      <a:pt x="37" y="0"/>
                      <a:pt x="0" y="37"/>
                      <a:pt x="0" y="83"/>
                    </a:cubicBezTo>
                    <a:cubicBezTo>
                      <a:pt x="0" y="129"/>
                      <a:pt x="37" y="167"/>
                      <a:pt x="83" y="167"/>
                    </a:cubicBezTo>
                    <a:lnTo>
                      <a:pt x="35864" y="167"/>
                    </a:lnTo>
                    <a:cubicBezTo>
                      <a:pt x="35910" y="167"/>
                      <a:pt x="35948" y="129"/>
                      <a:pt x="35948" y="83"/>
                    </a:cubicBezTo>
                    <a:cubicBezTo>
                      <a:pt x="35948" y="37"/>
                      <a:pt x="35910" y="0"/>
                      <a:pt x="358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8"/>
              <p:cNvSpPr/>
              <p:nvPr/>
            </p:nvSpPr>
            <p:spPr>
              <a:xfrm>
                <a:off x="548000" y="4288375"/>
                <a:ext cx="1028000" cy="169125"/>
              </a:xfrm>
              <a:custGeom>
                <a:avLst/>
                <a:gdLst/>
                <a:ahLst/>
                <a:cxnLst/>
                <a:rect l="l" t="t" r="r" b="b"/>
                <a:pathLst>
                  <a:path w="41120" h="6765" extrusionOk="0">
                    <a:moveTo>
                      <a:pt x="336" y="1"/>
                    </a:moveTo>
                    <a:cubicBezTo>
                      <a:pt x="150" y="1"/>
                      <a:pt x="0" y="150"/>
                      <a:pt x="0" y="336"/>
                    </a:cubicBezTo>
                    <a:lnTo>
                      <a:pt x="0" y="6429"/>
                    </a:lnTo>
                    <a:cubicBezTo>
                      <a:pt x="0" y="6615"/>
                      <a:pt x="150" y="6765"/>
                      <a:pt x="336" y="6765"/>
                    </a:cubicBezTo>
                    <a:lnTo>
                      <a:pt x="41120" y="6765"/>
                    </a:lnTo>
                    <a:lnTo>
                      <a:pt x="4112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>
                <a:off x="623150" y="4320750"/>
                <a:ext cx="952850" cy="104375"/>
              </a:xfrm>
              <a:custGeom>
                <a:avLst/>
                <a:gdLst/>
                <a:ahLst/>
                <a:cxnLst/>
                <a:rect l="l" t="t" r="r" b="b"/>
                <a:pathLst>
                  <a:path w="38114" h="4175" extrusionOk="0">
                    <a:moveTo>
                      <a:pt x="2036" y="1"/>
                    </a:moveTo>
                    <a:cubicBezTo>
                      <a:pt x="911" y="1"/>
                      <a:pt x="0" y="912"/>
                      <a:pt x="0" y="2034"/>
                    </a:cubicBezTo>
                    <a:lnTo>
                      <a:pt x="0" y="2141"/>
                    </a:lnTo>
                    <a:cubicBezTo>
                      <a:pt x="0" y="3265"/>
                      <a:pt x="911" y="4175"/>
                      <a:pt x="2036" y="4175"/>
                    </a:cubicBezTo>
                    <a:lnTo>
                      <a:pt x="38114" y="4175"/>
                    </a:lnTo>
                    <a:lnTo>
                      <a:pt x="3811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>
                <a:off x="673250" y="4398925"/>
                <a:ext cx="898725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35949" h="166" extrusionOk="0">
                    <a:moveTo>
                      <a:pt x="85" y="0"/>
                    </a:moveTo>
                    <a:cubicBezTo>
                      <a:pt x="39" y="0"/>
                      <a:pt x="1" y="37"/>
                      <a:pt x="1" y="83"/>
                    </a:cubicBezTo>
                    <a:cubicBezTo>
                      <a:pt x="1" y="129"/>
                      <a:pt x="39" y="165"/>
                      <a:pt x="85" y="165"/>
                    </a:cubicBezTo>
                    <a:lnTo>
                      <a:pt x="35866" y="165"/>
                    </a:lnTo>
                    <a:cubicBezTo>
                      <a:pt x="35912" y="165"/>
                      <a:pt x="35949" y="129"/>
                      <a:pt x="35949" y="83"/>
                    </a:cubicBezTo>
                    <a:cubicBezTo>
                      <a:pt x="35949" y="37"/>
                      <a:pt x="35912" y="0"/>
                      <a:pt x="35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>
                <a:off x="673250" y="4370425"/>
                <a:ext cx="8987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5949" h="168" extrusionOk="0">
                    <a:moveTo>
                      <a:pt x="85" y="1"/>
                    </a:moveTo>
                    <a:cubicBezTo>
                      <a:pt x="39" y="1"/>
                      <a:pt x="1" y="39"/>
                      <a:pt x="1" y="85"/>
                    </a:cubicBezTo>
                    <a:cubicBezTo>
                      <a:pt x="1" y="131"/>
                      <a:pt x="39" y="168"/>
                      <a:pt x="85" y="168"/>
                    </a:cubicBezTo>
                    <a:lnTo>
                      <a:pt x="35866" y="168"/>
                    </a:lnTo>
                    <a:cubicBezTo>
                      <a:pt x="35912" y="168"/>
                      <a:pt x="35949" y="131"/>
                      <a:pt x="35949" y="85"/>
                    </a:cubicBezTo>
                    <a:cubicBezTo>
                      <a:pt x="35949" y="39"/>
                      <a:pt x="35912" y="1"/>
                      <a:pt x="35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8"/>
              <p:cNvSpPr/>
              <p:nvPr/>
            </p:nvSpPr>
            <p:spPr>
              <a:xfrm>
                <a:off x="673250" y="4342800"/>
                <a:ext cx="898725" cy="4150"/>
              </a:xfrm>
              <a:custGeom>
                <a:avLst/>
                <a:gdLst/>
                <a:ahLst/>
                <a:cxnLst/>
                <a:rect l="l" t="t" r="r" b="b"/>
                <a:pathLst>
                  <a:path w="35949" h="166" extrusionOk="0">
                    <a:moveTo>
                      <a:pt x="85" y="1"/>
                    </a:moveTo>
                    <a:cubicBezTo>
                      <a:pt x="39" y="1"/>
                      <a:pt x="1" y="37"/>
                      <a:pt x="1" y="83"/>
                    </a:cubicBezTo>
                    <a:cubicBezTo>
                      <a:pt x="1" y="130"/>
                      <a:pt x="39" y="166"/>
                      <a:pt x="85" y="166"/>
                    </a:cubicBezTo>
                    <a:lnTo>
                      <a:pt x="35866" y="166"/>
                    </a:lnTo>
                    <a:cubicBezTo>
                      <a:pt x="35912" y="166"/>
                      <a:pt x="35949" y="130"/>
                      <a:pt x="35949" y="83"/>
                    </a:cubicBezTo>
                    <a:cubicBezTo>
                      <a:pt x="35949" y="37"/>
                      <a:pt x="35912" y="1"/>
                      <a:pt x="358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1" name="Google Shape;581;p28"/>
            <p:cNvGrpSpPr/>
            <p:nvPr/>
          </p:nvGrpSpPr>
          <p:grpSpPr>
            <a:xfrm>
              <a:off x="1408274" y="1996720"/>
              <a:ext cx="986617" cy="1540556"/>
              <a:chOff x="1929475" y="3160175"/>
              <a:chExt cx="981025" cy="1531825"/>
            </a:xfrm>
          </p:grpSpPr>
          <p:sp>
            <p:nvSpPr>
              <p:cNvPr id="582" name="Google Shape;582;p28"/>
              <p:cNvSpPr/>
              <p:nvPr/>
            </p:nvSpPr>
            <p:spPr>
              <a:xfrm>
                <a:off x="2645950" y="4493550"/>
                <a:ext cx="110800" cy="118050"/>
              </a:xfrm>
              <a:custGeom>
                <a:avLst/>
                <a:gdLst/>
                <a:ahLst/>
                <a:cxnLst/>
                <a:rect l="l" t="t" r="r" b="b"/>
                <a:pathLst>
                  <a:path w="4432" h="4722" extrusionOk="0">
                    <a:moveTo>
                      <a:pt x="3461" y="0"/>
                    </a:moveTo>
                    <a:lnTo>
                      <a:pt x="0" y="286"/>
                    </a:lnTo>
                    <a:lnTo>
                      <a:pt x="1725" y="4391"/>
                    </a:lnTo>
                    <a:lnTo>
                      <a:pt x="4432" y="4721"/>
                    </a:lnTo>
                    <a:lnTo>
                      <a:pt x="3461" y="0"/>
                    </a:ln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8"/>
              <p:cNvSpPr/>
              <p:nvPr/>
            </p:nvSpPr>
            <p:spPr>
              <a:xfrm>
                <a:off x="2422625" y="4015850"/>
                <a:ext cx="362600" cy="533725"/>
              </a:xfrm>
              <a:custGeom>
                <a:avLst/>
                <a:gdLst/>
                <a:ahLst/>
                <a:cxnLst/>
                <a:rect l="l" t="t" r="r" b="b"/>
                <a:pathLst>
                  <a:path w="14504" h="21349" extrusionOk="0">
                    <a:moveTo>
                      <a:pt x="8308" y="1"/>
                    </a:moveTo>
                    <a:lnTo>
                      <a:pt x="0" y="3513"/>
                    </a:lnTo>
                    <a:lnTo>
                      <a:pt x="8500" y="21349"/>
                    </a:lnTo>
                    <a:lnTo>
                      <a:pt x="14504" y="21109"/>
                    </a:lnTo>
                    <a:lnTo>
                      <a:pt x="83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8"/>
              <p:cNvSpPr/>
              <p:nvPr/>
            </p:nvSpPr>
            <p:spPr>
              <a:xfrm>
                <a:off x="2562600" y="4320550"/>
                <a:ext cx="89650" cy="191300"/>
              </a:xfrm>
              <a:custGeom>
                <a:avLst/>
                <a:gdLst/>
                <a:ahLst/>
                <a:cxnLst/>
                <a:rect l="l" t="t" r="r" b="b"/>
                <a:pathLst>
                  <a:path w="3586" h="7652" extrusionOk="0">
                    <a:moveTo>
                      <a:pt x="105" y="1"/>
                    </a:moveTo>
                    <a:cubicBezTo>
                      <a:pt x="92" y="1"/>
                      <a:pt x="80" y="3"/>
                      <a:pt x="68" y="9"/>
                    </a:cubicBezTo>
                    <a:cubicBezTo>
                      <a:pt x="22" y="30"/>
                      <a:pt x="0" y="84"/>
                      <a:pt x="22" y="130"/>
                    </a:cubicBezTo>
                    <a:lnTo>
                      <a:pt x="346" y="845"/>
                    </a:lnTo>
                    <a:cubicBezTo>
                      <a:pt x="361" y="880"/>
                      <a:pt x="394" y="899"/>
                      <a:pt x="428" y="899"/>
                    </a:cubicBezTo>
                    <a:cubicBezTo>
                      <a:pt x="442" y="899"/>
                      <a:pt x="453" y="897"/>
                      <a:pt x="467" y="891"/>
                    </a:cubicBezTo>
                    <a:cubicBezTo>
                      <a:pt x="513" y="870"/>
                      <a:pt x="532" y="816"/>
                      <a:pt x="511" y="770"/>
                    </a:cubicBezTo>
                    <a:lnTo>
                      <a:pt x="187" y="55"/>
                    </a:lnTo>
                    <a:cubicBezTo>
                      <a:pt x="172" y="21"/>
                      <a:pt x="140" y="1"/>
                      <a:pt x="105" y="1"/>
                    </a:cubicBezTo>
                    <a:close/>
                    <a:moveTo>
                      <a:pt x="753" y="1434"/>
                    </a:moveTo>
                    <a:cubicBezTo>
                      <a:pt x="741" y="1434"/>
                      <a:pt x="728" y="1436"/>
                      <a:pt x="716" y="1442"/>
                    </a:cubicBezTo>
                    <a:cubicBezTo>
                      <a:pt x="670" y="1463"/>
                      <a:pt x="649" y="1517"/>
                      <a:pt x="670" y="1563"/>
                    </a:cubicBezTo>
                    <a:lnTo>
                      <a:pt x="994" y="2280"/>
                    </a:lnTo>
                    <a:cubicBezTo>
                      <a:pt x="1009" y="2313"/>
                      <a:pt x="1042" y="2332"/>
                      <a:pt x="1077" y="2332"/>
                    </a:cubicBezTo>
                    <a:cubicBezTo>
                      <a:pt x="1090" y="2332"/>
                      <a:pt x="1103" y="2330"/>
                      <a:pt x="1115" y="2324"/>
                    </a:cubicBezTo>
                    <a:cubicBezTo>
                      <a:pt x="1161" y="2303"/>
                      <a:pt x="1180" y="2249"/>
                      <a:pt x="1159" y="2205"/>
                    </a:cubicBezTo>
                    <a:lnTo>
                      <a:pt x="835" y="1488"/>
                    </a:lnTo>
                    <a:cubicBezTo>
                      <a:pt x="821" y="1454"/>
                      <a:pt x="788" y="1434"/>
                      <a:pt x="753" y="1434"/>
                    </a:cubicBezTo>
                    <a:close/>
                    <a:moveTo>
                      <a:pt x="1403" y="2868"/>
                    </a:moveTo>
                    <a:cubicBezTo>
                      <a:pt x="1390" y="2868"/>
                      <a:pt x="1377" y="2871"/>
                      <a:pt x="1364" y="2877"/>
                    </a:cubicBezTo>
                    <a:cubicBezTo>
                      <a:pt x="1318" y="2896"/>
                      <a:pt x="1297" y="2950"/>
                      <a:pt x="1318" y="2996"/>
                    </a:cubicBezTo>
                    <a:lnTo>
                      <a:pt x="1642" y="3713"/>
                    </a:lnTo>
                    <a:cubicBezTo>
                      <a:pt x="1658" y="3746"/>
                      <a:pt x="1690" y="3767"/>
                      <a:pt x="1725" y="3767"/>
                    </a:cubicBezTo>
                    <a:cubicBezTo>
                      <a:pt x="1738" y="3767"/>
                      <a:pt x="1752" y="3763"/>
                      <a:pt x="1763" y="3757"/>
                    </a:cubicBezTo>
                    <a:cubicBezTo>
                      <a:pt x="1809" y="3738"/>
                      <a:pt x="1829" y="3684"/>
                      <a:pt x="1807" y="3638"/>
                    </a:cubicBezTo>
                    <a:lnTo>
                      <a:pt x="1483" y="2921"/>
                    </a:lnTo>
                    <a:cubicBezTo>
                      <a:pt x="1469" y="2887"/>
                      <a:pt x="1437" y="2868"/>
                      <a:pt x="1403" y="2868"/>
                    </a:cubicBezTo>
                    <a:close/>
                    <a:moveTo>
                      <a:pt x="2050" y="4301"/>
                    </a:moveTo>
                    <a:cubicBezTo>
                      <a:pt x="2038" y="4301"/>
                      <a:pt x="2025" y="4304"/>
                      <a:pt x="2013" y="4310"/>
                    </a:cubicBezTo>
                    <a:cubicBezTo>
                      <a:pt x="1967" y="4331"/>
                      <a:pt x="1946" y="4384"/>
                      <a:pt x="1967" y="4428"/>
                    </a:cubicBezTo>
                    <a:lnTo>
                      <a:pt x="2291" y="5146"/>
                    </a:lnTo>
                    <a:cubicBezTo>
                      <a:pt x="2306" y="5180"/>
                      <a:pt x="2339" y="5200"/>
                      <a:pt x="2373" y="5200"/>
                    </a:cubicBezTo>
                    <a:cubicBezTo>
                      <a:pt x="2387" y="5200"/>
                      <a:pt x="2400" y="5198"/>
                      <a:pt x="2412" y="5192"/>
                    </a:cubicBezTo>
                    <a:cubicBezTo>
                      <a:pt x="2458" y="5171"/>
                      <a:pt x="2477" y="5117"/>
                      <a:pt x="2456" y="5071"/>
                    </a:cubicBezTo>
                    <a:lnTo>
                      <a:pt x="2132" y="4354"/>
                    </a:lnTo>
                    <a:cubicBezTo>
                      <a:pt x="2118" y="4321"/>
                      <a:pt x="2085" y="4301"/>
                      <a:pt x="2050" y="4301"/>
                    </a:cubicBezTo>
                    <a:close/>
                    <a:moveTo>
                      <a:pt x="2698" y="5734"/>
                    </a:moveTo>
                    <a:cubicBezTo>
                      <a:pt x="2686" y="5734"/>
                      <a:pt x="2673" y="5737"/>
                      <a:pt x="2661" y="5742"/>
                    </a:cubicBezTo>
                    <a:cubicBezTo>
                      <a:pt x="2615" y="5764"/>
                      <a:pt x="2594" y="5817"/>
                      <a:pt x="2615" y="5863"/>
                    </a:cubicBezTo>
                    <a:lnTo>
                      <a:pt x="2939" y="6579"/>
                    </a:lnTo>
                    <a:cubicBezTo>
                      <a:pt x="2955" y="6613"/>
                      <a:pt x="2987" y="6633"/>
                      <a:pt x="3022" y="6633"/>
                    </a:cubicBezTo>
                    <a:cubicBezTo>
                      <a:pt x="3035" y="6633"/>
                      <a:pt x="3049" y="6631"/>
                      <a:pt x="3060" y="6625"/>
                    </a:cubicBezTo>
                    <a:cubicBezTo>
                      <a:pt x="3106" y="6604"/>
                      <a:pt x="3125" y="6550"/>
                      <a:pt x="3104" y="6504"/>
                    </a:cubicBezTo>
                    <a:lnTo>
                      <a:pt x="2780" y="5789"/>
                    </a:lnTo>
                    <a:cubicBezTo>
                      <a:pt x="2766" y="5755"/>
                      <a:pt x="2733" y="5734"/>
                      <a:pt x="2698" y="5734"/>
                    </a:cubicBezTo>
                    <a:close/>
                    <a:moveTo>
                      <a:pt x="3346" y="7168"/>
                    </a:moveTo>
                    <a:cubicBezTo>
                      <a:pt x="3334" y="7168"/>
                      <a:pt x="3321" y="7170"/>
                      <a:pt x="3309" y="7175"/>
                    </a:cubicBezTo>
                    <a:cubicBezTo>
                      <a:pt x="3263" y="7197"/>
                      <a:pt x="3242" y="7250"/>
                      <a:pt x="3263" y="7296"/>
                    </a:cubicBezTo>
                    <a:lnTo>
                      <a:pt x="3400" y="7597"/>
                    </a:lnTo>
                    <a:cubicBezTo>
                      <a:pt x="3415" y="7630"/>
                      <a:pt x="3448" y="7651"/>
                      <a:pt x="3482" y="7651"/>
                    </a:cubicBezTo>
                    <a:cubicBezTo>
                      <a:pt x="3495" y="7651"/>
                      <a:pt x="3509" y="7647"/>
                      <a:pt x="3520" y="7643"/>
                    </a:cubicBezTo>
                    <a:cubicBezTo>
                      <a:pt x="3566" y="7622"/>
                      <a:pt x="3586" y="7569"/>
                      <a:pt x="3565" y="7523"/>
                    </a:cubicBezTo>
                    <a:lnTo>
                      <a:pt x="3428" y="7221"/>
                    </a:lnTo>
                    <a:cubicBezTo>
                      <a:pt x="3414" y="7187"/>
                      <a:pt x="3381" y="7168"/>
                      <a:pt x="3346" y="71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8"/>
              <p:cNvSpPr/>
              <p:nvPr/>
            </p:nvSpPr>
            <p:spPr>
              <a:xfrm>
                <a:off x="2607200" y="4506725"/>
                <a:ext cx="188100" cy="54450"/>
              </a:xfrm>
              <a:custGeom>
                <a:avLst/>
                <a:gdLst/>
                <a:ahLst/>
                <a:cxnLst/>
                <a:rect l="l" t="t" r="r" b="b"/>
                <a:pathLst>
                  <a:path w="7524" h="2178" extrusionOk="0">
                    <a:moveTo>
                      <a:pt x="6927" y="1"/>
                    </a:moveTo>
                    <a:lnTo>
                      <a:pt x="0" y="223"/>
                    </a:lnTo>
                    <a:lnTo>
                      <a:pt x="896" y="2178"/>
                    </a:lnTo>
                    <a:lnTo>
                      <a:pt x="7524" y="1957"/>
                    </a:lnTo>
                    <a:lnTo>
                      <a:pt x="69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2679825" y="4593600"/>
                <a:ext cx="230675" cy="98400"/>
              </a:xfrm>
              <a:custGeom>
                <a:avLst/>
                <a:gdLst/>
                <a:ahLst/>
                <a:cxnLst/>
                <a:rect l="l" t="t" r="r" b="b"/>
                <a:pathLst>
                  <a:path w="9227" h="3936" extrusionOk="0">
                    <a:moveTo>
                      <a:pt x="153" y="1"/>
                    </a:moveTo>
                    <a:cubicBezTo>
                      <a:pt x="60" y="1"/>
                      <a:pt x="1" y="56"/>
                      <a:pt x="17" y="213"/>
                    </a:cubicBezTo>
                    <a:cubicBezTo>
                      <a:pt x="55" y="619"/>
                      <a:pt x="261" y="2495"/>
                      <a:pt x="360" y="3420"/>
                    </a:cubicBezTo>
                    <a:cubicBezTo>
                      <a:pt x="395" y="3733"/>
                      <a:pt x="416" y="3936"/>
                      <a:pt x="416" y="3936"/>
                    </a:cubicBezTo>
                    <a:lnTo>
                      <a:pt x="9226" y="3936"/>
                    </a:lnTo>
                    <a:cubicBezTo>
                      <a:pt x="9188" y="3746"/>
                      <a:pt x="9146" y="3573"/>
                      <a:pt x="9096" y="3420"/>
                    </a:cubicBezTo>
                    <a:cubicBezTo>
                      <a:pt x="8779" y="2424"/>
                      <a:pt x="8219" y="2114"/>
                      <a:pt x="7590" y="2073"/>
                    </a:cubicBezTo>
                    <a:cubicBezTo>
                      <a:pt x="6865" y="2027"/>
                      <a:pt x="4174" y="1166"/>
                      <a:pt x="4174" y="1166"/>
                    </a:cubicBezTo>
                    <a:cubicBezTo>
                      <a:pt x="4174" y="1166"/>
                      <a:pt x="4227" y="335"/>
                      <a:pt x="3733" y="170"/>
                    </a:cubicBezTo>
                    <a:cubicBezTo>
                      <a:pt x="3662" y="147"/>
                      <a:pt x="3580" y="137"/>
                      <a:pt x="3491" y="137"/>
                    </a:cubicBezTo>
                    <a:cubicBezTo>
                      <a:pt x="2948" y="137"/>
                      <a:pt x="2142" y="506"/>
                      <a:pt x="2142" y="506"/>
                    </a:cubicBezTo>
                    <a:lnTo>
                      <a:pt x="824" y="349"/>
                    </a:lnTo>
                    <a:cubicBezTo>
                      <a:pt x="824" y="349"/>
                      <a:pt x="384" y="1"/>
                      <a:pt x="1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8"/>
              <p:cNvSpPr/>
              <p:nvPr/>
            </p:nvSpPr>
            <p:spPr>
              <a:xfrm>
                <a:off x="2688825" y="4679050"/>
                <a:ext cx="221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8867" h="518" extrusionOk="0">
                    <a:moveTo>
                      <a:pt x="0" y="0"/>
                    </a:moveTo>
                    <a:cubicBezTo>
                      <a:pt x="35" y="315"/>
                      <a:pt x="56" y="518"/>
                      <a:pt x="56" y="518"/>
                    </a:cubicBezTo>
                    <a:lnTo>
                      <a:pt x="8866" y="518"/>
                    </a:lnTo>
                    <a:cubicBezTo>
                      <a:pt x="8828" y="328"/>
                      <a:pt x="8786" y="155"/>
                      <a:pt x="87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8"/>
              <p:cNvSpPr/>
              <p:nvPr/>
            </p:nvSpPr>
            <p:spPr>
              <a:xfrm>
                <a:off x="2683025" y="4625875"/>
                <a:ext cx="31625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2091" extrusionOk="0">
                    <a:moveTo>
                      <a:pt x="101" y="0"/>
                    </a:moveTo>
                    <a:cubicBezTo>
                      <a:pt x="40" y="0"/>
                      <a:pt x="0" y="90"/>
                      <a:pt x="65" y="126"/>
                    </a:cubicBezTo>
                    <a:cubicBezTo>
                      <a:pt x="729" y="502"/>
                      <a:pt x="1115" y="1252"/>
                      <a:pt x="783" y="1987"/>
                    </a:cubicBezTo>
                    <a:cubicBezTo>
                      <a:pt x="758" y="2041"/>
                      <a:pt x="805" y="2091"/>
                      <a:pt x="849" y="2091"/>
                    </a:cubicBezTo>
                    <a:cubicBezTo>
                      <a:pt x="869" y="2091"/>
                      <a:pt x="888" y="2081"/>
                      <a:pt x="900" y="2056"/>
                    </a:cubicBezTo>
                    <a:cubicBezTo>
                      <a:pt x="1264" y="1254"/>
                      <a:pt x="869" y="426"/>
                      <a:pt x="134" y="9"/>
                    </a:cubicBezTo>
                    <a:cubicBezTo>
                      <a:pt x="123" y="3"/>
                      <a:pt x="112" y="0"/>
                      <a:pt x="1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8"/>
              <p:cNvSpPr/>
              <p:nvPr/>
            </p:nvSpPr>
            <p:spPr>
              <a:xfrm>
                <a:off x="2772550" y="4622800"/>
                <a:ext cx="384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581" extrusionOk="0">
                    <a:moveTo>
                      <a:pt x="894" y="1"/>
                    </a:moveTo>
                    <a:cubicBezTo>
                      <a:pt x="567" y="1"/>
                      <a:pt x="252" y="178"/>
                      <a:pt x="35" y="481"/>
                    </a:cubicBezTo>
                    <a:cubicBezTo>
                      <a:pt x="0" y="532"/>
                      <a:pt x="47" y="581"/>
                      <a:pt x="96" y="581"/>
                    </a:cubicBezTo>
                    <a:cubicBezTo>
                      <a:pt x="117" y="581"/>
                      <a:pt x="138" y="572"/>
                      <a:pt x="154" y="550"/>
                    </a:cubicBezTo>
                    <a:cubicBezTo>
                      <a:pt x="341" y="287"/>
                      <a:pt x="609" y="139"/>
                      <a:pt x="888" y="139"/>
                    </a:cubicBezTo>
                    <a:cubicBezTo>
                      <a:pt x="1064" y="139"/>
                      <a:pt x="1244" y="197"/>
                      <a:pt x="1412" y="322"/>
                    </a:cubicBezTo>
                    <a:cubicBezTo>
                      <a:pt x="1425" y="332"/>
                      <a:pt x="1437" y="336"/>
                      <a:pt x="1448" y="336"/>
                    </a:cubicBezTo>
                    <a:cubicBezTo>
                      <a:pt x="1502" y="336"/>
                      <a:pt x="1538" y="248"/>
                      <a:pt x="1481" y="205"/>
                    </a:cubicBezTo>
                    <a:cubicBezTo>
                      <a:pt x="1294" y="65"/>
                      <a:pt x="1092" y="1"/>
                      <a:pt x="89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8"/>
              <p:cNvSpPr/>
              <p:nvPr/>
            </p:nvSpPr>
            <p:spPr>
              <a:xfrm>
                <a:off x="2791500" y="4628500"/>
                <a:ext cx="384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581" extrusionOk="0">
                    <a:moveTo>
                      <a:pt x="895" y="1"/>
                    </a:moveTo>
                    <a:cubicBezTo>
                      <a:pt x="568" y="1"/>
                      <a:pt x="253" y="178"/>
                      <a:pt x="37" y="484"/>
                    </a:cubicBezTo>
                    <a:cubicBezTo>
                      <a:pt x="0" y="533"/>
                      <a:pt x="48" y="581"/>
                      <a:pt x="96" y="581"/>
                    </a:cubicBezTo>
                    <a:cubicBezTo>
                      <a:pt x="117" y="581"/>
                      <a:pt x="139" y="572"/>
                      <a:pt x="154" y="551"/>
                    </a:cubicBezTo>
                    <a:cubicBezTo>
                      <a:pt x="342" y="287"/>
                      <a:pt x="609" y="139"/>
                      <a:pt x="888" y="139"/>
                    </a:cubicBezTo>
                    <a:cubicBezTo>
                      <a:pt x="1064" y="139"/>
                      <a:pt x="1244" y="198"/>
                      <a:pt x="1412" y="324"/>
                    </a:cubicBezTo>
                    <a:cubicBezTo>
                      <a:pt x="1424" y="333"/>
                      <a:pt x="1436" y="337"/>
                      <a:pt x="1448" y="337"/>
                    </a:cubicBezTo>
                    <a:cubicBezTo>
                      <a:pt x="1502" y="337"/>
                      <a:pt x="1538" y="248"/>
                      <a:pt x="1481" y="205"/>
                    </a:cubicBezTo>
                    <a:cubicBezTo>
                      <a:pt x="1294" y="65"/>
                      <a:pt x="1092" y="1"/>
                      <a:pt x="8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8"/>
              <p:cNvSpPr/>
              <p:nvPr/>
            </p:nvSpPr>
            <p:spPr>
              <a:xfrm>
                <a:off x="2811100" y="4634250"/>
                <a:ext cx="384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581" extrusionOk="0">
                    <a:moveTo>
                      <a:pt x="894" y="0"/>
                    </a:moveTo>
                    <a:cubicBezTo>
                      <a:pt x="567" y="0"/>
                      <a:pt x="252" y="178"/>
                      <a:pt x="35" y="482"/>
                    </a:cubicBezTo>
                    <a:cubicBezTo>
                      <a:pt x="0" y="532"/>
                      <a:pt x="48" y="581"/>
                      <a:pt x="97" y="581"/>
                    </a:cubicBezTo>
                    <a:cubicBezTo>
                      <a:pt x="118" y="581"/>
                      <a:pt x="139" y="572"/>
                      <a:pt x="154" y="551"/>
                    </a:cubicBezTo>
                    <a:cubicBezTo>
                      <a:pt x="341" y="286"/>
                      <a:pt x="608" y="138"/>
                      <a:pt x="887" y="138"/>
                    </a:cubicBezTo>
                    <a:cubicBezTo>
                      <a:pt x="1063" y="138"/>
                      <a:pt x="1244" y="197"/>
                      <a:pt x="1413" y="323"/>
                    </a:cubicBezTo>
                    <a:cubicBezTo>
                      <a:pt x="1425" y="332"/>
                      <a:pt x="1437" y="336"/>
                      <a:pt x="1448" y="336"/>
                    </a:cubicBezTo>
                    <a:cubicBezTo>
                      <a:pt x="1502" y="336"/>
                      <a:pt x="1539" y="248"/>
                      <a:pt x="1482" y="206"/>
                    </a:cubicBezTo>
                    <a:cubicBezTo>
                      <a:pt x="1294" y="65"/>
                      <a:pt x="1092" y="0"/>
                      <a:pt x="8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8"/>
              <p:cNvSpPr/>
              <p:nvPr/>
            </p:nvSpPr>
            <p:spPr>
              <a:xfrm>
                <a:off x="2128250" y="3662650"/>
                <a:ext cx="195875" cy="326825"/>
              </a:xfrm>
              <a:custGeom>
                <a:avLst/>
                <a:gdLst/>
                <a:ahLst/>
                <a:cxnLst/>
                <a:rect l="l" t="t" r="r" b="b"/>
                <a:pathLst>
                  <a:path w="7835" h="13073" extrusionOk="0">
                    <a:moveTo>
                      <a:pt x="4467" y="1"/>
                    </a:moveTo>
                    <a:lnTo>
                      <a:pt x="1" y="546"/>
                    </a:lnTo>
                    <a:cubicBezTo>
                      <a:pt x="1" y="546"/>
                      <a:pt x="622" y="8336"/>
                      <a:pt x="1610" y="10829"/>
                    </a:cubicBezTo>
                    <a:cubicBezTo>
                      <a:pt x="2267" y="12484"/>
                      <a:pt x="3065" y="13072"/>
                      <a:pt x="3868" y="13072"/>
                    </a:cubicBezTo>
                    <a:cubicBezTo>
                      <a:pt x="5838" y="13072"/>
                      <a:pt x="7835" y="9533"/>
                      <a:pt x="7835" y="9533"/>
                    </a:cubicBezTo>
                    <a:lnTo>
                      <a:pt x="5215" y="5779"/>
                    </a:lnTo>
                    <a:lnTo>
                      <a:pt x="4467" y="1"/>
                    </a:ln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8"/>
              <p:cNvSpPr/>
              <p:nvPr/>
            </p:nvSpPr>
            <p:spPr>
              <a:xfrm>
                <a:off x="2228825" y="3805850"/>
                <a:ext cx="30025" cy="9775"/>
              </a:xfrm>
              <a:custGeom>
                <a:avLst/>
                <a:gdLst/>
                <a:ahLst/>
                <a:cxnLst/>
                <a:rect l="l" t="t" r="r" b="b"/>
                <a:pathLst>
                  <a:path w="1201" h="391" extrusionOk="0">
                    <a:moveTo>
                      <a:pt x="1069" y="0"/>
                    </a:moveTo>
                    <a:cubicBezTo>
                      <a:pt x="1062" y="0"/>
                      <a:pt x="1054" y="1"/>
                      <a:pt x="1046" y="3"/>
                    </a:cubicBezTo>
                    <a:cubicBezTo>
                      <a:pt x="735" y="68"/>
                      <a:pt x="424" y="133"/>
                      <a:pt x="116" y="200"/>
                    </a:cubicBezTo>
                    <a:cubicBezTo>
                      <a:pt x="1" y="223"/>
                      <a:pt x="28" y="391"/>
                      <a:pt x="133" y="391"/>
                    </a:cubicBezTo>
                    <a:cubicBezTo>
                      <a:pt x="140" y="391"/>
                      <a:pt x="148" y="390"/>
                      <a:pt x="156" y="388"/>
                    </a:cubicBezTo>
                    <a:cubicBezTo>
                      <a:pt x="467" y="323"/>
                      <a:pt x="777" y="258"/>
                      <a:pt x="1086" y="193"/>
                    </a:cubicBezTo>
                    <a:cubicBezTo>
                      <a:pt x="1201" y="167"/>
                      <a:pt x="1173" y="0"/>
                      <a:pt x="1069" y="0"/>
                    </a:cubicBezTo>
                    <a:close/>
                  </a:path>
                </a:pathLst>
              </a:custGeom>
              <a:solidFill>
                <a:srgbClr val="7428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8"/>
              <p:cNvSpPr/>
              <p:nvPr/>
            </p:nvSpPr>
            <p:spPr>
              <a:xfrm>
                <a:off x="2311925" y="3635325"/>
                <a:ext cx="195400" cy="296850"/>
              </a:xfrm>
              <a:custGeom>
                <a:avLst/>
                <a:gdLst/>
                <a:ahLst/>
                <a:cxnLst/>
                <a:rect l="l" t="t" r="r" b="b"/>
                <a:pathLst>
                  <a:path w="7816" h="11874" extrusionOk="0">
                    <a:moveTo>
                      <a:pt x="3615" y="0"/>
                    </a:moveTo>
                    <a:lnTo>
                      <a:pt x="346" y="1871"/>
                    </a:lnTo>
                    <a:cubicBezTo>
                      <a:pt x="346" y="1871"/>
                      <a:pt x="1" y="11096"/>
                      <a:pt x="2191" y="11706"/>
                    </a:cubicBezTo>
                    <a:cubicBezTo>
                      <a:pt x="2603" y="11820"/>
                      <a:pt x="3065" y="11874"/>
                      <a:pt x="3537" y="11874"/>
                    </a:cubicBezTo>
                    <a:cubicBezTo>
                      <a:pt x="5579" y="11874"/>
                      <a:pt x="7816" y="10864"/>
                      <a:pt x="7079" y="9342"/>
                    </a:cubicBezTo>
                    <a:cubicBezTo>
                      <a:pt x="6172" y="7466"/>
                      <a:pt x="3615" y="0"/>
                      <a:pt x="3615" y="0"/>
                    </a:cubicBez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8"/>
              <p:cNvSpPr/>
              <p:nvPr/>
            </p:nvSpPr>
            <p:spPr>
              <a:xfrm>
                <a:off x="2204375" y="3463750"/>
                <a:ext cx="222575" cy="257350"/>
              </a:xfrm>
              <a:custGeom>
                <a:avLst/>
                <a:gdLst/>
                <a:ahLst/>
                <a:cxnLst/>
                <a:rect l="l" t="t" r="r" b="b"/>
                <a:pathLst>
                  <a:path w="8903" h="10294" extrusionOk="0">
                    <a:moveTo>
                      <a:pt x="4921" y="0"/>
                    </a:moveTo>
                    <a:cubicBezTo>
                      <a:pt x="3572" y="0"/>
                      <a:pt x="2352" y="685"/>
                      <a:pt x="2352" y="685"/>
                    </a:cubicBezTo>
                    <a:cubicBezTo>
                      <a:pt x="2352" y="685"/>
                      <a:pt x="0" y="5831"/>
                      <a:pt x="1544" y="10293"/>
                    </a:cubicBezTo>
                    <a:lnTo>
                      <a:pt x="8866" y="8296"/>
                    </a:lnTo>
                    <a:cubicBezTo>
                      <a:pt x="8866" y="8296"/>
                      <a:pt x="8903" y="5012"/>
                      <a:pt x="8001" y="2407"/>
                    </a:cubicBezTo>
                    <a:cubicBezTo>
                      <a:pt x="7345" y="510"/>
                      <a:pt x="6084" y="0"/>
                      <a:pt x="49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8"/>
              <p:cNvSpPr/>
              <p:nvPr/>
            </p:nvSpPr>
            <p:spPr>
              <a:xfrm>
                <a:off x="2359375" y="3645425"/>
                <a:ext cx="66475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659" h="772" extrusionOk="0">
                    <a:moveTo>
                      <a:pt x="2541" y="0"/>
                    </a:moveTo>
                    <a:cubicBezTo>
                      <a:pt x="2534" y="0"/>
                      <a:pt x="2526" y="1"/>
                      <a:pt x="2519" y="3"/>
                    </a:cubicBezTo>
                    <a:cubicBezTo>
                      <a:pt x="1711" y="204"/>
                      <a:pt x="903" y="406"/>
                      <a:pt x="96" y="607"/>
                    </a:cubicBezTo>
                    <a:cubicBezTo>
                      <a:pt x="0" y="632"/>
                      <a:pt x="30" y="771"/>
                      <a:pt x="117" y="771"/>
                    </a:cubicBezTo>
                    <a:cubicBezTo>
                      <a:pt x="124" y="771"/>
                      <a:pt x="132" y="771"/>
                      <a:pt x="140" y="768"/>
                    </a:cubicBezTo>
                    <a:cubicBezTo>
                      <a:pt x="948" y="567"/>
                      <a:pt x="1755" y="366"/>
                      <a:pt x="2563" y="162"/>
                    </a:cubicBezTo>
                    <a:cubicBezTo>
                      <a:pt x="2658" y="139"/>
                      <a:pt x="2628" y="0"/>
                      <a:pt x="2541" y="0"/>
                    </a:cubicBezTo>
                    <a:close/>
                  </a:path>
                </a:pathLst>
              </a:custGeom>
              <a:solidFill>
                <a:srgbClr val="B86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8"/>
              <p:cNvSpPr/>
              <p:nvPr/>
            </p:nvSpPr>
            <p:spPr>
              <a:xfrm>
                <a:off x="1960225" y="3379675"/>
                <a:ext cx="424000" cy="537425"/>
              </a:xfrm>
              <a:custGeom>
                <a:avLst/>
                <a:gdLst/>
                <a:ahLst/>
                <a:cxnLst/>
                <a:rect l="l" t="t" r="r" b="b"/>
                <a:pathLst>
                  <a:path w="16960" h="21497" extrusionOk="0">
                    <a:moveTo>
                      <a:pt x="8721" y="0"/>
                    </a:moveTo>
                    <a:cubicBezTo>
                      <a:pt x="8721" y="0"/>
                      <a:pt x="7543" y="395"/>
                      <a:pt x="6160" y="1027"/>
                    </a:cubicBezTo>
                    <a:cubicBezTo>
                      <a:pt x="4391" y="1832"/>
                      <a:pt x="2289" y="3021"/>
                      <a:pt x="1896" y="4259"/>
                    </a:cubicBezTo>
                    <a:cubicBezTo>
                      <a:pt x="1295" y="6154"/>
                      <a:pt x="883" y="8137"/>
                      <a:pt x="601" y="10060"/>
                    </a:cubicBezTo>
                    <a:lnTo>
                      <a:pt x="601" y="10061"/>
                    </a:lnTo>
                    <a:cubicBezTo>
                      <a:pt x="405" y="11395"/>
                      <a:pt x="273" y="12695"/>
                      <a:pt x="186" y="13915"/>
                    </a:cubicBezTo>
                    <a:cubicBezTo>
                      <a:pt x="98" y="15143"/>
                      <a:pt x="56" y="16286"/>
                      <a:pt x="41" y="17295"/>
                    </a:cubicBezTo>
                    <a:cubicBezTo>
                      <a:pt x="0" y="19821"/>
                      <a:pt x="129" y="21496"/>
                      <a:pt x="129" y="21496"/>
                    </a:cubicBezTo>
                    <a:lnTo>
                      <a:pt x="15663" y="20570"/>
                    </a:lnTo>
                    <a:cubicBezTo>
                      <a:pt x="14890" y="20311"/>
                      <a:pt x="15168" y="16956"/>
                      <a:pt x="15705" y="13357"/>
                    </a:cubicBezTo>
                    <a:cubicBezTo>
                      <a:pt x="15717" y="13274"/>
                      <a:pt x="15730" y="13190"/>
                      <a:pt x="15743" y="13108"/>
                    </a:cubicBezTo>
                    <a:lnTo>
                      <a:pt x="15743" y="13104"/>
                    </a:lnTo>
                    <a:cubicBezTo>
                      <a:pt x="15954" y="11711"/>
                      <a:pt x="16112" y="10320"/>
                      <a:pt x="16351" y="9041"/>
                    </a:cubicBezTo>
                    <a:cubicBezTo>
                      <a:pt x="16797" y="6658"/>
                      <a:pt x="16718" y="4706"/>
                      <a:pt x="16802" y="4341"/>
                    </a:cubicBezTo>
                    <a:cubicBezTo>
                      <a:pt x="16960" y="3676"/>
                      <a:pt x="15022" y="2484"/>
                      <a:pt x="12663" y="1508"/>
                    </a:cubicBezTo>
                    <a:cubicBezTo>
                      <a:pt x="10633" y="668"/>
                      <a:pt x="8721" y="0"/>
                      <a:pt x="87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8"/>
              <p:cNvSpPr/>
              <p:nvPr/>
            </p:nvSpPr>
            <p:spPr>
              <a:xfrm>
                <a:off x="2125925" y="3437900"/>
                <a:ext cx="155800" cy="57200"/>
              </a:xfrm>
              <a:custGeom>
                <a:avLst/>
                <a:gdLst/>
                <a:ahLst/>
                <a:cxnLst/>
                <a:rect l="l" t="t" r="r" b="b"/>
                <a:pathLst>
                  <a:path w="6232" h="2288" extrusionOk="0">
                    <a:moveTo>
                      <a:pt x="101" y="0"/>
                    </a:moveTo>
                    <a:cubicBezTo>
                      <a:pt x="49" y="0"/>
                      <a:pt x="1" y="62"/>
                      <a:pt x="50" y="104"/>
                    </a:cubicBezTo>
                    <a:cubicBezTo>
                      <a:pt x="959" y="911"/>
                      <a:pt x="1935" y="1732"/>
                      <a:pt x="3119" y="2097"/>
                    </a:cubicBezTo>
                    <a:cubicBezTo>
                      <a:pt x="3518" y="2219"/>
                      <a:pt x="3937" y="2287"/>
                      <a:pt x="4354" y="2287"/>
                    </a:cubicBezTo>
                    <a:cubicBezTo>
                      <a:pt x="4997" y="2287"/>
                      <a:pt x="5634" y="2125"/>
                      <a:pt x="6177" y="1749"/>
                    </a:cubicBezTo>
                    <a:cubicBezTo>
                      <a:pt x="6231" y="1710"/>
                      <a:pt x="6184" y="1639"/>
                      <a:pt x="6128" y="1639"/>
                    </a:cubicBezTo>
                    <a:cubicBezTo>
                      <a:pt x="6116" y="1639"/>
                      <a:pt x="6103" y="1643"/>
                      <a:pt x="6090" y="1652"/>
                    </a:cubicBezTo>
                    <a:cubicBezTo>
                      <a:pt x="5576" y="2006"/>
                      <a:pt x="4971" y="2159"/>
                      <a:pt x="4359" y="2159"/>
                    </a:cubicBezTo>
                    <a:cubicBezTo>
                      <a:pt x="3909" y="2159"/>
                      <a:pt x="3456" y="2076"/>
                      <a:pt x="3035" y="1932"/>
                    </a:cubicBezTo>
                    <a:cubicBezTo>
                      <a:pt x="1928" y="1554"/>
                      <a:pt x="1007" y="783"/>
                      <a:pt x="146" y="17"/>
                    </a:cubicBezTo>
                    <a:cubicBezTo>
                      <a:pt x="132" y="5"/>
                      <a:pt x="117" y="0"/>
                      <a:pt x="1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8"/>
              <p:cNvSpPr/>
              <p:nvPr/>
            </p:nvSpPr>
            <p:spPr>
              <a:xfrm>
                <a:off x="2114200" y="3379675"/>
                <a:ext cx="165125" cy="94800"/>
              </a:xfrm>
              <a:custGeom>
                <a:avLst/>
                <a:gdLst/>
                <a:ahLst/>
                <a:cxnLst/>
                <a:rect l="l" t="t" r="r" b="b"/>
                <a:pathLst>
                  <a:path w="6605" h="3792" extrusionOk="0">
                    <a:moveTo>
                      <a:pt x="2562" y="0"/>
                    </a:moveTo>
                    <a:cubicBezTo>
                      <a:pt x="2562" y="0"/>
                      <a:pt x="1382" y="395"/>
                      <a:pt x="1" y="1027"/>
                    </a:cubicBezTo>
                    <a:cubicBezTo>
                      <a:pt x="808" y="1918"/>
                      <a:pt x="2441" y="3440"/>
                      <a:pt x="4384" y="3752"/>
                    </a:cubicBezTo>
                    <a:cubicBezTo>
                      <a:pt x="4547" y="3779"/>
                      <a:pt x="4699" y="3791"/>
                      <a:pt x="4841" y="3791"/>
                    </a:cubicBezTo>
                    <a:cubicBezTo>
                      <a:pt x="6236" y="3791"/>
                      <a:pt x="6605" y="2581"/>
                      <a:pt x="6504" y="1508"/>
                    </a:cubicBezTo>
                    <a:cubicBezTo>
                      <a:pt x="4474" y="668"/>
                      <a:pt x="2562" y="0"/>
                      <a:pt x="25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8"/>
              <p:cNvSpPr/>
              <p:nvPr/>
            </p:nvSpPr>
            <p:spPr>
              <a:xfrm>
                <a:off x="1953600" y="3635325"/>
                <a:ext cx="487000" cy="430075"/>
              </a:xfrm>
              <a:custGeom>
                <a:avLst/>
                <a:gdLst/>
                <a:ahLst/>
                <a:cxnLst/>
                <a:rect l="l" t="t" r="r" b="b"/>
                <a:pathLst>
                  <a:path w="19480" h="17203" extrusionOk="0">
                    <a:moveTo>
                      <a:pt x="1178" y="0"/>
                    </a:moveTo>
                    <a:cubicBezTo>
                      <a:pt x="1178" y="0"/>
                      <a:pt x="906" y="1554"/>
                      <a:pt x="643" y="3710"/>
                    </a:cubicBezTo>
                    <a:cubicBezTo>
                      <a:pt x="519" y="4729"/>
                      <a:pt x="396" y="5882"/>
                      <a:pt x="304" y="7069"/>
                    </a:cubicBezTo>
                    <a:cubicBezTo>
                      <a:pt x="1" y="11034"/>
                      <a:pt x="50" y="15387"/>
                      <a:pt x="1554" y="16401"/>
                    </a:cubicBezTo>
                    <a:cubicBezTo>
                      <a:pt x="2283" y="16893"/>
                      <a:pt x="4660" y="17203"/>
                      <a:pt x="7386" y="17203"/>
                    </a:cubicBezTo>
                    <a:cubicBezTo>
                      <a:pt x="12756" y="17203"/>
                      <a:pt x="19480" y="16001"/>
                      <a:pt x="17639" y="12617"/>
                    </a:cubicBezTo>
                    <a:cubicBezTo>
                      <a:pt x="15786" y="9210"/>
                      <a:pt x="15930" y="4270"/>
                      <a:pt x="15993" y="3121"/>
                    </a:cubicBezTo>
                    <a:cubicBezTo>
                      <a:pt x="16001" y="2983"/>
                      <a:pt x="16006" y="2901"/>
                      <a:pt x="16008" y="2882"/>
                    </a:cubicBezTo>
                    <a:lnTo>
                      <a:pt x="16008" y="2878"/>
                    </a:lnTo>
                    <a:lnTo>
                      <a:pt x="11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8"/>
              <p:cNvSpPr/>
              <p:nvPr/>
            </p:nvSpPr>
            <p:spPr>
              <a:xfrm>
                <a:off x="2300325" y="3429450"/>
                <a:ext cx="74825" cy="138750"/>
              </a:xfrm>
              <a:custGeom>
                <a:avLst/>
                <a:gdLst/>
                <a:ahLst/>
                <a:cxnLst/>
                <a:rect l="l" t="t" r="r" b="b"/>
                <a:pathLst>
                  <a:path w="2993" h="5550" extrusionOk="0">
                    <a:moveTo>
                      <a:pt x="158" y="0"/>
                    </a:moveTo>
                    <a:cubicBezTo>
                      <a:pt x="106" y="259"/>
                      <a:pt x="75" y="522"/>
                      <a:pt x="64" y="787"/>
                    </a:cubicBezTo>
                    <a:cubicBezTo>
                      <a:pt x="1" y="2304"/>
                      <a:pt x="609" y="3802"/>
                      <a:pt x="1773" y="4788"/>
                    </a:cubicBezTo>
                    <a:lnTo>
                      <a:pt x="1775" y="4788"/>
                    </a:lnTo>
                    <a:cubicBezTo>
                      <a:pt x="2139" y="5097"/>
                      <a:pt x="2542" y="5352"/>
                      <a:pt x="2972" y="5550"/>
                    </a:cubicBezTo>
                    <a:cubicBezTo>
                      <a:pt x="2980" y="5487"/>
                      <a:pt x="2987" y="5423"/>
                      <a:pt x="2993" y="5360"/>
                    </a:cubicBezTo>
                    <a:cubicBezTo>
                      <a:pt x="2218" y="4995"/>
                      <a:pt x="1535" y="4435"/>
                      <a:pt x="1050" y="3720"/>
                    </a:cubicBezTo>
                    <a:cubicBezTo>
                      <a:pt x="330" y="2657"/>
                      <a:pt x="96" y="1328"/>
                      <a:pt x="330" y="83"/>
                    </a:cubicBezTo>
                    <a:cubicBezTo>
                      <a:pt x="273" y="56"/>
                      <a:pt x="215" y="29"/>
                      <a:pt x="15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8"/>
              <p:cNvSpPr/>
              <p:nvPr/>
            </p:nvSpPr>
            <p:spPr>
              <a:xfrm>
                <a:off x="2033250" y="3564325"/>
                <a:ext cx="332600" cy="165775"/>
              </a:xfrm>
              <a:custGeom>
                <a:avLst/>
                <a:gdLst/>
                <a:ahLst/>
                <a:cxnLst/>
                <a:rect l="l" t="t" r="r" b="b"/>
                <a:pathLst>
                  <a:path w="13304" h="6631" extrusionOk="0">
                    <a:moveTo>
                      <a:pt x="8270" y="1"/>
                    </a:moveTo>
                    <a:cubicBezTo>
                      <a:pt x="7245" y="1"/>
                      <a:pt x="6233" y="296"/>
                      <a:pt x="5324" y="765"/>
                    </a:cubicBezTo>
                    <a:cubicBezTo>
                      <a:pt x="3998" y="1452"/>
                      <a:pt x="2945" y="2474"/>
                      <a:pt x="2030" y="3625"/>
                    </a:cubicBezTo>
                    <a:cubicBezTo>
                      <a:pt x="1303" y="4536"/>
                      <a:pt x="665" y="5528"/>
                      <a:pt x="45" y="6497"/>
                    </a:cubicBezTo>
                    <a:cubicBezTo>
                      <a:pt x="1" y="6566"/>
                      <a:pt x="64" y="6631"/>
                      <a:pt x="127" y="6631"/>
                    </a:cubicBezTo>
                    <a:cubicBezTo>
                      <a:pt x="155" y="6631"/>
                      <a:pt x="183" y="6618"/>
                      <a:pt x="202" y="6589"/>
                    </a:cubicBezTo>
                    <a:cubicBezTo>
                      <a:pt x="841" y="5591"/>
                      <a:pt x="1484" y="4586"/>
                      <a:pt x="2228" y="3663"/>
                    </a:cubicBezTo>
                    <a:cubicBezTo>
                      <a:pt x="2399" y="3450"/>
                      <a:pt x="2575" y="3241"/>
                      <a:pt x="2759" y="3038"/>
                    </a:cubicBezTo>
                    <a:cubicBezTo>
                      <a:pt x="4169" y="1475"/>
                      <a:pt x="6137" y="184"/>
                      <a:pt x="8270" y="184"/>
                    </a:cubicBezTo>
                    <a:cubicBezTo>
                      <a:pt x="8630" y="184"/>
                      <a:pt x="8995" y="220"/>
                      <a:pt x="9362" y="299"/>
                    </a:cubicBezTo>
                    <a:cubicBezTo>
                      <a:pt x="10908" y="629"/>
                      <a:pt x="12166" y="1523"/>
                      <a:pt x="13269" y="2604"/>
                    </a:cubicBezTo>
                    <a:cubicBezTo>
                      <a:pt x="13281" y="2530"/>
                      <a:pt x="13292" y="2455"/>
                      <a:pt x="13304" y="2382"/>
                    </a:cubicBezTo>
                    <a:cubicBezTo>
                      <a:pt x="12968" y="2058"/>
                      <a:pt x="12615" y="1753"/>
                      <a:pt x="12239" y="1471"/>
                    </a:cubicBezTo>
                    <a:cubicBezTo>
                      <a:pt x="11246" y="728"/>
                      <a:pt x="10085" y="168"/>
                      <a:pt x="8840" y="32"/>
                    </a:cubicBezTo>
                    <a:cubicBezTo>
                      <a:pt x="8650" y="11"/>
                      <a:pt x="8460" y="1"/>
                      <a:pt x="82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8"/>
              <p:cNvSpPr/>
              <p:nvPr/>
            </p:nvSpPr>
            <p:spPr>
              <a:xfrm>
                <a:off x="1957625" y="3679275"/>
                <a:ext cx="396625" cy="204825"/>
              </a:xfrm>
              <a:custGeom>
                <a:avLst/>
                <a:gdLst/>
                <a:ahLst/>
                <a:cxnLst/>
                <a:rect l="l" t="t" r="r" b="b"/>
                <a:pathLst>
                  <a:path w="15865" h="8193" extrusionOk="0">
                    <a:moveTo>
                      <a:pt x="12439" y="0"/>
                    </a:moveTo>
                    <a:cubicBezTo>
                      <a:pt x="11930" y="0"/>
                      <a:pt x="11443" y="62"/>
                      <a:pt x="10977" y="176"/>
                    </a:cubicBezTo>
                    <a:cubicBezTo>
                      <a:pt x="7706" y="970"/>
                      <a:pt x="5389" y="4287"/>
                      <a:pt x="2878" y="6330"/>
                    </a:cubicBezTo>
                    <a:cubicBezTo>
                      <a:pt x="2055" y="6999"/>
                      <a:pt x="1154" y="7582"/>
                      <a:pt x="160" y="7964"/>
                    </a:cubicBezTo>
                    <a:cubicBezTo>
                      <a:pt x="120" y="7979"/>
                      <a:pt x="79" y="7995"/>
                      <a:pt x="39" y="8008"/>
                    </a:cubicBezTo>
                    <a:cubicBezTo>
                      <a:pt x="28" y="8012"/>
                      <a:pt x="16" y="8018"/>
                      <a:pt x="5" y="8020"/>
                    </a:cubicBezTo>
                    <a:cubicBezTo>
                      <a:pt x="3" y="8077"/>
                      <a:pt x="3" y="8135"/>
                      <a:pt x="1" y="8192"/>
                    </a:cubicBezTo>
                    <a:cubicBezTo>
                      <a:pt x="56" y="8173"/>
                      <a:pt x="112" y="8152"/>
                      <a:pt x="166" y="8131"/>
                    </a:cubicBezTo>
                    <a:cubicBezTo>
                      <a:pt x="1077" y="7786"/>
                      <a:pt x="1934" y="7295"/>
                      <a:pt x="2728" y="6677"/>
                    </a:cubicBezTo>
                    <a:cubicBezTo>
                      <a:pt x="4384" y="5394"/>
                      <a:pt x="5725" y="3763"/>
                      <a:pt x="7328" y="2424"/>
                    </a:cubicBezTo>
                    <a:cubicBezTo>
                      <a:pt x="8537" y="1413"/>
                      <a:pt x="9945" y="548"/>
                      <a:pt x="11491" y="274"/>
                    </a:cubicBezTo>
                    <a:cubicBezTo>
                      <a:pt x="11823" y="215"/>
                      <a:pt x="12161" y="184"/>
                      <a:pt x="12505" y="184"/>
                    </a:cubicBezTo>
                    <a:cubicBezTo>
                      <a:pt x="12666" y="184"/>
                      <a:pt x="12829" y="191"/>
                      <a:pt x="12993" y="205"/>
                    </a:cubicBezTo>
                    <a:cubicBezTo>
                      <a:pt x="13935" y="289"/>
                      <a:pt x="14848" y="596"/>
                      <a:pt x="15654" y="1083"/>
                    </a:cubicBezTo>
                    <a:cubicBezTo>
                      <a:pt x="15713" y="1118"/>
                      <a:pt x="15774" y="1158"/>
                      <a:pt x="15836" y="1196"/>
                    </a:cubicBezTo>
                    <a:cubicBezTo>
                      <a:pt x="15838" y="1198"/>
                      <a:pt x="15840" y="1198"/>
                      <a:pt x="15842" y="1200"/>
                    </a:cubicBezTo>
                    <a:cubicBezTo>
                      <a:pt x="15844" y="1158"/>
                      <a:pt x="15845" y="1133"/>
                      <a:pt x="15847" y="1124"/>
                    </a:cubicBezTo>
                    <a:lnTo>
                      <a:pt x="15847" y="1120"/>
                    </a:lnTo>
                    <a:cubicBezTo>
                      <a:pt x="15853" y="1081"/>
                      <a:pt x="15859" y="1041"/>
                      <a:pt x="15865" y="1003"/>
                    </a:cubicBezTo>
                    <a:cubicBezTo>
                      <a:pt x="14992" y="448"/>
                      <a:pt x="13987" y="105"/>
                      <a:pt x="12949" y="21"/>
                    </a:cubicBezTo>
                    <a:cubicBezTo>
                      <a:pt x="12776" y="7"/>
                      <a:pt x="12606" y="0"/>
                      <a:pt x="124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8"/>
              <p:cNvSpPr/>
              <p:nvPr/>
            </p:nvSpPr>
            <p:spPr>
              <a:xfrm>
                <a:off x="2208000" y="3759050"/>
                <a:ext cx="145000" cy="273875"/>
              </a:xfrm>
              <a:custGeom>
                <a:avLst/>
                <a:gdLst/>
                <a:ahLst/>
                <a:cxnLst/>
                <a:rect l="l" t="t" r="r" b="b"/>
                <a:pathLst>
                  <a:path w="5800" h="10955" extrusionOk="0">
                    <a:moveTo>
                      <a:pt x="5070" y="1"/>
                    </a:moveTo>
                    <a:cubicBezTo>
                      <a:pt x="4942" y="1"/>
                      <a:pt x="4815" y="7"/>
                      <a:pt x="4689" y="18"/>
                    </a:cubicBezTo>
                    <a:cubicBezTo>
                      <a:pt x="3371" y="141"/>
                      <a:pt x="2130" y="833"/>
                      <a:pt x="1286" y="1846"/>
                    </a:cubicBezTo>
                    <a:cubicBezTo>
                      <a:pt x="400" y="2909"/>
                      <a:pt x="1" y="4290"/>
                      <a:pt x="118" y="5661"/>
                    </a:cubicBezTo>
                    <a:cubicBezTo>
                      <a:pt x="120" y="5684"/>
                      <a:pt x="122" y="5707"/>
                      <a:pt x="126" y="5730"/>
                    </a:cubicBezTo>
                    <a:cubicBezTo>
                      <a:pt x="400" y="8560"/>
                      <a:pt x="2773" y="10683"/>
                      <a:pt x="5558" y="10954"/>
                    </a:cubicBezTo>
                    <a:cubicBezTo>
                      <a:pt x="5562" y="10954"/>
                      <a:pt x="5565" y="10954"/>
                      <a:pt x="5568" y="10954"/>
                    </a:cubicBezTo>
                    <a:cubicBezTo>
                      <a:pt x="5675" y="10954"/>
                      <a:pt x="5670" y="10783"/>
                      <a:pt x="5558" y="10773"/>
                    </a:cubicBezTo>
                    <a:cubicBezTo>
                      <a:pt x="4119" y="10633"/>
                      <a:pt x="2742" y="9979"/>
                      <a:pt x="1750" y="8924"/>
                    </a:cubicBezTo>
                    <a:cubicBezTo>
                      <a:pt x="918" y="8038"/>
                      <a:pt x="429" y="6893"/>
                      <a:pt x="317" y="5719"/>
                    </a:cubicBezTo>
                    <a:cubicBezTo>
                      <a:pt x="177" y="4269"/>
                      <a:pt x="613" y="2774"/>
                      <a:pt x="1681" y="1679"/>
                    </a:cubicBezTo>
                    <a:cubicBezTo>
                      <a:pt x="2554" y="785"/>
                      <a:pt x="3774" y="194"/>
                      <a:pt x="5034" y="181"/>
                    </a:cubicBezTo>
                    <a:cubicBezTo>
                      <a:pt x="5050" y="181"/>
                      <a:pt x="5066" y="181"/>
                      <a:pt x="5082" y="181"/>
                    </a:cubicBezTo>
                    <a:cubicBezTo>
                      <a:pt x="5227" y="181"/>
                      <a:pt x="5374" y="189"/>
                      <a:pt x="5520" y="208"/>
                    </a:cubicBezTo>
                    <a:cubicBezTo>
                      <a:pt x="5614" y="217"/>
                      <a:pt x="5708" y="231"/>
                      <a:pt x="5800" y="250"/>
                    </a:cubicBezTo>
                    <a:cubicBezTo>
                      <a:pt x="5798" y="187"/>
                      <a:pt x="5796" y="127"/>
                      <a:pt x="5794" y="66"/>
                    </a:cubicBezTo>
                    <a:cubicBezTo>
                      <a:pt x="5710" y="50"/>
                      <a:pt x="5625" y="37"/>
                      <a:pt x="5541" y="27"/>
                    </a:cubicBezTo>
                    <a:cubicBezTo>
                      <a:pt x="5384" y="9"/>
                      <a:pt x="5226" y="1"/>
                      <a:pt x="507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8"/>
              <p:cNvSpPr/>
              <p:nvPr/>
            </p:nvSpPr>
            <p:spPr>
              <a:xfrm>
                <a:off x="1960025" y="3806450"/>
                <a:ext cx="228775" cy="222425"/>
              </a:xfrm>
              <a:custGeom>
                <a:avLst/>
                <a:gdLst/>
                <a:ahLst/>
                <a:cxnLst/>
                <a:rect l="l" t="t" r="r" b="b"/>
                <a:pathLst>
                  <a:path w="9151" h="8897" extrusionOk="0">
                    <a:moveTo>
                      <a:pt x="6826" y="1"/>
                    </a:moveTo>
                    <a:cubicBezTo>
                      <a:pt x="6685" y="1"/>
                      <a:pt x="6542" y="12"/>
                      <a:pt x="6400" y="34"/>
                    </a:cubicBezTo>
                    <a:cubicBezTo>
                      <a:pt x="4727" y="297"/>
                      <a:pt x="3340" y="1659"/>
                      <a:pt x="2310" y="2910"/>
                    </a:cubicBezTo>
                    <a:cubicBezTo>
                      <a:pt x="1934" y="3366"/>
                      <a:pt x="1574" y="3857"/>
                      <a:pt x="1213" y="4362"/>
                    </a:cubicBezTo>
                    <a:cubicBezTo>
                      <a:pt x="814" y="4920"/>
                      <a:pt x="415" y="5495"/>
                      <a:pt x="1" y="6054"/>
                    </a:cubicBezTo>
                    <a:lnTo>
                      <a:pt x="1" y="6056"/>
                    </a:lnTo>
                    <a:cubicBezTo>
                      <a:pt x="8" y="6142"/>
                      <a:pt x="18" y="6230"/>
                      <a:pt x="27" y="6315"/>
                    </a:cubicBezTo>
                    <a:cubicBezTo>
                      <a:pt x="513" y="5670"/>
                      <a:pt x="969" y="5002"/>
                      <a:pt x="1441" y="4348"/>
                    </a:cubicBezTo>
                    <a:cubicBezTo>
                      <a:pt x="1675" y="4020"/>
                      <a:pt x="1915" y="3698"/>
                      <a:pt x="2164" y="3382"/>
                    </a:cubicBezTo>
                    <a:cubicBezTo>
                      <a:pt x="3164" y="2104"/>
                      <a:pt x="4441" y="738"/>
                      <a:pt x="6060" y="293"/>
                    </a:cubicBezTo>
                    <a:cubicBezTo>
                      <a:pt x="6310" y="225"/>
                      <a:pt x="6564" y="188"/>
                      <a:pt x="6813" y="188"/>
                    </a:cubicBezTo>
                    <a:cubicBezTo>
                      <a:pt x="7463" y="188"/>
                      <a:pt x="8076" y="439"/>
                      <a:pt x="8475" y="1026"/>
                    </a:cubicBezTo>
                    <a:cubicBezTo>
                      <a:pt x="9022" y="1828"/>
                      <a:pt x="8993" y="2846"/>
                      <a:pt x="8855" y="3765"/>
                    </a:cubicBezTo>
                    <a:cubicBezTo>
                      <a:pt x="8850" y="3813"/>
                      <a:pt x="8842" y="3859"/>
                      <a:pt x="8834" y="3907"/>
                    </a:cubicBezTo>
                    <a:cubicBezTo>
                      <a:pt x="8556" y="5635"/>
                      <a:pt x="7911" y="7289"/>
                      <a:pt x="6970" y="8764"/>
                    </a:cubicBezTo>
                    <a:cubicBezTo>
                      <a:pt x="6926" y="8832"/>
                      <a:pt x="6988" y="8896"/>
                      <a:pt x="7052" y="8896"/>
                    </a:cubicBezTo>
                    <a:cubicBezTo>
                      <a:pt x="7080" y="8896"/>
                      <a:pt x="7108" y="8884"/>
                      <a:pt x="7127" y="8854"/>
                    </a:cubicBezTo>
                    <a:cubicBezTo>
                      <a:pt x="8067" y="7385"/>
                      <a:pt x="8788" y="5653"/>
                      <a:pt x="9034" y="3894"/>
                    </a:cubicBezTo>
                    <a:cubicBezTo>
                      <a:pt x="9078" y="3581"/>
                      <a:pt x="9107" y="3266"/>
                      <a:pt x="9118" y="2952"/>
                    </a:cubicBezTo>
                    <a:cubicBezTo>
                      <a:pt x="9151" y="2139"/>
                      <a:pt x="8984" y="1287"/>
                      <a:pt x="8424" y="667"/>
                    </a:cubicBezTo>
                    <a:cubicBezTo>
                      <a:pt x="8005" y="205"/>
                      <a:pt x="7426" y="1"/>
                      <a:pt x="68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8"/>
              <p:cNvSpPr/>
              <p:nvPr/>
            </p:nvSpPr>
            <p:spPr>
              <a:xfrm>
                <a:off x="1972025" y="3950775"/>
                <a:ext cx="136250" cy="107375"/>
              </a:xfrm>
              <a:custGeom>
                <a:avLst/>
                <a:gdLst/>
                <a:ahLst/>
                <a:cxnLst/>
                <a:rect l="l" t="t" r="r" b="b"/>
                <a:pathLst>
                  <a:path w="5450" h="4295" extrusionOk="0">
                    <a:moveTo>
                      <a:pt x="3495" y="1"/>
                    </a:moveTo>
                    <a:cubicBezTo>
                      <a:pt x="2953" y="1"/>
                      <a:pt x="2405" y="215"/>
                      <a:pt x="1949" y="482"/>
                    </a:cubicBezTo>
                    <a:cubicBezTo>
                      <a:pt x="1103" y="981"/>
                      <a:pt x="426" y="1731"/>
                      <a:pt x="0" y="2607"/>
                    </a:cubicBezTo>
                    <a:cubicBezTo>
                      <a:pt x="31" y="2688"/>
                      <a:pt x="62" y="2765"/>
                      <a:pt x="96" y="2838"/>
                    </a:cubicBezTo>
                    <a:cubicBezTo>
                      <a:pt x="624" y="1650"/>
                      <a:pt x="1613" y="630"/>
                      <a:pt x="2864" y="279"/>
                    </a:cubicBezTo>
                    <a:cubicBezTo>
                      <a:pt x="3061" y="224"/>
                      <a:pt x="3255" y="196"/>
                      <a:pt x="3442" y="196"/>
                    </a:cubicBezTo>
                    <a:cubicBezTo>
                      <a:pt x="4196" y="196"/>
                      <a:pt x="4829" y="639"/>
                      <a:pt x="5049" y="1458"/>
                    </a:cubicBezTo>
                    <a:cubicBezTo>
                      <a:pt x="5298" y="2391"/>
                      <a:pt x="4911" y="3333"/>
                      <a:pt x="4562" y="4186"/>
                    </a:cubicBezTo>
                    <a:cubicBezTo>
                      <a:pt x="4534" y="4251"/>
                      <a:pt x="4588" y="4295"/>
                      <a:pt x="4644" y="4295"/>
                    </a:cubicBezTo>
                    <a:cubicBezTo>
                      <a:pt x="4681" y="4295"/>
                      <a:pt x="4719" y="4276"/>
                      <a:pt x="4736" y="4234"/>
                    </a:cubicBezTo>
                    <a:cubicBezTo>
                      <a:pt x="5084" y="3386"/>
                      <a:pt x="5450" y="2469"/>
                      <a:pt x="5254" y="1537"/>
                    </a:cubicBezTo>
                    <a:cubicBezTo>
                      <a:pt x="5122" y="904"/>
                      <a:pt x="4729" y="321"/>
                      <a:pt x="4100" y="100"/>
                    </a:cubicBezTo>
                    <a:cubicBezTo>
                      <a:pt x="3903" y="31"/>
                      <a:pt x="3699" y="1"/>
                      <a:pt x="34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8"/>
              <p:cNvSpPr/>
              <p:nvPr/>
            </p:nvSpPr>
            <p:spPr>
              <a:xfrm>
                <a:off x="2120900" y="3943875"/>
                <a:ext cx="220575" cy="38625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1545" extrusionOk="0">
                    <a:moveTo>
                      <a:pt x="108" y="0"/>
                    </a:moveTo>
                    <a:cubicBezTo>
                      <a:pt x="46" y="0"/>
                      <a:pt x="1" y="86"/>
                      <a:pt x="67" y="119"/>
                    </a:cubicBezTo>
                    <a:cubicBezTo>
                      <a:pt x="1928" y="1060"/>
                      <a:pt x="3997" y="1545"/>
                      <a:pt x="6071" y="1545"/>
                    </a:cubicBezTo>
                    <a:cubicBezTo>
                      <a:pt x="6966" y="1545"/>
                      <a:pt x="7862" y="1455"/>
                      <a:pt x="8743" y="1272"/>
                    </a:cubicBezTo>
                    <a:cubicBezTo>
                      <a:pt x="8822" y="1256"/>
                      <a:pt x="8803" y="1140"/>
                      <a:pt x="8731" y="1140"/>
                    </a:cubicBezTo>
                    <a:cubicBezTo>
                      <a:pt x="8726" y="1140"/>
                      <a:pt x="8721" y="1141"/>
                      <a:pt x="8716" y="1142"/>
                    </a:cubicBezTo>
                    <a:cubicBezTo>
                      <a:pt x="7843" y="1323"/>
                      <a:pt x="6955" y="1412"/>
                      <a:pt x="6068" y="1412"/>
                    </a:cubicBezTo>
                    <a:cubicBezTo>
                      <a:pt x="4020" y="1412"/>
                      <a:pt x="1977" y="936"/>
                      <a:pt x="139" y="8"/>
                    </a:cubicBezTo>
                    <a:cubicBezTo>
                      <a:pt x="129" y="3"/>
                      <a:pt x="11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8"/>
              <p:cNvSpPr/>
              <p:nvPr/>
            </p:nvSpPr>
            <p:spPr>
              <a:xfrm>
                <a:off x="1980550" y="3606550"/>
                <a:ext cx="41350" cy="4362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17451" extrusionOk="0">
                    <a:moveTo>
                      <a:pt x="1569" y="1"/>
                    </a:moveTo>
                    <a:cubicBezTo>
                      <a:pt x="1544" y="1"/>
                      <a:pt x="1520" y="14"/>
                      <a:pt x="1510" y="45"/>
                    </a:cubicBezTo>
                    <a:cubicBezTo>
                      <a:pt x="781" y="2327"/>
                      <a:pt x="380" y="4714"/>
                      <a:pt x="189" y="7098"/>
                    </a:cubicBezTo>
                    <a:cubicBezTo>
                      <a:pt x="1" y="9427"/>
                      <a:pt x="10" y="11786"/>
                      <a:pt x="300" y="14107"/>
                    </a:cubicBezTo>
                    <a:cubicBezTo>
                      <a:pt x="438" y="15220"/>
                      <a:pt x="643" y="16329"/>
                      <a:pt x="977" y="17401"/>
                    </a:cubicBezTo>
                    <a:cubicBezTo>
                      <a:pt x="987" y="17435"/>
                      <a:pt x="1017" y="17451"/>
                      <a:pt x="1045" y="17451"/>
                    </a:cubicBezTo>
                    <a:cubicBezTo>
                      <a:pt x="1085" y="17451"/>
                      <a:pt x="1123" y="17421"/>
                      <a:pt x="1107" y="17372"/>
                    </a:cubicBezTo>
                    <a:cubicBezTo>
                      <a:pt x="490" y="15377"/>
                      <a:pt x="275" y="13256"/>
                      <a:pt x="215" y="11176"/>
                    </a:cubicBezTo>
                    <a:cubicBezTo>
                      <a:pt x="145" y="8761"/>
                      <a:pt x="309" y="6333"/>
                      <a:pt x="714" y="3952"/>
                    </a:cubicBezTo>
                    <a:cubicBezTo>
                      <a:pt x="935" y="2646"/>
                      <a:pt x="1234" y="1351"/>
                      <a:pt x="1637" y="89"/>
                    </a:cubicBezTo>
                    <a:cubicBezTo>
                      <a:pt x="1654" y="37"/>
                      <a:pt x="1610" y="1"/>
                      <a:pt x="15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8"/>
              <p:cNvSpPr/>
              <p:nvPr/>
            </p:nvSpPr>
            <p:spPr>
              <a:xfrm>
                <a:off x="2027650" y="3822675"/>
                <a:ext cx="320175" cy="101550"/>
              </a:xfrm>
              <a:custGeom>
                <a:avLst/>
                <a:gdLst/>
                <a:ahLst/>
                <a:cxnLst/>
                <a:rect l="l" t="t" r="r" b="b"/>
                <a:pathLst>
                  <a:path w="12807" h="4062" extrusionOk="0">
                    <a:moveTo>
                      <a:pt x="12705" y="1"/>
                    </a:moveTo>
                    <a:cubicBezTo>
                      <a:pt x="12691" y="1"/>
                      <a:pt x="12676" y="6"/>
                      <a:pt x="12663" y="16"/>
                    </a:cubicBezTo>
                    <a:cubicBezTo>
                      <a:pt x="9943" y="2205"/>
                      <a:pt x="6574" y="3546"/>
                      <a:pt x="3100" y="3859"/>
                    </a:cubicBezTo>
                    <a:cubicBezTo>
                      <a:pt x="2583" y="3905"/>
                      <a:pt x="2065" y="3928"/>
                      <a:pt x="1546" y="3928"/>
                    </a:cubicBezTo>
                    <a:cubicBezTo>
                      <a:pt x="1061" y="3928"/>
                      <a:pt x="576" y="3908"/>
                      <a:pt x="92" y="3868"/>
                    </a:cubicBezTo>
                    <a:cubicBezTo>
                      <a:pt x="90" y="3868"/>
                      <a:pt x="88" y="3868"/>
                      <a:pt x="85" y="3868"/>
                    </a:cubicBezTo>
                    <a:cubicBezTo>
                      <a:pt x="6" y="3868"/>
                      <a:pt x="1" y="3995"/>
                      <a:pt x="85" y="4002"/>
                    </a:cubicBezTo>
                    <a:cubicBezTo>
                      <a:pt x="564" y="4042"/>
                      <a:pt x="1044" y="4062"/>
                      <a:pt x="1523" y="4062"/>
                    </a:cubicBezTo>
                    <a:cubicBezTo>
                      <a:pt x="4577" y="4062"/>
                      <a:pt x="7623" y="3268"/>
                      <a:pt x="10292" y="1777"/>
                    </a:cubicBezTo>
                    <a:cubicBezTo>
                      <a:pt x="11157" y="1294"/>
                      <a:pt x="11980" y="738"/>
                      <a:pt x="12753" y="116"/>
                    </a:cubicBezTo>
                    <a:cubicBezTo>
                      <a:pt x="12807" y="73"/>
                      <a:pt x="12760" y="1"/>
                      <a:pt x="127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8"/>
              <p:cNvSpPr/>
              <p:nvPr/>
            </p:nvSpPr>
            <p:spPr>
              <a:xfrm>
                <a:off x="2355900" y="3580575"/>
                <a:ext cx="21675" cy="109575"/>
              </a:xfrm>
              <a:custGeom>
                <a:avLst/>
                <a:gdLst/>
                <a:ahLst/>
                <a:cxnLst/>
                <a:rect l="l" t="t" r="r" b="b"/>
                <a:pathLst>
                  <a:path w="867" h="4383" extrusionOk="0">
                    <a:moveTo>
                      <a:pt x="797" y="0"/>
                    </a:moveTo>
                    <a:cubicBezTo>
                      <a:pt x="765" y="0"/>
                      <a:pt x="731" y="20"/>
                      <a:pt x="726" y="61"/>
                    </a:cubicBezTo>
                    <a:cubicBezTo>
                      <a:pt x="532" y="1486"/>
                      <a:pt x="198" y="2889"/>
                      <a:pt x="7" y="4314"/>
                    </a:cubicBezTo>
                    <a:cubicBezTo>
                      <a:pt x="1" y="4359"/>
                      <a:pt x="34" y="4383"/>
                      <a:pt x="70" y="4383"/>
                    </a:cubicBezTo>
                    <a:cubicBezTo>
                      <a:pt x="102" y="4383"/>
                      <a:pt x="135" y="4363"/>
                      <a:pt x="141" y="4322"/>
                    </a:cubicBezTo>
                    <a:cubicBezTo>
                      <a:pt x="335" y="2896"/>
                      <a:pt x="668" y="1494"/>
                      <a:pt x="860" y="69"/>
                    </a:cubicBezTo>
                    <a:cubicBezTo>
                      <a:pt x="866" y="24"/>
                      <a:pt x="832" y="0"/>
                      <a:pt x="7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8"/>
              <p:cNvSpPr/>
              <p:nvPr/>
            </p:nvSpPr>
            <p:spPr>
              <a:xfrm>
                <a:off x="2138750" y="3393525"/>
                <a:ext cx="139500" cy="167500"/>
              </a:xfrm>
              <a:custGeom>
                <a:avLst/>
                <a:gdLst/>
                <a:ahLst/>
                <a:cxnLst/>
                <a:rect l="l" t="t" r="r" b="b"/>
                <a:pathLst>
                  <a:path w="5580" h="6700" extrusionOk="0">
                    <a:moveTo>
                      <a:pt x="112" y="0"/>
                    </a:moveTo>
                    <a:cubicBezTo>
                      <a:pt x="60" y="0"/>
                      <a:pt x="1" y="46"/>
                      <a:pt x="12" y="114"/>
                    </a:cubicBezTo>
                    <a:cubicBezTo>
                      <a:pt x="208" y="1246"/>
                      <a:pt x="410" y="2383"/>
                      <a:pt x="791" y="3469"/>
                    </a:cubicBezTo>
                    <a:cubicBezTo>
                      <a:pt x="1104" y="4351"/>
                      <a:pt x="1539" y="5232"/>
                      <a:pt x="2186" y="5920"/>
                    </a:cubicBezTo>
                    <a:cubicBezTo>
                      <a:pt x="2568" y="6327"/>
                      <a:pt x="3125" y="6700"/>
                      <a:pt x="3688" y="6700"/>
                    </a:cubicBezTo>
                    <a:cubicBezTo>
                      <a:pt x="3902" y="6700"/>
                      <a:pt x="4118" y="6646"/>
                      <a:pt x="4325" y="6519"/>
                    </a:cubicBezTo>
                    <a:cubicBezTo>
                      <a:pt x="5079" y="6057"/>
                      <a:pt x="5282" y="4965"/>
                      <a:pt x="5408" y="4167"/>
                    </a:cubicBezTo>
                    <a:cubicBezTo>
                      <a:pt x="5579" y="3085"/>
                      <a:pt x="5537" y="1984"/>
                      <a:pt x="5301" y="916"/>
                    </a:cubicBezTo>
                    <a:cubicBezTo>
                      <a:pt x="5291" y="871"/>
                      <a:pt x="5257" y="851"/>
                      <a:pt x="5222" y="851"/>
                    </a:cubicBezTo>
                    <a:cubicBezTo>
                      <a:pt x="5169" y="851"/>
                      <a:pt x="5112" y="896"/>
                      <a:pt x="5127" y="964"/>
                    </a:cubicBezTo>
                    <a:cubicBezTo>
                      <a:pt x="5380" y="2111"/>
                      <a:pt x="5403" y="3300"/>
                      <a:pt x="5173" y="4453"/>
                    </a:cubicBezTo>
                    <a:cubicBezTo>
                      <a:pt x="5021" y="5218"/>
                      <a:pt x="4737" y="6421"/>
                      <a:pt x="3786" y="6517"/>
                    </a:cubicBezTo>
                    <a:cubicBezTo>
                      <a:pt x="3743" y="6521"/>
                      <a:pt x="3701" y="6523"/>
                      <a:pt x="3660" y="6523"/>
                    </a:cubicBezTo>
                    <a:cubicBezTo>
                      <a:pt x="2802" y="6523"/>
                      <a:pt x="2124" y="5645"/>
                      <a:pt x="1712" y="4992"/>
                    </a:cubicBezTo>
                    <a:cubicBezTo>
                      <a:pt x="784" y="3519"/>
                      <a:pt x="479" y="1756"/>
                      <a:pt x="187" y="66"/>
                    </a:cubicBezTo>
                    <a:cubicBezTo>
                      <a:pt x="179" y="20"/>
                      <a:pt x="147" y="0"/>
                      <a:pt x="1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8"/>
              <p:cNvSpPr/>
              <p:nvPr/>
            </p:nvSpPr>
            <p:spPr>
              <a:xfrm>
                <a:off x="2169875" y="3160175"/>
                <a:ext cx="238475" cy="172975"/>
              </a:xfrm>
              <a:custGeom>
                <a:avLst/>
                <a:gdLst/>
                <a:ahLst/>
                <a:cxnLst/>
                <a:rect l="l" t="t" r="r" b="b"/>
                <a:pathLst>
                  <a:path w="9539" h="6919" extrusionOk="0">
                    <a:moveTo>
                      <a:pt x="1583" y="1"/>
                    </a:moveTo>
                    <a:cubicBezTo>
                      <a:pt x="1560" y="1"/>
                      <a:pt x="1538" y="3"/>
                      <a:pt x="1518" y="8"/>
                    </a:cubicBezTo>
                    <a:cubicBezTo>
                      <a:pt x="1169" y="96"/>
                      <a:pt x="1449" y="718"/>
                      <a:pt x="1449" y="718"/>
                    </a:cubicBezTo>
                    <a:cubicBezTo>
                      <a:pt x="1449" y="718"/>
                      <a:pt x="1310" y="674"/>
                      <a:pt x="1170" y="674"/>
                    </a:cubicBezTo>
                    <a:cubicBezTo>
                      <a:pt x="1027" y="674"/>
                      <a:pt x="883" y="719"/>
                      <a:pt x="883" y="900"/>
                    </a:cubicBezTo>
                    <a:cubicBezTo>
                      <a:pt x="883" y="1184"/>
                      <a:pt x="1112" y="1270"/>
                      <a:pt x="1112" y="1270"/>
                    </a:cubicBezTo>
                    <a:cubicBezTo>
                      <a:pt x="1112" y="1270"/>
                      <a:pt x="1" y="2172"/>
                      <a:pt x="308" y="3507"/>
                    </a:cubicBezTo>
                    <a:cubicBezTo>
                      <a:pt x="617" y="4842"/>
                      <a:pt x="778" y="6076"/>
                      <a:pt x="438" y="6438"/>
                    </a:cubicBezTo>
                    <a:cubicBezTo>
                      <a:pt x="203" y="6688"/>
                      <a:pt x="672" y="6918"/>
                      <a:pt x="938" y="6918"/>
                    </a:cubicBezTo>
                    <a:cubicBezTo>
                      <a:pt x="1056" y="6918"/>
                      <a:pt x="1134" y="6874"/>
                      <a:pt x="1094" y="6766"/>
                    </a:cubicBezTo>
                    <a:cubicBezTo>
                      <a:pt x="743" y="5815"/>
                      <a:pt x="6040" y="4011"/>
                      <a:pt x="6040" y="4011"/>
                    </a:cubicBezTo>
                    <a:lnTo>
                      <a:pt x="6041" y="4011"/>
                    </a:lnTo>
                    <a:cubicBezTo>
                      <a:pt x="6041" y="4011"/>
                      <a:pt x="6462" y="4052"/>
                      <a:pt x="6984" y="4052"/>
                    </a:cubicBezTo>
                    <a:cubicBezTo>
                      <a:pt x="7695" y="4052"/>
                      <a:pt x="8594" y="3977"/>
                      <a:pt x="8875" y="3618"/>
                    </a:cubicBezTo>
                    <a:cubicBezTo>
                      <a:pt x="9360" y="2997"/>
                      <a:pt x="7860" y="2947"/>
                      <a:pt x="7860" y="2947"/>
                    </a:cubicBezTo>
                    <a:cubicBezTo>
                      <a:pt x="7860" y="2947"/>
                      <a:pt x="9538" y="2076"/>
                      <a:pt x="8934" y="1575"/>
                    </a:cubicBezTo>
                    <a:cubicBezTo>
                      <a:pt x="8821" y="1481"/>
                      <a:pt x="8691" y="1443"/>
                      <a:pt x="8556" y="1443"/>
                    </a:cubicBezTo>
                    <a:cubicBezTo>
                      <a:pt x="7970" y="1443"/>
                      <a:pt x="7273" y="2157"/>
                      <a:pt x="7273" y="2157"/>
                    </a:cubicBezTo>
                    <a:cubicBezTo>
                      <a:pt x="7273" y="2157"/>
                      <a:pt x="8286" y="1017"/>
                      <a:pt x="7860" y="641"/>
                    </a:cubicBezTo>
                    <a:cubicBezTo>
                      <a:pt x="7790" y="579"/>
                      <a:pt x="7710" y="553"/>
                      <a:pt x="7624" y="553"/>
                    </a:cubicBezTo>
                    <a:cubicBezTo>
                      <a:pt x="7187" y="553"/>
                      <a:pt x="6615" y="1226"/>
                      <a:pt x="6615" y="1226"/>
                    </a:cubicBezTo>
                    <a:cubicBezTo>
                      <a:pt x="6615" y="1226"/>
                      <a:pt x="5414" y="535"/>
                      <a:pt x="3838" y="535"/>
                    </a:cubicBezTo>
                    <a:cubicBezTo>
                      <a:pt x="3504" y="535"/>
                      <a:pt x="3154" y="566"/>
                      <a:pt x="2794" y="641"/>
                    </a:cubicBezTo>
                    <a:cubicBezTo>
                      <a:pt x="2794" y="641"/>
                      <a:pt x="1971" y="1"/>
                      <a:pt x="15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8"/>
              <p:cNvSpPr/>
              <p:nvPr/>
            </p:nvSpPr>
            <p:spPr>
              <a:xfrm>
                <a:off x="2154550" y="3309075"/>
                <a:ext cx="109600" cy="140200"/>
              </a:xfrm>
              <a:custGeom>
                <a:avLst/>
                <a:gdLst/>
                <a:ahLst/>
                <a:cxnLst/>
                <a:rect l="l" t="t" r="r" b="b"/>
                <a:pathLst>
                  <a:path w="4384" h="5608" extrusionOk="0">
                    <a:moveTo>
                      <a:pt x="1665" y="1"/>
                    </a:moveTo>
                    <a:cubicBezTo>
                      <a:pt x="1255" y="1401"/>
                      <a:pt x="687" y="2533"/>
                      <a:pt x="0" y="3459"/>
                    </a:cubicBezTo>
                    <a:cubicBezTo>
                      <a:pt x="0" y="3459"/>
                      <a:pt x="965" y="5608"/>
                      <a:pt x="2919" y="5608"/>
                    </a:cubicBezTo>
                    <a:cubicBezTo>
                      <a:pt x="3243" y="5608"/>
                      <a:pt x="3595" y="5548"/>
                      <a:pt x="3975" y="5410"/>
                    </a:cubicBezTo>
                    <a:lnTo>
                      <a:pt x="4166" y="3663"/>
                    </a:lnTo>
                    <a:lnTo>
                      <a:pt x="4295" y="2508"/>
                    </a:lnTo>
                    <a:lnTo>
                      <a:pt x="4383" y="1700"/>
                    </a:lnTo>
                    <a:lnTo>
                      <a:pt x="1665" y="1"/>
                    </a:ln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8"/>
              <p:cNvSpPr/>
              <p:nvPr/>
            </p:nvSpPr>
            <p:spPr>
              <a:xfrm>
                <a:off x="2202300" y="3343175"/>
                <a:ext cx="59650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2386" h="2738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673" y="2083"/>
                      <a:pt x="1760" y="2738"/>
                      <a:pt x="2207" y="2738"/>
                    </a:cubicBezTo>
                    <a:cubicBezTo>
                      <a:pt x="2207" y="2738"/>
                      <a:pt x="2208" y="2738"/>
                      <a:pt x="2209" y="2738"/>
                    </a:cubicBezTo>
                    <a:lnTo>
                      <a:pt x="2385" y="114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10A26">
                  <a:alpha val="330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8"/>
              <p:cNvSpPr/>
              <p:nvPr/>
            </p:nvSpPr>
            <p:spPr>
              <a:xfrm>
                <a:off x="2193000" y="3205175"/>
                <a:ext cx="151900" cy="180425"/>
              </a:xfrm>
              <a:custGeom>
                <a:avLst/>
                <a:gdLst/>
                <a:ahLst/>
                <a:cxnLst/>
                <a:rect l="l" t="t" r="r" b="b"/>
                <a:pathLst>
                  <a:path w="6076" h="7217" extrusionOk="0">
                    <a:moveTo>
                      <a:pt x="2677" y="0"/>
                    </a:moveTo>
                    <a:cubicBezTo>
                      <a:pt x="1487" y="0"/>
                      <a:pt x="920" y="724"/>
                      <a:pt x="605" y="1519"/>
                    </a:cubicBezTo>
                    <a:cubicBezTo>
                      <a:pt x="352" y="2152"/>
                      <a:pt x="259" y="2831"/>
                      <a:pt x="135" y="3226"/>
                    </a:cubicBezTo>
                    <a:cubicBezTo>
                      <a:pt x="98" y="3349"/>
                      <a:pt x="68" y="3464"/>
                      <a:pt x="48" y="3575"/>
                    </a:cubicBezTo>
                    <a:cubicBezTo>
                      <a:pt x="2" y="3832"/>
                      <a:pt x="0" y="4070"/>
                      <a:pt x="39" y="4325"/>
                    </a:cubicBezTo>
                    <a:cubicBezTo>
                      <a:pt x="81" y="4613"/>
                      <a:pt x="171" y="4924"/>
                      <a:pt x="298" y="5317"/>
                    </a:cubicBezTo>
                    <a:cubicBezTo>
                      <a:pt x="321" y="5384"/>
                      <a:pt x="344" y="5455"/>
                      <a:pt x="369" y="5530"/>
                    </a:cubicBezTo>
                    <a:cubicBezTo>
                      <a:pt x="630" y="6305"/>
                      <a:pt x="1320" y="6794"/>
                      <a:pt x="2063" y="7044"/>
                    </a:cubicBezTo>
                    <a:cubicBezTo>
                      <a:pt x="2415" y="7161"/>
                      <a:pt x="2724" y="7217"/>
                      <a:pt x="2998" y="7217"/>
                    </a:cubicBezTo>
                    <a:cubicBezTo>
                      <a:pt x="4022" y="7217"/>
                      <a:pt x="4542" y="6437"/>
                      <a:pt x="4925" y="5221"/>
                    </a:cubicBezTo>
                    <a:cubicBezTo>
                      <a:pt x="5013" y="4945"/>
                      <a:pt x="5092" y="4646"/>
                      <a:pt x="5170" y="4329"/>
                    </a:cubicBezTo>
                    <a:cubicBezTo>
                      <a:pt x="5487" y="3033"/>
                      <a:pt x="6076" y="2451"/>
                      <a:pt x="5922" y="1857"/>
                    </a:cubicBezTo>
                    <a:lnTo>
                      <a:pt x="5920" y="1857"/>
                    </a:lnTo>
                    <a:cubicBezTo>
                      <a:pt x="5907" y="1826"/>
                      <a:pt x="5893" y="1797"/>
                      <a:pt x="5878" y="1768"/>
                    </a:cubicBezTo>
                    <a:cubicBezTo>
                      <a:pt x="5533" y="1080"/>
                      <a:pt x="4921" y="560"/>
                      <a:pt x="4194" y="303"/>
                    </a:cubicBezTo>
                    <a:cubicBezTo>
                      <a:pt x="4054" y="253"/>
                      <a:pt x="3919" y="209"/>
                      <a:pt x="3787" y="172"/>
                    </a:cubicBezTo>
                    <a:cubicBezTo>
                      <a:pt x="3758" y="165"/>
                      <a:pt x="3728" y="155"/>
                      <a:pt x="3699" y="149"/>
                    </a:cubicBezTo>
                    <a:cubicBezTo>
                      <a:pt x="3685" y="146"/>
                      <a:pt x="3674" y="142"/>
                      <a:pt x="3662" y="140"/>
                    </a:cubicBezTo>
                    <a:cubicBezTo>
                      <a:pt x="3628" y="130"/>
                      <a:pt x="3595" y="121"/>
                      <a:pt x="3563" y="115"/>
                    </a:cubicBezTo>
                    <a:cubicBezTo>
                      <a:pt x="3540" y="109"/>
                      <a:pt x="3515" y="103"/>
                      <a:pt x="3492" y="98"/>
                    </a:cubicBezTo>
                    <a:cubicBezTo>
                      <a:pt x="3438" y="86"/>
                      <a:pt x="3386" y="75"/>
                      <a:pt x="3334" y="65"/>
                    </a:cubicBezTo>
                    <a:cubicBezTo>
                      <a:pt x="3097" y="21"/>
                      <a:pt x="2878" y="0"/>
                      <a:pt x="2677" y="0"/>
                    </a:cubicBez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8"/>
              <p:cNvSpPr/>
              <p:nvPr/>
            </p:nvSpPr>
            <p:spPr>
              <a:xfrm>
                <a:off x="2202100" y="3285875"/>
                <a:ext cx="114075" cy="99725"/>
              </a:xfrm>
              <a:custGeom>
                <a:avLst/>
                <a:gdLst/>
                <a:ahLst/>
                <a:cxnLst/>
                <a:rect l="l" t="t" r="r" b="b"/>
                <a:pathLst>
                  <a:path w="4563" h="3989" extrusionOk="0">
                    <a:moveTo>
                      <a:pt x="1685" y="0"/>
                    </a:moveTo>
                    <a:lnTo>
                      <a:pt x="1200" y="259"/>
                    </a:lnTo>
                    <a:cubicBezTo>
                      <a:pt x="1200" y="259"/>
                      <a:pt x="1254" y="994"/>
                      <a:pt x="914" y="1826"/>
                    </a:cubicBezTo>
                    <a:cubicBezTo>
                      <a:pt x="706" y="2238"/>
                      <a:pt x="395" y="2293"/>
                      <a:pt x="196" y="2293"/>
                    </a:cubicBezTo>
                    <a:cubicBezTo>
                      <a:pt x="124" y="2293"/>
                      <a:pt x="67" y="2286"/>
                      <a:pt x="34" y="2286"/>
                    </a:cubicBezTo>
                    <a:cubicBezTo>
                      <a:pt x="12" y="2286"/>
                      <a:pt x="1" y="2289"/>
                      <a:pt x="5" y="2300"/>
                    </a:cubicBezTo>
                    <a:cubicBezTo>
                      <a:pt x="266" y="3077"/>
                      <a:pt x="956" y="3566"/>
                      <a:pt x="1701" y="3816"/>
                    </a:cubicBezTo>
                    <a:cubicBezTo>
                      <a:pt x="2053" y="3933"/>
                      <a:pt x="2362" y="3989"/>
                      <a:pt x="2635" y="3989"/>
                    </a:cubicBezTo>
                    <a:cubicBezTo>
                      <a:pt x="3658" y="3989"/>
                      <a:pt x="4178" y="3209"/>
                      <a:pt x="4563" y="1993"/>
                    </a:cubicBezTo>
                    <a:cubicBezTo>
                      <a:pt x="3366" y="1374"/>
                      <a:pt x="2696" y="1084"/>
                      <a:pt x="1898" y="929"/>
                    </a:cubicBezTo>
                    <a:cubicBezTo>
                      <a:pt x="1346" y="821"/>
                      <a:pt x="1685" y="0"/>
                      <a:pt x="16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8"/>
              <p:cNvSpPr/>
              <p:nvPr/>
            </p:nvSpPr>
            <p:spPr>
              <a:xfrm>
                <a:off x="2282925" y="3288225"/>
                <a:ext cx="18875" cy="30025"/>
              </a:xfrm>
              <a:custGeom>
                <a:avLst/>
                <a:gdLst/>
                <a:ahLst/>
                <a:cxnLst/>
                <a:rect l="l" t="t" r="r" b="b"/>
                <a:pathLst>
                  <a:path w="755" h="1201" extrusionOk="0">
                    <a:moveTo>
                      <a:pt x="486" y="1"/>
                    </a:moveTo>
                    <a:cubicBezTo>
                      <a:pt x="454" y="1"/>
                      <a:pt x="424" y="21"/>
                      <a:pt x="413" y="54"/>
                    </a:cubicBezTo>
                    <a:lnTo>
                      <a:pt x="240" y="614"/>
                    </a:lnTo>
                    <a:cubicBezTo>
                      <a:pt x="234" y="635"/>
                      <a:pt x="236" y="658"/>
                      <a:pt x="248" y="675"/>
                    </a:cubicBezTo>
                    <a:cubicBezTo>
                      <a:pt x="259" y="695"/>
                      <a:pt x="278" y="708"/>
                      <a:pt x="301" y="710"/>
                    </a:cubicBezTo>
                    <a:cubicBezTo>
                      <a:pt x="355" y="720"/>
                      <a:pt x="510" y="762"/>
                      <a:pt x="570" y="846"/>
                    </a:cubicBezTo>
                    <a:cubicBezTo>
                      <a:pt x="591" y="879"/>
                      <a:pt x="599" y="911"/>
                      <a:pt x="591" y="952"/>
                    </a:cubicBezTo>
                    <a:cubicBezTo>
                      <a:pt x="585" y="980"/>
                      <a:pt x="572" y="1000"/>
                      <a:pt x="547" y="1015"/>
                    </a:cubicBezTo>
                    <a:cubicBezTo>
                      <a:pt x="506" y="1040"/>
                      <a:pt x="443" y="1049"/>
                      <a:pt x="373" y="1049"/>
                    </a:cubicBezTo>
                    <a:cubicBezTo>
                      <a:pt x="279" y="1049"/>
                      <a:pt x="174" y="1032"/>
                      <a:pt x="104" y="1013"/>
                    </a:cubicBezTo>
                    <a:cubicBezTo>
                      <a:pt x="97" y="1011"/>
                      <a:pt x="90" y="1010"/>
                      <a:pt x="83" y="1010"/>
                    </a:cubicBezTo>
                    <a:cubicBezTo>
                      <a:pt x="50" y="1010"/>
                      <a:pt x="19" y="1032"/>
                      <a:pt x="10" y="1065"/>
                    </a:cubicBezTo>
                    <a:cubicBezTo>
                      <a:pt x="0" y="1105"/>
                      <a:pt x="23" y="1147"/>
                      <a:pt x="64" y="1159"/>
                    </a:cubicBezTo>
                    <a:cubicBezTo>
                      <a:pt x="87" y="1165"/>
                      <a:pt x="227" y="1201"/>
                      <a:pt x="372" y="1201"/>
                    </a:cubicBezTo>
                    <a:cubicBezTo>
                      <a:pt x="463" y="1201"/>
                      <a:pt x="557" y="1188"/>
                      <a:pt x="627" y="1143"/>
                    </a:cubicBezTo>
                    <a:cubicBezTo>
                      <a:pt x="687" y="1105"/>
                      <a:pt x="725" y="1049"/>
                      <a:pt x="739" y="980"/>
                    </a:cubicBezTo>
                    <a:cubicBezTo>
                      <a:pt x="754" y="900"/>
                      <a:pt x="739" y="823"/>
                      <a:pt x="693" y="760"/>
                    </a:cubicBezTo>
                    <a:cubicBezTo>
                      <a:pt x="622" y="658"/>
                      <a:pt x="495" y="606"/>
                      <a:pt x="409" y="581"/>
                    </a:cubicBezTo>
                    <a:lnTo>
                      <a:pt x="558" y="98"/>
                    </a:lnTo>
                    <a:cubicBezTo>
                      <a:pt x="570" y="60"/>
                      <a:pt x="547" y="17"/>
                      <a:pt x="509" y="4"/>
                    </a:cubicBezTo>
                    <a:cubicBezTo>
                      <a:pt x="501" y="2"/>
                      <a:pt x="494" y="1"/>
                      <a:pt x="4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8"/>
              <p:cNvSpPr/>
              <p:nvPr/>
            </p:nvSpPr>
            <p:spPr>
              <a:xfrm>
                <a:off x="2165725" y="3199550"/>
                <a:ext cx="181950" cy="94850"/>
              </a:xfrm>
              <a:custGeom>
                <a:avLst/>
                <a:gdLst/>
                <a:ahLst/>
                <a:cxnLst/>
                <a:rect l="l" t="t" r="r" b="b"/>
                <a:pathLst>
                  <a:path w="7278" h="3794" extrusionOk="0">
                    <a:moveTo>
                      <a:pt x="4326" y="1"/>
                    </a:moveTo>
                    <a:cubicBezTo>
                      <a:pt x="3356" y="1"/>
                      <a:pt x="2354" y="378"/>
                      <a:pt x="1592" y="961"/>
                    </a:cubicBezTo>
                    <a:cubicBezTo>
                      <a:pt x="0" y="2183"/>
                      <a:pt x="1997" y="2749"/>
                      <a:pt x="1997" y="2749"/>
                    </a:cubicBezTo>
                    <a:lnTo>
                      <a:pt x="2411" y="3580"/>
                    </a:lnTo>
                    <a:cubicBezTo>
                      <a:pt x="2485" y="3726"/>
                      <a:pt x="2620" y="3794"/>
                      <a:pt x="2754" y="3794"/>
                    </a:cubicBezTo>
                    <a:cubicBezTo>
                      <a:pt x="2935" y="3794"/>
                      <a:pt x="3115" y="3671"/>
                      <a:pt x="3140" y="3453"/>
                    </a:cubicBezTo>
                    <a:cubicBezTo>
                      <a:pt x="3246" y="2544"/>
                      <a:pt x="3131" y="1951"/>
                      <a:pt x="3459" y="1897"/>
                    </a:cubicBezTo>
                    <a:cubicBezTo>
                      <a:pt x="3888" y="1825"/>
                      <a:pt x="3936" y="1205"/>
                      <a:pt x="3936" y="1205"/>
                    </a:cubicBezTo>
                    <a:cubicBezTo>
                      <a:pt x="3936" y="1205"/>
                      <a:pt x="5009" y="1721"/>
                      <a:pt x="5839" y="2281"/>
                    </a:cubicBezTo>
                    <a:cubicBezTo>
                      <a:pt x="5927" y="2341"/>
                      <a:pt x="6050" y="2362"/>
                      <a:pt x="6177" y="2362"/>
                    </a:cubicBezTo>
                    <a:cubicBezTo>
                      <a:pt x="6475" y="2362"/>
                      <a:pt x="6802" y="2249"/>
                      <a:pt x="6802" y="2249"/>
                    </a:cubicBezTo>
                    <a:lnTo>
                      <a:pt x="6867" y="2931"/>
                    </a:lnTo>
                    <a:cubicBezTo>
                      <a:pt x="7278" y="2337"/>
                      <a:pt x="7038" y="1564"/>
                      <a:pt x="7038" y="1564"/>
                    </a:cubicBezTo>
                    <a:cubicBezTo>
                      <a:pt x="6405" y="448"/>
                      <a:pt x="5384" y="1"/>
                      <a:pt x="43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8"/>
              <p:cNvSpPr/>
              <p:nvPr/>
            </p:nvSpPr>
            <p:spPr>
              <a:xfrm>
                <a:off x="2273425" y="3286275"/>
                <a:ext cx="9275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95" extrusionOk="0">
                    <a:moveTo>
                      <a:pt x="219" y="1"/>
                    </a:moveTo>
                    <a:cubicBezTo>
                      <a:pt x="152" y="1"/>
                      <a:pt x="81" y="53"/>
                      <a:pt x="45" y="136"/>
                    </a:cubicBezTo>
                    <a:cubicBezTo>
                      <a:pt x="0" y="239"/>
                      <a:pt x="25" y="351"/>
                      <a:pt x="102" y="385"/>
                    </a:cubicBezTo>
                    <a:cubicBezTo>
                      <a:pt x="117" y="391"/>
                      <a:pt x="133" y="394"/>
                      <a:pt x="149" y="394"/>
                    </a:cubicBezTo>
                    <a:cubicBezTo>
                      <a:pt x="215" y="394"/>
                      <a:pt x="287" y="342"/>
                      <a:pt x="325" y="260"/>
                    </a:cubicBezTo>
                    <a:cubicBezTo>
                      <a:pt x="371" y="157"/>
                      <a:pt x="346" y="46"/>
                      <a:pt x="267" y="11"/>
                    </a:cubicBezTo>
                    <a:cubicBezTo>
                      <a:pt x="252" y="4"/>
                      <a:pt x="235" y="1"/>
                      <a:pt x="2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8"/>
              <p:cNvSpPr/>
              <p:nvPr/>
            </p:nvSpPr>
            <p:spPr>
              <a:xfrm>
                <a:off x="2305400" y="3297650"/>
                <a:ext cx="93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374" h="394" extrusionOk="0">
                    <a:moveTo>
                      <a:pt x="221" y="0"/>
                    </a:moveTo>
                    <a:cubicBezTo>
                      <a:pt x="155" y="0"/>
                      <a:pt x="84" y="53"/>
                      <a:pt x="47" y="135"/>
                    </a:cubicBezTo>
                    <a:cubicBezTo>
                      <a:pt x="1" y="237"/>
                      <a:pt x="28" y="348"/>
                      <a:pt x="104" y="383"/>
                    </a:cubicBezTo>
                    <a:cubicBezTo>
                      <a:pt x="120" y="390"/>
                      <a:pt x="136" y="393"/>
                      <a:pt x="153" y="393"/>
                    </a:cubicBezTo>
                    <a:cubicBezTo>
                      <a:pt x="219" y="393"/>
                      <a:pt x="290" y="341"/>
                      <a:pt x="327" y="258"/>
                    </a:cubicBezTo>
                    <a:cubicBezTo>
                      <a:pt x="373" y="155"/>
                      <a:pt x="346" y="43"/>
                      <a:pt x="269" y="11"/>
                    </a:cubicBezTo>
                    <a:cubicBezTo>
                      <a:pt x="254" y="4"/>
                      <a:pt x="238" y="0"/>
                      <a:pt x="2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8"/>
              <p:cNvSpPr/>
              <p:nvPr/>
            </p:nvSpPr>
            <p:spPr>
              <a:xfrm>
                <a:off x="2248825" y="3295650"/>
                <a:ext cx="20650" cy="11500"/>
              </a:xfrm>
              <a:custGeom>
                <a:avLst/>
                <a:gdLst/>
                <a:ahLst/>
                <a:cxnLst/>
                <a:rect l="l" t="t" r="r" b="b"/>
                <a:pathLst>
                  <a:path w="826" h="460" extrusionOk="0">
                    <a:moveTo>
                      <a:pt x="271" y="0"/>
                    </a:moveTo>
                    <a:cubicBezTo>
                      <a:pt x="150" y="0"/>
                      <a:pt x="58" y="40"/>
                      <a:pt x="35" y="112"/>
                    </a:cubicBezTo>
                    <a:cubicBezTo>
                      <a:pt x="0" y="221"/>
                      <a:pt x="142" y="363"/>
                      <a:pt x="351" y="426"/>
                    </a:cubicBezTo>
                    <a:cubicBezTo>
                      <a:pt x="423" y="449"/>
                      <a:pt x="493" y="459"/>
                      <a:pt x="555" y="459"/>
                    </a:cubicBezTo>
                    <a:cubicBezTo>
                      <a:pt x="676" y="459"/>
                      <a:pt x="769" y="420"/>
                      <a:pt x="791" y="348"/>
                    </a:cubicBezTo>
                    <a:cubicBezTo>
                      <a:pt x="825" y="240"/>
                      <a:pt x="683" y="98"/>
                      <a:pt x="474" y="33"/>
                    </a:cubicBezTo>
                    <a:cubicBezTo>
                      <a:pt x="403" y="11"/>
                      <a:pt x="333" y="0"/>
                      <a:pt x="271" y="0"/>
                    </a:cubicBezTo>
                    <a:close/>
                  </a:path>
                </a:pathLst>
              </a:custGeom>
              <a:solidFill>
                <a:srgbClr val="7428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8"/>
              <p:cNvSpPr/>
              <p:nvPr/>
            </p:nvSpPr>
            <p:spPr>
              <a:xfrm>
                <a:off x="2302050" y="3315350"/>
                <a:ext cx="18550" cy="11500"/>
              </a:xfrm>
              <a:custGeom>
                <a:avLst/>
                <a:gdLst/>
                <a:ahLst/>
                <a:cxnLst/>
                <a:rect l="l" t="t" r="r" b="b"/>
                <a:pathLst>
                  <a:path w="742" h="460" extrusionOk="0">
                    <a:moveTo>
                      <a:pt x="271" y="1"/>
                    </a:moveTo>
                    <a:cubicBezTo>
                      <a:pt x="150" y="1"/>
                      <a:pt x="58" y="40"/>
                      <a:pt x="35" y="112"/>
                    </a:cubicBezTo>
                    <a:cubicBezTo>
                      <a:pt x="1" y="221"/>
                      <a:pt x="143" y="362"/>
                      <a:pt x="352" y="427"/>
                    </a:cubicBezTo>
                    <a:cubicBezTo>
                      <a:pt x="422" y="449"/>
                      <a:pt x="491" y="460"/>
                      <a:pt x="554" y="460"/>
                    </a:cubicBezTo>
                    <a:cubicBezTo>
                      <a:pt x="598" y="460"/>
                      <a:pt x="639" y="454"/>
                      <a:pt x="674" y="444"/>
                    </a:cubicBezTo>
                    <a:lnTo>
                      <a:pt x="741" y="193"/>
                    </a:lnTo>
                    <a:cubicBezTo>
                      <a:pt x="683" y="127"/>
                      <a:pt x="589" y="70"/>
                      <a:pt x="474" y="33"/>
                    </a:cubicBezTo>
                    <a:cubicBezTo>
                      <a:pt x="403" y="11"/>
                      <a:pt x="333" y="1"/>
                      <a:pt x="271" y="1"/>
                    </a:cubicBezTo>
                    <a:close/>
                  </a:path>
                </a:pathLst>
              </a:custGeom>
              <a:solidFill>
                <a:srgbClr val="7428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8"/>
              <p:cNvSpPr/>
              <p:nvPr/>
            </p:nvSpPr>
            <p:spPr>
              <a:xfrm>
                <a:off x="2264850" y="3265800"/>
                <a:ext cx="2662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1065" h="522" extrusionOk="0">
                    <a:moveTo>
                      <a:pt x="557" y="0"/>
                    </a:moveTo>
                    <a:cubicBezTo>
                      <a:pt x="371" y="0"/>
                      <a:pt x="187" y="83"/>
                      <a:pt x="61" y="241"/>
                    </a:cubicBezTo>
                    <a:cubicBezTo>
                      <a:pt x="0" y="320"/>
                      <a:pt x="40" y="444"/>
                      <a:pt x="115" y="492"/>
                    </a:cubicBezTo>
                    <a:cubicBezTo>
                      <a:pt x="146" y="512"/>
                      <a:pt x="178" y="521"/>
                      <a:pt x="209" y="521"/>
                    </a:cubicBezTo>
                    <a:cubicBezTo>
                      <a:pt x="270" y="521"/>
                      <a:pt x="328" y="489"/>
                      <a:pt x="368" y="439"/>
                    </a:cubicBezTo>
                    <a:cubicBezTo>
                      <a:pt x="412" y="383"/>
                      <a:pt x="471" y="361"/>
                      <a:pt x="533" y="361"/>
                    </a:cubicBezTo>
                    <a:cubicBezTo>
                      <a:pt x="612" y="361"/>
                      <a:pt x="695" y="398"/>
                      <a:pt x="756" y="446"/>
                    </a:cubicBezTo>
                    <a:lnTo>
                      <a:pt x="756" y="444"/>
                    </a:lnTo>
                    <a:cubicBezTo>
                      <a:pt x="782" y="466"/>
                      <a:pt x="814" y="476"/>
                      <a:pt x="847" y="476"/>
                    </a:cubicBezTo>
                    <a:cubicBezTo>
                      <a:pt x="909" y="476"/>
                      <a:pt x="974" y="441"/>
                      <a:pt x="1007" y="391"/>
                    </a:cubicBezTo>
                    <a:cubicBezTo>
                      <a:pt x="1065" y="303"/>
                      <a:pt x="1028" y="199"/>
                      <a:pt x="953" y="139"/>
                    </a:cubicBezTo>
                    <a:cubicBezTo>
                      <a:pt x="834" y="46"/>
                      <a:pt x="695" y="0"/>
                      <a:pt x="5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8"/>
              <p:cNvSpPr/>
              <p:nvPr/>
            </p:nvSpPr>
            <p:spPr>
              <a:xfrm>
                <a:off x="2305125" y="3276700"/>
                <a:ext cx="23500" cy="1770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708" extrusionOk="0">
                    <a:moveTo>
                      <a:pt x="233" y="1"/>
                    </a:moveTo>
                    <a:cubicBezTo>
                      <a:pt x="10" y="1"/>
                      <a:pt x="0" y="352"/>
                      <a:pt x="232" y="363"/>
                    </a:cubicBezTo>
                    <a:cubicBezTo>
                      <a:pt x="399" y="373"/>
                      <a:pt x="493" y="459"/>
                      <a:pt x="557" y="609"/>
                    </a:cubicBezTo>
                    <a:cubicBezTo>
                      <a:pt x="586" y="679"/>
                      <a:pt x="640" y="708"/>
                      <a:pt x="696" y="708"/>
                    </a:cubicBezTo>
                    <a:cubicBezTo>
                      <a:pt x="813" y="708"/>
                      <a:pt x="940" y="584"/>
                      <a:pt x="879" y="440"/>
                    </a:cubicBezTo>
                    <a:cubicBezTo>
                      <a:pt x="766" y="172"/>
                      <a:pt x="532" y="14"/>
                      <a:pt x="244" y="1"/>
                    </a:cubicBezTo>
                    <a:cubicBezTo>
                      <a:pt x="240" y="1"/>
                      <a:pt x="23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8"/>
              <p:cNvSpPr/>
              <p:nvPr/>
            </p:nvSpPr>
            <p:spPr>
              <a:xfrm>
                <a:off x="2193000" y="3294550"/>
                <a:ext cx="168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674" h="751" extrusionOk="0">
                    <a:moveTo>
                      <a:pt x="48" y="0"/>
                    </a:moveTo>
                    <a:cubicBezTo>
                      <a:pt x="2" y="257"/>
                      <a:pt x="0" y="495"/>
                      <a:pt x="39" y="750"/>
                    </a:cubicBezTo>
                    <a:cubicBezTo>
                      <a:pt x="265" y="716"/>
                      <a:pt x="482" y="616"/>
                      <a:pt x="674" y="432"/>
                    </a:cubicBezTo>
                    <a:cubicBezTo>
                      <a:pt x="392" y="349"/>
                      <a:pt x="187" y="194"/>
                      <a:pt x="48" y="0"/>
                    </a:cubicBezTo>
                    <a:close/>
                  </a:path>
                </a:pathLst>
              </a:custGeom>
              <a:solidFill>
                <a:srgbClr val="2011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8"/>
              <p:cNvSpPr/>
              <p:nvPr/>
            </p:nvSpPr>
            <p:spPr>
              <a:xfrm>
                <a:off x="2260950" y="3321925"/>
                <a:ext cx="39550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1582" h="1232" extrusionOk="0">
                    <a:moveTo>
                      <a:pt x="248" y="1"/>
                    </a:moveTo>
                    <a:lnTo>
                      <a:pt x="248" y="1"/>
                    </a:lnTo>
                    <a:cubicBezTo>
                      <a:pt x="248" y="1"/>
                      <a:pt x="1" y="1002"/>
                      <a:pt x="666" y="1207"/>
                    </a:cubicBezTo>
                    <a:cubicBezTo>
                      <a:pt x="721" y="1224"/>
                      <a:pt x="774" y="1232"/>
                      <a:pt x="825" y="1232"/>
                    </a:cubicBezTo>
                    <a:cubicBezTo>
                      <a:pt x="1297" y="1232"/>
                      <a:pt x="1581" y="576"/>
                      <a:pt x="1581" y="576"/>
                    </a:cubicBezTo>
                    <a:cubicBezTo>
                      <a:pt x="1581" y="576"/>
                      <a:pt x="1132" y="379"/>
                      <a:pt x="24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8"/>
              <p:cNvSpPr/>
              <p:nvPr/>
            </p:nvSpPr>
            <p:spPr>
              <a:xfrm>
                <a:off x="2266700" y="3354100"/>
                <a:ext cx="1332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533" h="297" extrusionOk="0">
                    <a:moveTo>
                      <a:pt x="94" y="1"/>
                    </a:moveTo>
                    <a:cubicBezTo>
                      <a:pt x="48" y="1"/>
                      <a:pt x="1" y="47"/>
                      <a:pt x="30" y="99"/>
                    </a:cubicBezTo>
                    <a:cubicBezTo>
                      <a:pt x="113" y="245"/>
                      <a:pt x="264" y="296"/>
                      <a:pt x="423" y="296"/>
                    </a:cubicBezTo>
                    <a:cubicBezTo>
                      <a:pt x="429" y="296"/>
                      <a:pt x="434" y="296"/>
                      <a:pt x="440" y="296"/>
                    </a:cubicBezTo>
                    <a:cubicBezTo>
                      <a:pt x="528" y="294"/>
                      <a:pt x="532" y="160"/>
                      <a:pt x="446" y="160"/>
                    </a:cubicBezTo>
                    <a:cubicBezTo>
                      <a:pt x="445" y="160"/>
                      <a:pt x="445" y="160"/>
                      <a:pt x="444" y="160"/>
                    </a:cubicBezTo>
                    <a:cubicBezTo>
                      <a:pt x="439" y="160"/>
                      <a:pt x="434" y="160"/>
                      <a:pt x="429" y="160"/>
                    </a:cubicBezTo>
                    <a:cubicBezTo>
                      <a:pt x="321" y="160"/>
                      <a:pt x="209" y="138"/>
                      <a:pt x="150" y="35"/>
                    </a:cubicBezTo>
                    <a:cubicBezTo>
                      <a:pt x="137" y="11"/>
                      <a:pt x="115" y="1"/>
                      <a:pt x="94" y="1"/>
                    </a:cubicBezTo>
                    <a:close/>
                  </a:path>
                </a:pathLst>
              </a:custGeom>
              <a:solidFill>
                <a:srgbClr val="7428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8"/>
              <p:cNvSpPr/>
              <p:nvPr/>
            </p:nvSpPr>
            <p:spPr>
              <a:xfrm>
                <a:off x="2184550" y="3242600"/>
                <a:ext cx="52450" cy="64700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588" extrusionOk="0">
                    <a:moveTo>
                      <a:pt x="962" y="0"/>
                    </a:moveTo>
                    <a:cubicBezTo>
                      <a:pt x="434" y="0"/>
                      <a:pt x="221" y="487"/>
                      <a:pt x="116" y="1018"/>
                    </a:cubicBezTo>
                    <a:cubicBezTo>
                      <a:pt x="1" y="1601"/>
                      <a:pt x="139" y="2452"/>
                      <a:pt x="950" y="2575"/>
                    </a:cubicBezTo>
                    <a:cubicBezTo>
                      <a:pt x="1004" y="2583"/>
                      <a:pt x="1055" y="2587"/>
                      <a:pt x="1103" y="2587"/>
                    </a:cubicBezTo>
                    <a:cubicBezTo>
                      <a:pt x="1426" y="2587"/>
                      <a:pt x="1648" y="2420"/>
                      <a:pt x="1794" y="2216"/>
                    </a:cubicBezTo>
                    <a:cubicBezTo>
                      <a:pt x="2000" y="1931"/>
                      <a:pt x="2098" y="1372"/>
                      <a:pt x="2002" y="1033"/>
                    </a:cubicBezTo>
                    <a:cubicBezTo>
                      <a:pt x="1877" y="594"/>
                      <a:pt x="1564" y="87"/>
                      <a:pt x="1123" y="14"/>
                    </a:cubicBezTo>
                    <a:cubicBezTo>
                      <a:pt x="1066" y="5"/>
                      <a:pt x="1013" y="0"/>
                      <a:pt x="962" y="0"/>
                    </a:cubicBez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8"/>
              <p:cNvSpPr/>
              <p:nvPr/>
            </p:nvSpPr>
            <p:spPr>
              <a:xfrm>
                <a:off x="2202425" y="3253300"/>
                <a:ext cx="19275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771" h="1562" extrusionOk="0">
                    <a:moveTo>
                      <a:pt x="104" y="1"/>
                    </a:moveTo>
                    <a:cubicBezTo>
                      <a:pt x="102" y="1"/>
                      <a:pt x="100" y="1"/>
                      <a:pt x="97" y="1"/>
                    </a:cubicBezTo>
                    <a:cubicBezTo>
                      <a:pt x="0" y="3"/>
                      <a:pt x="18" y="150"/>
                      <a:pt x="113" y="150"/>
                    </a:cubicBezTo>
                    <a:cubicBezTo>
                      <a:pt x="113" y="150"/>
                      <a:pt x="114" y="150"/>
                      <a:pt x="115" y="150"/>
                    </a:cubicBezTo>
                    <a:cubicBezTo>
                      <a:pt x="116" y="150"/>
                      <a:pt x="118" y="150"/>
                      <a:pt x="119" y="150"/>
                    </a:cubicBezTo>
                    <a:cubicBezTo>
                      <a:pt x="402" y="150"/>
                      <a:pt x="535" y="510"/>
                      <a:pt x="550" y="735"/>
                    </a:cubicBezTo>
                    <a:cubicBezTo>
                      <a:pt x="567" y="990"/>
                      <a:pt x="475" y="1232"/>
                      <a:pt x="372" y="1459"/>
                    </a:cubicBezTo>
                    <a:cubicBezTo>
                      <a:pt x="345" y="1515"/>
                      <a:pt x="395" y="1561"/>
                      <a:pt x="445" y="1561"/>
                    </a:cubicBezTo>
                    <a:cubicBezTo>
                      <a:pt x="470" y="1561"/>
                      <a:pt x="496" y="1548"/>
                      <a:pt x="510" y="1518"/>
                    </a:cubicBezTo>
                    <a:cubicBezTo>
                      <a:pt x="659" y="1190"/>
                      <a:pt x="771" y="822"/>
                      <a:pt x="650" y="465"/>
                    </a:cubicBezTo>
                    <a:cubicBezTo>
                      <a:pt x="564" y="220"/>
                      <a:pt x="375" y="1"/>
                      <a:pt x="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8"/>
              <p:cNvSpPr/>
              <p:nvPr/>
            </p:nvSpPr>
            <p:spPr>
              <a:xfrm>
                <a:off x="2282450" y="4484325"/>
                <a:ext cx="141200" cy="127275"/>
              </a:xfrm>
              <a:custGeom>
                <a:avLst/>
                <a:gdLst/>
                <a:ahLst/>
                <a:cxnLst/>
                <a:rect l="l" t="t" r="r" b="b"/>
                <a:pathLst>
                  <a:path w="5648" h="5091" extrusionOk="0">
                    <a:moveTo>
                      <a:pt x="1715" y="1"/>
                    </a:moveTo>
                    <a:lnTo>
                      <a:pt x="0" y="4760"/>
                    </a:lnTo>
                    <a:lnTo>
                      <a:pt x="2707" y="5090"/>
                    </a:lnTo>
                    <a:lnTo>
                      <a:pt x="5647" y="216"/>
                    </a:lnTo>
                    <a:lnTo>
                      <a:pt x="1715" y="1"/>
                    </a:ln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8"/>
              <p:cNvSpPr/>
              <p:nvPr/>
            </p:nvSpPr>
            <p:spPr>
              <a:xfrm>
                <a:off x="2273200" y="4593600"/>
                <a:ext cx="230675" cy="98400"/>
              </a:xfrm>
              <a:custGeom>
                <a:avLst/>
                <a:gdLst/>
                <a:ahLst/>
                <a:cxnLst/>
                <a:rect l="l" t="t" r="r" b="b"/>
                <a:pathLst>
                  <a:path w="9227" h="3936" extrusionOk="0">
                    <a:moveTo>
                      <a:pt x="153" y="1"/>
                    </a:moveTo>
                    <a:cubicBezTo>
                      <a:pt x="60" y="1"/>
                      <a:pt x="0" y="56"/>
                      <a:pt x="15" y="213"/>
                    </a:cubicBezTo>
                    <a:cubicBezTo>
                      <a:pt x="55" y="619"/>
                      <a:pt x="261" y="2495"/>
                      <a:pt x="360" y="3420"/>
                    </a:cubicBezTo>
                    <a:cubicBezTo>
                      <a:pt x="395" y="3733"/>
                      <a:pt x="416" y="3936"/>
                      <a:pt x="416" y="3936"/>
                    </a:cubicBezTo>
                    <a:lnTo>
                      <a:pt x="9227" y="3936"/>
                    </a:lnTo>
                    <a:cubicBezTo>
                      <a:pt x="9188" y="3746"/>
                      <a:pt x="9146" y="3573"/>
                      <a:pt x="9096" y="3420"/>
                    </a:cubicBezTo>
                    <a:cubicBezTo>
                      <a:pt x="8780" y="2424"/>
                      <a:pt x="8220" y="2114"/>
                      <a:pt x="7590" y="2073"/>
                    </a:cubicBezTo>
                    <a:cubicBezTo>
                      <a:pt x="6865" y="2027"/>
                      <a:pt x="4174" y="1166"/>
                      <a:pt x="4174" y="1166"/>
                    </a:cubicBezTo>
                    <a:cubicBezTo>
                      <a:pt x="4174" y="1166"/>
                      <a:pt x="4228" y="335"/>
                      <a:pt x="3733" y="170"/>
                    </a:cubicBezTo>
                    <a:cubicBezTo>
                      <a:pt x="3662" y="147"/>
                      <a:pt x="3580" y="137"/>
                      <a:pt x="3491" y="137"/>
                    </a:cubicBezTo>
                    <a:cubicBezTo>
                      <a:pt x="2948" y="137"/>
                      <a:pt x="2142" y="506"/>
                      <a:pt x="2142" y="506"/>
                    </a:cubicBezTo>
                    <a:lnTo>
                      <a:pt x="825" y="349"/>
                    </a:lnTo>
                    <a:cubicBezTo>
                      <a:pt x="825" y="349"/>
                      <a:pt x="385" y="1"/>
                      <a:pt x="1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8"/>
              <p:cNvSpPr/>
              <p:nvPr/>
            </p:nvSpPr>
            <p:spPr>
              <a:xfrm>
                <a:off x="2282200" y="4679050"/>
                <a:ext cx="22167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8867" h="518" extrusionOk="0">
                    <a:moveTo>
                      <a:pt x="0" y="0"/>
                    </a:moveTo>
                    <a:cubicBezTo>
                      <a:pt x="35" y="315"/>
                      <a:pt x="56" y="518"/>
                      <a:pt x="56" y="518"/>
                    </a:cubicBezTo>
                    <a:lnTo>
                      <a:pt x="8867" y="518"/>
                    </a:lnTo>
                    <a:cubicBezTo>
                      <a:pt x="8828" y="328"/>
                      <a:pt x="8786" y="155"/>
                      <a:pt x="873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8"/>
              <p:cNvSpPr/>
              <p:nvPr/>
            </p:nvSpPr>
            <p:spPr>
              <a:xfrm>
                <a:off x="2276400" y="4625875"/>
                <a:ext cx="31625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2091" extrusionOk="0">
                    <a:moveTo>
                      <a:pt x="101" y="0"/>
                    </a:moveTo>
                    <a:cubicBezTo>
                      <a:pt x="41" y="0"/>
                      <a:pt x="0" y="90"/>
                      <a:pt x="66" y="126"/>
                    </a:cubicBezTo>
                    <a:cubicBezTo>
                      <a:pt x="729" y="502"/>
                      <a:pt x="1115" y="1252"/>
                      <a:pt x="781" y="1987"/>
                    </a:cubicBezTo>
                    <a:cubicBezTo>
                      <a:pt x="757" y="2041"/>
                      <a:pt x="805" y="2091"/>
                      <a:pt x="849" y="2091"/>
                    </a:cubicBezTo>
                    <a:cubicBezTo>
                      <a:pt x="869" y="2091"/>
                      <a:pt x="889" y="2081"/>
                      <a:pt x="900" y="2056"/>
                    </a:cubicBezTo>
                    <a:cubicBezTo>
                      <a:pt x="1264" y="1254"/>
                      <a:pt x="869" y="426"/>
                      <a:pt x="135" y="9"/>
                    </a:cubicBezTo>
                    <a:cubicBezTo>
                      <a:pt x="123" y="3"/>
                      <a:pt x="112" y="0"/>
                      <a:pt x="10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8"/>
              <p:cNvSpPr/>
              <p:nvPr/>
            </p:nvSpPr>
            <p:spPr>
              <a:xfrm>
                <a:off x="2365925" y="4622800"/>
                <a:ext cx="384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581" extrusionOk="0">
                    <a:moveTo>
                      <a:pt x="893" y="1"/>
                    </a:moveTo>
                    <a:cubicBezTo>
                      <a:pt x="566" y="1"/>
                      <a:pt x="252" y="178"/>
                      <a:pt x="35" y="481"/>
                    </a:cubicBezTo>
                    <a:cubicBezTo>
                      <a:pt x="0" y="532"/>
                      <a:pt x="47" y="581"/>
                      <a:pt x="96" y="581"/>
                    </a:cubicBezTo>
                    <a:cubicBezTo>
                      <a:pt x="116" y="581"/>
                      <a:pt x="137" y="572"/>
                      <a:pt x="152" y="550"/>
                    </a:cubicBezTo>
                    <a:cubicBezTo>
                      <a:pt x="341" y="287"/>
                      <a:pt x="609" y="139"/>
                      <a:pt x="888" y="139"/>
                    </a:cubicBezTo>
                    <a:cubicBezTo>
                      <a:pt x="1063" y="139"/>
                      <a:pt x="1243" y="197"/>
                      <a:pt x="1411" y="322"/>
                    </a:cubicBezTo>
                    <a:cubicBezTo>
                      <a:pt x="1423" y="332"/>
                      <a:pt x="1436" y="336"/>
                      <a:pt x="1447" y="336"/>
                    </a:cubicBezTo>
                    <a:cubicBezTo>
                      <a:pt x="1502" y="336"/>
                      <a:pt x="1538" y="248"/>
                      <a:pt x="1480" y="205"/>
                    </a:cubicBezTo>
                    <a:cubicBezTo>
                      <a:pt x="1292" y="65"/>
                      <a:pt x="1090" y="1"/>
                      <a:pt x="8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8"/>
              <p:cNvSpPr/>
              <p:nvPr/>
            </p:nvSpPr>
            <p:spPr>
              <a:xfrm>
                <a:off x="2384875" y="4628500"/>
                <a:ext cx="384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581" extrusionOk="0">
                    <a:moveTo>
                      <a:pt x="895" y="1"/>
                    </a:moveTo>
                    <a:cubicBezTo>
                      <a:pt x="568" y="1"/>
                      <a:pt x="253" y="178"/>
                      <a:pt x="37" y="484"/>
                    </a:cubicBezTo>
                    <a:cubicBezTo>
                      <a:pt x="1" y="533"/>
                      <a:pt x="48" y="581"/>
                      <a:pt x="97" y="581"/>
                    </a:cubicBezTo>
                    <a:cubicBezTo>
                      <a:pt x="118" y="581"/>
                      <a:pt x="139" y="572"/>
                      <a:pt x="154" y="551"/>
                    </a:cubicBezTo>
                    <a:cubicBezTo>
                      <a:pt x="342" y="287"/>
                      <a:pt x="610" y="139"/>
                      <a:pt x="888" y="139"/>
                    </a:cubicBezTo>
                    <a:cubicBezTo>
                      <a:pt x="1064" y="139"/>
                      <a:pt x="1244" y="198"/>
                      <a:pt x="1412" y="324"/>
                    </a:cubicBezTo>
                    <a:cubicBezTo>
                      <a:pt x="1424" y="333"/>
                      <a:pt x="1437" y="337"/>
                      <a:pt x="1448" y="337"/>
                    </a:cubicBezTo>
                    <a:cubicBezTo>
                      <a:pt x="1502" y="337"/>
                      <a:pt x="1538" y="248"/>
                      <a:pt x="1481" y="205"/>
                    </a:cubicBezTo>
                    <a:cubicBezTo>
                      <a:pt x="1294" y="65"/>
                      <a:pt x="1092" y="1"/>
                      <a:pt x="8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8"/>
              <p:cNvSpPr/>
              <p:nvPr/>
            </p:nvSpPr>
            <p:spPr>
              <a:xfrm>
                <a:off x="2404475" y="4634250"/>
                <a:ext cx="384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1539" h="581" extrusionOk="0">
                    <a:moveTo>
                      <a:pt x="894" y="0"/>
                    </a:moveTo>
                    <a:cubicBezTo>
                      <a:pt x="566" y="0"/>
                      <a:pt x="252" y="178"/>
                      <a:pt x="35" y="482"/>
                    </a:cubicBezTo>
                    <a:cubicBezTo>
                      <a:pt x="0" y="532"/>
                      <a:pt x="48" y="581"/>
                      <a:pt x="97" y="581"/>
                    </a:cubicBezTo>
                    <a:cubicBezTo>
                      <a:pt x="118" y="581"/>
                      <a:pt x="139" y="572"/>
                      <a:pt x="154" y="551"/>
                    </a:cubicBezTo>
                    <a:cubicBezTo>
                      <a:pt x="341" y="286"/>
                      <a:pt x="609" y="138"/>
                      <a:pt x="888" y="138"/>
                    </a:cubicBezTo>
                    <a:cubicBezTo>
                      <a:pt x="1064" y="138"/>
                      <a:pt x="1244" y="197"/>
                      <a:pt x="1413" y="323"/>
                    </a:cubicBezTo>
                    <a:cubicBezTo>
                      <a:pt x="1425" y="332"/>
                      <a:pt x="1437" y="336"/>
                      <a:pt x="1448" y="336"/>
                    </a:cubicBezTo>
                    <a:cubicBezTo>
                      <a:pt x="1502" y="336"/>
                      <a:pt x="1539" y="248"/>
                      <a:pt x="1482" y="206"/>
                    </a:cubicBezTo>
                    <a:cubicBezTo>
                      <a:pt x="1293" y="65"/>
                      <a:pt x="1091" y="0"/>
                      <a:pt x="8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8"/>
              <p:cNvSpPr/>
              <p:nvPr/>
            </p:nvSpPr>
            <p:spPr>
              <a:xfrm>
                <a:off x="1968525" y="3929225"/>
                <a:ext cx="738825" cy="600350"/>
              </a:xfrm>
              <a:custGeom>
                <a:avLst/>
                <a:gdLst/>
                <a:ahLst/>
                <a:cxnLst/>
                <a:rect l="l" t="t" r="r" b="b"/>
                <a:pathLst>
                  <a:path w="29553" h="24014" extrusionOk="0">
                    <a:moveTo>
                      <a:pt x="21752" y="0"/>
                    </a:moveTo>
                    <a:cubicBezTo>
                      <a:pt x="13166" y="0"/>
                      <a:pt x="265" y="3763"/>
                      <a:pt x="265" y="3763"/>
                    </a:cubicBezTo>
                    <a:cubicBezTo>
                      <a:pt x="265" y="3763"/>
                      <a:pt x="0" y="7268"/>
                      <a:pt x="3541" y="9899"/>
                    </a:cubicBezTo>
                    <a:cubicBezTo>
                      <a:pt x="4641" y="10716"/>
                      <a:pt x="6714" y="10984"/>
                      <a:pt x="8959" y="10984"/>
                    </a:cubicBezTo>
                    <a:cubicBezTo>
                      <a:pt x="13219" y="10984"/>
                      <a:pt x="18095" y="10020"/>
                      <a:pt x="18095" y="10020"/>
                    </a:cubicBezTo>
                    <a:lnTo>
                      <a:pt x="18095" y="10020"/>
                    </a:lnTo>
                    <a:lnTo>
                      <a:pt x="12849" y="23695"/>
                    </a:lnTo>
                    <a:lnTo>
                      <a:pt x="18845" y="24014"/>
                    </a:lnTo>
                    <a:cubicBezTo>
                      <a:pt x="18845" y="24014"/>
                      <a:pt x="29553" y="6968"/>
                      <a:pt x="29229" y="3425"/>
                    </a:cubicBezTo>
                    <a:cubicBezTo>
                      <a:pt x="28994" y="865"/>
                      <a:pt x="25869" y="0"/>
                      <a:pt x="217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8"/>
              <p:cNvSpPr/>
              <p:nvPr/>
            </p:nvSpPr>
            <p:spPr>
              <a:xfrm>
                <a:off x="2607400" y="3999600"/>
                <a:ext cx="9145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3658" h="688" extrusionOk="0">
                    <a:moveTo>
                      <a:pt x="132" y="1"/>
                    </a:moveTo>
                    <a:cubicBezTo>
                      <a:pt x="53" y="1"/>
                      <a:pt x="0" y="121"/>
                      <a:pt x="84" y="171"/>
                    </a:cubicBezTo>
                    <a:cubicBezTo>
                      <a:pt x="666" y="515"/>
                      <a:pt x="1321" y="687"/>
                      <a:pt x="1978" y="687"/>
                    </a:cubicBezTo>
                    <a:cubicBezTo>
                      <a:pt x="2519" y="687"/>
                      <a:pt x="3062" y="570"/>
                      <a:pt x="3566" y="334"/>
                    </a:cubicBezTo>
                    <a:cubicBezTo>
                      <a:pt x="3657" y="291"/>
                      <a:pt x="3601" y="167"/>
                      <a:pt x="3515" y="167"/>
                    </a:cubicBezTo>
                    <a:cubicBezTo>
                      <a:pt x="3502" y="167"/>
                      <a:pt x="3488" y="170"/>
                      <a:pt x="3474" y="177"/>
                    </a:cubicBezTo>
                    <a:cubicBezTo>
                      <a:pt x="3002" y="398"/>
                      <a:pt x="2492" y="508"/>
                      <a:pt x="1984" y="508"/>
                    </a:cubicBezTo>
                    <a:cubicBezTo>
                      <a:pt x="1356" y="508"/>
                      <a:pt x="730" y="341"/>
                      <a:pt x="177" y="14"/>
                    </a:cubicBezTo>
                    <a:cubicBezTo>
                      <a:pt x="161" y="5"/>
                      <a:pt x="146" y="1"/>
                      <a:pt x="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8"/>
              <p:cNvSpPr/>
              <p:nvPr/>
            </p:nvSpPr>
            <p:spPr>
              <a:xfrm>
                <a:off x="2022800" y="4022700"/>
                <a:ext cx="483725" cy="459800"/>
              </a:xfrm>
              <a:custGeom>
                <a:avLst/>
                <a:gdLst/>
                <a:ahLst/>
                <a:cxnLst/>
                <a:rect l="l" t="t" r="r" b="b"/>
                <a:pathLst>
                  <a:path w="19349" h="18392" extrusionOk="0">
                    <a:moveTo>
                      <a:pt x="18005" y="0"/>
                    </a:moveTo>
                    <a:cubicBezTo>
                      <a:pt x="17998" y="0"/>
                      <a:pt x="17991" y="1"/>
                      <a:pt x="17984" y="3"/>
                    </a:cubicBezTo>
                    <a:cubicBezTo>
                      <a:pt x="17731" y="60"/>
                      <a:pt x="17485" y="185"/>
                      <a:pt x="17255" y="373"/>
                    </a:cubicBezTo>
                    <a:cubicBezTo>
                      <a:pt x="17215" y="404"/>
                      <a:pt x="17209" y="461"/>
                      <a:pt x="17242" y="500"/>
                    </a:cubicBezTo>
                    <a:cubicBezTo>
                      <a:pt x="17259" y="523"/>
                      <a:pt x="17286" y="534"/>
                      <a:pt x="17313" y="534"/>
                    </a:cubicBezTo>
                    <a:cubicBezTo>
                      <a:pt x="17332" y="534"/>
                      <a:pt x="17353" y="527"/>
                      <a:pt x="17368" y="513"/>
                    </a:cubicBezTo>
                    <a:cubicBezTo>
                      <a:pt x="17579" y="344"/>
                      <a:pt x="17800" y="231"/>
                      <a:pt x="18026" y="179"/>
                    </a:cubicBezTo>
                    <a:cubicBezTo>
                      <a:pt x="18074" y="168"/>
                      <a:pt x="18105" y="120"/>
                      <a:pt x="18094" y="70"/>
                    </a:cubicBezTo>
                    <a:cubicBezTo>
                      <a:pt x="18084" y="29"/>
                      <a:pt x="18047" y="0"/>
                      <a:pt x="18005" y="0"/>
                    </a:cubicBezTo>
                    <a:close/>
                    <a:moveTo>
                      <a:pt x="18778" y="38"/>
                    </a:moveTo>
                    <a:cubicBezTo>
                      <a:pt x="18743" y="38"/>
                      <a:pt x="18710" y="59"/>
                      <a:pt x="18694" y="93"/>
                    </a:cubicBezTo>
                    <a:cubicBezTo>
                      <a:pt x="18675" y="139"/>
                      <a:pt x="18696" y="193"/>
                      <a:pt x="18742" y="212"/>
                    </a:cubicBezTo>
                    <a:cubicBezTo>
                      <a:pt x="18945" y="300"/>
                      <a:pt x="19074" y="479"/>
                      <a:pt x="19137" y="757"/>
                    </a:cubicBezTo>
                    <a:lnTo>
                      <a:pt x="19135" y="757"/>
                    </a:lnTo>
                    <a:cubicBezTo>
                      <a:pt x="19145" y="799"/>
                      <a:pt x="19183" y="828"/>
                      <a:pt x="19225" y="828"/>
                    </a:cubicBezTo>
                    <a:cubicBezTo>
                      <a:pt x="19231" y="828"/>
                      <a:pt x="19237" y="828"/>
                      <a:pt x="19245" y="826"/>
                    </a:cubicBezTo>
                    <a:cubicBezTo>
                      <a:pt x="19292" y="814"/>
                      <a:pt x="19325" y="766"/>
                      <a:pt x="19314" y="718"/>
                    </a:cubicBezTo>
                    <a:cubicBezTo>
                      <a:pt x="19239" y="383"/>
                      <a:pt x="19070" y="156"/>
                      <a:pt x="18813" y="45"/>
                    </a:cubicBezTo>
                    <a:cubicBezTo>
                      <a:pt x="18801" y="40"/>
                      <a:pt x="18790" y="38"/>
                      <a:pt x="18778" y="38"/>
                    </a:cubicBezTo>
                    <a:close/>
                    <a:moveTo>
                      <a:pt x="16778" y="927"/>
                    </a:moveTo>
                    <a:cubicBezTo>
                      <a:pt x="16750" y="927"/>
                      <a:pt x="16723" y="940"/>
                      <a:pt x="16705" y="964"/>
                    </a:cubicBezTo>
                    <a:cubicBezTo>
                      <a:pt x="16561" y="1162"/>
                      <a:pt x="16423" y="1382"/>
                      <a:pt x="16283" y="1643"/>
                    </a:cubicBezTo>
                    <a:cubicBezTo>
                      <a:pt x="16258" y="1687"/>
                      <a:pt x="16275" y="1743"/>
                      <a:pt x="16319" y="1766"/>
                    </a:cubicBezTo>
                    <a:cubicBezTo>
                      <a:pt x="16333" y="1773"/>
                      <a:pt x="16348" y="1777"/>
                      <a:pt x="16361" y="1777"/>
                    </a:cubicBezTo>
                    <a:cubicBezTo>
                      <a:pt x="16394" y="1777"/>
                      <a:pt x="16425" y="1760"/>
                      <a:pt x="16442" y="1729"/>
                    </a:cubicBezTo>
                    <a:cubicBezTo>
                      <a:pt x="16578" y="1476"/>
                      <a:pt x="16712" y="1261"/>
                      <a:pt x="16852" y="1071"/>
                    </a:cubicBezTo>
                    <a:cubicBezTo>
                      <a:pt x="16881" y="1031"/>
                      <a:pt x="16872" y="975"/>
                      <a:pt x="16831" y="945"/>
                    </a:cubicBezTo>
                    <a:cubicBezTo>
                      <a:pt x="16815" y="933"/>
                      <a:pt x="16796" y="927"/>
                      <a:pt x="16778" y="927"/>
                    </a:cubicBezTo>
                    <a:close/>
                    <a:moveTo>
                      <a:pt x="97" y="1036"/>
                    </a:moveTo>
                    <a:cubicBezTo>
                      <a:pt x="94" y="1036"/>
                      <a:pt x="90" y="1036"/>
                      <a:pt x="87" y="1037"/>
                    </a:cubicBezTo>
                    <a:cubicBezTo>
                      <a:pt x="37" y="1043"/>
                      <a:pt x="1" y="1089"/>
                      <a:pt x="6" y="1138"/>
                    </a:cubicBezTo>
                    <a:cubicBezTo>
                      <a:pt x="8" y="1150"/>
                      <a:pt x="45" y="1463"/>
                      <a:pt x="185" y="1923"/>
                    </a:cubicBezTo>
                    <a:cubicBezTo>
                      <a:pt x="196" y="1963"/>
                      <a:pt x="233" y="1988"/>
                      <a:pt x="271" y="1988"/>
                    </a:cubicBezTo>
                    <a:cubicBezTo>
                      <a:pt x="281" y="1988"/>
                      <a:pt x="288" y="1986"/>
                      <a:pt x="298" y="1984"/>
                    </a:cubicBezTo>
                    <a:cubicBezTo>
                      <a:pt x="346" y="1969"/>
                      <a:pt x="373" y="1919"/>
                      <a:pt x="359" y="1871"/>
                    </a:cubicBezTo>
                    <a:cubicBezTo>
                      <a:pt x="225" y="1426"/>
                      <a:pt x="187" y="1119"/>
                      <a:pt x="187" y="1117"/>
                    </a:cubicBezTo>
                    <a:cubicBezTo>
                      <a:pt x="181" y="1071"/>
                      <a:pt x="143" y="1036"/>
                      <a:pt x="97" y="1036"/>
                    </a:cubicBezTo>
                    <a:close/>
                    <a:moveTo>
                      <a:pt x="19254" y="1430"/>
                    </a:moveTo>
                    <a:cubicBezTo>
                      <a:pt x="19206" y="1430"/>
                      <a:pt x="19166" y="1465"/>
                      <a:pt x="19162" y="1513"/>
                    </a:cubicBezTo>
                    <a:cubicBezTo>
                      <a:pt x="19141" y="1739"/>
                      <a:pt x="19099" y="1996"/>
                      <a:pt x="19037" y="2278"/>
                    </a:cubicBezTo>
                    <a:cubicBezTo>
                      <a:pt x="19026" y="2326"/>
                      <a:pt x="19057" y="2376"/>
                      <a:pt x="19106" y="2385"/>
                    </a:cubicBezTo>
                    <a:cubicBezTo>
                      <a:pt x="19112" y="2387"/>
                      <a:pt x="19120" y="2387"/>
                      <a:pt x="19126" y="2387"/>
                    </a:cubicBezTo>
                    <a:cubicBezTo>
                      <a:pt x="19168" y="2387"/>
                      <a:pt x="19204" y="2358"/>
                      <a:pt x="19214" y="2316"/>
                    </a:cubicBezTo>
                    <a:cubicBezTo>
                      <a:pt x="19277" y="2029"/>
                      <a:pt x="19321" y="1762"/>
                      <a:pt x="19342" y="1530"/>
                    </a:cubicBezTo>
                    <a:cubicBezTo>
                      <a:pt x="19348" y="1480"/>
                      <a:pt x="19312" y="1436"/>
                      <a:pt x="19262" y="1430"/>
                    </a:cubicBezTo>
                    <a:cubicBezTo>
                      <a:pt x="19259" y="1430"/>
                      <a:pt x="19257" y="1430"/>
                      <a:pt x="19254" y="1430"/>
                    </a:cubicBezTo>
                    <a:close/>
                    <a:moveTo>
                      <a:pt x="16018" y="2303"/>
                    </a:moveTo>
                    <a:cubicBezTo>
                      <a:pt x="15983" y="2303"/>
                      <a:pt x="15949" y="2323"/>
                      <a:pt x="15934" y="2357"/>
                    </a:cubicBezTo>
                    <a:cubicBezTo>
                      <a:pt x="15822" y="2604"/>
                      <a:pt x="15721" y="2851"/>
                      <a:pt x="15625" y="3084"/>
                    </a:cubicBezTo>
                    <a:cubicBezTo>
                      <a:pt x="15606" y="3130"/>
                      <a:pt x="15627" y="3183"/>
                      <a:pt x="15673" y="3203"/>
                    </a:cubicBezTo>
                    <a:cubicBezTo>
                      <a:pt x="15684" y="3208"/>
                      <a:pt x="15696" y="3210"/>
                      <a:pt x="15707" y="3210"/>
                    </a:cubicBezTo>
                    <a:cubicBezTo>
                      <a:pt x="15744" y="3210"/>
                      <a:pt x="15778" y="3189"/>
                      <a:pt x="15792" y="3153"/>
                    </a:cubicBezTo>
                    <a:cubicBezTo>
                      <a:pt x="15888" y="2922"/>
                      <a:pt x="15989" y="2675"/>
                      <a:pt x="16099" y="2431"/>
                    </a:cubicBezTo>
                    <a:cubicBezTo>
                      <a:pt x="16120" y="2385"/>
                      <a:pt x="16099" y="2332"/>
                      <a:pt x="16054" y="2311"/>
                    </a:cubicBezTo>
                    <a:cubicBezTo>
                      <a:pt x="16042" y="2306"/>
                      <a:pt x="16030" y="2303"/>
                      <a:pt x="16018" y="2303"/>
                    </a:cubicBezTo>
                    <a:close/>
                    <a:moveTo>
                      <a:pt x="546" y="2544"/>
                    </a:moveTo>
                    <a:cubicBezTo>
                      <a:pt x="534" y="2544"/>
                      <a:pt x="521" y="2547"/>
                      <a:pt x="509" y="2552"/>
                    </a:cubicBezTo>
                    <a:cubicBezTo>
                      <a:pt x="465" y="2573"/>
                      <a:pt x="444" y="2627"/>
                      <a:pt x="465" y="2673"/>
                    </a:cubicBezTo>
                    <a:cubicBezTo>
                      <a:pt x="574" y="2919"/>
                      <a:pt x="701" y="3156"/>
                      <a:pt x="839" y="3377"/>
                    </a:cubicBezTo>
                    <a:cubicBezTo>
                      <a:pt x="856" y="3406"/>
                      <a:pt x="887" y="3421"/>
                      <a:pt x="916" y="3421"/>
                    </a:cubicBezTo>
                    <a:cubicBezTo>
                      <a:pt x="933" y="3421"/>
                      <a:pt x="950" y="3415"/>
                      <a:pt x="964" y="3406"/>
                    </a:cubicBezTo>
                    <a:cubicBezTo>
                      <a:pt x="1008" y="3381"/>
                      <a:pt x="1019" y="3323"/>
                      <a:pt x="992" y="3281"/>
                    </a:cubicBezTo>
                    <a:cubicBezTo>
                      <a:pt x="860" y="3068"/>
                      <a:pt x="737" y="2838"/>
                      <a:pt x="630" y="2598"/>
                    </a:cubicBezTo>
                    <a:cubicBezTo>
                      <a:pt x="614" y="2564"/>
                      <a:pt x="581" y="2544"/>
                      <a:pt x="546" y="2544"/>
                    </a:cubicBezTo>
                    <a:close/>
                    <a:moveTo>
                      <a:pt x="18928" y="2969"/>
                    </a:moveTo>
                    <a:cubicBezTo>
                      <a:pt x="18889" y="2969"/>
                      <a:pt x="18852" y="2994"/>
                      <a:pt x="18840" y="3034"/>
                    </a:cubicBezTo>
                    <a:cubicBezTo>
                      <a:pt x="18773" y="3266"/>
                      <a:pt x="18692" y="3517"/>
                      <a:pt x="18604" y="3780"/>
                    </a:cubicBezTo>
                    <a:cubicBezTo>
                      <a:pt x="18587" y="3828"/>
                      <a:pt x="18611" y="3880"/>
                      <a:pt x="18659" y="3895"/>
                    </a:cubicBezTo>
                    <a:cubicBezTo>
                      <a:pt x="18669" y="3899"/>
                      <a:pt x="18681" y="3901"/>
                      <a:pt x="18690" y="3901"/>
                    </a:cubicBezTo>
                    <a:cubicBezTo>
                      <a:pt x="18727" y="3901"/>
                      <a:pt x="18763" y="3876"/>
                      <a:pt x="18775" y="3837"/>
                    </a:cubicBezTo>
                    <a:cubicBezTo>
                      <a:pt x="18865" y="3573"/>
                      <a:pt x="18945" y="3320"/>
                      <a:pt x="19014" y="3086"/>
                    </a:cubicBezTo>
                    <a:cubicBezTo>
                      <a:pt x="19030" y="3036"/>
                      <a:pt x="19001" y="2986"/>
                      <a:pt x="18953" y="2972"/>
                    </a:cubicBezTo>
                    <a:cubicBezTo>
                      <a:pt x="18945" y="2970"/>
                      <a:pt x="18936" y="2969"/>
                      <a:pt x="18928" y="2969"/>
                    </a:cubicBezTo>
                    <a:close/>
                    <a:moveTo>
                      <a:pt x="15400" y="3752"/>
                    </a:moveTo>
                    <a:cubicBezTo>
                      <a:pt x="15366" y="3752"/>
                      <a:pt x="15333" y="3772"/>
                      <a:pt x="15318" y="3805"/>
                    </a:cubicBezTo>
                    <a:cubicBezTo>
                      <a:pt x="15235" y="3981"/>
                      <a:pt x="15166" y="4110"/>
                      <a:pt x="15105" y="4198"/>
                    </a:cubicBezTo>
                    <a:cubicBezTo>
                      <a:pt x="15065" y="4256"/>
                      <a:pt x="14992" y="4317"/>
                      <a:pt x="14886" y="4380"/>
                    </a:cubicBezTo>
                    <a:cubicBezTo>
                      <a:pt x="14844" y="4407"/>
                      <a:pt x="14831" y="4463"/>
                      <a:pt x="14856" y="4505"/>
                    </a:cubicBezTo>
                    <a:cubicBezTo>
                      <a:pt x="14873" y="4534"/>
                      <a:pt x="14904" y="4549"/>
                      <a:pt x="14934" y="4549"/>
                    </a:cubicBezTo>
                    <a:cubicBezTo>
                      <a:pt x="14950" y="4549"/>
                      <a:pt x="14967" y="4545"/>
                      <a:pt x="14980" y="4536"/>
                    </a:cubicBezTo>
                    <a:cubicBezTo>
                      <a:pt x="15109" y="4459"/>
                      <a:pt x="15199" y="4382"/>
                      <a:pt x="15255" y="4302"/>
                    </a:cubicBezTo>
                    <a:cubicBezTo>
                      <a:pt x="15322" y="4204"/>
                      <a:pt x="15395" y="4070"/>
                      <a:pt x="15483" y="3882"/>
                    </a:cubicBezTo>
                    <a:cubicBezTo>
                      <a:pt x="15502" y="3836"/>
                      <a:pt x="15483" y="3782"/>
                      <a:pt x="15437" y="3761"/>
                    </a:cubicBezTo>
                    <a:cubicBezTo>
                      <a:pt x="15425" y="3755"/>
                      <a:pt x="15413" y="3752"/>
                      <a:pt x="15400" y="3752"/>
                    </a:cubicBezTo>
                    <a:close/>
                    <a:moveTo>
                      <a:pt x="1382" y="3871"/>
                    </a:moveTo>
                    <a:cubicBezTo>
                      <a:pt x="1361" y="3871"/>
                      <a:pt x="1340" y="3878"/>
                      <a:pt x="1322" y="3893"/>
                    </a:cubicBezTo>
                    <a:cubicBezTo>
                      <a:pt x="1286" y="3928"/>
                      <a:pt x="1280" y="3983"/>
                      <a:pt x="1315" y="4022"/>
                    </a:cubicBezTo>
                    <a:cubicBezTo>
                      <a:pt x="1491" y="4225"/>
                      <a:pt x="1683" y="4415"/>
                      <a:pt x="1886" y="4582"/>
                    </a:cubicBezTo>
                    <a:cubicBezTo>
                      <a:pt x="1904" y="4595"/>
                      <a:pt x="1925" y="4603"/>
                      <a:pt x="1944" y="4603"/>
                    </a:cubicBezTo>
                    <a:cubicBezTo>
                      <a:pt x="1971" y="4603"/>
                      <a:pt x="1996" y="4591"/>
                      <a:pt x="2015" y="4568"/>
                    </a:cubicBezTo>
                    <a:cubicBezTo>
                      <a:pt x="2045" y="4530"/>
                      <a:pt x="2040" y="4472"/>
                      <a:pt x="2001" y="4442"/>
                    </a:cubicBezTo>
                    <a:cubicBezTo>
                      <a:pt x="1806" y="4281"/>
                      <a:pt x="1622" y="4098"/>
                      <a:pt x="1451" y="3903"/>
                    </a:cubicBezTo>
                    <a:cubicBezTo>
                      <a:pt x="1433" y="3882"/>
                      <a:pt x="1408" y="3871"/>
                      <a:pt x="1382" y="3871"/>
                    </a:cubicBezTo>
                    <a:close/>
                    <a:moveTo>
                      <a:pt x="14210" y="4673"/>
                    </a:moveTo>
                    <a:cubicBezTo>
                      <a:pt x="14201" y="4673"/>
                      <a:pt x="14191" y="4675"/>
                      <a:pt x="14182" y="4678"/>
                    </a:cubicBezTo>
                    <a:cubicBezTo>
                      <a:pt x="13964" y="4749"/>
                      <a:pt x="13710" y="4818"/>
                      <a:pt x="13430" y="4885"/>
                    </a:cubicBezTo>
                    <a:cubicBezTo>
                      <a:pt x="13382" y="4896"/>
                      <a:pt x="13352" y="4946"/>
                      <a:pt x="13363" y="4994"/>
                    </a:cubicBezTo>
                    <a:cubicBezTo>
                      <a:pt x="13373" y="5036"/>
                      <a:pt x="13411" y="5063"/>
                      <a:pt x="13451" y="5063"/>
                    </a:cubicBezTo>
                    <a:cubicBezTo>
                      <a:pt x="13459" y="5063"/>
                      <a:pt x="13465" y="5063"/>
                      <a:pt x="13472" y="5061"/>
                    </a:cubicBezTo>
                    <a:cubicBezTo>
                      <a:pt x="13758" y="4994"/>
                      <a:pt x="14015" y="4923"/>
                      <a:pt x="14238" y="4850"/>
                    </a:cubicBezTo>
                    <a:cubicBezTo>
                      <a:pt x="14286" y="4835"/>
                      <a:pt x="14313" y="4783"/>
                      <a:pt x="14297" y="4735"/>
                    </a:cubicBezTo>
                    <a:cubicBezTo>
                      <a:pt x="14285" y="4698"/>
                      <a:pt x="14249" y="4673"/>
                      <a:pt x="14210" y="4673"/>
                    </a:cubicBezTo>
                    <a:close/>
                    <a:moveTo>
                      <a:pt x="12682" y="5046"/>
                    </a:moveTo>
                    <a:cubicBezTo>
                      <a:pt x="12677" y="5046"/>
                      <a:pt x="12671" y="5047"/>
                      <a:pt x="12665" y="5048"/>
                    </a:cubicBezTo>
                    <a:cubicBezTo>
                      <a:pt x="12421" y="5094"/>
                      <a:pt x="12160" y="5138"/>
                      <a:pt x="11892" y="5180"/>
                    </a:cubicBezTo>
                    <a:cubicBezTo>
                      <a:pt x="11842" y="5188"/>
                      <a:pt x="11807" y="5234"/>
                      <a:pt x="11815" y="5284"/>
                    </a:cubicBezTo>
                    <a:lnTo>
                      <a:pt x="11815" y="5282"/>
                    </a:lnTo>
                    <a:cubicBezTo>
                      <a:pt x="11823" y="5328"/>
                      <a:pt x="11861" y="5361"/>
                      <a:pt x="11905" y="5361"/>
                    </a:cubicBezTo>
                    <a:cubicBezTo>
                      <a:pt x="11909" y="5361"/>
                      <a:pt x="11915" y="5359"/>
                      <a:pt x="11919" y="5359"/>
                    </a:cubicBezTo>
                    <a:cubicBezTo>
                      <a:pt x="12191" y="5316"/>
                      <a:pt x="12452" y="5272"/>
                      <a:pt x="12698" y="5226"/>
                    </a:cubicBezTo>
                    <a:cubicBezTo>
                      <a:pt x="12747" y="5217"/>
                      <a:pt x="12780" y="5169"/>
                      <a:pt x="12770" y="5119"/>
                    </a:cubicBezTo>
                    <a:cubicBezTo>
                      <a:pt x="12762" y="5077"/>
                      <a:pt x="12725" y="5046"/>
                      <a:pt x="12682" y="5046"/>
                    </a:cubicBezTo>
                    <a:close/>
                    <a:moveTo>
                      <a:pt x="2592" y="4863"/>
                    </a:moveTo>
                    <a:cubicBezTo>
                      <a:pt x="2560" y="4863"/>
                      <a:pt x="2530" y="4880"/>
                      <a:pt x="2514" y="4910"/>
                    </a:cubicBezTo>
                    <a:cubicBezTo>
                      <a:pt x="2489" y="4954"/>
                      <a:pt x="2504" y="5010"/>
                      <a:pt x="2548" y="5034"/>
                    </a:cubicBezTo>
                    <a:cubicBezTo>
                      <a:pt x="2776" y="5163"/>
                      <a:pt x="3022" y="5274"/>
                      <a:pt x="3277" y="5364"/>
                    </a:cubicBezTo>
                    <a:cubicBezTo>
                      <a:pt x="3287" y="5368"/>
                      <a:pt x="3296" y="5370"/>
                      <a:pt x="3308" y="5370"/>
                    </a:cubicBezTo>
                    <a:cubicBezTo>
                      <a:pt x="3344" y="5370"/>
                      <a:pt x="3379" y="5347"/>
                      <a:pt x="3392" y="5309"/>
                    </a:cubicBezTo>
                    <a:cubicBezTo>
                      <a:pt x="3409" y="5263"/>
                      <a:pt x="3384" y="5211"/>
                      <a:pt x="3336" y="5194"/>
                    </a:cubicBezTo>
                    <a:cubicBezTo>
                      <a:pt x="3093" y="5107"/>
                      <a:pt x="2857" y="5000"/>
                      <a:pt x="2636" y="4875"/>
                    </a:cubicBezTo>
                    <a:cubicBezTo>
                      <a:pt x="2622" y="4867"/>
                      <a:pt x="2607" y="4863"/>
                      <a:pt x="2592" y="4863"/>
                    </a:cubicBezTo>
                    <a:close/>
                    <a:moveTo>
                      <a:pt x="18424" y="4459"/>
                    </a:moveTo>
                    <a:cubicBezTo>
                      <a:pt x="18387" y="4459"/>
                      <a:pt x="18352" y="4481"/>
                      <a:pt x="18339" y="4518"/>
                    </a:cubicBezTo>
                    <a:cubicBezTo>
                      <a:pt x="18253" y="4749"/>
                      <a:pt x="18159" y="4994"/>
                      <a:pt x="18055" y="5251"/>
                    </a:cubicBezTo>
                    <a:cubicBezTo>
                      <a:pt x="18038" y="5297"/>
                      <a:pt x="18061" y="5351"/>
                      <a:pt x="18107" y="5368"/>
                    </a:cubicBezTo>
                    <a:cubicBezTo>
                      <a:pt x="18118" y="5372"/>
                      <a:pt x="18128" y="5374"/>
                      <a:pt x="18140" y="5374"/>
                    </a:cubicBezTo>
                    <a:cubicBezTo>
                      <a:pt x="18176" y="5374"/>
                      <a:pt x="18211" y="5353"/>
                      <a:pt x="18224" y="5318"/>
                    </a:cubicBezTo>
                    <a:cubicBezTo>
                      <a:pt x="18328" y="5059"/>
                      <a:pt x="18423" y="4812"/>
                      <a:pt x="18510" y="4582"/>
                    </a:cubicBezTo>
                    <a:cubicBezTo>
                      <a:pt x="18527" y="4536"/>
                      <a:pt x="18502" y="4482"/>
                      <a:pt x="18456" y="4465"/>
                    </a:cubicBezTo>
                    <a:cubicBezTo>
                      <a:pt x="18445" y="4461"/>
                      <a:pt x="18434" y="4459"/>
                      <a:pt x="18424" y="4459"/>
                    </a:cubicBezTo>
                    <a:close/>
                    <a:moveTo>
                      <a:pt x="11128" y="5289"/>
                    </a:moveTo>
                    <a:cubicBezTo>
                      <a:pt x="11124" y="5289"/>
                      <a:pt x="11119" y="5289"/>
                      <a:pt x="11115" y="5290"/>
                    </a:cubicBezTo>
                    <a:cubicBezTo>
                      <a:pt x="10862" y="5320"/>
                      <a:pt x="10599" y="5351"/>
                      <a:pt x="10334" y="5378"/>
                    </a:cubicBezTo>
                    <a:cubicBezTo>
                      <a:pt x="10284" y="5384"/>
                      <a:pt x="10248" y="5428"/>
                      <a:pt x="10254" y="5478"/>
                    </a:cubicBezTo>
                    <a:cubicBezTo>
                      <a:pt x="10259" y="5524"/>
                      <a:pt x="10298" y="5560"/>
                      <a:pt x="10344" y="5560"/>
                    </a:cubicBezTo>
                    <a:cubicBezTo>
                      <a:pt x="10348" y="5560"/>
                      <a:pt x="10350" y="5558"/>
                      <a:pt x="10353" y="5558"/>
                    </a:cubicBezTo>
                    <a:cubicBezTo>
                      <a:pt x="10618" y="5531"/>
                      <a:pt x="10883" y="5501"/>
                      <a:pt x="11138" y="5468"/>
                    </a:cubicBezTo>
                    <a:cubicBezTo>
                      <a:pt x="11188" y="5462"/>
                      <a:pt x="11222" y="5416"/>
                      <a:pt x="11217" y="5368"/>
                    </a:cubicBezTo>
                    <a:cubicBezTo>
                      <a:pt x="11211" y="5323"/>
                      <a:pt x="11173" y="5289"/>
                      <a:pt x="11128" y="5289"/>
                    </a:cubicBezTo>
                    <a:close/>
                    <a:moveTo>
                      <a:pt x="4064" y="5393"/>
                    </a:moveTo>
                    <a:cubicBezTo>
                      <a:pt x="4022" y="5393"/>
                      <a:pt x="3984" y="5424"/>
                      <a:pt x="3975" y="5466"/>
                    </a:cubicBezTo>
                    <a:cubicBezTo>
                      <a:pt x="3966" y="5516"/>
                      <a:pt x="3998" y="5564"/>
                      <a:pt x="4048" y="5573"/>
                    </a:cubicBezTo>
                    <a:cubicBezTo>
                      <a:pt x="4238" y="5610"/>
                      <a:pt x="4438" y="5637"/>
                      <a:pt x="4639" y="5656"/>
                    </a:cubicBezTo>
                    <a:cubicBezTo>
                      <a:pt x="4704" y="5662"/>
                      <a:pt x="4769" y="5666"/>
                      <a:pt x="4837" y="5671"/>
                    </a:cubicBezTo>
                    <a:lnTo>
                      <a:pt x="4844" y="5671"/>
                    </a:lnTo>
                    <a:cubicBezTo>
                      <a:pt x="4890" y="5671"/>
                      <a:pt x="4931" y="5637"/>
                      <a:pt x="4934" y="5589"/>
                    </a:cubicBezTo>
                    <a:cubicBezTo>
                      <a:pt x="4938" y="5539"/>
                      <a:pt x="4900" y="5495"/>
                      <a:pt x="4850" y="5491"/>
                    </a:cubicBezTo>
                    <a:cubicBezTo>
                      <a:pt x="4785" y="5485"/>
                      <a:pt x="4720" y="5479"/>
                      <a:pt x="4654" y="5474"/>
                    </a:cubicBezTo>
                    <a:cubicBezTo>
                      <a:pt x="4459" y="5456"/>
                      <a:pt x="4267" y="5430"/>
                      <a:pt x="4081" y="5395"/>
                    </a:cubicBezTo>
                    <a:cubicBezTo>
                      <a:pt x="4075" y="5394"/>
                      <a:pt x="4069" y="5393"/>
                      <a:pt x="4064" y="5393"/>
                    </a:cubicBezTo>
                    <a:close/>
                    <a:moveTo>
                      <a:pt x="9560" y="5449"/>
                    </a:moveTo>
                    <a:cubicBezTo>
                      <a:pt x="9558" y="5449"/>
                      <a:pt x="9556" y="5449"/>
                      <a:pt x="9554" y="5449"/>
                    </a:cubicBezTo>
                    <a:cubicBezTo>
                      <a:pt x="9295" y="5470"/>
                      <a:pt x="9032" y="5489"/>
                      <a:pt x="8769" y="5504"/>
                    </a:cubicBezTo>
                    <a:cubicBezTo>
                      <a:pt x="8719" y="5506"/>
                      <a:pt x="8681" y="5550"/>
                      <a:pt x="8685" y="5600"/>
                    </a:cubicBezTo>
                    <a:cubicBezTo>
                      <a:pt x="8688" y="5648"/>
                      <a:pt x="8729" y="5685"/>
                      <a:pt x="8775" y="5685"/>
                    </a:cubicBezTo>
                    <a:lnTo>
                      <a:pt x="8780" y="5685"/>
                    </a:lnTo>
                    <a:cubicBezTo>
                      <a:pt x="9043" y="5669"/>
                      <a:pt x="9308" y="5652"/>
                      <a:pt x="9567" y="5631"/>
                    </a:cubicBezTo>
                    <a:cubicBezTo>
                      <a:pt x="9619" y="5627"/>
                      <a:pt x="9655" y="5583"/>
                      <a:pt x="9651" y="5533"/>
                    </a:cubicBezTo>
                    <a:cubicBezTo>
                      <a:pt x="9648" y="5486"/>
                      <a:pt x="9607" y="5449"/>
                      <a:pt x="9560" y="5449"/>
                    </a:cubicBezTo>
                    <a:close/>
                    <a:moveTo>
                      <a:pt x="5629" y="5539"/>
                    </a:moveTo>
                    <a:cubicBezTo>
                      <a:pt x="5581" y="5539"/>
                      <a:pt x="5540" y="5577"/>
                      <a:pt x="5539" y="5625"/>
                    </a:cubicBezTo>
                    <a:cubicBezTo>
                      <a:pt x="5537" y="5675"/>
                      <a:pt x="5575" y="5717"/>
                      <a:pt x="5625" y="5719"/>
                    </a:cubicBezTo>
                    <a:cubicBezTo>
                      <a:pt x="5880" y="5731"/>
                      <a:pt x="6145" y="5738"/>
                      <a:pt x="6413" y="5742"/>
                    </a:cubicBezTo>
                    <a:lnTo>
                      <a:pt x="6415" y="5742"/>
                    </a:lnTo>
                    <a:cubicBezTo>
                      <a:pt x="6465" y="5742"/>
                      <a:pt x="6505" y="5702"/>
                      <a:pt x="6505" y="5652"/>
                    </a:cubicBezTo>
                    <a:cubicBezTo>
                      <a:pt x="6507" y="5602"/>
                      <a:pt x="6467" y="5560"/>
                      <a:pt x="6417" y="5560"/>
                    </a:cubicBezTo>
                    <a:cubicBezTo>
                      <a:pt x="6149" y="5556"/>
                      <a:pt x="5886" y="5549"/>
                      <a:pt x="5633" y="5539"/>
                    </a:cubicBezTo>
                    <a:cubicBezTo>
                      <a:pt x="5631" y="5539"/>
                      <a:pt x="5630" y="5539"/>
                      <a:pt x="5629" y="5539"/>
                    </a:cubicBezTo>
                    <a:close/>
                    <a:moveTo>
                      <a:pt x="7993" y="5541"/>
                    </a:moveTo>
                    <a:cubicBezTo>
                      <a:pt x="7991" y="5541"/>
                      <a:pt x="7988" y="5541"/>
                      <a:pt x="7986" y="5541"/>
                    </a:cubicBezTo>
                    <a:cubicBezTo>
                      <a:pt x="7722" y="5550"/>
                      <a:pt x="7457" y="5558"/>
                      <a:pt x="7202" y="5560"/>
                    </a:cubicBezTo>
                    <a:cubicBezTo>
                      <a:pt x="7150" y="5562"/>
                      <a:pt x="7110" y="5602"/>
                      <a:pt x="7112" y="5652"/>
                    </a:cubicBezTo>
                    <a:cubicBezTo>
                      <a:pt x="7112" y="5702"/>
                      <a:pt x="7152" y="5742"/>
                      <a:pt x="7202" y="5742"/>
                    </a:cubicBezTo>
                    <a:lnTo>
                      <a:pt x="7204" y="5742"/>
                    </a:lnTo>
                    <a:cubicBezTo>
                      <a:pt x="7461" y="5738"/>
                      <a:pt x="7727" y="5733"/>
                      <a:pt x="7992" y="5723"/>
                    </a:cubicBezTo>
                    <a:cubicBezTo>
                      <a:pt x="8042" y="5721"/>
                      <a:pt x="8082" y="5679"/>
                      <a:pt x="8080" y="5629"/>
                    </a:cubicBezTo>
                    <a:cubicBezTo>
                      <a:pt x="8078" y="5581"/>
                      <a:pt x="8040" y="5541"/>
                      <a:pt x="7993" y="5541"/>
                    </a:cubicBezTo>
                    <a:close/>
                    <a:moveTo>
                      <a:pt x="17843" y="5923"/>
                    </a:moveTo>
                    <a:cubicBezTo>
                      <a:pt x="17808" y="5923"/>
                      <a:pt x="17774" y="5944"/>
                      <a:pt x="17760" y="5978"/>
                    </a:cubicBezTo>
                    <a:cubicBezTo>
                      <a:pt x="17666" y="6206"/>
                      <a:pt x="17566" y="6444"/>
                      <a:pt x="17455" y="6703"/>
                    </a:cubicBezTo>
                    <a:cubicBezTo>
                      <a:pt x="17434" y="6749"/>
                      <a:pt x="17455" y="6803"/>
                      <a:pt x="17501" y="6822"/>
                    </a:cubicBezTo>
                    <a:cubicBezTo>
                      <a:pt x="17514" y="6828"/>
                      <a:pt x="17526" y="6830"/>
                      <a:pt x="17537" y="6830"/>
                    </a:cubicBezTo>
                    <a:cubicBezTo>
                      <a:pt x="17572" y="6830"/>
                      <a:pt x="17606" y="6809"/>
                      <a:pt x="17622" y="6774"/>
                    </a:cubicBezTo>
                    <a:cubicBezTo>
                      <a:pt x="17733" y="6515"/>
                      <a:pt x="17833" y="6277"/>
                      <a:pt x="17927" y="6049"/>
                    </a:cubicBezTo>
                    <a:cubicBezTo>
                      <a:pt x="17946" y="6003"/>
                      <a:pt x="17925" y="5949"/>
                      <a:pt x="17879" y="5930"/>
                    </a:cubicBezTo>
                    <a:cubicBezTo>
                      <a:pt x="17867" y="5925"/>
                      <a:pt x="17855" y="5923"/>
                      <a:pt x="17843" y="5923"/>
                    </a:cubicBezTo>
                    <a:close/>
                    <a:moveTo>
                      <a:pt x="17226" y="7371"/>
                    </a:moveTo>
                    <a:cubicBezTo>
                      <a:pt x="17190" y="7371"/>
                      <a:pt x="17156" y="7392"/>
                      <a:pt x="17142" y="7426"/>
                    </a:cubicBezTo>
                    <a:cubicBezTo>
                      <a:pt x="17060" y="7613"/>
                      <a:pt x="16981" y="7797"/>
                      <a:pt x="16902" y="7975"/>
                    </a:cubicBezTo>
                    <a:lnTo>
                      <a:pt x="16828" y="8148"/>
                    </a:lnTo>
                    <a:cubicBezTo>
                      <a:pt x="16806" y="8194"/>
                      <a:pt x="16828" y="8247"/>
                      <a:pt x="16874" y="8267"/>
                    </a:cubicBezTo>
                    <a:cubicBezTo>
                      <a:pt x="16885" y="8272"/>
                      <a:pt x="16898" y="8274"/>
                      <a:pt x="16910" y="8274"/>
                    </a:cubicBezTo>
                    <a:cubicBezTo>
                      <a:pt x="16945" y="8274"/>
                      <a:pt x="16979" y="8253"/>
                      <a:pt x="16992" y="8221"/>
                    </a:cubicBezTo>
                    <a:lnTo>
                      <a:pt x="17069" y="8048"/>
                    </a:lnTo>
                    <a:cubicBezTo>
                      <a:pt x="17146" y="7870"/>
                      <a:pt x="17227" y="7685"/>
                      <a:pt x="17309" y="7497"/>
                    </a:cubicBezTo>
                    <a:cubicBezTo>
                      <a:pt x="17328" y="7453"/>
                      <a:pt x="17307" y="7400"/>
                      <a:pt x="17261" y="7379"/>
                    </a:cubicBezTo>
                    <a:cubicBezTo>
                      <a:pt x="17250" y="7374"/>
                      <a:pt x="17238" y="7371"/>
                      <a:pt x="17226" y="7371"/>
                    </a:cubicBezTo>
                    <a:close/>
                    <a:moveTo>
                      <a:pt x="16596" y="8815"/>
                    </a:moveTo>
                    <a:cubicBezTo>
                      <a:pt x="16561" y="8815"/>
                      <a:pt x="16527" y="8837"/>
                      <a:pt x="16513" y="8871"/>
                    </a:cubicBezTo>
                    <a:cubicBezTo>
                      <a:pt x="16482" y="8942"/>
                      <a:pt x="16452" y="9011"/>
                      <a:pt x="16423" y="9080"/>
                    </a:cubicBezTo>
                    <a:cubicBezTo>
                      <a:pt x="16356" y="9239"/>
                      <a:pt x="16281" y="9412"/>
                      <a:pt x="16204" y="9594"/>
                    </a:cubicBezTo>
                    <a:cubicBezTo>
                      <a:pt x="16183" y="9640"/>
                      <a:pt x="16204" y="9694"/>
                      <a:pt x="16250" y="9715"/>
                    </a:cubicBezTo>
                    <a:cubicBezTo>
                      <a:pt x="16262" y="9719"/>
                      <a:pt x="16275" y="9723"/>
                      <a:pt x="16287" y="9723"/>
                    </a:cubicBezTo>
                    <a:cubicBezTo>
                      <a:pt x="16321" y="9723"/>
                      <a:pt x="16356" y="9702"/>
                      <a:pt x="16369" y="9667"/>
                    </a:cubicBezTo>
                    <a:cubicBezTo>
                      <a:pt x="16448" y="9485"/>
                      <a:pt x="16523" y="9312"/>
                      <a:pt x="16590" y="9151"/>
                    </a:cubicBezTo>
                    <a:cubicBezTo>
                      <a:pt x="16618" y="9082"/>
                      <a:pt x="16649" y="9013"/>
                      <a:pt x="16680" y="8942"/>
                    </a:cubicBezTo>
                    <a:cubicBezTo>
                      <a:pt x="16699" y="8896"/>
                      <a:pt x="16678" y="8842"/>
                      <a:pt x="16632" y="8823"/>
                    </a:cubicBezTo>
                    <a:cubicBezTo>
                      <a:pt x="16620" y="8818"/>
                      <a:pt x="16608" y="8815"/>
                      <a:pt x="16596" y="8815"/>
                    </a:cubicBezTo>
                    <a:close/>
                    <a:moveTo>
                      <a:pt x="15977" y="10264"/>
                    </a:moveTo>
                    <a:cubicBezTo>
                      <a:pt x="15941" y="10264"/>
                      <a:pt x="15907" y="10285"/>
                      <a:pt x="15891" y="10319"/>
                    </a:cubicBezTo>
                    <a:cubicBezTo>
                      <a:pt x="15792" y="10551"/>
                      <a:pt x="15688" y="10793"/>
                      <a:pt x="15581" y="11042"/>
                    </a:cubicBezTo>
                    <a:cubicBezTo>
                      <a:pt x="15560" y="11088"/>
                      <a:pt x="15581" y="11142"/>
                      <a:pt x="15627" y="11161"/>
                    </a:cubicBezTo>
                    <a:cubicBezTo>
                      <a:pt x="15638" y="11167"/>
                      <a:pt x="15652" y="11169"/>
                      <a:pt x="15663" y="11169"/>
                    </a:cubicBezTo>
                    <a:cubicBezTo>
                      <a:pt x="15698" y="11169"/>
                      <a:pt x="15732" y="11150"/>
                      <a:pt x="15746" y="11115"/>
                    </a:cubicBezTo>
                    <a:cubicBezTo>
                      <a:pt x="15855" y="10866"/>
                      <a:pt x="15959" y="10622"/>
                      <a:pt x="16058" y="10390"/>
                    </a:cubicBezTo>
                    <a:cubicBezTo>
                      <a:pt x="16079" y="10344"/>
                      <a:pt x="16058" y="10292"/>
                      <a:pt x="16012" y="10271"/>
                    </a:cubicBezTo>
                    <a:cubicBezTo>
                      <a:pt x="16001" y="10266"/>
                      <a:pt x="15989" y="10264"/>
                      <a:pt x="15977" y="10264"/>
                    </a:cubicBezTo>
                    <a:close/>
                    <a:moveTo>
                      <a:pt x="15350" y="11711"/>
                    </a:moveTo>
                    <a:cubicBezTo>
                      <a:pt x="15315" y="11711"/>
                      <a:pt x="15282" y="11731"/>
                      <a:pt x="15266" y="11766"/>
                    </a:cubicBezTo>
                    <a:cubicBezTo>
                      <a:pt x="15164" y="12003"/>
                      <a:pt x="15059" y="12245"/>
                      <a:pt x="14951" y="12489"/>
                    </a:cubicBezTo>
                    <a:cubicBezTo>
                      <a:pt x="14932" y="12535"/>
                      <a:pt x="14953" y="12587"/>
                      <a:pt x="14999" y="12608"/>
                    </a:cubicBezTo>
                    <a:cubicBezTo>
                      <a:pt x="15011" y="12611"/>
                      <a:pt x="15022" y="12615"/>
                      <a:pt x="15036" y="12615"/>
                    </a:cubicBezTo>
                    <a:cubicBezTo>
                      <a:pt x="15070" y="12615"/>
                      <a:pt x="15103" y="12594"/>
                      <a:pt x="15118" y="12560"/>
                    </a:cubicBezTo>
                    <a:cubicBezTo>
                      <a:pt x="15224" y="12316"/>
                      <a:pt x="15329" y="12074"/>
                      <a:pt x="15433" y="11838"/>
                    </a:cubicBezTo>
                    <a:cubicBezTo>
                      <a:pt x="15452" y="11792"/>
                      <a:pt x="15431" y="11739"/>
                      <a:pt x="15385" y="11718"/>
                    </a:cubicBezTo>
                    <a:cubicBezTo>
                      <a:pt x="15373" y="11713"/>
                      <a:pt x="15362" y="11711"/>
                      <a:pt x="15350" y="11711"/>
                    </a:cubicBezTo>
                    <a:close/>
                    <a:moveTo>
                      <a:pt x="14720" y="13156"/>
                    </a:moveTo>
                    <a:cubicBezTo>
                      <a:pt x="14686" y="13156"/>
                      <a:pt x="14652" y="13176"/>
                      <a:pt x="14637" y="13210"/>
                    </a:cubicBezTo>
                    <a:lnTo>
                      <a:pt x="14322" y="13933"/>
                    </a:lnTo>
                    <a:cubicBezTo>
                      <a:pt x="14303" y="13979"/>
                      <a:pt x="14324" y="14033"/>
                      <a:pt x="14368" y="14052"/>
                    </a:cubicBezTo>
                    <a:lnTo>
                      <a:pt x="14370" y="14052"/>
                    </a:lnTo>
                    <a:cubicBezTo>
                      <a:pt x="14382" y="14058"/>
                      <a:pt x="14393" y="14060"/>
                      <a:pt x="14405" y="14060"/>
                    </a:cubicBezTo>
                    <a:cubicBezTo>
                      <a:pt x="14441" y="14060"/>
                      <a:pt x="14474" y="14039"/>
                      <a:pt x="14489" y="14006"/>
                    </a:cubicBezTo>
                    <a:lnTo>
                      <a:pt x="14804" y="13283"/>
                    </a:lnTo>
                    <a:cubicBezTo>
                      <a:pt x="14825" y="13237"/>
                      <a:pt x="14804" y="13183"/>
                      <a:pt x="14758" y="13164"/>
                    </a:cubicBezTo>
                    <a:cubicBezTo>
                      <a:pt x="14746" y="13158"/>
                      <a:pt x="14733" y="13156"/>
                      <a:pt x="14720" y="13156"/>
                    </a:cubicBezTo>
                    <a:close/>
                    <a:moveTo>
                      <a:pt x="14089" y="14600"/>
                    </a:moveTo>
                    <a:cubicBezTo>
                      <a:pt x="14054" y="14600"/>
                      <a:pt x="14021" y="14621"/>
                      <a:pt x="14006" y="14654"/>
                    </a:cubicBezTo>
                    <a:lnTo>
                      <a:pt x="13691" y="15378"/>
                    </a:lnTo>
                    <a:cubicBezTo>
                      <a:pt x="13670" y="15424"/>
                      <a:pt x="13691" y="15475"/>
                      <a:pt x="13737" y="15497"/>
                    </a:cubicBezTo>
                    <a:cubicBezTo>
                      <a:pt x="13749" y="15502"/>
                      <a:pt x="13762" y="15504"/>
                      <a:pt x="13774" y="15504"/>
                    </a:cubicBezTo>
                    <a:cubicBezTo>
                      <a:pt x="13808" y="15504"/>
                      <a:pt x="13843" y="15483"/>
                      <a:pt x="13856" y="15450"/>
                    </a:cubicBezTo>
                    <a:lnTo>
                      <a:pt x="14173" y="14727"/>
                    </a:lnTo>
                    <a:cubicBezTo>
                      <a:pt x="14194" y="14681"/>
                      <a:pt x="14173" y="14628"/>
                      <a:pt x="14127" y="14608"/>
                    </a:cubicBezTo>
                    <a:cubicBezTo>
                      <a:pt x="14114" y="14603"/>
                      <a:pt x="14102" y="14600"/>
                      <a:pt x="14089" y="14600"/>
                    </a:cubicBezTo>
                    <a:close/>
                    <a:moveTo>
                      <a:pt x="13458" y="16044"/>
                    </a:moveTo>
                    <a:cubicBezTo>
                      <a:pt x="13423" y="16044"/>
                      <a:pt x="13389" y="16064"/>
                      <a:pt x="13375" y="16099"/>
                    </a:cubicBezTo>
                    <a:lnTo>
                      <a:pt x="13058" y="16820"/>
                    </a:lnTo>
                    <a:cubicBezTo>
                      <a:pt x="13037" y="16866"/>
                      <a:pt x="13058" y="16920"/>
                      <a:pt x="13104" y="16939"/>
                    </a:cubicBezTo>
                    <a:cubicBezTo>
                      <a:pt x="13116" y="16945"/>
                      <a:pt x="13129" y="16947"/>
                      <a:pt x="13141" y="16947"/>
                    </a:cubicBezTo>
                    <a:cubicBezTo>
                      <a:pt x="13175" y="16947"/>
                      <a:pt x="13210" y="16928"/>
                      <a:pt x="13223" y="16893"/>
                    </a:cubicBezTo>
                    <a:lnTo>
                      <a:pt x="13540" y="16172"/>
                    </a:lnTo>
                    <a:cubicBezTo>
                      <a:pt x="13561" y="16126"/>
                      <a:pt x="13540" y="16072"/>
                      <a:pt x="13494" y="16051"/>
                    </a:cubicBezTo>
                    <a:cubicBezTo>
                      <a:pt x="13482" y="16046"/>
                      <a:pt x="13470" y="16044"/>
                      <a:pt x="13458" y="16044"/>
                    </a:cubicBezTo>
                    <a:close/>
                    <a:moveTo>
                      <a:pt x="12823" y="17487"/>
                    </a:moveTo>
                    <a:cubicBezTo>
                      <a:pt x="12789" y="17487"/>
                      <a:pt x="12756" y="17508"/>
                      <a:pt x="12742" y="17541"/>
                    </a:cubicBezTo>
                    <a:lnTo>
                      <a:pt x="12423" y="18265"/>
                    </a:lnTo>
                    <a:cubicBezTo>
                      <a:pt x="12404" y="18311"/>
                      <a:pt x="12425" y="18364"/>
                      <a:pt x="12469" y="18383"/>
                    </a:cubicBezTo>
                    <a:cubicBezTo>
                      <a:pt x="12483" y="18389"/>
                      <a:pt x="12494" y="18391"/>
                      <a:pt x="12506" y="18391"/>
                    </a:cubicBezTo>
                    <a:cubicBezTo>
                      <a:pt x="12542" y="18391"/>
                      <a:pt x="12575" y="18372"/>
                      <a:pt x="12590" y="18337"/>
                    </a:cubicBezTo>
                    <a:lnTo>
                      <a:pt x="12907" y="17614"/>
                    </a:lnTo>
                    <a:cubicBezTo>
                      <a:pt x="12928" y="17568"/>
                      <a:pt x="12907" y="17516"/>
                      <a:pt x="12861" y="17495"/>
                    </a:cubicBezTo>
                    <a:cubicBezTo>
                      <a:pt x="12848" y="17490"/>
                      <a:pt x="12836" y="17487"/>
                      <a:pt x="12823" y="174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8"/>
              <p:cNvSpPr/>
              <p:nvPr/>
            </p:nvSpPr>
            <p:spPr>
              <a:xfrm>
                <a:off x="2276600" y="4495900"/>
                <a:ext cx="187175" cy="52100"/>
              </a:xfrm>
              <a:custGeom>
                <a:avLst/>
                <a:gdLst/>
                <a:ahLst/>
                <a:cxnLst/>
                <a:rect l="l" t="t" r="r" b="b"/>
                <a:pathLst>
                  <a:path w="7487" h="2084" extrusionOk="0">
                    <a:moveTo>
                      <a:pt x="426" y="0"/>
                    </a:moveTo>
                    <a:lnTo>
                      <a:pt x="0" y="1863"/>
                    </a:lnTo>
                    <a:lnTo>
                      <a:pt x="6766" y="2083"/>
                    </a:lnTo>
                    <a:lnTo>
                      <a:pt x="7487" y="240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8"/>
              <p:cNvSpPr/>
              <p:nvPr/>
            </p:nvSpPr>
            <p:spPr>
              <a:xfrm>
                <a:off x="2546450" y="4131650"/>
                <a:ext cx="118375" cy="220425"/>
              </a:xfrm>
              <a:custGeom>
                <a:avLst/>
                <a:gdLst/>
                <a:ahLst/>
                <a:cxnLst/>
                <a:rect l="l" t="t" r="r" b="b"/>
                <a:pathLst>
                  <a:path w="4735" h="8817" extrusionOk="0">
                    <a:moveTo>
                      <a:pt x="4613" y="1"/>
                    </a:moveTo>
                    <a:cubicBezTo>
                      <a:pt x="4587" y="1"/>
                      <a:pt x="4561" y="14"/>
                      <a:pt x="4546" y="47"/>
                    </a:cubicBezTo>
                    <a:cubicBezTo>
                      <a:pt x="3200" y="3005"/>
                      <a:pt x="1698" y="5884"/>
                      <a:pt x="42" y="8681"/>
                    </a:cubicBezTo>
                    <a:cubicBezTo>
                      <a:pt x="1" y="8752"/>
                      <a:pt x="64" y="8817"/>
                      <a:pt x="126" y="8817"/>
                    </a:cubicBezTo>
                    <a:cubicBezTo>
                      <a:pt x="154" y="8817"/>
                      <a:pt x="181" y="8804"/>
                      <a:pt x="199" y="8773"/>
                    </a:cubicBezTo>
                    <a:cubicBezTo>
                      <a:pt x="1853" y="5977"/>
                      <a:pt x="3355" y="3097"/>
                      <a:pt x="4702" y="139"/>
                    </a:cubicBezTo>
                    <a:cubicBezTo>
                      <a:pt x="4735" y="67"/>
                      <a:pt x="4671" y="1"/>
                      <a:pt x="46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8"/>
              <p:cNvSpPr/>
              <p:nvPr/>
            </p:nvSpPr>
            <p:spPr>
              <a:xfrm>
                <a:off x="2415575" y="4053500"/>
                <a:ext cx="5880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5253" extrusionOk="0">
                    <a:moveTo>
                      <a:pt x="2230" y="1"/>
                    </a:moveTo>
                    <a:cubicBezTo>
                      <a:pt x="2203" y="1"/>
                      <a:pt x="2177" y="15"/>
                      <a:pt x="2162" y="48"/>
                    </a:cubicBezTo>
                    <a:cubicBezTo>
                      <a:pt x="1379" y="1715"/>
                      <a:pt x="668" y="3415"/>
                      <a:pt x="25" y="5143"/>
                    </a:cubicBezTo>
                    <a:cubicBezTo>
                      <a:pt x="1" y="5209"/>
                      <a:pt x="55" y="5252"/>
                      <a:pt x="111" y="5252"/>
                    </a:cubicBezTo>
                    <a:cubicBezTo>
                      <a:pt x="148" y="5252"/>
                      <a:pt x="186" y="5234"/>
                      <a:pt x="202" y="5191"/>
                    </a:cubicBezTo>
                    <a:cubicBezTo>
                      <a:pt x="836" y="3478"/>
                      <a:pt x="1544" y="1794"/>
                      <a:pt x="2317" y="139"/>
                    </a:cubicBezTo>
                    <a:cubicBezTo>
                      <a:pt x="2352" y="67"/>
                      <a:pt x="2288" y="1"/>
                      <a:pt x="22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8"/>
              <p:cNvSpPr/>
              <p:nvPr/>
            </p:nvSpPr>
            <p:spPr>
              <a:xfrm>
                <a:off x="2438025" y="4083925"/>
                <a:ext cx="90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1270" extrusionOk="0">
                    <a:moveTo>
                      <a:pt x="113" y="1"/>
                    </a:moveTo>
                    <a:cubicBezTo>
                      <a:pt x="60" y="1"/>
                      <a:pt x="1" y="46"/>
                      <a:pt x="11" y="115"/>
                    </a:cubicBezTo>
                    <a:cubicBezTo>
                      <a:pt x="65" y="477"/>
                      <a:pt x="119" y="842"/>
                      <a:pt x="172" y="1204"/>
                    </a:cubicBezTo>
                    <a:cubicBezTo>
                      <a:pt x="179" y="1250"/>
                      <a:pt x="211" y="1270"/>
                      <a:pt x="246" y="1270"/>
                    </a:cubicBezTo>
                    <a:cubicBezTo>
                      <a:pt x="299" y="1270"/>
                      <a:pt x="359" y="1225"/>
                      <a:pt x="349" y="1156"/>
                    </a:cubicBezTo>
                    <a:cubicBezTo>
                      <a:pt x="295" y="792"/>
                      <a:pt x="240" y="429"/>
                      <a:pt x="188" y="67"/>
                    </a:cubicBezTo>
                    <a:cubicBezTo>
                      <a:pt x="181" y="21"/>
                      <a:pt x="149" y="1"/>
                      <a:pt x="1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8"/>
              <p:cNvSpPr/>
              <p:nvPr/>
            </p:nvSpPr>
            <p:spPr>
              <a:xfrm>
                <a:off x="1929475" y="3594850"/>
                <a:ext cx="465450" cy="356425"/>
              </a:xfrm>
              <a:custGeom>
                <a:avLst/>
                <a:gdLst/>
                <a:ahLst/>
                <a:cxnLst/>
                <a:rect l="l" t="t" r="r" b="b"/>
                <a:pathLst>
                  <a:path w="18618" h="14257" extrusionOk="0">
                    <a:moveTo>
                      <a:pt x="1846" y="0"/>
                    </a:moveTo>
                    <a:cubicBezTo>
                      <a:pt x="1846" y="1"/>
                      <a:pt x="1" y="11869"/>
                      <a:pt x="4737" y="13689"/>
                    </a:cubicBezTo>
                    <a:cubicBezTo>
                      <a:pt x="5803" y="14099"/>
                      <a:pt x="7109" y="14256"/>
                      <a:pt x="8490" y="14256"/>
                    </a:cubicBezTo>
                    <a:cubicBezTo>
                      <a:pt x="13134" y="14256"/>
                      <a:pt x="18617" y="12469"/>
                      <a:pt x="18617" y="12469"/>
                    </a:cubicBezTo>
                    <a:lnTo>
                      <a:pt x="18213" y="11013"/>
                    </a:lnTo>
                    <a:cubicBezTo>
                      <a:pt x="18213" y="11013"/>
                      <a:pt x="8499" y="10585"/>
                      <a:pt x="7973" y="9482"/>
                    </a:cubicBezTo>
                    <a:cubicBezTo>
                      <a:pt x="7445" y="8379"/>
                      <a:pt x="7486" y="881"/>
                      <a:pt x="7486" y="881"/>
                    </a:cubicBezTo>
                    <a:lnTo>
                      <a:pt x="1846" y="0"/>
                    </a:lnTo>
                    <a:close/>
                  </a:path>
                </a:pathLst>
              </a:custGeom>
              <a:solidFill>
                <a:srgbClr val="8F39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8"/>
              <p:cNvSpPr/>
              <p:nvPr/>
            </p:nvSpPr>
            <p:spPr>
              <a:xfrm>
                <a:off x="2084500" y="3832450"/>
                <a:ext cx="46175" cy="1820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728" extrusionOk="0">
                    <a:moveTo>
                      <a:pt x="1713" y="1"/>
                    </a:moveTo>
                    <a:cubicBezTo>
                      <a:pt x="1706" y="1"/>
                      <a:pt x="1699" y="2"/>
                      <a:pt x="1691" y="3"/>
                    </a:cubicBezTo>
                    <a:cubicBezTo>
                      <a:pt x="1135" y="124"/>
                      <a:pt x="602" y="310"/>
                      <a:pt x="92" y="561"/>
                    </a:cubicBezTo>
                    <a:cubicBezTo>
                      <a:pt x="1" y="606"/>
                      <a:pt x="56" y="727"/>
                      <a:pt x="140" y="727"/>
                    </a:cubicBezTo>
                    <a:cubicBezTo>
                      <a:pt x="153" y="727"/>
                      <a:pt x="167" y="724"/>
                      <a:pt x="182" y="717"/>
                    </a:cubicBezTo>
                    <a:cubicBezTo>
                      <a:pt x="680" y="473"/>
                      <a:pt x="1198" y="295"/>
                      <a:pt x="1739" y="178"/>
                    </a:cubicBezTo>
                    <a:cubicBezTo>
                      <a:pt x="1847" y="154"/>
                      <a:pt x="1812" y="1"/>
                      <a:pt x="1713" y="1"/>
                    </a:cubicBezTo>
                    <a:close/>
                  </a:path>
                </a:pathLst>
              </a:custGeom>
              <a:solidFill>
                <a:srgbClr val="7428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8"/>
              <p:cNvSpPr/>
              <p:nvPr/>
            </p:nvSpPr>
            <p:spPr>
              <a:xfrm>
                <a:off x="2072350" y="3824925"/>
                <a:ext cx="43900" cy="14825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593" extrusionOk="0">
                    <a:moveTo>
                      <a:pt x="105" y="0"/>
                    </a:moveTo>
                    <a:cubicBezTo>
                      <a:pt x="0" y="0"/>
                      <a:pt x="6" y="169"/>
                      <a:pt x="117" y="183"/>
                    </a:cubicBezTo>
                    <a:cubicBezTo>
                      <a:pt x="627" y="247"/>
                      <a:pt x="1099" y="377"/>
                      <a:pt x="1571" y="584"/>
                    </a:cubicBezTo>
                    <a:cubicBezTo>
                      <a:pt x="1585" y="590"/>
                      <a:pt x="1598" y="593"/>
                      <a:pt x="1610" y="593"/>
                    </a:cubicBezTo>
                    <a:cubicBezTo>
                      <a:pt x="1697" y="593"/>
                      <a:pt x="1755" y="469"/>
                      <a:pt x="1661" y="427"/>
                    </a:cubicBezTo>
                    <a:cubicBezTo>
                      <a:pt x="1161" y="208"/>
                      <a:pt x="658" y="70"/>
                      <a:pt x="117" y="1"/>
                    </a:cubicBezTo>
                    <a:cubicBezTo>
                      <a:pt x="113" y="1"/>
                      <a:pt x="109" y="0"/>
                      <a:pt x="105" y="0"/>
                    </a:cubicBezTo>
                    <a:close/>
                  </a:path>
                </a:pathLst>
              </a:custGeom>
              <a:solidFill>
                <a:srgbClr val="7428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8"/>
              <p:cNvSpPr/>
              <p:nvPr/>
            </p:nvSpPr>
            <p:spPr>
              <a:xfrm>
                <a:off x="1949250" y="3448775"/>
                <a:ext cx="192500" cy="230500"/>
              </a:xfrm>
              <a:custGeom>
                <a:avLst/>
                <a:gdLst/>
                <a:ahLst/>
                <a:cxnLst/>
                <a:rect l="l" t="t" r="r" b="b"/>
                <a:pathLst>
                  <a:path w="7700" h="9220" extrusionOk="0">
                    <a:moveTo>
                      <a:pt x="4491" y="0"/>
                    </a:moveTo>
                    <a:cubicBezTo>
                      <a:pt x="3467" y="0"/>
                      <a:pt x="2598" y="582"/>
                      <a:pt x="1951" y="1642"/>
                    </a:cubicBezTo>
                    <a:cubicBezTo>
                      <a:pt x="905" y="3355"/>
                      <a:pt x="464" y="5406"/>
                      <a:pt x="0" y="9220"/>
                    </a:cubicBezTo>
                    <a:lnTo>
                      <a:pt x="6787" y="9091"/>
                    </a:lnTo>
                    <a:cubicBezTo>
                      <a:pt x="6787" y="9091"/>
                      <a:pt x="7700" y="5901"/>
                      <a:pt x="7529" y="3156"/>
                    </a:cubicBezTo>
                    <a:cubicBezTo>
                      <a:pt x="7422" y="1416"/>
                      <a:pt x="6597" y="593"/>
                      <a:pt x="5647" y="229"/>
                    </a:cubicBezTo>
                    <a:cubicBezTo>
                      <a:pt x="5244" y="75"/>
                      <a:pt x="4858" y="0"/>
                      <a:pt x="44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8"/>
              <p:cNvSpPr/>
              <p:nvPr/>
            </p:nvSpPr>
            <p:spPr>
              <a:xfrm>
                <a:off x="1971300" y="3411425"/>
                <a:ext cx="147250" cy="136750"/>
              </a:xfrm>
              <a:custGeom>
                <a:avLst/>
                <a:gdLst/>
                <a:ahLst/>
                <a:cxnLst/>
                <a:rect l="l" t="t" r="r" b="b"/>
                <a:pathLst>
                  <a:path w="5890" h="5470" extrusionOk="0">
                    <a:moveTo>
                      <a:pt x="5276" y="0"/>
                    </a:moveTo>
                    <a:cubicBezTo>
                      <a:pt x="5223" y="0"/>
                      <a:pt x="5173" y="41"/>
                      <a:pt x="5197" y="104"/>
                    </a:cubicBezTo>
                    <a:lnTo>
                      <a:pt x="5197" y="102"/>
                    </a:lnTo>
                    <a:lnTo>
                      <a:pt x="5197" y="102"/>
                    </a:lnTo>
                    <a:cubicBezTo>
                      <a:pt x="5471" y="808"/>
                      <a:pt x="5765" y="1782"/>
                      <a:pt x="4969" y="2267"/>
                    </a:cubicBezTo>
                    <a:cubicBezTo>
                      <a:pt x="4372" y="2630"/>
                      <a:pt x="3618" y="2509"/>
                      <a:pt x="2958" y="2596"/>
                    </a:cubicBezTo>
                    <a:cubicBezTo>
                      <a:pt x="2329" y="2676"/>
                      <a:pt x="1832" y="2954"/>
                      <a:pt x="1550" y="3539"/>
                    </a:cubicBezTo>
                    <a:cubicBezTo>
                      <a:pt x="1254" y="4153"/>
                      <a:pt x="1095" y="5299"/>
                      <a:pt x="238" y="5299"/>
                    </a:cubicBezTo>
                    <a:cubicBezTo>
                      <a:pt x="197" y="5299"/>
                      <a:pt x="154" y="5296"/>
                      <a:pt x="110" y="5291"/>
                    </a:cubicBezTo>
                    <a:cubicBezTo>
                      <a:pt x="106" y="5290"/>
                      <a:pt x="102" y="5290"/>
                      <a:pt x="98" y="5290"/>
                    </a:cubicBezTo>
                    <a:cubicBezTo>
                      <a:pt x="1" y="5290"/>
                      <a:pt x="6" y="5448"/>
                      <a:pt x="110" y="5461"/>
                    </a:cubicBezTo>
                    <a:cubicBezTo>
                      <a:pt x="156" y="5467"/>
                      <a:pt x="201" y="5470"/>
                      <a:pt x="245" y="5470"/>
                    </a:cubicBezTo>
                    <a:cubicBezTo>
                      <a:pt x="1004" y="5470"/>
                      <a:pt x="1321" y="4630"/>
                      <a:pt x="1541" y="4017"/>
                    </a:cubicBezTo>
                    <a:cubicBezTo>
                      <a:pt x="1690" y="3597"/>
                      <a:pt x="1875" y="3186"/>
                      <a:pt x="2285" y="2964"/>
                    </a:cubicBezTo>
                    <a:cubicBezTo>
                      <a:pt x="2671" y="2755"/>
                      <a:pt x="3131" y="2739"/>
                      <a:pt x="3559" y="2722"/>
                    </a:cubicBezTo>
                    <a:cubicBezTo>
                      <a:pt x="4178" y="2699"/>
                      <a:pt x="4915" y="2665"/>
                      <a:pt x="5358" y="2166"/>
                    </a:cubicBezTo>
                    <a:cubicBezTo>
                      <a:pt x="5889" y="1567"/>
                      <a:pt x="5615" y="712"/>
                      <a:pt x="5362" y="58"/>
                    </a:cubicBezTo>
                    <a:cubicBezTo>
                      <a:pt x="5346" y="18"/>
                      <a:pt x="5311" y="0"/>
                      <a:pt x="527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8"/>
              <p:cNvSpPr/>
              <p:nvPr/>
            </p:nvSpPr>
            <p:spPr>
              <a:xfrm>
                <a:off x="2026250" y="3540650"/>
                <a:ext cx="110450" cy="111500"/>
              </a:xfrm>
              <a:custGeom>
                <a:avLst/>
                <a:gdLst/>
                <a:ahLst/>
                <a:cxnLst/>
                <a:rect l="l" t="t" r="r" b="b"/>
                <a:pathLst>
                  <a:path w="4418" h="4460" extrusionOk="0">
                    <a:moveTo>
                      <a:pt x="3791" y="1"/>
                    </a:moveTo>
                    <a:cubicBezTo>
                      <a:pt x="2794" y="1"/>
                      <a:pt x="1811" y="398"/>
                      <a:pt x="1123" y="1138"/>
                    </a:cubicBezTo>
                    <a:cubicBezTo>
                      <a:pt x="315" y="2003"/>
                      <a:pt x="1" y="3248"/>
                      <a:pt x="250" y="4397"/>
                    </a:cubicBezTo>
                    <a:cubicBezTo>
                      <a:pt x="259" y="4441"/>
                      <a:pt x="291" y="4459"/>
                      <a:pt x="325" y="4459"/>
                    </a:cubicBezTo>
                    <a:cubicBezTo>
                      <a:pt x="375" y="4459"/>
                      <a:pt x="429" y="4418"/>
                      <a:pt x="415" y="4353"/>
                    </a:cubicBezTo>
                    <a:cubicBezTo>
                      <a:pt x="179" y="3264"/>
                      <a:pt x="480" y="2078"/>
                      <a:pt x="1244" y="1257"/>
                    </a:cubicBezTo>
                    <a:cubicBezTo>
                      <a:pt x="1895" y="556"/>
                      <a:pt x="2838" y="169"/>
                      <a:pt x="3788" y="169"/>
                    </a:cubicBezTo>
                    <a:cubicBezTo>
                      <a:pt x="3949" y="169"/>
                      <a:pt x="4109" y="180"/>
                      <a:pt x="4269" y="202"/>
                    </a:cubicBezTo>
                    <a:cubicBezTo>
                      <a:pt x="4274" y="203"/>
                      <a:pt x="4278" y="203"/>
                      <a:pt x="4283" y="203"/>
                    </a:cubicBezTo>
                    <a:cubicBezTo>
                      <a:pt x="4380" y="203"/>
                      <a:pt x="4417" y="52"/>
                      <a:pt x="4313" y="37"/>
                    </a:cubicBezTo>
                    <a:cubicBezTo>
                      <a:pt x="4140" y="13"/>
                      <a:pt x="3965" y="1"/>
                      <a:pt x="379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8"/>
              <p:cNvSpPr/>
              <p:nvPr/>
            </p:nvSpPr>
            <p:spPr>
              <a:xfrm>
                <a:off x="1953025" y="3648500"/>
                <a:ext cx="17190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876" h="238" extrusionOk="0">
                    <a:moveTo>
                      <a:pt x="6770" y="1"/>
                    </a:moveTo>
                    <a:cubicBezTo>
                      <a:pt x="6769" y="1"/>
                      <a:pt x="6769" y="1"/>
                      <a:pt x="6768" y="1"/>
                    </a:cubicBezTo>
                    <a:cubicBezTo>
                      <a:pt x="5122" y="35"/>
                      <a:pt x="3474" y="71"/>
                      <a:pt x="1827" y="71"/>
                    </a:cubicBezTo>
                    <a:cubicBezTo>
                      <a:pt x="1254" y="71"/>
                      <a:pt x="681" y="67"/>
                      <a:pt x="108" y="57"/>
                    </a:cubicBezTo>
                    <a:cubicBezTo>
                      <a:pt x="107" y="57"/>
                      <a:pt x="107" y="57"/>
                      <a:pt x="106" y="57"/>
                    </a:cubicBezTo>
                    <a:cubicBezTo>
                      <a:pt x="1" y="57"/>
                      <a:pt x="1" y="222"/>
                      <a:pt x="108" y="223"/>
                    </a:cubicBezTo>
                    <a:cubicBezTo>
                      <a:pt x="675" y="233"/>
                      <a:pt x="1243" y="237"/>
                      <a:pt x="1810" y="237"/>
                    </a:cubicBezTo>
                    <a:cubicBezTo>
                      <a:pt x="3463" y="237"/>
                      <a:pt x="5116" y="202"/>
                      <a:pt x="6768" y="168"/>
                    </a:cubicBezTo>
                    <a:cubicBezTo>
                      <a:pt x="6875" y="166"/>
                      <a:pt x="6876" y="1"/>
                      <a:pt x="6770" y="1"/>
                    </a:cubicBezTo>
                    <a:close/>
                  </a:path>
                </a:pathLst>
              </a:custGeom>
              <a:solidFill>
                <a:srgbClr val="B8691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8"/>
              <p:cNvSpPr/>
              <p:nvPr/>
            </p:nvSpPr>
            <p:spPr>
              <a:xfrm>
                <a:off x="2115200" y="3497975"/>
                <a:ext cx="27800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7131" extrusionOk="0">
                    <a:moveTo>
                      <a:pt x="717" y="1"/>
                    </a:moveTo>
                    <a:cubicBezTo>
                      <a:pt x="674" y="1"/>
                      <a:pt x="635" y="27"/>
                      <a:pt x="642" y="81"/>
                    </a:cubicBezTo>
                    <a:cubicBezTo>
                      <a:pt x="939" y="2414"/>
                      <a:pt x="728" y="4783"/>
                      <a:pt x="20" y="7025"/>
                    </a:cubicBezTo>
                    <a:cubicBezTo>
                      <a:pt x="1" y="7089"/>
                      <a:pt x="53" y="7130"/>
                      <a:pt x="105" y="7130"/>
                    </a:cubicBezTo>
                    <a:cubicBezTo>
                      <a:pt x="139" y="7130"/>
                      <a:pt x="172" y="7112"/>
                      <a:pt x="185" y="7071"/>
                    </a:cubicBezTo>
                    <a:cubicBezTo>
                      <a:pt x="897" y="4815"/>
                      <a:pt x="1112" y="2427"/>
                      <a:pt x="813" y="81"/>
                    </a:cubicBezTo>
                    <a:cubicBezTo>
                      <a:pt x="806" y="27"/>
                      <a:pt x="760" y="1"/>
                      <a:pt x="7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8"/>
              <p:cNvSpPr/>
              <p:nvPr/>
            </p:nvSpPr>
            <p:spPr>
              <a:xfrm>
                <a:off x="2222300" y="3907100"/>
                <a:ext cx="462325" cy="43075"/>
              </a:xfrm>
              <a:custGeom>
                <a:avLst/>
                <a:gdLst/>
                <a:ahLst/>
                <a:cxnLst/>
                <a:rect l="l" t="t" r="r" b="b"/>
                <a:pathLst>
                  <a:path w="18493" h="1723" extrusionOk="0">
                    <a:moveTo>
                      <a:pt x="515" y="0"/>
                    </a:moveTo>
                    <a:lnTo>
                      <a:pt x="1" y="1723"/>
                    </a:lnTo>
                    <a:lnTo>
                      <a:pt x="17980" y="1723"/>
                    </a:lnTo>
                    <a:lnTo>
                      <a:pt x="184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8"/>
              <p:cNvSpPr/>
              <p:nvPr/>
            </p:nvSpPr>
            <p:spPr>
              <a:xfrm>
                <a:off x="2363350" y="3699200"/>
                <a:ext cx="352300" cy="228775"/>
              </a:xfrm>
              <a:custGeom>
                <a:avLst/>
                <a:gdLst/>
                <a:ahLst/>
                <a:cxnLst/>
                <a:rect l="l" t="t" r="r" b="b"/>
                <a:pathLst>
                  <a:path w="14092" h="9151" extrusionOk="0">
                    <a:moveTo>
                      <a:pt x="3033" y="1"/>
                    </a:moveTo>
                    <a:cubicBezTo>
                      <a:pt x="2572" y="1"/>
                      <a:pt x="2170" y="311"/>
                      <a:pt x="2051" y="756"/>
                    </a:cubicBezTo>
                    <a:lnTo>
                      <a:pt x="169" y="7875"/>
                    </a:lnTo>
                    <a:cubicBezTo>
                      <a:pt x="0" y="8519"/>
                      <a:pt x="485" y="9151"/>
                      <a:pt x="1151" y="9151"/>
                    </a:cubicBezTo>
                    <a:lnTo>
                      <a:pt x="11201" y="9151"/>
                    </a:lnTo>
                    <a:cubicBezTo>
                      <a:pt x="11554" y="9151"/>
                      <a:pt x="11863" y="8913"/>
                      <a:pt x="11953" y="8571"/>
                    </a:cubicBezTo>
                    <a:lnTo>
                      <a:pt x="13961" y="977"/>
                    </a:lnTo>
                    <a:cubicBezTo>
                      <a:pt x="14092" y="484"/>
                      <a:pt x="13719" y="1"/>
                      <a:pt x="132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8"/>
              <p:cNvSpPr/>
              <p:nvPr/>
            </p:nvSpPr>
            <p:spPr>
              <a:xfrm>
                <a:off x="2383950" y="3699200"/>
                <a:ext cx="352375" cy="228775"/>
              </a:xfrm>
              <a:custGeom>
                <a:avLst/>
                <a:gdLst/>
                <a:ahLst/>
                <a:cxnLst/>
                <a:rect l="l" t="t" r="r" b="b"/>
                <a:pathLst>
                  <a:path w="14095" h="9151" extrusionOk="0">
                    <a:moveTo>
                      <a:pt x="3036" y="1"/>
                    </a:moveTo>
                    <a:cubicBezTo>
                      <a:pt x="2575" y="1"/>
                      <a:pt x="2170" y="311"/>
                      <a:pt x="2053" y="756"/>
                    </a:cubicBezTo>
                    <a:lnTo>
                      <a:pt x="172" y="7875"/>
                    </a:lnTo>
                    <a:cubicBezTo>
                      <a:pt x="1" y="8519"/>
                      <a:pt x="486" y="9151"/>
                      <a:pt x="1154" y="9151"/>
                    </a:cubicBezTo>
                    <a:lnTo>
                      <a:pt x="11204" y="9151"/>
                    </a:lnTo>
                    <a:cubicBezTo>
                      <a:pt x="11556" y="9151"/>
                      <a:pt x="11865" y="8913"/>
                      <a:pt x="11955" y="8571"/>
                    </a:cubicBezTo>
                    <a:lnTo>
                      <a:pt x="13964" y="977"/>
                    </a:lnTo>
                    <a:cubicBezTo>
                      <a:pt x="14094" y="484"/>
                      <a:pt x="13722" y="1"/>
                      <a:pt x="132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28"/>
              <p:cNvSpPr/>
              <p:nvPr/>
            </p:nvSpPr>
            <p:spPr>
              <a:xfrm>
                <a:off x="2530850" y="3799675"/>
                <a:ext cx="59150" cy="55875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2235" extrusionOk="0">
                    <a:moveTo>
                      <a:pt x="1376" y="0"/>
                    </a:moveTo>
                    <a:cubicBezTo>
                      <a:pt x="781" y="0"/>
                      <a:pt x="213" y="501"/>
                      <a:pt x="108" y="1119"/>
                    </a:cubicBezTo>
                    <a:cubicBezTo>
                      <a:pt x="1" y="1734"/>
                      <a:pt x="396" y="2235"/>
                      <a:pt x="990" y="2235"/>
                    </a:cubicBezTo>
                    <a:cubicBezTo>
                      <a:pt x="1585" y="2235"/>
                      <a:pt x="2153" y="1734"/>
                      <a:pt x="2260" y="1119"/>
                    </a:cubicBezTo>
                    <a:cubicBezTo>
                      <a:pt x="2366" y="501"/>
                      <a:pt x="1971" y="0"/>
                      <a:pt x="13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28"/>
              <p:cNvSpPr/>
              <p:nvPr/>
            </p:nvSpPr>
            <p:spPr>
              <a:xfrm>
                <a:off x="2383825" y="3714600"/>
                <a:ext cx="54775" cy="19500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7800" extrusionOk="0">
                    <a:moveTo>
                      <a:pt x="2079" y="1"/>
                    </a:moveTo>
                    <a:cubicBezTo>
                      <a:pt x="2043" y="1"/>
                      <a:pt x="2009" y="20"/>
                      <a:pt x="1997" y="65"/>
                    </a:cubicBezTo>
                    <a:cubicBezTo>
                      <a:pt x="1337" y="2605"/>
                      <a:pt x="677" y="5145"/>
                      <a:pt x="17" y="7687"/>
                    </a:cubicBezTo>
                    <a:cubicBezTo>
                      <a:pt x="0" y="7755"/>
                      <a:pt x="56" y="7799"/>
                      <a:pt x="111" y="7799"/>
                    </a:cubicBezTo>
                    <a:cubicBezTo>
                      <a:pt x="147" y="7799"/>
                      <a:pt x="182" y="7780"/>
                      <a:pt x="194" y="7735"/>
                    </a:cubicBezTo>
                    <a:cubicBezTo>
                      <a:pt x="854" y="5193"/>
                      <a:pt x="1514" y="2653"/>
                      <a:pt x="2172" y="113"/>
                    </a:cubicBezTo>
                    <a:cubicBezTo>
                      <a:pt x="2190" y="45"/>
                      <a:pt x="2134" y="1"/>
                      <a:pt x="20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7" name="Google Shape;657;p28"/>
            <p:cNvSpPr/>
            <p:nvPr/>
          </p:nvSpPr>
          <p:spPr>
            <a:xfrm>
              <a:off x="1161484" y="1291968"/>
              <a:ext cx="267655" cy="261999"/>
            </a:xfrm>
            <a:custGeom>
              <a:avLst/>
              <a:gdLst/>
              <a:ahLst/>
              <a:cxnLst/>
              <a:rect l="l" t="t" r="r" b="b"/>
              <a:pathLst>
                <a:path w="8676" h="8492" extrusionOk="0">
                  <a:moveTo>
                    <a:pt x="4336" y="2529"/>
                  </a:moveTo>
                  <a:cubicBezTo>
                    <a:pt x="5314" y="2529"/>
                    <a:pt x="6108" y="3325"/>
                    <a:pt x="6108" y="4302"/>
                  </a:cubicBezTo>
                  <a:cubicBezTo>
                    <a:pt x="6108" y="5280"/>
                    <a:pt x="5314" y="6076"/>
                    <a:pt x="4336" y="6076"/>
                  </a:cubicBezTo>
                  <a:cubicBezTo>
                    <a:pt x="3358" y="6076"/>
                    <a:pt x="2564" y="5280"/>
                    <a:pt x="2564" y="4302"/>
                  </a:cubicBezTo>
                  <a:cubicBezTo>
                    <a:pt x="2564" y="3325"/>
                    <a:pt x="3358" y="2529"/>
                    <a:pt x="4336" y="2529"/>
                  </a:cubicBezTo>
                  <a:close/>
                  <a:moveTo>
                    <a:pt x="3402" y="1"/>
                  </a:moveTo>
                  <a:lnTo>
                    <a:pt x="3402" y="1392"/>
                  </a:lnTo>
                  <a:cubicBezTo>
                    <a:pt x="3105" y="1488"/>
                    <a:pt x="2826" y="1628"/>
                    <a:pt x="2577" y="1804"/>
                  </a:cubicBezTo>
                  <a:lnTo>
                    <a:pt x="1457" y="993"/>
                  </a:lnTo>
                  <a:lnTo>
                    <a:pt x="358" y="2504"/>
                  </a:lnTo>
                  <a:lnTo>
                    <a:pt x="1449" y="3297"/>
                  </a:lnTo>
                  <a:cubicBezTo>
                    <a:pt x="1363" y="3548"/>
                    <a:pt x="1307" y="3813"/>
                    <a:pt x="1288" y="4089"/>
                  </a:cubicBezTo>
                  <a:lnTo>
                    <a:pt x="1" y="4432"/>
                  </a:lnTo>
                  <a:lnTo>
                    <a:pt x="484" y="6239"/>
                  </a:lnTo>
                  <a:lnTo>
                    <a:pt x="1733" y="5903"/>
                  </a:lnTo>
                  <a:cubicBezTo>
                    <a:pt x="1885" y="6149"/>
                    <a:pt x="2069" y="6370"/>
                    <a:pt x="2278" y="6561"/>
                  </a:cubicBezTo>
                  <a:lnTo>
                    <a:pt x="1758" y="7730"/>
                  </a:lnTo>
                  <a:lnTo>
                    <a:pt x="3467" y="8491"/>
                  </a:lnTo>
                  <a:lnTo>
                    <a:pt x="3979" y="7338"/>
                  </a:lnTo>
                  <a:cubicBezTo>
                    <a:pt x="4096" y="7352"/>
                    <a:pt x="4215" y="7359"/>
                    <a:pt x="4336" y="7359"/>
                  </a:cubicBezTo>
                  <a:cubicBezTo>
                    <a:pt x="4513" y="7359"/>
                    <a:pt x="4685" y="7344"/>
                    <a:pt x="4854" y="7315"/>
                  </a:cubicBezTo>
                  <a:lnTo>
                    <a:pt x="5428" y="8439"/>
                  </a:lnTo>
                  <a:lnTo>
                    <a:pt x="7093" y="7590"/>
                  </a:lnTo>
                  <a:lnTo>
                    <a:pt x="6509" y="6448"/>
                  </a:lnTo>
                  <a:cubicBezTo>
                    <a:pt x="6709" y="6247"/>
                    <a:pt x="6882" y="6017"/>
                    <a:pt x="7020" y="5765"/>
                  </a:cubicBezTo>
                  <a:lnTo>
                    <a:pt x="8286" y="6034"/>
                  </a:lnTo>
                  <a:lnTo>
                    <a:pt x="8675" y="4206"/>
                  </a:lnTo>
                  <a:lnTo>
                    <a:pt x="7369" y="3928"/>
                  </a:lnTo>
                  <a:cubicBezTo>
                    <a:pt x="7336" y="3655"/>
                    <a:pt x="7267" y="3394"/>
                    <a:pt x="7165" y="3149"/>
                  </a:cubicBezTo>
                  <a:lnTo>
                    <a:pt x="8217" y="2299"/>
                  </a:lnTo>
                  <a:lnTo>
                    <a:pt x="7041" y="845"/>
                  </a:lnTo>
                  <a:lnTo>
                    <a:pt x="5965" y="1718"/>
                  </a:lnTo>
                  <a:cubicBezTo>
                    <a:pt x="5750" y="1582"/>
                    <a:pt x="5518" y="1472"/>
                    <a:pt x="5270" y="1392"/>
                  </a:cubicBezTo>
                  <a:lnTo>
                    <a:pt x="52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28"/>
          <p:cNvSpPr/>
          <p:nvPr/>
        </p:nvSpPr>
        <p:spPr>
          <a:xfrm>
            <a:off x="3693369" y="191177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947688" y="3637822"/>
            <a:ext cx="175949" cy="17223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28"/>
          <p:cNvSpPr/>
          <p:nvPr/>
        </p:nvSpPr>
        <p:spPr>
          <a:xfrm rot="10800000">
            <a:off x="356223" y="41240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7499773" y="338989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Điểm quá trình</a:t>
            </a:r>
            <a:endParaRPr/>
          </a:p>
        </p:txBody>
      </p:sp>
      <p:sp>
        <p:nvSpPr>
          <p:cNvPr id="667" name="Google Shape;667;p29"/>
          <p:cNvSpPr txBox="1">
            <a:spLocks noGrp="1"/>
          </p:cNvSpPr>
          <p:nvPr>
            <p:ph type="body" idx="1"/>
          </p:nvPr>
        </p:nvSpPr>
        <p:spPr>
          <a:xfrm>
            <a:off x="314960" y="1079452"/>
            <a:ext cx="7575510" cy="35290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Proxima Nova"/>
              <a:buAutoNum type="arabicPeriod"/>
            </a:pPr>
            <a:r>
              <a:rPr lang="en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Điểm danh: có điểm danh đầy đủ lớp/xác suất =&gt; TBDD</a:t>
            </a:r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TBDD &lt; 80% sẽ bị cấm thi</a:t>
            </a:r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TBDD = 100% ứng với 1.0 ĐQT (80% ứng với 0 đ)</a:t>
            </a:r>
            <a:endParaRPr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Proxima Nova"/>
              <a:buAutoNum type="arabicPeriod"/>
            </a:pPr>
            <a:r>
              <a:rPr lang="en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nộp &amp; </a:t>
            </a:r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kiểm tra quá trình </a:t>
            </a:r>
            <a:endParaRPr lang="en"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Sinh viên nộp bài lý thuyết/bài tập/thực hành. </a:t>
            </a:r>
          </a:p>
          <a:p>
            <a:pPr lvl="2">
              <a:spcBef>
                <a:spcPts val="1000"/>
              </a:spcBef>
              <a:buFont typeface="Courier New" panose="02070309020205020404" pitchFamily="49" charset="0"/>
              <a:buChar char="o"/>
            </a:pPr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Mỗi bài đều là bài kiểm tra.</a:t>
            </a:r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nộp có thể chấm ở các mức: có/khối lượng/làm thực/chất lượng...</a:t>
            </a:r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 lời câu hỏi khi được gọi</a:t>
            </a:r>
          </a:p>
          <a:p>
            <a:pPr marL="457200" lvl="0" indent="-311150" algn="l" rtl="0">
              <a:spcBef>
                <a:spcPts val="1000"/>
              </a:spcBef>
              <a:spcAft>
                <a:spcPts val="0"/>
              </a:spcAft>
              <a:buSzPts val="1300"/>
              <a:buFont typeface="Proxima Nova"/>
              <a:buAutoNum type="arabicPeriod"/>
            </a:pPr>
            <a:r>
              <a:rPr lang="en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Xung phong lên bảng</a:t>
            </a:r>
          </a:p>
        </p:txBody>
      </p:sp>
      <p:sp>
        <p:nvSpPr>
          <p:cNvPr id="668" name="Google Shape;668;p29"/>
          <p:cNvSpPr/>
          <p:nvPr/>
        </p:nvSpPr>
        <p:spPr>
          <a:xfrm>
            <a:off x="8073502" y="4033692"/>
            <a:ext cx="255530" cy="250132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9"/>
          <p:cNvSpPr/>
          <p:nvPr/>
        </p:nvSpPr>
        <p:spPr>
          <a:xfrm>
            <a:off x="7043907" y="4452515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250A6B5-EAA5-124A-6C4D-F3103B17CC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723572"/>
              </p:ext>
            </p:extLst>
          </p:nvPr>
        </p:nvGraphicFramePr>
        <p:xfrm>
          <a:off x="4881207" y="73439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93E3-DCC8-0FA7-95E1-225C143F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Lưu ý về ĐQT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12F39-4BBC-B14C-803F-BB3505B2F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Thiếu 2 bài trong số bài nộp hoặc hỏi không trả lời được sẽ bị cấm thi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Tương đương thiếu 2 bài thi giữa kỳ</a:t>
            </a:r>
          </a:p>
          <a:p>
            <a:pPr>
              <a:lnSpc>
                <a:spcPct val="150000"/>
              </a:lnSpc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Bài làm độc lập, không làm nhóm. 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Chép bài điểm bằng 0.</a:t>
            </a:r>
          </a:p>
        </p:txBody>
      </p:sp>
    </p:spTree>
    <p:extLst>
      <p:ext uri="{BB962C8B-B14F-4D97-AF65-F5344CB8AC3E}">
        <p14:creationId xmlns:p14="http://schemas.microsoft.com/office/powerpoint/2010/main" val="107198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4"/>
          <p:cNvSpPr/>
          <p:nvPr/>
        </p:nvSpPr>
        <p:spPr>
          <a:xfrm>
            <a:off x="5711700" y="1104300"/>
            <a:ext cx="1168800" cy="1168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34"/>
          <p:cNvSpPr txBox="1">
            <a:spLocks noGrp="1"/>
          </p:cNvSpPr>
          <p:nvPr>
            <p:ph type="title"/>
          </p:nvPr>
        </p:nvSpPr>
        <p:spPr>
          <a:xfrm>
            <a:off x="4572000" y="2425500"/>
            <a:ext cx="3448200" cy="9125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ambria" panose="02040503050406030204" pitchFamily="18" charset="0"/>
                <a:ea typeface="Cambria" panose="02040503050406030204" pitchFamily="18" charset="0"/>
              </a:rPr>
              <a:t>Điểm cuối kỳ</a:t>
            </a:r>
            <a:endParaRPr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94" name="Google Shape;894;p34"/>
          <p:cNvSpPr txBox="1">
            <a:spLocks noGrp="1"/>
          </p:cNvSpPr>
          <p:nvPr>
            <p:ph type="title" idx="2"/>
          </p:nvPr>
        </p:nvSpPr>
        <p:spPr>
          <a:xfrm>
            <a:off x="4572000" y="1196450"/>
            <a:ext cx="3448200" cy="10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895" name="Google Shape;895;p34"/>
          <p:cNvGrpSpPr/>
          <p:nvPr/>
        </p:nvGrpSpPr>
        <p:grpSpPr>
          <a:xfrm flipH="1">
            <a:off x="715110" y="1428440"/>
            <a:ext cx="3715854" cy="2286606"/>
            <a:chOff x="5467825" y="2094550"/>
            <a:chExt cx="2061500" cy="1268575"/>
          </a:xfrm>
        </p:grpSpPr>
        <p:sp>
          <p:nvSpPr>
            <p:cNvPr id="896" name="Google Shape;896;p34"/>
            <p:cNvSpPr/>
            <p:nvPr/>
          </p:nvSpPr>
          <p:spPr>
            <a:xfrm>
              <a:off x="5467825" y="2094550"/>
              <a:ext cx="2061500" cy="1268575"/>
            </a:xfrm>
            <a:custGeom>
              <a:avLst/>
              <a:gdLst/>
              <a:ahLst/>
              <a:cxnLst/>
              <a:rect l="l" t="t" r="r" b="b"/>
              <a:pathLst>
                <a:path w="82460" h="50743" extrusionOk="0">
                  <a:moveTo>
                    <a:pt x="19385" y="1"/>
                  </a:moveTo>
                  <a:cubicBezTo>
                    <a:pt x="17341" y="1"/>
                    <a:pt x="15618" y="550"/>
                    <a:pt x="14182" y="2015"/>
                  </a:cubicBezTo>
                  <a:cubicBezTo>
                    <a:pt x="9797" y="6487"/>
                    <a:pt x="18316" y="15851"/>
                    <a:pt x="8645" y="24788"/>
                  </a:cubicBezTo>
                  <a:cubicBezTo>
                    <a:pt x="1" y="32773"/>
                    <a:pt x="7034" y="48410"/>
                    <a:pt x="14340" y="50742"/>
                  </a:cubicBezTo>
                  <a:lnTo>
                    <a:pt x="55177" y="50742"/>
                  </a:lnTo>
                  <a:lnTo>
                    <a:pt x="66004" y="50665"/>
                  </a:lnTo>
                  <a:cubicBezTo>
                    <a:pt x="82460" y="34600"/>
                    <a:pt x="79416" y="4079"/>
                    <a:pt x="58355" y="4079"/>
                  </a:cubicBezTo>
                  <a:cubicBezTo>
                    <a:pt x="57195" y="4079"/>
                    <a:pt x="55980" y="4171"/>
                    <a:pt x="54710" y="4364"/>
                  </a:cubicBezTo>
                  <a:cubicBezTo>
                    <a:pt x="52095" y="4762"/>
                    <a:pt x="49614" y="4929"/>
                    <a:pt x="47261" y="4929"/>
                  </a:cubicBezTo>
                  <a:cubicBezTo>
                    <a:pt x="34504" y="4929"/>
                    <a:pt x="25507" y="1"/>
                    <a:pt x="19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7030925" y="2165350"/>
              <a:ext cx="315075" cy="259175"/>
            </a:xfrm>
            <a:custGeom>
              <a:avLst/>
              <a:gdLst/>
              <a:ahLst/>
              <a:cxnLst/>
              <a:rect l="l" t="t" r="r" b="b"/>
              <a:pathLst>
                <a:path w="12603" h="10367" extrusionOk="0">
                  <a:moveTo>
                    <a:pt x="153" y="1"/>
                  </a:moveTo>
                  <a:cubicBezTo>
                    <a:pt x="43" y="1"/>
                    <a:pt x="1" y="172"/>
                    <a:pt x="119" y="191"/>
                  </a:cubicBezTo>
                  <a:cubicBezTo>
                    <a:pt x="5663" y="1104"/>
                    <a:pt x="10437" y="5028"/>
                    <a:pt x="12387" y="10300"/>
                  </a:cubicBezTo>
                  <a:cubicBezTo>
                    <a:pt x="12404" y="10346"/>
                    <a:pt x="12444" y="10366"/>
                    <a:pt x="12483" y="10366"/>
                  </a:cubicBezTo>
                  <a:cubicBezTo>
                    <a:pt x="12544" y="10366"/>
                    <a:pt x="12603" y="10319"/>
                    <a:pt x="12576" y="10248"/>
                  </a:cubicBezTo>
                  <a:cubicBezTo>
                    <a:pt x="10602" y="4914"/>
                    <a:pt x="5786" y="927"/>
                    <a:pt x="171" y="3"/>
                  </a:cubicBezTo>
                  <a:cubicBezTo>
                    <a:pt x="165" y="1"/>
                    <a:pt x="15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5691900" y="2431450"/>
              <a:ext cx="94600" cy="233775"/>
            </a:xfrm>
            <a:custGeom>
              <a:avLst/>
              <a:gdLst/>
              <a:ahLst/>
              <a:cxnLst/>
              <a:rect l="l" t="t" r="r" b="b"/>
              <a:pathLst>
                <a:path w="3784" h="9351" extrusionOk="0">
                  <a:moveTo>
                    <a:pt x="3649" y="0"/>
                  </a:moveTo>
                  <a:cubicBezTo>
                    <a:pt x="3600" y="0"/>
                    <a:pt x="3552" y="32"/>
                    <a:pt x="3553" y="95"/>
                  </a:cubicBezTo>
                  <a:cubicBezTo>
                    <a:pt x="3586" y="3470"/>
                    <a:pt x="2350" y="6695"/>
                    <a:pt x="66" y="9181"/>
                  </a:cubicBezTo>
                  <a:cubicBezTo>
                    <a:pt x="0" y="9252"/>
                    <a:pt x="66" y="9350"/>
                    <a:pt x="139" y="9350"/>
                  </a:cubicBezTo>
                  <a:cubicBezTo>
                    <a:pt x="161" y="9350"/>
                    <a:pt x="183" y="9341"/>
                    <a:pt x="203" y="9320"/>
                  </a:cubicBezTo>
                  <a:cubicBezTo>
                    <a:pt x="2523" y="6796"/>
                    <a:pt x="3783" y="3521"/>
                    <a:pt x="3748" y="95"/>
                  </a:cubicBezTo>
                  <a:cubicBezTo>
                    <a:pt x="3748" y="32"/>
                    <a:pt x="3698" y="0"/>
                    <a:pt x="3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7190675" y="3091725"/>
              <a:ext cx="138250" cy="226575"/>
            </a:xfrm>
            <a:custGeom>
              <a:avLst/>
              <a:gdLst/>
              <a:ahLst/>
              <a:cxnLst/>
              <a:rect l="l" t="t" r="r" b="b"/>
              <a:pathLst>
                <a:path w="5530" h="9063" extrusionOk="0">
                  <a:moveTo>
                    <a:pt x="5411" y="1"/>
                  </a:moveTo>
                  <a:cubicBezTo>
                    <a:pt x="5371" y="1"/>
                    <a:pt x="5332" y="21"/>
                    <a:pt x="5316" y="68"/>
                  </a:cubicBezTo>
                  <a:cubicBezTo>
                    <a:pt x="4186" y="3351"/>
                    <a:pt x="2411" y="6332"/>
                    <a:pt x="66" y="8894"/>
                  </a:cubicBezTo>
                  <a:cubicBezTo>
                    <a:pt x="0" y="8965"/>
                    <a:pt x="65" y="9063"/>
                    <a:pt x="138" y="9063"/>
                  </a:cubicBezTo>
                  <a:cubicBezTo>
                    <a:pt x="160" y="9063"/>
                    <a:pt x="183" y="9053"/>
                    <a:pt x="203" y="9031"/>
                  </a:cubicBezTo>
                  <a:cubicBezTo>
                    <a:pt x="2570" y="6448"/>
                    <a:pt x="4364" y="3434"/>
                    <a:pt x="5504" y="121"/>
                  </a:cubicBezTo>
                  <a:cubicBezTo>
                    <a:pt x="5529" y="48"/>
                    <a:pt x="5470" y="1"/>
                    <a:pt x="5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34"/>
          <p:cNvGrpSpPr/>
          <p:nvPr/>
        </p:nvGrpSpPr>
        <p:grpSpPr>
          <a:xfrm>
            <a:off x="826722" y="2016082"/>
            <a:ext cx="3345818" cy="1698977"/>
            <a:chOff x="279100" y="2899325"/>
            <a:chExt cx="3365900" cy="1709175"/>
          </a:xfrm>
        </p:grpSpPr>
        <p:sp>
          <p:nvSpPr>
            <p:cNvPr id="901" name="Google Shape;901;p34"/>
            <p:cNvSpPr/>
            <p:nvPr/>
          </p:nvSpPr>
          <p:spPr>
            <a:xfrm>
              <a:off x="719250" y="2928625"/>
              <a:ext cx="2456350" cy="1523100"/>
            </a:xfrm>
            <a:custGeom>
              <a:avLst/>
              <a:gdLst/>
              <a:ahLst/>
              <a:cxnLst/>
              <a:rect l="l" t="t" r="r" b="b"/>
              <a:pathLst>
                <a:path w="98254" h="60924" extrusionOk="0">
                  <a:moveTo>
                    <a:pt x="3722" y="0"/>
                  </a:moveTo>
                  <a:cubicBezTo>
                    <a:pt x="1668" y="0"/>
                    <a:pt x="1" y="1667"/>
                    <a:pt x="1" y="3721"/>
                  </a:cubicBezTo>
                  <a:lnTo>
                    <a:pt x="1" y="57202"/>
                  </a:lnTo>
                  <a:cubicBezTo>
                    <a:pt x="1" y="59255"/>
                    <a:pt x="1668" y="60923"/>
                    <a:pt x="3722" y="60923"/>
                  </a:cubicBezTo>
                  <a:lnTo>
                    <a:pt x="94532" y="60923"/>
                  </a:lnTo>
                  <a:cubicBezTo>
                    <a:pt x="96586" y="60923"/>
                    <a:pt x="98253" y="59255"/>
                    <a:pt x="98253" y="57202"/>
                  </a:cubicBezTo>
                  <a:lnTo>
                    <a:pt x="98253" y="3721"/>
                  </a:lnTo>
                  <a:cubicBezTo>
                    <a:pt x="98253" y="1667"/>
                    <a:pt x="96586" y="0"/>
                    <a:pt x="94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2334175" y="2899325"/>
              <a:ext cx="435475" cy="6000"/>
            </a:xfrm>
            <a:custGeom>
              <a:avLst/>
              <a:gdLst/>
              <a:ahLst/>
              <a:cxnLst/>
              <a:rect l="l" t="t" r="r" b="b"/>
              <a:pathLst>
                <a:path w="17419" h="240" extrusionOk="0">
                  <a:moveTo>
                    <a:pt x="120" y="0"/>
                  </a:moveTo>
                  <a:cubicBezTo>
                    <a:pt x="52" y="0"/>
                    <a:pt x="1" y="54"/>
                    <a:pt x="1" y="119"/>
                  </a:cubicBezTo>
                  <a:cubicBezTo>
                    <a:pt x="1" y="186"/>
                    <a:pt x="52" y="240"/>
                    <a:pt x="120" y="240"/>
                  </a:cubicBezTo>
                  <a:lnTo>
                    <a:pt x="17299" y="240"/>
                  </a:lnTo>
                  <a:cubicBezTo>
                    <a:pt x="17365" y="240"/>
                    <a:pt x="17418" y="186"/>
                    <a:pt x="17418" y="119"/>
                  </a:cubicBezTo>
                  <a:cubicBezTo>
                    <a:pt x="17418" y="54"/>
                    <a:pt x="17365" y="0"/>
                    <a:pt x="17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828350" y="3031475"/>
              <a:ext cx="2238150" cy="1234025"/>
            </a:xfrm>
            <a:custGeom>
              <a:avLst/>
              <a:gdLst/>
              <a:ahLst/>
              <a:cxnLst/>
              <a:rect l="l" t="t" r="r" b="b"/>
              <a:pathLst>
                <a:path w="89526" h="49361" extrusionOk="0">
                  <a:moveTo>
                    <a:pt x="2537" y="1"/>
                  </a:moveTo>
                  <a:cubicBezTo>
                    <a:pt x="2069" y="1"/>
                    <a:pt x="1629" y="118"/>
                    <a:pt x="1253" y="327"/>
                  </a:cubicBezTo>
                  <a:cubicBezTo>
                    <a:pt x="505" y="739"/>
                    <a:pt x="1" y="1503"/>
                    <a:pt x="1" y="2377"/>
                  </a:cubicBezTo>
                  <a:lnTo>
                    <a:pt x="1" y="46982"/>
                  </a:lnTo>
                  <a:cubicBezTo>
                    <a:pt x="1" y="48296"/>
                    <a:pt x="1136" y="49361"/>
                    <a:pt x="2537" y="49361"/>
                  </a:cubicBezTo>
                  <a:lnTo>
                    <a:pt x="86988" y="49361"/>
                  </a:lnTo>
                  <a:cubicBezTo>
                    <a:pt x="87736" y="49361"/>
                    <a:pt x="88411" y="49056"/>
                    <a:pt x="88875" y="48571"/>
                  </a:cubicBezTo>
                  <a:cubicBezTo>
                    <a:pt x="89280" y="48150"/>
                    <a:pt x="89525" y="47592"/>
                    <a:pt x="89525" y="46982"/>
                  </a:cubicBezTo>
                  <a:lnTo>
                    <a:pt x="89525" y="2377"/>
                  </a:lnTo>
                  <a:cubicBezTo>
                    <a:pt x="89525" y="1065"/>
                    <a:pt x="88388" y="1"/>
                    <a:pt x="869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534425" y="4398700"/>
              <a:ext cx="2828500" cy="201300"/>
            </a:xfrm>
            <a:custGeom>
              <a:avLst/>
              <a:gdLst/>
              <a:ahLst/>
              <a:cxnLst/>
              <a:rect l="l" t="t" r="r" b="b"/>
              <a:pathLst>
                <a:path w="113140" h="8052" extrusionOk="0">
                  <a:moveTo>
                    <a:pt x="4722" y="1"/>
                  </a:moveTo>
                  <a:lnTo>
                    <a:pt x="1039" y="4762"/>
                  </a:lnTo>
                  <a:cubicBezTo>
                    <a:pt x="1" y="6105"/>
                    <a:pt x="956" y="8052"/>
                    <a:pt x="2652" y="8052"/>
                  </a:cubicBezTo>
                  <a:lnTo>
                    <a:pt x="110488" y="8052"/>
                  </a:lnTo>
                  <a:cubicBezTo>
                    <a:pt x="112184" y="8052"/>
                    <a:pt x="113139" y="6105"/>
                    <a:pt x="112101" y="4764"/>
                  </a:cubicBezTo>
                  <a:lnTo>
                    <a:pt x="1084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2745600" y="4471500"/>
              <a:ext cx="55750" cy="55750"/>
            </a:xfrm>
            <a:custGeom>
              <a:avLst/>
              <a:gdLst/>
              <a:ahLst/>
              <a:cxnLst/>
              <a:rect l="l" t="t" r="r" b="b"/>
              <a:pathLst>
                <a:path w="2230" h="2230" extrusionOk="0">
                  <a:moveTo>
                    <a:pt x="1115" y="1"/>
                  </a:moveTo>
                  <a:cubicBezTo>
                    <a:pt x="499" y="1"/>
                    <a:pt x="0" y="499"/>
                    <a:pt x="0" y="1115"/>
                  </a:cubicBezTo>
                  <a:cubicBezTo>
                    <a:pt x="0" y="1731"/>
                    <a:pt x="499" y="2230"/>
                    <a:pt x="1115" y="2230"/>
                  </a:cubicBezTo>
                  <a:cubicBezTo>
                    <a:pt x="1731" y="2230"/>
                    <a:pt x="2229" y="1731"/>
                    <a:pt x="2229" y="1115"/>
                  </a:cubicBezTo>
                  <a:cubicBezTo>
                    <a:pt x="2229" y="499"/>
                    <a:pt x="1731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2844000" y="4471500"/>
              <a:ext cx="55750" cy="55750"/>
            </a:xfrm>
            <a:custGeom>
              <a:avLst/>
              <a:gdLst/>
              <a:ahLst/>
              <a:cxnLst/>
              <a:rect l="l" t="t" r="r" b="b"/>
              <a:pathLst>
                <a:path w="2230" h="2230" extrusionOk="0">
                  <a:moveTo>
                    <a:pt x="1115" y="1"/>
                  </a:moveTo>
                  <a:cubicBezTo>
                    <a:pt x="501" y="1"/>
                    <a:pt x="1" y="499"/>
                    <a:pt x="1" y="1115"/>
                  </a:cubicBezTo>
                  <a:cubicBezTo>
                    <a:pt x="1" y="1731"/>
                    <a:pt x="501" y="2230"/>
                    <a:pt x="1115" y="2230"/>
                  </a:cubicBezTo>
                  <a:cubicBezTo>
                    <a:pt x="1731" y="2230"/>
                    <a:pt x="2230" y="1731"/>
                    <a:pt x="2230" y="1115"/>
                  </a:cubicBezTo>
                  <a:cubicBezTo>
                    <a:pt x="2230" y="499"/>
                    <a:pt x="1731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2647150" y="4471500"/>
              <a:ext cx="55750" cy="55750"/>
            </a:xfrm>
            <a:custGeom>
              <a:avLst/>
              <a:gdLst/>
              <a:ahLst/>
              <a:cxnLst/>
              <a:rect l="l" t="t" r="r" b="b"/>
              <a:pathLst>
                <a:path w="2230" h="2230" extrusionOk="0">
                  <a:moveTo>
                    <a:pt x="1115" y="1"/>
                  </a:moveTo>
                  <a:cubicBezTo>
                    <a:pt x="501" y="1"/>
                    <a:pt x="0" y="499"/>
                    <a:pt x="0" y="1115"/>
                  </a:cubicBezTo>
                  <a:cubicBezTo>
                    <a:pt x="0" y="1731"/>
                    <a:pt x="501" y="2230"/>
                    <a:pt x="1115" y="2230"/>
                  </a:cubicBezTo>
                  <a:cubicBezTo>
                    <a:pt x="1730" y="2230"/>
                    <a:pt x="2229" y="1731"/>
                    <a:pt x="2229" y="1115"/>
                  </a:cubicBezTo>
                  <a:cubicBezTo>
                    <a:pt x="2229" y="499"/>
                    <a:pt x="1730" y="1"/>
                    <a:pt x="11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1633350" y="4398700"/>
              <a:ext cx="640825" cy="29625"/>
            </a:xfrm>
            <a:custGeom>
              <a:avLst/>
              <a:gdLst/>
              <a:ahLst/>
              <a:cxnLst/>
              <a:rect l="l" t="t" r="r" b="b"/>
              <a:pathLst>
                <a:path w="25633" h="1185" extrusionOk="0">
                  <a:moveTo>
                    <a:pt x="0" y="1"/>
                  </a:moveTo>
                  <a:lnTo>
                    <a:pt x="0" y="79"/>
                  </a:lnTo>
                  <a:cubicBezTo>
                    <a:pt x="0" y="689"/>
                    <a:pt x="409" y="1184"/>
                    <a:pt x="913" y="1184"/>
                  </a:cubicBezTo>
                  <a:lnTo>
                    <a:pt x="24719" y="1184"/>
                  </a:lnTo>
                  <a:cubicBezTo>
                    <a:pt x="25223" y="1184"/>
                    <a:pt x="25632" y="689"/>
                    <a:pt x="25632" y="79"/>
                  </a:cubicBezTo>
                  <a:lnTo>
                    <a:pt x="256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828350" y="3031475"/>
              <a:ext cx="2238150" cy="133675"/>
            </a:xfrm>
            <a:custGeom>
              <a:avLst/>
              <a:gdLst/>
              <a:ahLst/>
              <a:cxnLst/>
              <a:rect l="l" t="t" r="r" b="b"/>
              <a:pathLst>
                <a:path w="89526" h="5347" extrusionOk="0">
                  <a:moveTo>
                    <a:pt x="2537" y="1"/>
                  </a:moveTo>
                  <a:cubicBezTo>
                    <a:pt x="1675" y="1"/>
                    <a:pt x="916" y="428"/>
                    <a:pt x="459" y="1086"/>
                  </a:cubicBezTo>
                  <a:cubicBezTo>
                    <a:pt x="169" y="1497"/>
                    <a:pt x="1" y="1998"/>
                    <a:pt x="1" y="2537"/>
                  </a:cubicBezTo>
                  <a:lnTo>
                    <a:pt x="1" y="5347"/>
                  </a:lnTo>
                  <a:lnTo>
                    <a:pt x="89525" y="5347"/>
                  </a:lnTo>
                  <a:lnTo>
                    <a:pt x="89525" y="2537"/>
                  </a:lnTo>
                  <a:cubicBezTo>
                    <a:pt x="89525" y="1998"/>
                    <a:pt x="89357" y="1497"/>
                    <a:pt x="89067" y="1086"/>
                  </a:cubicBezTo>
                  <a:cubicBezTo>
                    <a:pt x="88610" y="428"/>
                    <a:pt x="87849" y="1"/>
                    <a:pt x="86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2803100" y="3070900"/>
              <a:ext cx="46675" cy="46675"/>
            </a:xfrm>
            <a:custGeom>
              <a:avLst/>
              <a:gdLst/>
              <a:ahLst/>
              <a:cxnLst/>
              <a:rect l="l" t="t" r="r" b="b"/>
              <a:pathLst>
                <a:path w="1867" h="1867" extrusionOk="0">
                  <a:moveTo>
                    <a:pt x="935" y="0"/>
                  </a:moveTo>
                  <a:cubicBezTo>
                    <a:pt x="419" y="0"/>
                    <a:pt x="0" y="419"/>
                    <a:pt x="0" y="933"/>
                  </a:cubicBezTo>
                  <a:cubicBezTo>
                    <a:pt x="0" y="1449"/>
                    <a:pt x="419" y="1867"/>
                    <a:pt x="935" y="1867"/>
                  </a:cubicBezTo>
                  <a:cubicBezTo>
                    <a:pt x="1451" y="1867"/>
                    <a:pt x="1867" y="1449"/>
                    <a:pt x="1867" y="933"/>
                  </a:cubicBezTo>
                  <a:cubicBezTo>
                    <a:pt x="1867" y="419"/>
                    <a:pt x="1451" y="0"/>
                    <a:pt x="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2727425" y="3070900"/>
              <a:ext cx="46725" cy="46675"/>
            </a:xfrm>
            <a:custGeom>
              <a:avLst/>
              <a:gdLst/>
              <a:ahLst/>
              <a:cxnLst/>
              <a:rect l="l" t="t" r="r" b="b"/>
              <a:pathLst>
                <a:path w="1869" h="1867" extrusionOk="0">
                  <a:moveTo>
                    <a:pt x="935" y="0"/>
                  </a:moveTo>
                  <a:cubicBezTo>
                    <a:pt x="419" y="0"/>
                    <a:pt x="0" y="419"/>
                    <a:pt x="0" y="933"/>
                  </a:cubicBezTo>
                  <a:cubicBezTo>
                    <a:pt x="0" y="1449"/>
                    <a:pt x="419" y="1867"/>
                    <a:pt x="935" y="1867"/>
                  </a:cubicBezTo>
                  <a:cubicBezTo>
                    <a:pt x="1451" y="1867"/>
                    <a:pt x="1869" y="1449"/>
                    <a:pt x="1869" y="933"/>
                  </a:cubicBezTo>
                  <a:cubicBezTo>
                    <a:pt x="1869" y="419"/>
                    <a:pt x="1451" y="0"/>
                    <a:pt x="9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2655450" y="3070900"/>
              <a:ext cx="46675" cy="46675"/>
            </a:xfrm>
            <a:custGeom>
              <a:avLst/>
              <a:gdLst/>
              <a:ahLst/>
              <a:cxnLst/>
              <a:rect l="l" t="t" r="r" b="b"/>
              <a:pathLst>
                <a:path w="1867" h="1867" extrusionOk="0">
                  <a:moveTo>
                    <a:pt x="932" y="0"/>
                  </a:moveTo>
                  <a:cubicBezTo>
                    <a:pt x="418" y="0"/>
                    <a:pt x="0" y="419"/>
                    <a:pt x="0" y="933"/>
                  </a:cubicBezTo>
                  <a:cubicBezTo>
                    <a:pt x="0" y="1449"/>
                    <a:pt x="418" y="1867"/>
                    <a:pt x="932" y="1867"/>
                  </a:cubicBezTo>
                  <a:cubicBezTo>
                    <a:pt x="1448" y="1867"/>
                    <a:pt x="1866" y="1449"/>
                    <a:pt x="1866" y="933"/>
                  </a:cubicBezTo>
                  <a:cubicBezTo>
                    <a:pt x="1866" y="419"/>
                    <a:pt x="1448" y="0"/>
                    <a:pt x="9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4"/>
            <p:cNvSpPr/>
            <p:nvPr/>
          </p:nvSpPr>
          <p:spPr>
            <a:xfrm>
              <a:off x="828350" y="3195050"/>
              <a:ext cx="2238150" cy="9000"/>
            </a:xfrm>
            <a:custGeom>
              <a:avLst/>
              <a:gdLst/>
              <a:ahLst/>
              <a:cxnLst/>
              <a:rect l="l" t="t" r="r" b="b"/>
              <a:pathLst>
                <a:path w="89526" h="360" extrusionOk="0">
                  <a:moveTo>
                    <a:pt x="1" y="1"/>
                  </a:moveTo>
                  <a:lnTo>
                    <a:pt x="1" y="360"/>
                  </a:lnTo>
                  <a:lnTo>
                    <a:pt x="89525" y="360"/>
                  </a:lnTo>
                  <a:lnTo>
                    <a:pt x="895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724825" y="4395250"/>
              <a:ext cx="2445350" cy="6975"/>
            </a:xfrm>
            <a:custGeom>
              <a:avLst/>
              <a:gdLst/>
              <a:ahLst/>
              <a:cxnLst/>
              <a:rect l="l" t="t" r="r" b="b"/>
              <a:pathLst>
                <a:path w="97814" h="279" extrusionOk="0">
                  <a:moveTo>
                    <a:pt x="140" y="1"/>
                  </a:moveTo>
                  <a:cubicBezTo>
                    <a:pt x="63" y="1"/>
                    <a:pt x="0" y="64"/>
                    <a:pt x="0" y="139"/>
                  </a:cubicBezTo>
                  <a:cubicBezTo>
                    <a:pt x="0" y="216"/>
                    <a:pt x="63" y="279"/>
                    <a:pt x="140" y="279"/>
                  </a:cubicBezTo>
                  <a:lnTo>
                    <a:pt x="97675" y="279"/>
                  </a:lnTo>
                  <a:cubicBezTo>
                    <a:pt x="97750" y="279"/>
                    <a:pt x="97814" y="216"/>
                    <a:pt x="97814" y="139"/>
                  </a:cubicBezTo>
                  <a:cubicBezTo>
                    <a:pt x="97814" y="64"/>
                    <a:pt x="97750" y="1"/>
                    <a:pt x="976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279100" y="4599750"/>
              <a:ext cx="3314575" cy="8750"/>
            </a:xfrm>
            <a:custGeom>
              <a:avLst/>
              <a:gdLst/>
              <a:ahLst/>
              <a:cxnLst/>
              <a:rect l="l" t="t" r="r" b="b"/>
              <a:pathLst>
                <a:path w="132583" h="350" extrusionOk="0">
                  <a:moveTo>
                    <a:pt x="18" y="0"/>
                  </a:moveTo>
                  <a:cubicBezTo>
                    <a:pt x="9" y="0"/>
                    <a:pt x="1" y="8"/>
                    <a:pt x="1" y="17"/>
                  </a:cubicBezTo>
                  <a:lnTo>
                    <a:pt x="1" y="332"/>
                  </a:lnTo>
                  <a:cubicBezTo>
                    <a:pt x="1" y="342"/>
                    <a:pt x="9" y="349"/>
                    <a:pt x="18" y="349"/>
                  </a:cubicBezTo>
                  <a:lnTo>
                    <a:pt x="132565" y="349"/>
                  </a:lnTo>
                  <a:cubicBezTo>
                    <a:pt x="132575" y="349"/>
                    <a:pt x="132583" y="342"/>
                    <a:pt x="132583" y="332"/>
                  </a:cubicBezTo>
                  <a:lnTo>
                    <a:pt x="132583" y="17"/>
                  </a:lnTo>
                  <a:cubicBezTo>
                    <a:pt x="132583" y="8"/>
                    <a:pt x="132575" y="0"/>
                    <a:pt x="132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3332975" y="4419175"/>
              <a:ext cx="115400" cy="105350"/>
            </a:xfrm>
            <a:custGeom>
              <a:avLst/>
              <a:gdLst/>
              <a:ahLst/>
              <a:cxnLst/>
              <a:rect l="l" t="t" r="r" b="b"/>
              <a:pathLst>
                <a:path w="4616" h="4214" extrusionOk="0">
                  <a:moveTo>
                    <a:pt x="2302" y="0"/>
                  </a:moveTo>
                  <a:cubicBezTo>
                    <a:pt x="2081" y="0"/>
                    <a:pt x="1880" y="76"/>
                    <a:pt x="1719" y="212"/>
                  </a:cubicBezTo>
                  <a:cubicBezTo>
                    <a:pt x="0" y="1658"/>
                    <a:pt x="4615" y="4213"/>
                    <a:pt x="4615" y="4213"/>
                  </a:cubicBezTo>
                  <a:cubicBezTo>
                    <a:pt x="4284" y="1102"/>
                    <a:pt x="3146" y="0"/>
                    <a:pt x="23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3457600" y="4448425"/>
              <a:ext cx="126675" cy="60625"/>
            </a:xfrm>
            <a:custGeom>
              <a:avLst/>
              <a:gdLst/>
              <a:ahLst/>
              <a:cxnLst/>
              <a:rect l="l" t="t" r="r" b="b"/>
              <a:pathLst>
                <a:path w="5067" h="2425" extrusionOk="0">
                  <a:moveTo>
                    <a:pt x="3580" y="0"/>
                  </a:moveTo>
                  <a:cubicBezTo>
                    <a:pt x="2752" y="0"/>
                    <a:pt x="1504" y="606"/>
                    <a:pt x="1" y="2378"/>
                  </a:cubicBezTo>
                  <a:cubicBezTo>
                    <a:pt x="1" y="2378"/>
                    <a:pt x="504" y="2424"/>
                    <a:pt x="1182" y="2424"/>
                  </a:cubicBezTo>
                  <a:cubicBezTo>
                    <a:pt x="2693" y="2424"/>
                    <a:pt x="5067" y="2193"/>
                    <a:pt x="4649" y="699"/>
                  </a:cubicBezTo>
                  <a:cubicBezTo>
                    <a:pt x="4535" y="298"/>
                    <a:pt x="4161" y="0"/>
                    <a:pt x="35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3373975" y="4330775"/>
              <a:ext cx="115400" cy="105375"/>
            </a:xfrm>
            <a:custGeom>
              <a:avLst/>
              <a:gdLst/>
              <a:ahLst/>
              <a:cxnLst/>
              <a:rect l="l" t="t" r="r" b="b"/>
              <a:pathLst>
                <a:path w="4616" h="4215" extrusionOk="0">
                  <a:moveTo>
                    <a:pt x="2303" y="1"/>
                  </a:moveTo>
                  <a:cubicBezTo>
                    <a:pt x="2081" y="1"/>
                    <a:pt x="1880" y="77"/>
                    <a:pt x="1719" y="213"/>
                  </a:cubicBezTo>
                  <a:cubicBezTo>
                    <a:pt x="0" y="1659"/>
                    <a:pt x="4615" y="4214"/>
                    <a:pt x="4615" y="4214"/>
                  </a:cubicBezTo>
                  <a:cubicBezTo>
                    <a:pt x="4286" y="1104"/>
                    <a:pt x="3147" y="1"/>
                    <a:pt x="23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3397950" y="4240325"/>
              <a:ext cx="115400" cy="105375"/>
            </a:xfrm>
            <a:custGeom>
              <a:avLst/>
              <a:gdLst/>
              <a:ahLst/>
              <a:cxnLst/>
              <a:rect l="l" t="t" r="r" b="b"/>
              <a:pathLst>
                <a:path w="4616" h="4215" extrusionOk="0">
                  <a:moveTo>
                    <a:pt x="2303" y="1"/>
                  </a:moveTo>
                  <a:cubicBezTo>
                    <a:pt x="2081" y="1"/>
                    <a:pt x="1880" y="77"/>
                    <a:pt x="1719" y="213"/>
                  </a:cubicBezTo>
                  <a:cubicBezTo>
                    <a:pt x="0" y="1659"/>
                    <a:pt x="4616" y="4214"/>
                    <a:pt x="4616" y="4214"/>
                  </a:cubicBezTo>
                  <a:cubicBezTo>
                    <a:pt x="4284" y="1103"/>
                    <a:pt x="3146" y="1"/>
                    <a:pt x="23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3495350" y="4358550"/>
              <a:ext cx="126675" cy="60625"/>
            </a:xfrm>
            <a:custGeom>
              <a:avLst/>
              <a:gdLst/>
              <a:ahLst/>
              <a:cxnLst/>
              <a:rect l="l" t="t" r="r" b="b"/>
              <a:pathLst>
                <a:path w="5067" h="2425" extrusionOk="0">
                  <a:moveTo>
                    <a:pt x="3580" y="1"/>
                  </a:moveTo>
                  <a:cubicBezTo>
                    <a:pt x="2751" y="1"/>
                    <a:pt x="1504" y="606"/>
                    <a:pt x="0" y="2378"/>
                  </a:cubicBezTo>
                  <a:cubicBezTo>
                    <a:pt x="0" y="2378"/>
                    <a:pt x="504" y="2424"/>
                    <a:pt x="1182" y="2424"/>
                  </a:cubicBezTo>
                  <a:cubicBezTo>
                    <a:pt x="2692" y="2424"/>
                    <a:pt x="5067" y="2193"/>
                    <a:pt x="4648" y="699"/>
                  </a:cubicBezTo>
                  <a:cubicBezTo>
                    <a:pt x="4535" y="298"/>
                    <a:pt x="4160" y="1"/>
                    <a:pt x="3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3516300" y="4229275"/>
              <a:ext cx="128700" cy="86100"/>
            </a:xfrm>
            <a:custGeom>
              <a:avLst/>
              <a:gdLst/>
              <a:ahLst/>
              <a:cxnLst/>
              <a:rect l="l" t="t" r="r" b="b"/>
              <a:pathLst>
                <a:path w="5148" h="3444" extrusionOk="0">
                  <a:moveTo>
                    <a:pt x="3102" y="0"/>
                  </a:moveTo>
                  <a:cubicBezTo>
                    <a:pt x="2274" y="0"/>
                    <a:pt x="1052" y="874"/>
                    <a:pt x="1" y="3444"/>
                  </a:cubicBezTo>
                  <a:cubicBezTo>
                    <a:pt x="1" y="3444"/>
                    <a:pt x="5147" y="2276"/>
                    <a:pt x="3900" y="407"/>
                  </a:cubicBezTo>
                  <a:cubicBezTo>
                    <a:pt x="3733" y="157"/>
                    <a:pt x="3453" y="0"/>
                    <a:pt x="31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3384200" y="4180875"/>
              <a:ext cx="142625" cy="427250"/>
            </a:xfrm>
            <a:custGeom>
              <a:avLst/>
              <a:gdLst/>
              <a:ahLst/>
              <a:cxnLst/>
              <a:rect l="l" t="t" r="r" b="b"/>
              <a:pathLst>
                <a:path w="5705" h="17090" extrusionOk="0">
                  <a:moveTo>
                    <a:pt x="5106" y="1"/>
                  </a:moveTo>
                  <a:cubicBezTo>
                    <a:pt x="5009" y="1"/>
                    <a:pt x="4902" y="83"/>
                    <a:pt x="4924" y="208"/>
                  </a:cubicBezTo>
                  <a:cubicBezTo>
                    <a:pt x="5705" y="4795"/>
                    <a:pt x="4774" y="9621"/>
                    <a:pt x="2428" y="13628"/>
                  </a:cubicBezTo>
                  <a:cubicBezTo>
                    <a:pt x="1765" y="14762"/>
                    <a:pt x="988" y="15825"/>
                    <a:pt x="109" y="16801"/>
                  </a:cubicBezTo>
                  <a:cubicBezTo>
                    <a:pt x="1" y="16923"/>
                    <a:pt x="112" y="17089"/>
                    <a:pt x="234" y="17089"/>
                  </a:cubicBezTo>
                  <a:cubicBezTo>
                    <a:pt x="272" y="17089"/>
                    <a:pt x="311" y="17073"/>
                    <a:pt x="345" y="17035"/>
                  </a:cubicBezTo>
                  <a:cubicBezTo>
                    <a:pt x="3518" y="13511"/>
                    <a:pt x="5352" y="8861"/>
                    <a:pt x="5517" y="4127"/>
                  </a:cubicBezTo>
                  <a:cubicBezTo>
                    <a:pt x="5563" y="2786"/>
                    <a:pt x="5469" y="1444"/>
                    <a:pt x="5244" y="120"/>
                  </a:cubicBezTo>
                  <a:cubicBezTo>
                    <a:pt x="5230" y="37"/>
                    <a:pt x="5170" y="1"/>
                    <a:pt x="51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2335375" y="3628200"/>
              <a:ext cx="124950" cy="535300"/>
            </a:xfrm>
            <a:custGeom>
              <a:avLst/>
              <a:gdLst/>
              <a:ahLst/>
              <a:cxnLst/>
              <a:rect l="l" t="t" r="r" b="b"/>
              <a:pathLst>
                <a:path w="4998" h="21412" extrusionOk="0">
                  <a:moveTo>
                    <a:pt x="1" y="0"/>
                  </a:moveTo>
                  <a:lnTo>
                    <a:pt x="1" y="21412"/>
                  </a:lnTo>
                  <a:lnTo>
                    <a:pt x="4998" y="21412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2335375" y="3957800"/>
              <a:ext cx="124950" cy="205700"/>
            </a:xfrm>
            <a:custGeom>
              <a:avLst/>
              <a:gdLst/>
              <a:ahLst/>
              <a:cxnLst/>
              <a:rect l="l" t="t" r="r" b="b"/>
              <a:pathLst>
                <a:path w="4998" h="8228" extrusionOk="0">
                  <a:moveTo>
                    <a:pt x="4998" y="0"/>
                  </a:moveTo>
                  <a:cubicBezTo>
                    <a:pt x="3430" y="1054"/>
                    <a:pt x="1771" y="2034"/>
                    <a:pt x="1" y="2580"/>
                  </a:cubicBezTo>
                  <a:lnTo>
                    <a:pt x="1" y="8228"/>
                  </a:lnTo>
                  <a:lnTo>
                    <a:pt x="4998" y="8228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2131175" y="3776950"/>
              <a:ext cx="124950" cy="386550"/>
            </a:xfrm>
            <a:custGeom>
              <a:avLst/>
              <a:gdLst/>
              <a:ahLst/>
              <a:cxnLst/>
              <a:rect l="l" t="t" r="r" b="b"/>
              <a:pathLst>
                <a:path w="4998" h="15462" extrusionOk="0">
                  <a:moveTo>
                    <a:pt x="1" y="1"/>
                  </a:moveTo>
                  <a:lnTo>
                    <a:pt x="1" y="15462"/>
                  </a:lnTo>
                  <a:lnTo>
                    <a:pt x="4998" y="15462"/>
                  </a:lnTo>
                  <a:lnTo>
                    <a:pt x="49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4"/>
            <p:cNvSpPr/>
            <p:nvPr/>
          </p:nvSpPr>
          <p:spPr>
            <a:xfrm>
              <a:off x="2131175" y="4027450"/>
              <a:ext cx="124950" cy="136050"/>
            </a:xfrm>
            <a:custGeom>
              <a:avLst/>
              <a:gdLst/>
              <a:ahLst/>
              <a:cxnLst/>
              <a:rect l="l" t="t" r="r" b="b"/>
              <a:pathLst>
                <a:path w="4998" h="5442" extrusionOk="0">
                  <a:moveTo>
                    <a:pt x="2106" y="1"/>
                  </a:moveTo>
                  <a:cubicBezTo>
                    <a:pt x="1225" y="1"/>
                    <a:pt x="538" y="114"/>
                    <a:pt x="1" y="291"/>
                  </a:cubicBezTo>
                  <a:lnTo>
                    <a:pt x="1" y="5442"/>
                  </a:lnTo>
                  <a:lnTo>
                    <a:pt x="4998" y="5442"/>
                  </a:lnTo>
                  <a:lnTo>
                    <a:pt x="4998" y="241"/>
                  </a:lnTo>
                  <a:cubicBezTo>
                    <a:pt x="4693" y="230"/>
                    <a:pt x="4384" y="203"/>
                    <a:pt x="4073" y="157"/>
                  </a:cubicBezTo>
                  <a:cubicBezTo>
                    <a:pt x="3328" y="48"/>
                    <a:pt x="2677" y="1"/>
                    <a:pt x="2106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4"/>
            <p:cNvSpPr/>
            <p:nvPr/>
          </p:nvSpPr>
          <p:spPr>
            <a:xfrm>
              <a:off x="2539575" y="3468275"/>
              <a:ext cx="124950" cy="695225"/>
            </a:xfrm>
            <a:custGeom>
              <a:avLst/>
              <a:gdLst/>
              <a:ahLst/>
              <a:cxnLst/>
              <a:rect l="l" t="t" r="r" b="b"/>
              <a:pathLst>
                <a:path w="4998" h="27809" extrusionOk="0">
                  <a:moveTo>
                    <a:pt x="1" y="0"/>
                  </a:moveTo>
                  <a:lnTo>
                    <a:pt x="1" y="27809"/>
                  </a:lnTo>
                  <a:lnTo>
                    <a:pt x="4998" y="27809"/>
                  </a:lnTo>
                  <a:lnTo>
                    <a:pt x="49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2539575" y="3849275"/>
              <a:ext cx="124950" cy="314225"/>
            </a:xfrm>
            <a:custGeom>
              <a:avLst/>
              <a:gdLst/>
              <a:ahLst/>
              <a:cxnLst/>
              <a:rect l="l" t="t" r="r" b="b"/>
              <a:pathLst>
                <a:path w="4998" h="12569" extrusionOk="0">
                  <a:moveTo>
                    <a:pt x="4983" y="0"/>
                  </a:moveTo>
                  <a:cubicBezTo>
                    <a:pt x="3420" y="0"/>
                    <a:pt x="1769" y="933"/>
                    <a:pt x="1" y="2135"/>
                  </a:cubicBezTo>
                  <a:lnTo>
                    <a:pt x="1" y="12569"/>
                  </a:lnTo>
                  <a:lnTo>
                    <a:pt x="4998" y="12569"/>
                  </a:lnTo>
                  <a:lnTo>
                    <a:pt x="4998" y="0"/>
                  </a:lnTo>
                  <a:cubicBezTo>
                    <a:pt x="4993" y="0"/>
                    <a:pt x="4988" y="0"/>
                    <a:pt x="4983" y="0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2374475" y="3332750"/>
              <a:ext cx="191875" cy="198800"/>
            </a:xfrm>
            <a:custGeom>
              <a:avLst/>
              <a:gdLst/>
              <a:ahLst/>
              <a:cxnLst/>
              <a:rect l="l" t="t" r="r" b="b"/>
              <a:pathLst>
                <a:path w="7675" h="7952" extrusionOk="0">
                  <a:moveTo>
                    <a:pt x="7531" y="0"/>
                  </a:moveTo>
                  <a:lnTo>
                    <a:pt x="0" y="7635"/>
                  </a:lnTo>
                  <a:cubicBezTo>
                    <a:pt x="6" y="7740"/>
                    <a:pt x="12" y="7846"/>
                    <a:pt x="19" y="7951"/>
                  </a:cubicBezTo>
                  <a:cubicBezTo>
                    <a:pt x="38" y="7945"/>
                    <a:pt x="56" y="7934"/>
                    <a:pt x="71" y="7919"/>
                  </a:cubicBezTo>
                  <a:lnTo>
                    <a:pt x="7675" y="209"/>
                  </a:lnTo>
                  <a:cubicBezTo>
                    <a:pt x="7627" y="140"/>
                    <a:pt x="7577" y="69"/>
                    <a:pt x="7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2520050" y="3300125"/>
              <a:ext cx="74275" cy="72725"/>
            </a:xfrm>
            <a:custGeom>
              <a:avLst/>
              <a:gdLst/>
              <a:ahLst/>
              <a:cxnLst/>
              <a:rect l="l" t="t" r="r" b="b"/>
              <a:pathLst>
                <a:path w="2971" h="2909" extrusionOk="0">
                  <a:moveTo>
                    <a:pt x="2970" y="1"/>
                  </a:moveTo>
                  <a:lnTo>
                    <a:pt x="1" y="613"/>
                  </a:lnTo>
                  <a:lnTo>
                    <a:pt x="2483" y="2909"/>
                  </a:lnTo>
                  <a:lnTo>
                    <a:pt x="29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2147725" y="3472825"/>
              <a:ext cx="131100" cy="135825"/>
            </a:xfrm>
            <a:custGeom>
              <a:avLst/>
              <a:gdLst/>
              <a:ahLst/>
              <a:cxnLst/>
              <a:rect l="l" t="t" r="r" b="b"/>
              <a:pathLst>
                <a:path w="5244" h="5433" extrusionOk="0">
                  <a:moveTo>
                    <a:pt x="5030" y="0"/>
                  </a:moveTo>
                  <a:lnTo>
                    <a:pt x="47" y="5222"/>
                  </a:lnTo>
                  <a:cubicBezTo>
                    <a:pt x="1" y="5272"/>
                    <a:pt x="1" y="5350"/>
                    <a:pt x="52" y="5398"/>
                  </a:cubicBezTo>
                  <a:cubicBezTo>
                    <a:pt x="75" y="5421"/>
                    <a:pt x="106" y="5433"/>
                    <a:pt x="139" y="5433"/>
                  </a:cubicBezTo>
                  <a:cubicBezTo>
                    <a:pt x="171" y="5433"/>
                    <a:pt x="204" y="5419"/>
                    <a:pt x="229" y="5394"/>
                  </a:cubicBezTo>
                  <a:lnTo>
                    <a:pt x="5243" y="138"/>
                  </a:lnTo>
                  <a:cubicBezTo>
                    <a:pt x="5180" y="85"/>
                    <a:pt x="5097" y="50"/>
                    <a:pt x="5030" y="2"/>
                  </a:cubicBezTo>
                  <a:lnTo>
                    <a:pt x="50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2126100" y="3580425"/>
              <a:ext cx="50125" cy="50150"/>
            </a:xfrm>
            <a:custGeom>
              <a:avLst/>
              <a:gdLst/>
              <a:ahLst/>
              <a:cxnLst/>
              <a:rect l="l" t="t" r="r" b="b"/>
              <a:pathLst>
                <a:path w="2005" h="2006" extrusionOk="0">
                  <a:moveTo>
                    <a:pt x="1004" y="1"/>
                  </a:moveTo>
                  <a:cubicBezTo>
                    <a:pt x="449" y="1"/>
                    <a:pt x="0" y="450"/>
                    <a:pt x="0" y="1004"/>
                  </a:cubicBezTo>
                  <a:cubicBezTo>
                    <a:pt x="0" y="1556"/>
                    <a:pt x="449" y="2005"/>
                    <a:pt x="1004" y="2005"/>
                  </a:cubicBezTo>
                  <a:cubicBezTo>
                    <a:pt x="1556" y="2005"/>
                    <a:pt x="2005" y="1556"/>
                    <a:pt x="2005" y="1004"/>
                  </a:cubicBezTo>
                  <a:cubicBezTo>
                    <a:pt x="2005" y="450"/>
                    <a:pt x="1556" y="1"/>
                    <a:pt x="10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2265950" y="3434850"/>
              <a:ext cx="50075" cy="50125"/>
            </a:xfrm>
            <a:custGeom>
              <a:avLst/>
              <a:gdLst/>
              <a:ahLst/>
              <a:cxnLst/>
              <a:rect l="l" t="t" r="r" b="b"/>
              <a:pathLst>
                <a:path w="2003" h="2005" extrusionOk="0">
                  <a:moveTo>
                    <a:pt x="1001" y="0"/>
                  </a:moveTo>
                  <a:cubicBezTo>
                    <a:pt x="449" y="0"/>
                    <a:pt x="0" y="449"/>
                    <a:pt x="0" y="1001"/>
                  </a:cubicBezTo>
                  <a:cubicBezTo>
                    <a:pt x="0" y="1556"/>
                    <a:pt x="449" y="2005"/>
                    <a:pt x="1001" y="2005"/>
                  </a:cubicBezTo>
                  <a:cubicBezTo>
                    <a:pt x="1556" y="2005"/>
                    <a:pt x="2003" y="1556"/>
                    <a:pt x="2003" y="1001"/>
                  </a:cubicBezTo>
                  <a:cubicBezTo>
                    <a:pt x="2003" y="449"/>
                    <a:pt x="1556" y="0"/>
                    <a:pt x="10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2289425" y="3457100"/>
              <a:ext cx="80750" cy="80525"/>
            </a:xfrm>
            <a:custGeom>
              <a:avLst/>
              <a:gdLst/>
              <a:ahLst/>
              <a:cxnLst/>
              <a:rect l="l" t="t" r="r" b="b"/>
              <a:pathLst>
                <a:path w="3230" h="3221" extrusionOk="0">
                  <a:moveTo>
                    <a:pt x="166" y="0"/>
                  </a:moveTo>
                  <a:lnTo>
                    <a:pt x="1" y="165"/>
                  </a:lnTo>
                  <a:lnTo>
                    <a:pt x="3064" y="3221"/>
                  </a:lnTo>
                  <a:lnTo>
                    <a:pt x="3229" y="305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2343725" y="3509975"/>
              <a:ext cx="50100" cy="50100"/>
            </a:xfrm>
            <a:custGeom>
              <a:avLst/>
              <a:gdLst/>
              <a:ahLst/>
              <a:cxnLst/>
              <a:rect l="l" t="t" r="r" b="b"/>
              <a:pathLst>
                <a:path w="2004" h="2004" extrusionOk="0">
                  <a:moveTo>
                    <a:pt x="1002" y="1"/>
                  </a:moveTo>
                  <a:cubicBezTo>
                    <a:pt x="447" y="1"/>
                    <a:pt x="0" y="448"/>
                    <a:pt x="0" y="1002"/>
                  </a:cubicBezTo>
                  <a:cubicBezTo>
                    <a:pt x="0" y="1555"/>
                    <a:pt x="447" y="2004"/>
                    <a:pt x="1002" y="2004"/>
                  </a:cubicBezTo>
                  <a:cubicBezTo>
                    <a:pt x="1554" y="2004"/>
                    <a:pt x="2003" y="1555"/>
                    <a:pt x="2003" y="1002"/>
                  </a:cubicBezTo>
                  <a:cubicBezTo>
                    <a:pt x="2003" y="448"/>
                    <a:pt x="1554" y="1"/>
                    <a:pt x="1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2049900" y="4163475"/>
              <a:ext cx="691925" cy="6325"/>
            </a:xfrm>
            <a:custGeom>
              <a:avLst/>
              <a:gdLst/>
              <a:ahLst/>
              <a:cxnLst/>
              <a:rect l="l" t="t" r="r" b="b"/>
              <a:pathLst>
                <a:path w="27677" h="253" extrusionOk="0">
                  <a:moveTo>
                    <a:pt x="12" y="1"/>
                  </a:moveTo>
                  <a:cubicBezTo>
                    <a:pt x="6" y="1"/>
                    <a:pt x="0" y="7"/>
                    <a:pt x="0" y="14"/>
                  </a:cubicBezTo>
                  <a:lnTo>
                    <a:pt x="0" y="239"/>
                  </a:lnTo>
                  <a:cubicBezTo>
                    <a:pt x="0" y="246"/>
                    <a:pt x="6" y="252"/>
                    <a:pt x="12" y="252"/>
                  </a:cubicBezTo>
                  <a:lnTo>
                    <a:pt x="27663" y="252"/>
                  </a:lnTo>
                  <a:cubicBezTo>
                    <a:pt x="27671" y="252"/>
                    <a:pt x="27677" y="246"/>
                    <a:pt x="27677" y="239"/>
                  </a:cubicBezTo>
                  <a:lnTo>
                    <a:pt x="27677" y="14"/>
                  </a:lnTo>
                  <a:cubicBezTo>
                    <a:pt x="27677" y="7"/>
                    <a:pt x="27671" y="1"/>
                    <a:pt x="27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34"/>
          <p:cNvGrpSpPr/>
          <p:nvPr/>
        </p:nvGrpSpPr>
        <p:grpSpPr>
          <a:xfrm>
            <a:off x="3234160" y="1641784"/>
            <a:ext cx="872108" cy="2064261"/>
            <a:chOff x="-160225" y="1133725"/>
            <a:chExt cx="875325" cy="2071875"/>
          </a:xfrm>
        </p:grpSpPr>
        <p:sp>
          <p:nvSpPr>
            <p:cNvPr id="938" name="Google Shape;938;p34"/>
            <p:cNvSpPr/>
            <p:nvPr/>
          </p:nvSpPr>
          <p:spPr>
            <a:xfrm>
              <a:off x="271675" y="1168250"/>
              <a:ext cx="239700" cy="341725"/>
            </a:xfrm>
            <a:custGeom>
              <a:avLst/>
              <a:gdLst/>
              <a:ahLst/>
              <a:cxnLst/>
              <a:rect l="l" t="t" r="r" b="b"/>
              <a:pathLst>
                <a:path w="9588" h="13669" extrusionOk="0">
                  <a:moveTo>
                    <a:pt x="4643" y="0"/>
                  </a:moveTo>
                  <a:cubicBezTo>
                    <a:pt x="1139" y="0"/>
                    <a:pt x="859" y="2592"/>
                    <a:pt x="932" y="4428"/>
                  </a:cubicBezTo>
                  <a:cubicBezTo>
                    <a:pt x="1116" y="9105"/>
                    <a:pt x="0" y="11948"/>
                    <a:pt x="0" y="11948"/>
                  </a:cubicBezTo>
                  <a:lnTo>
                    <a:pt x="9587" y="13669"/>
                  </a:lnTo>
                  <a:cubicBezTo>
                    <a:pt x="9587" y="13669"/>
                    <a:pt x="7309" y="9884"/>
                    <a:pt x="8295" y="4885"/>
                  </a:cubicBezTo>
                  <a:cubicBezTo>
                    <a:pt x="8711" y="2773"/>
                    <a:pt x="8082" y="1553"/>
                    <a:pt x="7449" y="899"/>
                  </a:cubicBezTo>
                  <a:cubicBezTo>
                    <a:pt x="7004" y="439"/>
                    <a:pt x="6405" y="158"/>
                    <a:pt x="5768" y="78"/>
                  </a:cubicBezTo>
                  <a:cubicBezTo>
                    <a:pt x="5360" y="25"/>
                    <a:pt x="4986" y="0"/>
                    <a:pt x="4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-30900" y="1431125"/>
              <a:ext cx="329500" cy="251325"/>
            </a:xfrm>
            <a:custGeom>
              <a:avLst/>
              <a:gdLst/>
              <a:ahLst/>
              <a:cxnLst/>
              <a:rect l="l" t="t" r="r" b="b"/>
              <a:pathLst>
                <a:path w="13180" h="10053" extrusionOk="0">
                  <a:moveTo>
                    <a:pt x="13179" y="0"/>
                  </a:moveTo>
                  <a:cubicBezTo>
                    <a:pt x="13179" y="0"/>
                    <a:pt x="9584" y="290"/>
                    <a:pt x="6893" y="326"/>
                  </a:cubicBezTo>
                  <a:cubicBezTo>
                    <a:pt x="5621" y="345"/>
                    <a:pt x="4503" y="478"/>
                    <a:pt x="3481" y="854"/>
                  </a:cubicBezTo>
                  <a:cubicBezTo>
                    <a:pt x="2773" y="1115"/>
                    <a:pt x="2109" y="1492"/>
                    <a:pt x="1474" y="2032"/>
                  </a:cubicBezTo>
                  <a:cubicBezTo>
                    <a:pt x="1367" y="2120"/>
                    <a:pt x="1273" y="2214"/>
                    <a:pt x="1186" y="2310"/>
                  </a:cubicBezTo>
                  <a:cubicBezTo>
                    <a:pt x="1" y="3629"/>
                    <a:pt x="567" y="5569"/>
                    <a:pt x="1175" y="7704"/>
                  </a:cubicBezTo>
                  <a:cubicBezTo>
                    <a:pt x="1707" y="9575"/>
                    <a:pt x="2719" y="10052"/>
                    <a:pt x="3803" y="10052"/>
                  </a:cubicBezTo>
                  <a:cubicBezTo>
                    <a:pt x="4301" y="10052"/>
                    <a:pt x="4814" y="9952"/>
                    <a:pt x="5303" y="9839"/>
                  </a:cubicBezTo>
                  <a:cubicBezTo>
                    <a:pt x="6859" y="9480"/>
                    <a:pt x="5688" y="4466"/>
                    <a:pt x="6523" y="4168"/>
                  </a:cubicBezTo>
                  <a:cubicBezTo>
                    <a:pt x="6767" y="4081"/>
                    <a:pt x="7256" y="4050"/>
                    <a:pt x="7826" y="4050"/>
                  </a:cubicBezTo>
                  <a:cubicBezTo>
                    <a:pt x="9207" y="4050"/>
                    <a:pt x="11065" y="4232"/>
                    <a:pt x="11065" y="4232"/>
                  </a:cubicBezTo>
                  <a:cubicBezTo>
                    <a:pt x="12473" y="3693"/>
                    <a:pt x="12807" y="1822"/>
                    <a:pt x="131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-1250" y="1452450"/>
              <a:ext cx="57500" cy="36475"/>
            </a:xfrm>
            <a:custGeom>
              <a:avLst/>
              <a:gdLst/>
              <a:ahLst/>
              <a:cxnLst/>
              <a:rect l="l" t="t" r="r" b="b"/>
              <a:pathLst>
                <a:path w="2300" h="1459" extrusionOk="0">
                  <a:moveTo>
                    <a:pt x="2295" y="1"/>
                  </a:moveTo>
                  <a:cubicBezTo>
                    <a:pt x="1587" y="262"/>
                    <a:pt x="923" y="639"/>
                    <a:pt x="288" y="1179"/>
                  </a:cubicBezTo>
                  <a:cubicBezTo>
                    <a:pt x="181" y="1267"/>
                    <a:pt x="87" y="1361"/>
                    <a:pt x="0" y="1457"/>
                  </a:cubicBezTo>
                  <a:cubicBezTo>
                    <a:pt x="38" y="1458"/>
                    <a:pt x="78" y="1458"/>
                    <a:pt x="121" y="1458"/>
                  </a:cubicBezTo>
                  <a:cubicBezTo>
                    <a:pt x="879" y="1458"/>
                    <a:pt x="2300" y="1285"/>
                    <a:pt x="2295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72225" y="1501300"/>
              <a:ext cx="57750" cy="39675"/>
            </a:xfrm>
            <a:custGeom>
              <a:avLst/>
              <a:gdLst/>
              <a:ahLst/>
              <a:cxnLst/>
              <a:rect l="l" t="t" r="r" b="b"/>
              <a:pathLst>
                <a:path w="2310" h="1587" extrusionOk="0">
                  <a:moveTo>
                    <a:pt x="121" y="1"/>
                  </a:moveTo>
                  <a:cubicBezTo>
                    <a:pt x="31" y="1"/>
                    <a:pt x="0" y="146"/>
                    <a:pt x="102" y="178"/>
                  </a:cubicBezTo>
                  <a:cubicBezTo>
                    <a:pt x="909" y="421"/>
                    <a:pt x="1604" y="897"/>
                    <a:pt x="2129" y="1555"/>
                  </a:cubicBezTo>
                  <a:cubicBezTo>
                    <a:pt x="2147" y="1578"/>
                    <a:pt x="2168" y="1587"/>
                    <a:pt x="2188" y="1587"/>
                  </a:cubicBezTo>
                  <a:cubicBezTo>
                    <a:pt x="2251" y="1587"/>
                    <a:pt x="2310" y="1497"/>
                    <a:pt x="2256" y="1429"/>
                  </a:cubicBezTo>
                  <a:cubicBezTo>
                    <a:pt x="1713" y="746"/>
                    <a:pt x="984" y="257"/>
                    <a:pt x="150" y="5"/>
                  </a:cubicBezTo>
                  <a:cubicBezTo>
                    <a:pt x="140" y="2"/>
                    <a:pt x="130" y="1"/>
                    <a:pt x="121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100350" y="1496700"/>
              <a:ext cx="20825" cy="32900"/>
            </a:xfrm>
            <a:custGeom>
              <a:avLst/>
              <a:gdLst/>
              <a:ahLst/>
              <a:cxnLst/>
              <a:rect l="l" t="t" r="r" b="b"/>
              <a:pathLst>
                <a:path w="833" h="1316" extrusionOk="0">
                  <a:moveTo>
                    <a:pt x="123" y="1"/>
                  </a:moveTo>
                  <a:cubicBezTo>
                    <a:pt x="63" y="1"/>
                    <a:pt x="0" y="65"/>
                    <a:pt x="38" y="136"/>
                  </a:cubicBezTo>
                  <a:cubicBezTo>
                    <a:pt x="239" y="513"/>
                    <a:pt x="438" y="891"/>
                    <a:pt x="640" y="1271"/>
                  </a:cubicBezTo>
                  <a:cubicBezTo>
                    <a:pt x="656" y="1303"/>
                    <a:pt x="683" y="1316"/>
                    <a:pt x="710" y="1316"/>
                  </a:cubicBezTo>
                  <a:cubicBezTo>
                    <a:pt x="770" y="1316"/>
                    <a:pt x="832" y="1251"/>
                    <a:pt x="795" y="1179"/>
                  </a:cubicBezTo>
                  <a:cubicBezTo>
                    <a:pt x="594" y="801"/>
                    <a:pt x="394" y="423"/>
                    <a:pt x="193" y="45"/>
                  </a:cubicBezTo>
                  <a:cubicBezTo>
                    <a:pt x="176" y="14"/>
                    <a:pt x="150" y="1"/>
                    <a:pt x="123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2200" y="1580550"/>
              <a:ext cx="122775" cy="58275"/>
            </a:xfrm>
            <a:custGeom>
              <a:avLst/>
              <a:gdLst/>
              <a:ahLst/>
              <a:cxnLst/>
              <a:rect l="l" t="t" r="r" b="b"/>
              <a:pathLst>
                <a:path w="4911" h="2331" extrusionOk="0">
                  <a:moveTo>
                    <a:pt x="2351" y="1"/>
                  </a:moveTo>
                  <a:cubicBezTo>
                    <a:pt x="2197" y="1"/>
                    <a:pt x="2040" y="14"/>
                    <a:pt x="1882" y="43"/>
                  </a:cubicBezTo>
                  <a:cubicBezTo>
                    <a:pt x="835" y="231"/>
                    <a:pt x="0" y="1153"/>
                    <a:pt x="92" y="2245"/>
                  </a:cubicBezTo>
                  <a:cubicBezTo>
                    <a:pt x="97" y="2302"/>
                    <a:pt x="144" y="2331"/>
                    <a:pt x="189" y="2331"/>
                  </a:cubicBezTo>
                  <a:cubicBezTo>
                    <a:pt x="233" y="2331"/>
                    <a:pt x="276" y="2302"/>
                    <a:pt x="271" y="2245"/>
                  </a:cubicBezTo>
                  <a:cubicBezTo>
                    <a:pt x="181" y="1172"/>
                    <a:pt x="1031" y="321"/>
                    <a:pt x="2061" y="196"/>
                  </a:cubicBezTo>
                  <a:cubicBezTo>
                    <a:pt x="2160" y="184"/>
                    <a:pt x="2259" y="178"/>
                    <a:pt x="2356" y="178"/>
                  </a:cubicBezTo>
                  <a:cubicBezTo>
                    <a:pt x="3296" y="178"/>
                    <a:pt x="4136" y="714"/>
                    <a:pt x="4729" y="1433"/>
                  </a:cubicBezTo>
                  <a:cubicBezTo>
                    <a:pt x="4747" y="1454"/>
                    <a:pt x="4768" y="1463"/>
                    <a:pt x="4788" y="1463"/>
                  </a:cubicBezTo>
                  <a:cubicBezTo>
                    <a:pt x="4852" y="1463"/>
                    <a:pt x="4911" y="1374"/>
                    <a:pt x="4856" y="1307"/>
                  </a:cubicBezTo>
                  <a:cubicBezTo>
                    <a:pt x="4231" y="548"/>
                    <a:pt x="3332" y="1"/>
                    <a:pt x="2351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39950" y="1623700"/>
              <a:ext cx="83275" cy="148350"/>
            </a:xfrm>
            <a:custGeom>
              <a:avLst/>
              <a:gdLst/>
              <a:ahLst/>
              <a:cxnLst/>
              <a:rect l="l" t="t" r="r" b="b"/>
              <a:pathLst>
                <a:path w="3331" h="5934" extrusionOk="0">
                  <a:moveTo>
                    <a:pt x="1726" y="1"/>
                  </a:moveTo>
                  <a:cubicBezTo>
                    <a:pt x="1604" y="1"/>
                    <a:pt x="180" y="18"/>
                    <a:pt x="127" y="841"/>
                  </a:cubicBezTo>
                  <a:cubicBezTo>
                    <a:pt x="71" y="1700"/>
                    <a:pt x="0" y="3055"/>
                    <a:pt x="0" y="3055"/>
                  </a:cubicBezTo>
                  <a:cubicBezTo>
                    <a:pt x="0" y="3055"/>
                    <a:pt x="223" y="4998"/>
                    <a:pt x="340" y="5030"/>
                  </a:cubicBezTo>
                  <a:cubicBezTo>
                    <a:pt x="352" y="5034"/>
                    <a:pt x="365" y="5036"/>
                    <a:pt x="377" y="5036"/>
                  </a:cubicBezTo>
                  <a:cubicBezTo>
                    <a:pt x="729" y="5036"/>
                    <a:pt x="779" y="3536"/>
                    <a:pt x="779" y="3536"/>
                  </a:cubicBezTo>
                  <a:cubicBezTo>
                    <a:pt x="779" y="3536"/>
                    <a:pt x="879" y="5360"/>
                    <a:pt x="1157" y="5389"/>
                  </a:cubicBezTo>
                  <a:cubicBezTo>
                    <a:pt x="1162" y="5390"/>
                    <a:pt x="1166" y="5390"/>
                    <a:pt x="1171" y="5390"/>
                  </a:cubicBezTo>
                  <a:cubicBezTo>
                    <a:pt x="1466" y="5390"/>
                    <a:pt x="1617" y="4377"/>
                    <a:pt x="1671" y="3899"/>
                  </a:cubicBezTo>
                  <a:lnTo>
                    <a:pt x="1671" y="3899"/>
                  </a:lnTo>
                  <a:cubicBezTo>
                    <a:pt x="1616" y="4487"/>
                    <a:pt x="1508" y="5934"/>
                    <a:pt x="1775" y="5934"/>
                  </a:cubicBezTo>
                  <a:cubicBezTo>
                    <a:pt x="1784" y="5934"/>
                    <a:pt x="1794" y="5932"/>
                    <a:pt x="1805" y="5928"/>
                  </a:cubicBezTo>
                  <a:cubicBezTo>
                    <a:pt x="2183" y="5788"/>
                    <a:pt x="2513" y="3738"/>
                    <a:pt x="2513" y="3736"/>
                  </a:cubicBezTo>
                  <a:lnTo>
                    <a:pt x="2513" y="3736"/>
                  </a:lnTo>
                  <a:cubicBezTo>
                    <a:pt x="2513" y="3738"/>
                    <a:pt x="2209" y="5691"/>
                    <a:pt x="2509" y="5691"/>
                  </a:cubicBezTo>
                  <a:cubicBezTo>
                    <a:pt x="2530" y="5691"/>
                    <a:pt x="2554" y="5681"/>
                    <a:pt x="2582" y="5660"/>
                  </a:cubicBezTo>
                  <a:cubicBezTo>
                    <a:pt x="3000" y="5339"/>
                    <a:pt x="3209" y="3268"/>
                    <a:pt x="3269" y="2819"/>
                  </a:cubicBezTo>
                  <a:cubicBezTo>
                    <a:pt x="3330" y="2370"/>
                    <a:pt x="1734" y="1"/>
                    <a:pt x="1734" y="1"/>
                  </a:cubicBezTo>
                  <a:cubicBezTo>
                    <a:pt x="1734" y="1"/>
                    <a:pt x="1731" y="1"/>
                    <a:pt x="1726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98875" y="1652825"/>
              <a:ext cx="30725" cy="61150"/>
            </a:xfrm>
            <a:custGeom>
              <a:avLst/>
              <a:gdLst/>
              <a:ahLst/>
              <a:cxnLst/>
              <a:rect l="l" t="t" r="r" b="b"/>
              <a:pathLst>
                <a:path w="1229" h="2446" extrusionOk="0">
                  <a:moveTo>
                    <a:pt x="1" y="0"/>
                  </a:moveTo>
                  <a:lnTo>
                    <a:pt x="703" y="2446"/>
                  </a:lnTo>
                  <a:cubicBezTo>
                    <a:pt x="703" y="2446"/>
                    <a:pt x="760" y="2390"/>
                    <a:pt x="833" y="2296"/>
                  </a:cubicBezTo>
                  <a:cubicBezTo>
                    <a:pt x="891" y="2225"/>
                    <a:pt x="958" y="2133"/>
                    <a:pt x="1017" y="2028"/>
                  </a:cubicBezTo>
                  <a:cubicBezTo>
                    <a:pt x="1136" y="1819"/>
                    <a:pt x="1228" y="1560"/>
                    <a:pt x="1152" y="1326"/>
                  </a:cubicBezTo>
                  <a:cubicBezTo>
                    <a:pt x="987" y="8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119450" y="1686250"/>
              <a:ext cx="5200" cy="24000"/>
            </a:xfrm>
            <a:custGeom>
              <a:avLst/>
              <a:gdLst/>
              <a:ahLst/>
              <a:cxnLst/>
              <a:rect l="l" t="t" r="r" b="b"/>
              <a:pathLst>
                <a:path w="208" h="960" extrusionOk="0">
                  <a:moveTo>
                    <a:pt x="83" y="1"/>
                  </a:moveTo>
                  <a:cubicBezTo>
                    <a:pt x="44" y="1"/>
                    <a:pt x="0" y="34"/>
                    <a:pt x="8" y="85"/>
                  </a:cubicBezTo>
                  <a:cubicBezTo>
                    <a:pt x="56" y="368"/>
                    <a:pt x="102" y="681"/>
                    <a:pt x="10" y="959"/>
                  </a:cubicBezTo>
                  <a:cubicBezTo>
                    <a:pt x="68" y="888"/>
                    <a:pt x="135" y="796"/>
                    <a:pt x="194" y="691"/>
                  </a:cubicBezTo>
                  <a:cubicBezTo>
                    <a:pt x="208" y="476"/>
                    <a:pt x="173" y="255"/>
                    <a:pt x="139" y="50"/>
                  </a:cubicBezTo>
                  <a:cubicBezTo>
                    <a:pt x="133" y="15"/>
                    <a:pt x="109" y="1"/>
                    <a:pt x="83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126075" y="1767100"/>
              <a:ext cx="366400" cy="236850"/>
            </a:xfrm>
            <a:custGeom>
              <a:avLst/>
              <a:gdLst/>
              <a:ahLst/>
              <a:cxnLst/>
              <a:rect l="l" t="t" r="r" b="b"/>
              <a:pathLst>
                <a:path w="14656" h="9474" extrusionOk="0">
                  <a:moveTo>
                    <a:pt x="3917" y="0"/>
                  </a:moveTo>
                  <a:cubicBezTo>
                    <a:pt x="3917" y="0"/>
                    <a:pt x="0" y="5398"/>
                    <a:pt x="873" y="6772"/>
                  </a:cubicBezTo>
                  <a:cubicBezTo>
                    <a:pt x="1815" y="8256"/>
                    <a:pt x="6922" y="9473"/>
                    <a:pt x="10587" y="9473"/>
                  </a:cubicBezTo>
                  <a:cubicBezTo>
                    <a:pt x="12695" y="9473"/>
                    <a:pt x="14326" y="9071"/>
                    <a:pt x="14414" y="8086"/>
                  </a:cubicBezTo>
                  <a:cubicBezTo>
                    <a:pt x="14656" y="5387"/>
                    <a:pt x="13041" y="1059"/>
                    <a:pt x="13041" y="1059"/>
                  </a:cubicBezTo>
                  <a:cubicBezTo>
                    <a:pt x="11907" y="1413"/>
                    <a:pt x="10814" y="1549"/>
                    <a:pt x="9803" y="1549"/>
                  </a:cubicBezTo>
                  <a:cubicBezTo>
                    <a:pt x="6396" y="1549"/>
                    <a:pt x="3917" y="0"/>
                    <a:pt x="39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77825" y="2795275"/>
              <a:ext cx="129275" cy="128600"/>
            </a:xfrm>
            <a:custGeom>
              <a:avLst/>
              <a:gdLst/>
              <a:ahLst/>
              <a:cxnLst/>
              <a:rect l="l" t="t" r="r" b="b"/>
              <a:pathLst>
                <a:path w="5171" h="5144" extrusionOk="0">
                  <a:moveTo>
                    <a:pt x="4006" y="0"/>
                  </a:moveTo>
                  <a:lnTo>
                    <a:pt x="0" y="618"/>
                  </a:lnTo>
                  <a:lnTo>
                    <a:pt x="2492" y="5143"/>
                  </a:lnTo>
                  <a:lnTo>
                    <a:pt x="5170" y="4984"/>
                  </a:lnTo>
                  <a:lnTo>
                    <a:pt x="4006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-6475" y="2907825"/>
              <a:ext cx="217275" cy="92675"/>
            </a:xfrm>
            <a:custGeom>
              <a:avLst/>
              <a:gdLst/>
              <a:ahLst/>
              <a:cxnLst/>
              <a:rect l="l" t="t" r="r" b="b"/>
              <a:pathLst>
                <a:path w="8691" h="3707" extrusionOk="0">
                  <a:moveTo>
                    <a:pt x="8547" y="0"/>
                  </a:moveTo>
                  <a:cubicBezTo>
                    <a:pt x="8328" y="0"/>
                    <a:pt x="7915" y="327"/>
                    <a:pt x="7915" y="327"/>
                  </a:cubicBezTo>
                  <a:lnTo>
                    <a:pt x="6674" y="476"/>
                  </a:lnTo>
                  <a:cubicBezTo>
                    <a:pt x="6674" y="476"/>
                    <a:pt x="6405" y="145"/>
                    <a:pt x="6036" y="145"/>
                  </a:cubicBezTo>
                  <a:cubicBezTo>
                    <a:pt x="5973" y="145"/>
                    <a:pt x="5907" y="154"/>
                    <a:pt x="5839" y="177"/>
                  </a:cubicBezTo>
                  <a:cubicBezTo>
                    <a:pt x="5371" y="332"/>
                    <a:pt x="4759" y="1098"/>
                    <a:pt x="4759" y="1098"/>
                  </a:cubicBezTo>
                  <a:cubicBezTo>
                    <a:pt x="4759" y="1098"/>
                    <a:pt x="2225" y="1909"/>
                    <a:pt x="1541" y="1953"/>
                  </a:cubicBezTo>
                  <a:cubicBezTo>
                    <a:pt x="856" y="1996"/>
                    <a:pt x="257" y="2381"/>
                    <a:pt x="0" y="3707"/>
                  </a:cubicBezTo>
                  <a:lnTo>
                    <a:pt x="8300" y="3707"/>
                  </a:lnTo>
                  <a:cubicBezTo>
                    <a:pt x="8300" y="3707"/>
                    <a:pt x="8627" y="712"/>
                    <a:pt x="8676" y="200"/>
                  </a:cubicBezTo>
                  <a:cubicBezTo>
                    <a:pt x="8691" y="53"/>
                    <a:pt x="8634" y="0"/>
                    <a:pt x="85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31175" y="2955025"/>
              <a:ext cx="63200" cy="30300"/>
            </a:xfrm>
            <a:custGeom>
              <a:avLst/>
              <a:gdLst/>
              <a:ahLst/>
              <a:cxnLst/>
              <a:rect l="l" t="t" r="r" b="b"/>
              <a:pathLst>
                <a:path w="2528" h="1212" extrusionOk="0">
                  <a:moveTo>
                    <a:pt x="402" y="1"/>
                  </a:moveTo>
                  <a:cubicBezTo>
                    <a:pt x="306" y="1"/>
                    <a:pt x="210" y="6"/>
                    <a:pt x="113" y="17"/>
                  </a:cubicBezTo>
                  <a:lnTo>
                    <a:pt x="113" y="19"/>
                  </a:lnTo>
                  <a:cubicBezTo>
                    <a:pt x="4" y="30"/>
                    <a:pt x="0" y="198"/>
                    <a:pt x="101" y="198"/>
                  </a:cubicBezTo>
                  <a:cubicBezTo>
                    <a:pt x="105" y="198"/>
                    <a:pt x="109" y="198"/>
                    <a:pt x="113" y="198"/>
                  </a:cubicBezTo>
                  <a:cubicBezTo>
                    <a:pt x="207" y="187"/>
                    <a:pt x="300" y="182"/>
                    <a:pt x="392" y="182"/>
                  </a:cubicBezTo>
                  <a:cubicBezTo>
                    <a:pt x="1153" y="182"/>
                    <a:pt x="1879" y="541"/>
                    <a:pt x="2327" y="1172"/>
                  </a:cubicBezTo>
                  <a:cubicBezTo>
                    <a:pt x="2346" y="1200"/>
                    <a:pt x="2374" y="1212"/>
                    <a:pt x="2401" y="1212"/>
                  </a:cubicBezTo>
                  <a:cubicBezTo>
                    <a:pt x="2465" y="1212"/>
                    <a:pt x="2527" y="1148"/>
                    <a:pt x="2480" y="1082"/>
                  </a:cubicBezTo>
                  <a:cubicBezTo>
                    <a:pt x="1999" y="405"/>
                    <a:pt x="1223" y="1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178050" y="2938200"/>
              <a:ext cx="29775" cy="49275"/>
            </a:xfrm>
            <a:custGeom>
              <a:avLst/>
              <a:gdLst/>
              <a:ahLst/>
              <a:cxnLst/>
              <a:rect l="l" t="t" r="r" b="b"/>
              <a:pathLst>
                <a:path w="1191" h="1971" extrusionOk="0">
                  <a:moveTo>
                    <a:pt x="1096" y="1"/>
                  </a:moveTo>
                  <a:cubicBezTo>
                    <a:pt x="1086" y="1"/>
                    <a:pt x="1076" y="3"/>
                    <a:pt x="1065" y="9"/>
                  </a:cubicBezTo>
                  <a:cubicBezTo>
                    <a:pt x="371" y="401"/>
                    <a:pt x="1" y="1181"/>
                    <a:pt x="344" y="1937"/>
                  </a:cubicBezTo>
                  <a:cubicBezTo>
                    <a:pt x="354" y="1961"/>
                    <a:pt x="372" y="1970"/>
                    <a:pt x="391" y="1970"/>
                  </a:cubicBezTo>
                  <a:cubicBezTo>
                    <a:pt x="432" y="1970"/>
                    <a:pt x="477" y="1923"/>
                    <a:pt x="453" y="1872"/>
                  </a:cubicBezTo>
                  <a:cubicBezTo>
                    <a:pt x="141" y="1181"/>
                    <a:pt x="503" y="474"/>
                    <a:pt x="1129" y="121"/>
                  </a:cubicBezTo>
                  <a:cubicBezTo>
                    <a:pt x="1191" y="86"/>
                    <a:pt x="1153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-2350" y="2985325"/>
              <a:ext cx="204975" cy="5300"/>
            </a:xfrm>
            <a:custGeom>
              <a:avLst/>
              <a:gdLst/>
              <a:ahLst/>
              <a:cxnLst/>
              <a:rect l="l" t="t" r="r" b="b"/>
              <a:pathLst>
                <a:path w="8199" h="212" extrusionOk="0">
                  <a:moveTo>
                    <a:pt x="8118" y="0"/>
                  </a:moveTo>
                  <a:cubicBezTo>
                    <a:pt x="8118" y="0"/>
                    <a:pt x="8117" y="0"/>
                    <a:pt x="8116" y="0"/>
                  </a:cubicBezTo>
                  <a:cubicBezTo>
                    <a:pt x="7618" y="4"/>
                    <a:pt x="7119" y="10"/>
                    <a:pt x="6620" y="16"/>
                  </a:cubicBezTo>
                  <a:cubicBezTo>
                    <a:pt x="4441" y="39"/>
                    <a:pt x="2262" y="62"/>
                    <a:pt x="83" y="83"/>
                  </a:cubicBezTo>
                  <a:cubicBezTo>
                    <a:pt x="1" y="85"/>
                    <a:pt x="0" y="211"/>
                    <a:pt x="81" y="211"/>
                  </a:cubicBezTo>
                  <a:cubicBezTo>
                    <a:pt x="81" y="211"/>
                    <a:pt x="82" y="211"/>
                    <a:pt x="83" y="211"/>
                  </a:cubicBezTo>
                  <a:cubicBezTo>
                    <a:pt x="581" y="208"/>
                    <a:pt x="1080" y="202"/>
                    <a:pt x="1579" y="196"/>
                  </a:cubicBezTo>
                  <a:cubicBezTo>
                    <a:pt x="3758" y="173"/>
                    <a:pt x="5937" y="152"/>
                    <a:pt x="8116" y="129"/>
                  </a:cubicBezTo>
                  <a:cubicBezTo>
                    <a:pt x="8198" y="127"/>
                    <a:pt x="8199" y="0"/>
                    <a:pt x="8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-160225" y="1864675"/>
              <a:ext cx="476075" cy="964950"/>
            </a:xfrm>
            <a:custGeom>
              <a:avLst/>
              <a:gdLst/>
              <a:ahLst/>
              <a:cxnLst/>
              <a:rect l="l" t="t" r="r" b="b"/>
              <a:pathLst>
                <a:path w="19043" h="38598" extrusionOk="0">
                  <a:moveTo>
                    <a:pt x="12966" y="1"/>
                  </a:moveTo>
                  <a:lnTo>
                    <a:pt x="12964" y="3"/>
                  </a:lnTo>
                  <a:cubicBezTo>
                    <a:pt x="12964" y="3"/>
                    <a:pt x="12964" y="3"/>
                    <a:pt x="12964" y="3"/>
                  </a:cubicBezTo>
                  <a:lnTo>
                    <a:pt x="12964" y="3"/>
                  </a:lnTo>
                  <a:cubicBezTo>
                    <a:pt x="12965" y="2"/>
                    <a:pt x="12966" y="1"/>
                    <a:pt x="12966" y="1"/>
                  </a:cubicBezTo>
                  <a:close/>
                  <a:moveTo>
                    <a:pt x="12964" y="3"/>
                  </a:moveTo>
                  <a:cubicBezTo>
                    <a:pt x="12827" y="200"/>
                    <a:pt x="3217" y="13997"/>
                    <a:pt x="1614" y="18894"/>
                  </a:cubicBezTo>
                  <a:cubicBezTo>
                    <a:pt x="0" y="23827"/>
                    <a:pt x="8329" y="38598"/>
                    <a:pt x="8329" y="38598"/>
                  </a:cubicBezTo>
                  <a:lnTo>
                    <a:pt x="15580" y="38170"/>
                  </a:lnTo>
                  <a:cubicBezTo>
                    <a:pt x="15580" y="38170"/>
                    <a:pt x="8161" y="22203"/>
                    <a:pt x="8788" y="20056"/>
                  </a:cubicBezTo>
                  <a:cubicBezTo>
                    <a:pt x="9415" y="17908"/>
                    <a:pt x="19043" y="6492"/>
                    <a:pt x="19043" y="6492"/>
                  </a:cubicBezTo>
                  <a:cubicBezTo>
                    <a:pt x="18316" y="3655"/>
                    <a:pt x="16200" y="1668"/>
                    <a:pt x="12964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17075" y="2794350"/>
              <a:ext cx="226850" cy="45300"/>
            </a:xfrm>
            <a:custGeom>
              <a:avLst/>
              <a:gdLst/>
              <a:ahLst/>
              <a:cxnLst/>
              <a:rect l="l" t="t" r="r" b="b"/>
              <a:pathLst>
                <a:path w="9074" h="1812" extrusionOk="0">
                  <a:moveTo>
                    <a:pt x="0" y="1"/>
                  </a:moveTo>
                  <a:lnTo>
                    <a:pt x="840" y="1812"/>
                  </a:lnTo>
                  <a:lnTo>
                    <a:pt x="9073" y="1693"/>
                  </a:lnTo>
                  <a:lnTo>
                    <a:pt x="8469" y="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-8700" y="1905100"/>
              <a:ext cx="155175" cy="222350"/>
            </a:xfrm>
            <a:custGeom>
              <a:avLst/>
              <a:gdLst/>
              <a:ahLst/>
              <a:cxnLst/>
              <a:rect l="l" t="t" r="r" b="b"/>
              <a:pathLst>
                <a:path w="6207" h="8894" extrusionOk="0">
                  <a:moveTo>
                    <a:pt x="5794" y="1"/>
                  </a:moveTo>
                  <a:lnTo>
                    <a:pt x="5794" y="1"/>
                  </a:lnTo>
                  <a:cubicBezTo>
                    <a:pt x="5761" y="49"/>
                    <a:pt x="5727" y="97"/>
                    <a:pt x="5694" y="147"/>
                  </a:cubicBezTo>
                  <a:cubicBezTo>
                    <a:pt x="5850" y="724"/>
                    <a:pt x="5896" y="1330"/>
                    <a:pt x="5840" y="1933"/>
                  </a:cubicBezTo>
                  <a:cubicBezTo>
                    <a:pt x="5654" y="3924"/>
                    <a:pt x="4396" y="5712"/>
                    <a:pt x="2917" y="6987"/>
                  </a:cubicBezTo>
                  <a:cubicBezTo>
                    <a:pt x="2082" y="7705"/>
                    <a:pt x="1135" y="8282"/>
                    <a:pt x="122" y="8698"/>
                  </a:cubicBezTo>
                  <a:cubicBezTo>
                    <a:pt x="82" y="8764"/>
                    <a:pt x="41" y="8829"/>
                    <a:pt x="1" y="8894"/>
                  </a:cubicBezTo>
                  <a:cubicBezTo>
                    <a:pt x="348" y="8758"/>
                    <a:pt x="688" y="8604"/>
                    <a:pt x="1020" y="8432"/>
                  </a:cubicBezTo>
                  <a:cubicBezTo>
                    <a:pt x="2771" y="7521"/>
                    <a:pt x="4311" y="6091"/>
                    <a:pt x="5232" y="4334"/>
                  </a:cubicBezTo>
                  <a:cubicBezTo>
                    <a:pt x="5928" y="3007"/>
                    <a:pt x="6207" y="1420"/>
                    <a:pt x="5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136725" y="2049975"/>
              <a:ext cx="142100" cy="180925"/>
            </a:xfrm>
            <a:custGeom>
              <a:avLst/>
              <a:gdLst/>
              <a:ahLst/>
              <a:cxnLst/>
              <a:rect l="l" t="t" r="r" b="b"/>
              <a:pathLst>
                <a:path w="5684" h="7237" extrusionOk="0">
                  <a:moveTo>
                    <a:pt x="3455" y="0"/>
                  </a:moveTo>
                  <a:cubicBezTo>
                    <a:pt x="3223" y="0"/>
                    <a:pt x="2989" y="25"/>
                    <a:pt x="2759" y="78"/>
                  </a:cubicBezTo>
                  <a:cubicBezTo>
                    <a:pt x="1757" y="306"/>
                    <a:pt x="909" y="998"/>
                    <a:pt x="478" y="1927"/>
                  </a:cubicBezTo>
                  <a:cubicBezTo>
                    <a:pt x="0" y="2957"/>
                    <a:pt x="21" y="4123"/>
                    <a:pt x="186" y="5222"/>
                  </a:cubicBezTo>
                  <a:cubicBezTo>
                    <a:pt x="284" y="5867"/>
                    <a:pt x="397" y="6556"/>
                    <a:pt x="564" y="7237"/>
                  </a:cubicBezTo>
                  <a:cubicBezTo>
                    <a:pt x="602" y="7187"/>
                    <a:pt x="641" y="7137"/>
                    <a:pt x="677" y="7089"/>
                  </a:cubicBezTo>
                  <a:cubicBezTo>
                    <a:pt x="531" y="6477"/>
                    <a:pt x="418" y="5855"/>
                    <a:pt x="324" y="5242"/>
                  </a:cubicBezTo>
                  <a:cubicBezTo>
                    <a:pt x="152" y="4131"/>
                    <a:pt x="127" y="2938"/>
                    <a:pt x="637" y="1906"/>
                  </a:cubicBezTo>
                  <a:cubicBezTo>
                    <a:pt x="1080" y="1010"/>
                    <a:pt x="1943" y="354"/>
                    <a:pt x="2929" y="181"/>
                  </a:cubicBezTo>
                  <a:cubicBezTo>
                    <a:pt x="3105" y="150"/>
                    <a:pt x="3281" y="136"/>
                    <a:pt x="3456" y="136"/>
                  </a:cubicBezTo>
                  <a:cubicBezTo>
                    <a:pt x="4230" y="136"/>
                    <a:pt x="4984" y="427"/>
                    <a:pt x="5571" y="937"/>
                  </a:cubicBezTo>
                  <a:cubicBezTo>
                    <a:pt x="5536" y="929"/>
                    <a:pt x="5504" y="920"/>
                    <a:pt x="5471" y="912"/>
                  </a:cubicBezTo>
                  <a:cubicBezTo>
                    <a:pt x="5464" y="910"/>
                    <a:pt x="5458" y="909"/>
                    <a:pt x="5452" y="909"/>
                  </a:cubicBezTo>
                  <a:cubicBezTo>
                    <a:pt x="5382" y="909"/>
                    <a:pt x="5359" y="1021"/>
                    <a:pt x="5435" y="1041"/>
                  </a:cubicBezTo>
                  <a:cubicBezTo>
                    <a:pt x="5461" y="1048"/>
                    <a:pt x="5488" y="1056"/>
                    <a:pt x="5515" y="1062"/>
                  </a:cubicBezTo>
                  <a:cubicBezTo>
                    <a:pt x="5544" y="1029"/>
                    <a:pt x="5573" y="995"/>
                    <a:pt x="5599" y="962"/>
                  </a:cubicBezTo>
                  <a:cubicBezTo>
                    <a:pt x="5603" y="958"/>
                    <a:pt x="5607" y="952"/>
                    <a:pt x="5611" y="949"/>
                  </a:cubicBezTo>
                  <a:cubicBezTo>
                    <a:pt x="5636" y="918"/>
                    <a:pt x="5659" y="887"/>
                    <a:pt x="5684" y="858"/>
                  </a:cubicBezTo>
                  <a:cubicBezTo>
                    <a:pt x="5070" y="312"/>
                    <a:pt x="4270" y="0"/>
                    <a:pt x="34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-34050" y="2166000"/>
              <a:ext cx="148725" cy="115975"/>
            </a:xfrm>
            <a:custGeom>
              <a:avLst/>
              <a:gdLst/>
              <a:ahLst/>
              <a:cxnLst/>
              <a:rect l="l" t="t" r="r" b="b"/>
              <a:pathLst>
                <a:path w="5949" h="4639" extrusionOk="0">
                  <a:moveTo>
                    <a:pt x="77" y="0"/>
                  </a:moveTo>
                  <a:cubicBezTo>
                    <a:pt x="50" y="44"/>
                    <a:pt x="25" y="88"/>
                    <a:pt x="0" y="131"/>
                  </a:cubicBezTo>
                  <a:cubicBezTo>
                    <a:pt x="957" y="280"/>
                    <a:pt x="1888" y="585"/>
                    <a:pt x="2747" y="1067"/>
                  </a:cubicBezTo>
                  <a:cubicBezTo>
                    <a:pt x="4144" y="1848"/>
                    <a:pt x="5348" y="3115"/>
                    <a:pt x="5855" y="4639"/>
                  </a:cubicBezTo>
                  <a:cubicBezTo>
                    <a:pt x="5885" y="4596"/>
                    <a:pt x="5916" y="4554"/>
                    <a:pt x="5949" y="4510"/>
                  </a:cubicBezTo>
                  <a:cubicBezTo>
                    <a:pt x="5717" y="3852"/>
                    <a:pt x="5360" y="3238"/>
                    <a:pt x="4915" y="2692"/>
                  </a:cubicBezTo>
                  <a:cubicBezTo>
                    <a:pt x="3722" y="1224"/>
                    <a:pt x="1932" y="303"/>
                    <a:pt x="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-124175" y="2221900"/>
              <a:ext cx="62750" cy="177850"/>
            </a:xfrm>
            <a:custGeom>
              <a:avLst/>
              <a:gdLst/>
              <a:ahLst/>
              <a:cxnLst/>
              <a:rect l="l" t="t" r="r" b="b"/>
              <a:pathLst>
                <a:path w="2510" h="7114" extrusionOk="0">
                  <a:moveTo>
                    <a:pt x="2383" y="1"/>
                  </a:moveTo>
                  <a:cubicBezTo>
                    <a:pt x="2351" y="60"/>
                    <a:pt x="2318" y="118"/>
                    <a:pt x="2285" y="175"/>
                  </a:cubicBezTo>
                  <a:cubicBezTo>
                    <a:pt x="2399" y="699"/>
                    <a:pt x="2362" y="1271"/>
                    <a:pt x="2262" y="1796"/>
                  </a:cubicBezTo>
                  <a:cubicBezTo>
                    <a:pt x="1933" y="3532"/>
                    <a:pt x="1205" y="5497"/>
                    <a:pt x="1" y="6924"/>
                  </a:cubicBezTo>
                  <a:lnTo>
                    <a:pt x="3" y="6924"/>
                  </a:lnTo>
                  <a:cubicBezTo>
                    <a:pt x="7" y="6987"/>
                    <a:pt x="14" y="7050"/>
                    <a:pt x="20" y="7114"/>
                  </a:cubicBezTo>
                  <a:cubicBezTo>
                    <a:pt x="845" y="6203"/>
                    <a:pt x="1426" y="5077"/>
                    <a:pt x="1829" y="3908"/>
                  </a:cubicBezTo>
                  <a:cubicBezTo>
                    <a:pt x="2145" y="3001"/>
                    <a:pt x="2443" y="2017"/>
                    <a:pt x="2493" y="1050"/>
                  </a:cubicBezTo>
                  <a:cubicBezTo>
                    <a:pt x="2510" y="699"/>
                    <a:pt x="2479" y="339"/>
                    <a:pt x="23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-55025" y="2316800"/>
              <a:ext cx="135025" cy="308450"/>
            </a:xfrm>
            <a:custGeom>
              <a:avLst/>
              <a:gdLst/>
              <a:ahLst/>
              <a:cxnLst/>
              <a:rect l="l" t="t" r="r" b="b"/>
              <a:pathLst>
                <a:path w="5401" h="12338" extrusionOk="0">
                  <a:moveTo>
                    <a:pt x="3956" y="1"/>
                  </a:moveTo>
                  <a:cubicBezTo>
                    <a:pt x="3676" y="1"/>
                    <a:pt x="3388" y="54"/>
                    <a:pt x="3095" y="172"/>
                  </a:cubicBezTo>
                  <a:cubicBezTo>
                    <a:pt x="1862" y="669"/>
                    <a:pt x="1121" y="2002"/>
                    <a:pt x="761" y="3212"/>
                  </a:cubicBezTo>
                  <a:cubicBezTo>
                    <a:pt x="306" y="4737"/>
                    <a:pt x="363" y="6341"/>
                    <a:pt x="394" y="7914"/>
                  </a:cubicBezTo>
                  <a:cubicBezTo>
                    <a:pt x="421" y="9324"/>
                    <a:pt x="423" y="10791"/>
                    <a:pt x="1" y="12147"/>
                  </a:cubicBezTo>
                  <a:cubicBezTo>
                    <a:pt x="28" y="12211"/>
                    <a:pt x="57" y="12274"/>
                    <a:pt x="83" y="12337"/>
                  </a:cubicBezTo>
                  <a:cubicBezTo>
                    <a:pt x="973" y="9725"/>
                    <a:pt x="197" y="6817"/>
                    <a:pt x="682" y="4125"/>
                  </a:cubicBezTo>
                  <a:cubicBezTo>
                    <a:pt x="933" y="2737"/>
                    <a:pt x="1560" y="1169"/>
                    <a:pt x="2851" y="438"/>
                  </a:cubicBezTo>
                  <a:cubicBezTo>
                    <a:pt x="3219" y="231"/>
                    <a:pt x="3584" y="141"/>
                    <a:pt x="3939" y="141"/>
                  </a:cubicBezTo>
                  <a:cubicBezTo>
                    <a:pt x="4427" y="141"/>
                    <a:pt x="4895" y="310"/>
                    <a:pt x="5324" y="577"/>
                  </a:cubicBezTo>
                  <a:cubicBezTo>
                    <a:pt x="5349" y="536"/>
                    <a:pt x="5374" y="498"/>
                    <a:pt x="5401" y="458"/>
                  </a:cubicBezTo>
                  <a:cubicBezTo>
                    <a:pt x="4957" y="179"/>
                    <a:pt x="4470" y="1"/>
                    <a:pt x="39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55775" y="2487050"/>
              <a:ext cx="99850" cy="166100"/>
            </a:xfrm>
            <a:custGeom>
              <a:avLst/>
              <a:gdLst/>
              <a:ahLst/>
              <a:cxnLst/>
              <a:rect l="l" t="t" r="r" b="b"/>
              <a:pathLst>
                <a:path w="3994" h="6644" extrusionOk="0">
                  <a:moveTo>
                    <a:pt x="1331" y="1"/>
                  </a:moveTo>
                  <a:cubicBezTo>
                    <a:pt x="1057" y="252"/>
                    <a:pt x="813" y="534"/>
                    <a:pt x="618" y="860"/>
                  </a:cubicBezTo>
                  <a:cubicBezTo>
                    <a:pt x="150" y="1631"/>
                    <a:pt x="0" y="2566"/>
                    <a:pt x="353" y="3413"/>
                  </a:cubicBezTo>
                  <a:cubicBezTo>
                    <a:pt x="716" y="4280"/>
                    <a:pt x="1462" y="4961"/>
                    <a:pt x="2191" y="5527"/>
                  </a:cubicBezTo>
                  <a:cubicBezTo>
                    <a:pt x="2753" y="5963"/>
                    <a:pt x="3357" y="6337"/>
                    <a:pt x="3994" y="6644"/>
                  </a:cubicBezTo>
                  <a:cubicBezTo>
                    <a:pt x="3967" y="6582"/>
                    <a:pt x="3942" y="6519"/>
                    <a:pt x="3915" y="6458"/>
                  </a:cubicBezTo>
                  <a:cubicBezTo>
                    <a:pt x="3309" y="6153"/>
                    <a:pt x="2732" y="5786"/>
                    <a:pt x="2200" y="5366"/>
                  </a:cubicBezTo>
                  <a:cubicBezTo>
                    <a:pt x="1485" y="4798"/>
                    <a:pt x="750" y="4116"/>
                    <a:pt x="430" y="3237"/>
                  </a:cubicBezTo>
                  <a:cubicBezTo>
                    <a:pt x="96" y="2324"/>
                    <a:pt x="391" y="1324"/>
                    <a:pt x="975" y="580"/>
                  </a:cubicBezTo>
                  <a:cubicBezTo>
                    <a:pt x="1099" y="421"/>
                    <a:pt x="1235" y="275"/>
                    <a:pt x="1381" y="137"/>
                  </a:cubicBezTo>
                  <a:cubicBezTo>
                    <a:pt x="1364" y="91"/>
                    <a:pt x="1349" y="47"/>
                    <a:pt x="13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-22600" y="2661175"/>
              <a:ext cx="194150" cy="33800"/>
            </a:xfrm>
            <a:custGeom>
              <a:avLst/>
              <a:gdLst/>
              <a:ahLst/>
              <a:cxnLst/>
              <a:rect l="l" t="t" r="r" b="b"/>
              <a:pathLst>
                <a:path w="7766" h="1352" extrusionOk="0">
                  <a:moveTo>
                    <a:pt x="4064" y="0"/>
                  </a:moveTo>
                  <a:cubicBezTo>
                    <a:pt x="3469" y="0"/>
                    <a:pt x="2872" y="77"/>
                    <a:pt x="2285" y="237"/>
                  </a:cubicBezTo>
                  <a:cubicBezTo>
                    <a:pt x="1472" y="459"/>
                    <a:pt x="716" y="809"/>
                    <a:pt x="1" y="1231"/>
                  </a:cubicBezTo>
                  <a:cubicBezTo>
                    <a:pt x="18" y="1271"/>
                    <a:pt x="39" y="1311"/>
                    <a:pt x="58" y="1351"/>
                  </a:cubicBezTo>
                  <a:cubicBezTo>
                    <a:pt x="1324" y="611"/>
                    <a:pt x="2715" y="136"/>
                    <a:pt x="4157" y="136"/>
                  </a:cubicBezTo>
                  <a:cubicBezTo>
                    <a:pt x="4589" y="136"/>
                    <a:pt x="5026" y="178"/>
                    <a:pt x="5466" y="270"/>
                  </a:cubicBezTo>
                  <a:cubicBezTo>
                    <a:pt x="6277" y="438"/>
                    <a:pt x="7050" y="741"/>
                    <a:pt x="7766" y="1152"/>
                  </a:cubicBezTo>
                  <a:cubicBezTo>
                    <a:pt x="7735" y="1085"/>
                    <a:pt x="7706" y="1016"/>
                    <a:pt x="7676" y="949"/>
                  </a:cubicBezTo>
                  <a:cubicBezTo>
                    <a:pt x="7668" y="943"/>
                    <a:pt x="7660" y="939"/>
                    <a:pt x="7653" y="935"/>
                  </a:cubicBezTo>
                  <a:cubicBezTo>
                    <a:pt x="6541" y="334"/>
                    <a:pt x="5307" y="0"/>
                    <a:pt x="40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8150" y="2736575"/>
              <a:ext cx="198175" cy="31925"/>
            </a:xfrm>
            <a:custGeom>
              <a:avLst/>
              <a:gdLst/>
              <a:ahLst/>
              <a:cxnLst/>
              <a:rect l="l" t="t" r="r" b="b"/>
              <a:pathLst>
                <a:path w="7927" h="1277" extrusionOk="0">
                  <a:moveTo>
                    <a:pt x="0" y="718"/>
                  </a:moveTo>
                  <a:lnTo>
                    <a:pt x="0" y="720"/>
                  </a:lnTo>
                  <a:cubicBezTo>
                    <a:pt x="1" y="720"/>
                    <a:pt x="1" y="720"/>
                    <a:pt x="1" y="719"/>
                  </a:cubicBezTo>
                  <a:lnTo>
                    <a:pt x="1" y="719"/>
                  </a:lnTo>
                  <a:cubicBezTo>
                    <a:pt x="1" y="719"/>
                    <a:pt x="1" y="718"/>
                    <a:pt x="0" y="718"/>
                  </a:cubicBezTo>
                  <a:close/>
                  <a:moveTo>
                    <a:pt x="3565" y="0"/>
                  </a:moveTo>
                  <a:cubicBezTo>
                    <a:pt x="2346" y="0"/>
                    <a:pt x="1132" y="243"/>
                    <a:pt x="1" y="719"/>
                  </a:cubicBezTo>
                  <a:lnTo>
                    <a:pt x="1" y="719"/>
                  </a:lnTo>
                  <a:cubicBezTo>
                    <a:pt x="22" y="759"/>
                    <a:pt x="41" y="797"/>
                    <a:pt x="62" y="837"/>
                  </a:cubicBezTo>
                  <a:cubicBezTo>
                    <a:pt x="1165" y="368"/>
                    <a:pt x="2357" y="118"/>
                    <a:pt x="3562" y="118"/>
                  </a:cubicBezTo>
                  <a:cubicBezTo>
                    <a:pt x="3679" y="118"/>
                    <a:pt x="3796" y="120"/>
                    <a:pt x="3914" y="125"/>
                  </a:cubicBezTo>
                  <a:cubicBezTo>
                    <a:pt x="5323" y="183"/>
                    <a:pt x="6703" y="587"/>
                    <a:pt x="7926" y="1276"/>
                  </a:cubicBezTo>
                  <a:cubicBezTo>
                    <a:pt x="7896" y="1207"/>
                    <a:pt x="7863" y="1140"/>
                    <a:pt x="7832" y="1069"/>
                  </a:cubicBezTo>
                  <a:lnTo>
                    <a:pt x="7832" y="1067"/>
                  </a:lnTo>
                  <a:cubicBezTo>
                    <a:pt x="7652" y="971"/>
                    <a:pt x="7468" y="879"/>
                    <a:pt x="7280" y="795"/>
                  </a:cubicBezTo>
                  <a:cubicBezTo>
                    <a:pt x="6097" y="262"/>
                    <a:pt x="4829" y="0"/>
                    <a:pt x="35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209825" y="1792300"/>
              <a:ext cx="252725" cy="52650"/>
            </a:xfrm>
            <a:custGeom>
              <a:avLst/>
              <a:gdLst/>
              <a:ahLst/>
              <a:cxnLst/>
              <a:rect l="l" t="t" r="r" b="b"/>
              <a:pathLst>
                <a:path w="10109" h="2106" extrusionOk="0">
                  <a:moveTo>
                    <a:pt x="114" y="1"/>
                  </a:moveTo>
                  <a:cubicBezTo>
                    <a:pt x="50" y="1"/>
                    <a:pt x="0" y="86"/>
                    <a:pt x="65" y="128"/>
                  </a:cubicBezTo>
                  <a:cubicBezTo>
                    <a:pt x="705" y="558"/>
                    <a:pt x="1386" y="924"/>
                    <a:pt x="2100" y="1217"/>
                  </a:cubicBezTo>
                  <a:cubicBezTo>
                    <a:pt x="3533" y="1806"/>
                    <a:pt x="5075" y="2105"/>
                    <a:pt x="6616" y="2105"/>
                  </a:cubicBezTo>
                  <a:cubicBezTo>
                    <a:pt x="7768" y="2105"/>
                    <a:pt x="8920" y="1938"/>
                    <a:pt x="10026" y="1599"/>
                  </a:cubicBezTo>
                  <a:cubicBezTo>
                    <a:pt x="10108" y="1575"/>
                    <a:pt x="10071" y="1460"/>
                    <a:pt x="9996" y="1460"/>
                  </a:cubicBezTo>
                  <a:cubicBezTo>
                    <a:pt x="9988" y="1460"/>
                    <a:pt x="9981" y="1461"/>
                    <a:pt x="9972" y="1463"/>
                  </a:cubicBezTo>
                  <a:cubicBezTo>
                    <a:pt x="8886" y="1796"/>
                    <a:pt x="7756" y="1959"/>
                    <a:pt x="6626" y="1959"/>
                  </a:cubicBezTo>
                  <a:cubicBezTo>
                    <a:pt x="4344" y="1959"/>
                    <a:pt x="2065" y="1293"/>
                    <a:pt x="157" y="15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229450" y="1777825"/>
              <a:ext cx="15075" cy="28025"/>
            </a:xfrm>
            <a:custGeom>
              <a:avLst/>
              <a:gdLst/>
              <a:ahLst/>
              <a:cxnLst/>
              <a:rect l="l" t="t" r="r" b="b"/>
              <a:pathLst>
                <a:path w="603" h="1121" extrusionOk="0">
                  <a:moveTo>
                    <a:pt x="501" y="1"/>
                  </a:moveTo>
                  <a:cubicBezTo>
                    <a:pt x="483" y="1"/>
                    <a:pt x="464" y="9"/>
                    <a:pt x="450" y="30"/>
                  </a:cubicBezTo>
                  <a:cubicBezTo>
                    <a:pt x="237" y="337"/>
                    <a:pt x="89" y="672"/>
                    <a:pt x="13" y="1039"/>
                  </a:cubicBezTo>
                  <a:cubicBezTo>
                    <a:pt x="1" y="1090"/>
                    <a:pt x="41" y="1120"/>
                    <a:pt x="83" y="1120"/>
                  </a:cubicBezTo>
                  <a:cubicBezTo>
                    <a:pt x="115" y="1120"/>
                    <a:pt x="148" y="1102"/>
                    <a:pt x="156" y="1062"/>
                  </a:cubicBezTo>
                  <a:cubicBezTo>
                    <a:pt x="229" y="720"/>
                    <a:pt x="364" y="408"/>
                    <a:pt x="563" y="122"/>
                  </a:cubicBezTo>
                  <a:cubicBezTo>
                    <a:pt x="602" y="65"/>
                    <a:pt x="552" y="1"/>
                    <a:pt x="501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414500" y="1802800"/>
              <a:ext cx="8350" cy="36225"/>
            </a:xfrm>
            <a:custGeom>
              <a:avLst/>
              <a:gdLst/>
              <a:ahLst/>
              <a:cxnLst/>
              <a:rect l="l" t="t" r="r" b="b"/>
              <a:pathLst>
                <a:path w="334" h="1449" extrusionOk="0">
                  <a:moveTo>
                    <a:pt x="95" y="1"/>
                  </a:moveTo>
                  <a:cubicBezTo>
                    <a:pt x="51" y="1"/>
                    <a:pt x="1" y="44"/>
                    <a:pt x="17" y="101"/>
                  </a:cubicBezTo>
                  <a:cubicBezTo>
                    <a:pt x="136" y="515"/>
                    <a:pt x="188" y="936"/>
                    <a:pt x="172" y="1365"/>
                  </a:cubicBezTo>
                  <a:cubicBezTo>
                    <a:pt x="171" y="1418"/>
                    <a:pt x="216" y="1448"/>
                    <a:pt x="256" y="1448"/>
                  </a:cubicBezTo>
                  <a:cubicBezTo>
                    <a:pt x="288" y="1448"/>
                    <a:pt x="316" y="1430"/>
                    <a:pt x="318" y="1388"/>
                  </a:cubicBezTo>
                  <a:cubicBezTo>
                    <a:pt x="333" y="932"/>
                    <a:pt x="280" y="487"/>
                    <a:pt x="153" y="47"/>
                  </a:cubicBezTo>
                  <a:cubicBezTo>
                    <a:pt x="144" y="15"/>
                    <a:pt x="120" y="1"/>
                    <a:pt x="95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346875" y="1806500"/>
              <a:ext cx="6000" cy="34000"/>
            </a:xfrm>
            <a:custGeom>
              <a:avLst/>
              <a:gdLst/>
              <a:ahLst/>
              <a:cxnLst/>
              <a:rect l="l" t="t" r="r" b="b"/>
              <a:pathLst>
                <a:path w="240" h="1360" extrusionOk="0">
                  <a:moveTo>
                    <a:pt x="89" y="1"/>
                  </a:moveTo>
                  <a:cubicBezTo>
                    <a:pt x="48" y="1"/>
                    <a:pt x="10" y="29"/>
                    <a:pt x="19" y="80"/>
                  </a:cubicBezTo>
                  <a:cubicBezTo>
                    <a:pt x="92" y="481"/>
                    <a:pt x="90" y="878"/>
                    <a:pt x="11" y="1279"/>
                  </a:cubicBezTo>
                  <a:cubicBezTo>
                    <a:pt x="1" y="1330"/>
                    <a:pt x="41" y="1359"/>
                    <a:pt x="82" y="1359"/>
                  </a:cubicBezTo>
                  <a:cubicBezTo>
                    <a:pt x="115" y="1359"/>
                    <a:pt x="148" y="1341"/>
                    <a:pt x="155" y="1300"/>
                  </a:cubicBezTo>
                  <a:cubicBezTo>
                    <a:pt x="238" y="887"/>
                    <a:pt x="240" y="477"/>
                    <a:pt x="165" y="62"/>
                  </a:cubicBezTo>
                  <a:cubicBezTo>
                    <a:pt x="157" y="20"/>
                    <a:pt x="122" y="1"/>
                    <a:pt x="8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294300" y="1805825"/>
              <a:ext cx="19450" cy="18175"/>
            </a:xfrm>
            <a:custGeom>
              <a:avLst/>
              <a:gdLst/>
              <a:ahLst/>
              <a:cxnLst/>
              <a:rect l="l" t="t" r="r" b="b"/>
              <a:pathLst>
                <a:path w="778" h="727" extrusionOk="0">
                  <a:moveTo>
                    <a:pt x="390" y="1"/>
                  </a:moveTo>
                  <a:cubicBezTo>
                    <a:pt x="214" y="1"/>
                    <a:pt x="59" y="129"/>
                    <a:pt x="31" y="308"/>
                  </a:cubicBezTo>
                  <a:cubicBezTo>
                    <a:pt x="0" y="506"/>
                    <a:pt x="137" y="692"/>
                    <a:pt x="334" y="722"/>
                  </a:cubicBezTo>
                  <a:cubicBezTo>
                    <a:pt x="353" y="725"/>
                    <a:pt x="372" y="727"/>
                    <a:pt x="390" y="727"/>
                  </a:cubicBezTo>
                  <a:cubicBezTo>
                    <a:pt x="565" y="727"/>
                    <a:pt x="719" y="598"/>
                    <a:pt x="747" y="419"/>
                  </a:cubicBezTo>
                  <a:cubicBezTo>
                    <a:pt x="777" y="222"/>
                    <a:pt x="643" y="36"/>
                    <a:pt x="446" y="5"/>
                  </a:cubicBezTo>
                  <a:cubicBezTo>
                    <a:pt x="427" y="2"/>
                    <a:pt x="408" y="1"/>
                    <a:pt x="3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423325" y="1837725"/>
              <a:ext cx="44900" cy="89675"/>
            </a:xfrm>
            <a:custGeom>
              <a:avLst/>
              <a:gdLst/>
              <a:ahLst/>
              <a:cxnLst/>
              <a:rect l="l" t="t" r="r" b="b"/>
              <a:pathLst>
                <a:path w="1796" h="3587" extrusionOk="0">
                  <a:moveTo>
                    <a:pt x="64" y="1"/>
                  </a:moveTo>
                  <a:cubicBezTo>
                    <a:pt x="31" y="1"/>
                    <a:pt x="1" y="21"/>
                    <a:pt x="1" y="64"/>
                  </a:cubicBezTo>
                  <a:cubicBezTo>
                    <a:pt x="17" y="1382"/>
                    <a:pt x="209" y="3076"/>
                    <a:pt x="1661" y="3582"/>
                  </a:cubicBezTo>
                  <a:cubicBezTo>
                    <a:pt x="1670" y="3585"/>
                    <a:pt x="1678" y="3587"/>
                    <a:pt x="1687" y="3587"/>
                  </a:cubicBezTo>
                  <a:cubicBezTo>
                    <a:pt x="1760" y="3587"/>
                    <a:pt x="1796" y="3474"/>
                    <a:pt x="1714" y="3446"/>
                  </a:cubicBezTo>
                  <a:cubicBezTo>
                    <a:pt x="331" y="2965"/>
                    <a:pt x="163" y="1330"/>
                    <a:pt x="147" y="80"/>
                  </a:cubicBezTo>
                  <a:cubicBezTo>
                    <a:pt x="146" y="29"/>
                    <a:pt x="103" y="1"/>
                    <a:pt x="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167175" y="1819975"/>
              <a:ext cx="78500" cy="81000"/>
            </a:xfrm>
            <a:custGeom>
              <a:avLst/>
              <a:gdLst/>
              <a:ahLst/>
              <a:cxnLst/>
              <a:rect l="l" t="t" r="r" b="b"/>
              <a:pathLst>
                <a:path w="3140" h="3240" extrusionOk="0">
                  <a:moveTo>
                    <a:pt x="3043" y="0"/>
                  </a:moveTo>
                  <a:cubicBezTo>
                    <a:pt x="3009" y="0"/>
                    <a:pt x="2974" y="18"/>
                    <a:pt x="2960" y="59"/>
                  </a:cubicBezTo>
                  <a:cubicBezTo>
                    <a:pt x="2502" y="1380"/>
                    <a:pt x="1744" y="3053"/>
                    <a:pt x="106" y="3076"/>
                  </a:cubicBezTo>
                  <a:cubicBezTo>
                    <a:pt x="1" y="3078"/>
                    <a:pt x="10" y="3239"/>
                    <a:pt x="113" y="3239"/>
                  </a:cubicBezTo>
                  <a:cubicBezTo>
                    <a:pt x="114" y="3239"/>
                    <a:pt x="115" y="3239"/>
                    <a:pt x="115" y="3239"/>
                  </a:cubicBezTo>
                  <a:cubicBezTo>
                    <a:pt x="1834" y="3216"/>
                    <a:pt x="2636" y="1486"/>
                    <a:pt x="3119" y="95"/>
                  </a:cubicBezTo>
                  <a:cubicBezTo>
                    <a:pt x="3140" y="37"/>
                    <a:pt x="3092" y="0"/>
                    <a:pt x="30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355450" y="2971325"/>
              <a:ext cx="71850" cy="160875"/>
            </a:xfrm>
            <a:custGeom>
              <a:avLst/>
              <a:gdLst/>
              <a:ahLst/>
              <a:cxnLst/>
              <a:rect l="l" t="t" r="r" b="b"/>
              <a:pathLst>
                <a:path w="2874" h="6435" extrusionOk="0">
                  <a:moveTo>
                    <a:pt x="77" y="0"/>
                  </a:moveTo>
                  <a:lnTo>
                    <a:pt x="0" y="6394"/>
                  </a:lnTo>
                  <a:lnTo>
                    <a:pt x="2011" y="6434"/>
                  </a:lnTo>
                  <a:lnTo>
                    <a:pt x="2874" y="28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329500" y="3110350"/>
              <a:ext cx="149225" cy="95250"/>
            </a:xfrm>
            <a:custGeom>
              <a:avLst/>
              <a:gdLst/>
              <a:ahLst/>
              <a:cxnLst/>
              <a:rect l="l" t="t" r="r" b="b"/>
              <a:pathLst>
                <a:path w="5969" h="3810" extrusionOk="0">
                  <a:moveTo>
                    <a:pt x="2510" y="0"/>
                  </a:moveTo>
                  <a:cubicBezTo>
                    <a:pt x="2490" y="0"/>
                    <a:pt x="2469" y="1"/>
                    <a:pt x="2448" y="2"/>
                  </a:cubicBezTo>
                  <a:cubicBezTo>
                    <a:pt x="1501" y="67"/>
                    <a:pt x="1084" y="773"/>
                    <a:pt x="1084" y="773"/>
                  </a:cubicBezTo>
                  <a:cubicBezTo>
                    <a:pt x="1084" y="773"/>
                    <a:pt x="915" y="360"/>
                    <a:pt x="721" y="360"/>
                  </a:cubicBezTo>
                  <a:cubicBezTo>
                    <a:pt x="637" y="360"/>
                    <a:pt x="550" y="436"/>
                    <a:pt x="469" y="652"/>
                  </a:cubicBezTo>
                  <a:cubicBezTo>
                    <a:pt x="277" y="1165"/>
                    <a:pt x="123" y="2536"/>
                    <a:pt x="48" y="3292"/>
                  </a:cubicBezTo>
                  <a:cubicBezTo>
                    <a:pt x="43" y="3351"/>
                    <a:pt x="37" y="3405"/>
                    <a:pt x="33" y="3455"/>
                  </a:cubicBezTo>
                  <a:cubicBezTo>
                    <a:pt x="12" y="3674"/>
                    <a:pt x="0" y="3810"/>
                    <a:pt x="0" y="3810"/>
                  </a:cubicBezTo>
                  <a:lnTo>
                    <a:pt x="5836" y="3810"/>
                  </a:lnTo>
                  <a:cubicBezTo>
                    <a:pt x="5882" y="3664"/>
                    <a:pt x="5913" y="3526"/>
                    <a:pt x="5930" y="3394"/>
                  </a:cubicBezTo>
                  <a:cubicBezTo>
                    <a:pt x="5936" y="3338"/>
                    <a:pt x="5939" y="3284"/>
                    <a:pt x="5941" y="3231"/>
                  </a:cubicBezTo>
                  <a:cubicBezTo>
                    <a:pt x="5968" y="2482"/>
                    <a:pt x="5512" y="1993"/>
                    <a:pt x="4963" y="1915"/>
                  </a:cubicBezTo>
                  <a:cubicBezTo>
                    <a:pt x="4669" y="1874"/>
                    <a:pt x="4326" y="1575"/>
                    <a:pt x="4075" y="1312"/>
                  </a:cubicBezTo>
                  <a:cubicBezTo>
                    <a:pt x="4073" y="1278"/>
                    <a:pt x="3442" y="261"/>
                    <a:pt x="3221" y="183"/>
                  </a:cubicBezTo>
                  <a:cubicBezTo>
                    <a:pt x="3213" y="180"/>
                    <a:pt x="3205" y="178"/>
                    <a:pt x="3199" y="178"/>
                  </a:cubicBezTo>
                  <a:cubicBezTo>
                    <a:pt x="3115" y="178"/>
                    <a:pt x="3176" y="404"/>
                    <a:pt x="3112" y="541"/>
                  </a:cubicBezTo>
                  <a:cubicBezTo>
                    <a:pt x="2958" y="191"/>
                    <a:pt x="2832" y="0"/>
                    <a:pt x="25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333775" y="3148425"/>
              <a:ext cx="28275" cy="45875"/>
            </a:xfrm>
            <a:custGeom>
              <a:avLst/>
              <a:gdLst/>
              <a:ahLst/>
              <a:cxnLst/>
              <a:rect l="l" t="t" r="r" b="b"/>
              <a:pathLst>
                <a:path w="1131" h="1835" extrusionOk="0">
                  <a:moveTo>
                    <a:pt x="91" y="1"/>
                  </a:moveTo>
                  <a:cubicBezTo>
                    <a:pt x="37" y="1"/>
                    <a:pt x="1" y="90"/>
                    <a:pt x="60" y="131"/>
                  </a:cubicBezTo>
                  <a:cubicBezTo>
                    <a:pt x="595" y="514"/>
                    <a:pt x="934" y="1113"/>
                    <a:pt x="990" y="1769"/>
                  </a:cubicBezTo>
                  <a:cubicBezTo>
                    <a:pt x="994" y="1812"/>
                    <a:pt x="1030" y="1834"/>
                    <a:pt x="1064" y="1834"/>
                  </a:cubicBezTo>
                  <a:cubicBezTo>
                    <a:pt x="1098" y="1834"/>
                    <a:pt x="1130" y="1813"/>
                    <a:pt x="1126" y="1769"/>
                  </a:cubicBezTo>
                  <a:cubicBezTo>
                    <a:pt x="1065" y="1061"/>
                    <a:pt x="704" y="428"/>
                    <a:pt x="127" y="14"/>
                  </a:cubicBezTo>
                  <a:cubicBezTo>
                    <a:pt x="115" y="5"/>
                    <a:pt x="102" y="1"/>
                    <a:pt x="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4"/>
            <p:cNvSpPr/>
            <p:nvPr/>
          </p:nvSpPr>
          <p:spPr>
            <a:xfrm>
              <a:off x="387350" y="3155775"/>
              <a:ext cx="63250" cy="37625"/>
            </a:xfrm>
            <a:custGeom>
              <a:avLst/>
              <a:gdLst/>
              <a:ahLst/>
              <a:cxnLst/>
              <a:rect l="l" t="t" r="r" b="b"/>
              <a:pathLst>
                <a:path w="2530" h="1505" extrusionOk="0">
                  <a:moveTo>
                    <a:pt x="2048" y="0"/>
                  </a:moveTo>
                  <a:cubicBezTo>
                    <a:pt x="1150" y="0"/>
                    <a:pt x="340" y="548"/>
                    <a:pt x="19" y="1421"/>
                  </a:cubicBezTo>
                  <a:cubicBezTo>
                    <a:pt x="0" y="1471"/>
                    <a:pt x="42" y="1504"/>
                    <a:pt x="83" y="1504"/>
                  </a:cubicBezTo>
                  <a:cubicBezTo>
                    <a:pt x="111" y="1504"/>
                    <a:pt x="138" y="1490"/>
                    <a:pt x="149" y="1458"/>
                  </a:cubicBezTo>
                  <a:cubicBezTo>
                    <a:pt x="448" y="649"/>
                    <a:pt x="1208" y="134"/>
                    <a:pt x="2044" y="134"/>
                  </a:cubicBezTo>
                  <a:cubicBezTo>
                    <a:pt x="2165" y="134"/>
                    <a:pt x="2288" y="144"/>
                    <a:pt x="2411" y="167"/>
                  </a:cubicBezTo>
                  <a:cubicBezTo>
                    <a:pt x="2416" y="168"/>
                    <a:pt x="2421" y="168"/>
                    <a:pt x="2425" y="168"/>
                  </a:cubicBezTo>
                  <a:cubicBezTo>
                    <a:pt x="2501" y="168"/>
                    <a:pt x="2529" y="51"/>
                    <a:pt x="2448" y="36"/>
                  </a:cubicBezTo>
                  <a:cubicBezTo>
                    <a:pt x="2313" y="12"/>
                    <a:pt x="2180" y="0"/>
                    <a:pt x="20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4"/>
            <p:cNvSpPr/>
            <p:nvPr/>
          </p:nvSpPr>
          <p:spPr>
            <a:xfrm>
              <a:off x="330325" y="3191100"/>
              <a:ext cx="147725" cy="5650"/>
            </a:xfrm>
            <a:custGeom>
              <a:avLst/>
              <a:gdLst/>
              <a:ahLst/>
              <a:cxnLst/>
              <a:rect l="l" t="t" r="r" b="b"/>
              <a:pathLst>
                <a:path w="5909" h="226" extrusionOk="0">
                  <a:moveTo>
                    <a:pt x="5908" y="1"/>
                  </a:moveTo>
                  <a:cubicBezTo>
                    <a:pt x="5707" y="3"/>
                    <a:pt x="5507" y="4"/>
                    <a:pt x="5306" y="6"/>
                  </a:cubicBezTo>
                  <a:cubicBezTo>
                    <a:pt x="3543" y="26"/>
                    <a:pt x="1778" y="43"/>
                    <a:pt x="15" y="62"/>
                  </a:cubicBezTo>
                  <a:cubicBezTo>
                    <a:pt x="10" y="120"/>
                    <a:pt x="4" y="175"/>
                    <a:pt x="0" y="225"/>
                  </a:cubicBezTo>
                  <a:lnTo>
                    <a:pt x="111" y="225"/>
                  </a:lnTo>
                  <a:cubicBezTo>
                    <a:pt x="2039" y="204"/>
                    <a:pt x="3967" y="185"/>
                    <a:pt x="5897" y="164"/>
                  </a:cubicBezTo>
                  <a:cubicBezTo>
                    <a:pt x="5903" y="108"/>
                    <a:pt x="5906" y="54"/>
                    <a:pt x="5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4"/>
            <p:cNvSpPr/>
            <p:nvPr/>
          </p:nvSpPr>
          <p:spPr>
            <a:xfrm>
              <a:off x="257700" y="1965575"/>
              <a:ext cx="240675" cy="1065525"/>
            </a:xfrm>
            <a:custGeom>
              <a:avLst/>
              <a:gdLst/>
              <a:ahLst/>
              <a:cxnLst/>
              <a:rect l="l" t="t" r="r" b="b"/>
              <a:pathLst>
                <a:path w="9627" h="42621" extrusionOk="0">
                  <a:moveTo>
                    <a:pt x="9174" y="1"/>
                  </a:moveTo>
                  <a:lnTo>
                    <a:pt x="1" y="663"/>
                  </a:lnTo>
                  <a:lnTo>
                    <a:pt x="2646" y="25443"/>
                  </a:lnTo>
                  <a:lnTo>
                    <a:pt x="3486" y="42620"/>
                  </a:lnTo>
                  <a:lnTo>
                    <a:pt x="7062" y="42620"/>
                  </a:lnTo>
                  <a:cubicBezTo>
                    <a:pt x="8564" y="28725"/>
                    <a:pt x="9627" y="13778"/>
                    <a:pt x="91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4"/>
            <p:cNvSpPr/>
            <p:nvPr/>
          </p:nvSpPr>
          <p:spPr>
            <a:xfrm>
              <a:off x="293150" y="2006500"/>
              <a:ext cx="195100" cy="315675"/>
            </a:xfrm>
            <a:custGeom>
              <a:avLst/>
              <a:gdLst/>
              <a:ahLst/>
              <a:cxnLst/>
              <a:rect l="l" t="t" r="r" b="b"/>
              <a:pathLst>
                <a:path w="7804" h="12627" extrusionOk="0">
                  <a:moveTo>
                    <a:pt x="7802" y="0"/>
                  </a:moveTo>
                  <a:cubicBezTo>
                    <a:pt x="7203" y="0"/>
                    <a:pt x="6592" y="169"/>
                    <a:pt x="6056" y="445"/>
                  </a:cubicBezTo>
                  <a:cubicBezTo>
                    <a:pt x="3914" y="1546"/>
                    <a:pt x="2625" y="3829"/>
                    <a:pt x="1825" y="6012"/>
                  </a:cubicBezTo>
                  <a:cubicBezTo>
                    <a:pt x="1071" y="8063"/>
                    <a:pt x="676" y="10228"/>
                    <a:pt x="0" y="12302"/>
                  </a:cubicBezTo>
                  <a:lnTo>
                    <a:pt x="35" y="12626"/>
                  </a:lnTo>
                  <a:cubicBezTo>
                    <a:pt x="346" y="11715"/>
                    <a:pt x="599" y="10785"/>
                    <a:pt x="843" y="9852"/>
                  </a:cubicBezTo>
                  <a:cubicBezTo>
                    <a:pt x="1464" y="7483"/>
                    <a:pt x="2070" y="5043"/>
                    <a:pt x="3486" y="3002"/>
                  </a:cubicBezTo>
                  <a:cubicBezTo>
                    <a:pt x="4161" y="2026"/>
                    <a:pt x="5034" y="1134"/>
                    <a:pt x="6091" y="579"/>
                  </a:cubicBezTo>
                  <a:cubicBezTo>
                    <a:pt x="6615" y="305"/>
                    <a:pt x="7215" y="134"/>
                    <a:pt x="7804" y="134"/>
                  </a:cubicBezTo>
                  <a:cubicBezTo>
                    <a:pt x="7804" y="90"/>
                    <a:pt x="7802" y="44"/>
                    <a:pt x="78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4"/>
            <p:cNvSpPr/>
            <p:nvPr/>
          </p:nvSpPr>
          <p:spPr>
            <a:xfrm>
              <a:off x="394475" y="2079250"/>
              <a:ext cx="94975" cy="268175"/>
            </a:xfrm>
            <a:custGeom>
              <a:avLst/>
              <a:gdLst/>
              <a:ahLst/>
              <a:cxnLst/>
              <a:rect l="l" t="t" r="r" b="b"/>
              <a:pathLst>
                <a:path w="3799" h="10727" extrusionOk="0">
                  <a:moveTo>
                    <a:pt x="3797" y="0"/>
                  </a:moveTo>
                  <a:cubicBezTo>
                    <a:pt x="2901" y="328"/>
                    <a:pt x="2109" y="917"/>
                    <a:pt x="1512" y="1667"/>
                  </a:cubicBezTo>
                  <a:cubicBezTo>
                    <a:pt x="1" y="3564"/>
                    <a:pt x="8" y="6198"/>
                    <a:pt x="1190" y="8262"/>
                  </a:cubicBezTo>
                  <a:cubicBezTo>
                    <a:pt x="1785" y="9300"/>
                    <a:pt x="2646" y="10127"/>
                    <a:pt x="3651" y="10727"/>
                  </a:cubicBezTo>
                  <a:cubicBezTo>
                    <a:pt x="3653" y="10677"/>
                    <a:pt x="3655" y="10627"/>
                    <a:pt x="3657" y="10577"/>
                  </a:cubicBezTo>
                  <a:cubicBezTo>
                    <a:pt x="3595" y="10539"/>
                    <a:pt x="3534" y="10501"/>
                    <a:pt x="3473" y="10462"/>
                  </a:cubicBezTo>
                  <a:cubicBezTo>
                    <a:pt x="1482" y="9162"/>
                    <a:pt x="216" y="6818"/>
                    <a:pt x="498" y="4418"/>
                  </a:cubicBezTo>
                  <a:cubicBezTo>
                    <a:pt x="720" y="2523"/>
                    <a:pt x="2028" y="815"/>
                    <a:pt x="3799" y="144"/>
                  </a:cubicBezTo>
                  <a:cubicBezTo>
                    <a:pt x="3799" y="96"/>
                    <a:pt x="3799" y="48"/>
                    <a:pt x="3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4"/>
            <p:cNvSpPr/>
            <p:nvPr/>
          </p:nvSpPr>
          <p:spPr>
            <a:xfrm>
              <a:off x="297700" y="2313300"/>
              <a:ext cx="124275" cy="269125"/>
            </a:xfrm>
            <a:custGeom>
              <a:avLst/>
              <a:gdLst/>
              <a:ahLst/>
              <a:cxnLst/>
              <a:rect l="l" t="t" r="r" b="b"/>
              <a:pathLst>
                <a:path w="4971" h="10765" extrusionOk="0">
                  <a:moveTo>
                    <a:pt x="2711" y="1"/>
                  </a:moveTo>
                  <a:cubicBezTo>
                    <a:pt x="2143" y="1"/>
                    <a:pt x="1561" y="197"/>
                    <a:pt x="1107" y="509"/>
                  </a:cubicBezTo>
                  <a:cubicBezTo>
                    <a:pt x="641" y="832"/>
                    <a:pt x="286" y="1265"/>
                    <a:pt x="1" y="1749"/>
                  </a:cubicBezTo>
                  <a:lnTo>
                    <a:pt x="1" y="1751"/>
                  </a:lnTo>
                  <a:lnTo>
                    <a:pt x="26" y="1983"/>
                  </a:lnTo>
                  <a:cubicBezTo>
                    <a:pt x="388" y="1319"/>
                    <a:pt x="864" y="738"/>
                    <a:pt x="1558" y="406"/>
                  </a:cubicBezTo>
                  <a:cubicBezTo>
                    <a:pt x="1910" y="238"/>
                    <a:pt x="2297" y="148"/>
                    <a:pt x="2674" y="148"/>
                  </a:cubicBezTo>
                  <a:cubicBezTo>
                    <a:pt x="3423" y="148"/>
                    <a:pt x="4129" y="503"/>
                    <a:pt x="4426" y="1298"/>
                  </a:cubicBezTo>
                  <a:cubicBezTo>
                    <a:pt x="4844" y="2408"/>
                    <a:pt x="4484" y="3755"/>
                    <a:pt x="4173" y="4848"/>
                  </a:cubicBezTo>
                  <a:cubicBezTo>
                    <a:pt x="3565" y="6982"/>
                    <a:pt x="2448" y="8957"/>
                    <a:pt x="944" y="10584"/>
                  </a:cubicBezTo>
                  <a:lnTo>
                    <a:pt x="964" y="10764"/>
                  </a:lnTo>
                  <a:cubicBezTo>
                    <a:pt x="1838" y="9834"/>
                    <a:pt x="2588" y="8789"/>
                    <a:pt x="3185" y="7661"/>
                  </a:cubicBezTo>
                  <a:cubicBezTo>
                    <a:pt x="3814" y="6473"/>
                    <a:pt x="4278" y="5200"/>
                    <a:pt x="4549" y="3884"/>
                  </a:cubicBezTo>
                  <a:cubicBezTo>
                    <a:pt x="4775" y="2794"/>
                    <a:pt x="4971" y="1365"/>
                    <a:pt x="4071" y="509"/>
                  </a:cubicBezTo>
                  <a:cubicBezTo>
                    <a:pt x="3695" y="152"/>
                    <a:pt x="3209" y="1"/>
                    <a:pt x="27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4"/>
            <p:cNvSpPr/>
            <p:nvPr/>
          </p:nvSpPr>
          <p:spPr>
            <a:xfrm>
              <a:off x="403975" y="2462700"/>
              <a:ext cx="76850" cy="245950"/>
            </a:xfrm>
            <a:custGeom>
              <a:avLst/>
              <a:gdLst/>
              <a:ahLst/>
              <a:cxnLst/>
              <a:rect l="l" t="t" r="r" b="b"/>
              <a:pathLst>
                <a:path w="3074" h="9838" extrusionOk="0">
                  <a:moveTo>
                    <a:pt x="3074" y="0"/>
                  </a:moveTo>
                  <a:lnTo>
                    <a:pt x="3074" y="0"/>
                  </a:lnTo>
                  <a:cubicBezTo>
                    <a:pt x="2696" y="221"/>
                    <a:pt x="2347" y="490"/>
                    <a:pt x="2032" y="796"/>
                  </a:cubicBezTo>
                  <a:cubicBezTo>
                    <a:pt x="392" y="2400"/>
                    <a:pt x="1" y="4846"/>
                    <a:pt x="691" y="6987"/>
                  </a:cubicBezTo>
                  <a:cubicBezTo>
                    <a:pt x="1040" y="8069"/>
                    <a:pt x="1652" y="9028"/>
                    <a:pt x="2429" y="9837"/>
                  </a:cubicBezTo>
                  <a:cubicBezTo>
                    <a:pt x="2433" y="9778"/>
                    <a:pt x="2439" y="9718"/>
                    <a:pt x="2442" y="9659"/>
                  </a:cubicBezTo>
                  <a:cubicBezTo>
                    <a:pt x="2416" y="9630"/>
                    <a:pt x="2391" y="9601"/>
                    <a:pt x="2364" y="9572"/>
                  </a:cubicBezTo>
                  <a:cubicBezTo>
                    <a:pt x="848" y="7900"/>
                    <a:pt x="96" y="5525"/>
                    <a:pt x="705" y="3309"/>
                  </a:cubicBezTo>
                  <a:cubicBezTo>
                    <a:pt x="1061" y="2011"/>
                    <a:pt x="1926" y="862"/>
                    <a:pt x="3064" y="163"/>
                  </a:cubicBezTo>
                  <a:cubicBezTo>
                    <a:pt x="3068" y="110"/>
                    <a:pt x="3070" y="56"/>
                    <a:pt x="30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4"/>
            <p:cNvSpPr/>
            <p:nvPr/>
          </p:nvSpPr>
          <p:spPr>
            <a:xfrm>
              <a:off x="324275" y="2607375"/>
              <a:ext cx="131650" cy="209600"/>
            </a:xfrm>
            <a:custGeom>
              <a:avLst/>
              <a:gdLst/>
              <a:ahLst/>
              <a:cxnLst/>
              <a:rect l="l" t="t" r="r" b="b"/>
              <a:pathLst>
                <a:path w="5266" h="8384" extrusionOk="0">
                  <a:moveTo>
                    <a:pt x="710" y="0"/>
                  </a:moveTo>
                  <a:cubicBezTo>
                    <a:pt x="620" y="0"/>
                    <a:pt x="529" y="6"/>
                    <a:pt x="438" y="18"/>
                  </a:cubicBezTo>
                  <a:cubicBezTo>
                    <a:pt x="290" y="37"/>
                    <a:pt x="142" y="72"/>
                    <a:pt x="0" y="120"/>
                  </a:cubicBezTo>
                  <a:lnTo>
                    <a:pt x="8" y="267"/>
                  </a:lnTo>
                  <a:cubicBezTo>
                    <a:pt x="241" y="190"/>
                    <a:pt x="488" y="151"/>
                    <a:pt x="733" y="151"/>
                  </a:cubicBezTo>
                  <a:cubicBezTo>
                    <a:pt x="977" y="151"/>
                    <a:pt x="1218" y="190"/>
                    <a:pt x="1441" y="271"/>
                  </a:cubicBezTo>
                  <a:cubicBezTo>
                    <a:pt x="2600" y="693"/>
                    <a:pt x="3281" y="1861"/>
                    <a:pt x="3612" y="2986"/>
                  </a:cubicBezTo>
                  <a:cubicBezTo>
                    <a:pt x="3983" y="4242"/>
                    <a:pt x="4034" y="5569"/>
                    <a:pt x="4439" y="6816"/>
                  </a:cubicBezTo>
                  <a:cubicBezTo>
                    <a:pt x="4625" y="7384"/>
                    <a:pt x="4888" y="7925"/>
                    <a:pt x="5249" y="8383"/>
                  </a:cubicBezTo>
                  <a:cubicBezTo>
                    <a:pt x="5254" y="8322"/>
                    <a:pt x="5260" y="8261"/>
                    <a:pt x="5266" y="8199"/>
                  </a:cubicBezTo>
                  <a:cubicBezTo>
                    <a:pt x="4627" y="7330"/>
                    <a:pt x="4378" y="6208"/>
                    <a:pt x="4194" y="5161"/>
                  </a:cubicBezTo>
                  <a:cubicBezTo>
                    <a:pt x="3969" y="3876"/>
                    <a:pt x="3802" y="2514"/>
                    <a:pt x="3037" y="1413"/>
                  </a:cubicBezTo>
                  <a:cubicBezTo>
                    <a:pt x="2507" y="648"/>
                    <a:pt x="1665" y="0"/>
                    <a:pt x="7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4"/>
            <p:cNvSpPr/>
            <p:nvPr/>
          </p:nvSpPr>
          <p:spPr>
            <a:xfrm>
              <a:off x="331125" y="2750625"/>
              <a:ext cx="118475" cy="136600"/>
            </a:xfrm>
            <a:custGeom>
              <a:avLst/>
              <a:gdLst/>
              <a:ahLst/>
              <a:cxnLst/>
              <a:rect l="l" t="t" r="r" b="b"/>
              <a:pathLst>
                <a:path w="4739" h="5464" extrusionOk="0">
                  <a:moveTo>
                    <a:pt x="1" y="1"/>
                  </a:moveTo>
                  <a:lnTo>
                    <a:pt x="8" y="164"/>
                  </a:lnTo>
                  <a:cubicBezTo>
                    <a:pt x="996" y="653"/>
                    <a:pt x="1896" y="1512"/>
                    <a:pt x="2571" y="2256"/>
                  </a:cubicBezTo>
                  <a:cubicBezTo>
                    <a:pt x="3440" y="3214"/>
                    <a:pt x="4161" y="4297"/>
                    <a:pt x="4714" y="5464"/>
                  </a:cubicBezTo>
                  <a:cubicBezTo>
                    <a:pt x="4721" y="5375"/>
                    <a:pt x="4731" y="5287"/>
                    <a:pt x="4739" y="5201"/>
                  </a:cubicBezTo>
                  <a:cubicBezTo>
                    <a:pt x="4583" y="4884"/>
                    <a:pt x="4415" y="4576"/>
                    <a:pt x="4234" y="4274"/>
                  </a:cubicBezTo>
                  <a:cubicBezTo>
                    <a:pt x="3659" y="3311"/>
                    <a:pt x="2962" y="2421"/>
                    <a:pt x="2163" y="1635"/>
                  </a:cubicBezTo>
                  <a:cubicBezTo>
                    <a:pt x="1530" y="1011"/>
                    <a:pt x="816" y="39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4"/>
            <p:cNvSpPr/>
            <p:nvPr/>
          </p:nvSpPr>
          <p:spPr>
            <a:xfrm>
              <a:off x="336600" y="2862500"/>
              <a:ext cx="64750" cy="160575"/>
            </a:xfrm>
            <a:custGeom>
              <a:avLst/>
              <a:gdLst/>
              <a:ahLst/>
              <a:cxnLst/>
              <a:rect l="l" t="t" r="r" b="b"/>
              <a:pathLst>
                <a:path w="2590" h="6423" extrusionOk="0">
                  <a:moveTo>
                    <a:pt x="0" y="1"/>
                  </a:moveTo>
                  <a:lnTo>
                    <a:pt x="10" y="202"/>
                  </a:lnTo>
                  <a:cubicBezTo>
                    <a:pt x="10" y="202"/>
                    <a:pt x="10" y="204"/>
                    <a:pt x="10" y="204"/>
                  </a:cubicBezTo>
                  <a:cubicBezTo>
                    <a:pt x="1568" y="1846"/>
                    <a:pt x="2483" y="4085"/>
                    <a:pt x="2442" y="6356"/>
                  </a:cubicBezTo>
                  <a:cubicBezTo>
                    <a:pt x="2441" y="6400"/>
                    <a:pt x="2475" y="6422"/>
                    <a:pt x="2509" y="6422"/>
                  </a:cubicBezTo>
                  <a:cubicBezTo>
                    <a:pt x="2543" y="6422"/>
                    <a:pt x="2578" y="6400"/>
                    <a:pt x="2578" y="6356"/>
                  </a:cubicBezTo>
                  <a:cubicBezTo>
                    <a:pt x="2590" y="5642"/>
                    <a:pt x="2513" y="4931"/>
                    <a:pt x="2348" y="4236"/>
                  </a:cubicBezTo>
                  <a:cubicBezTo>
                    <a:pt x="1970" y="2644"/>
                    <a:pt x="1146" y="116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4"/>
            <p:cNvSpPr/>
            <p:nvPr/>
          </p:nvSpPr>
          <p:spPr>
            <a:xfrm>
              <a:off x="335300" y="2994000"/>
              <a:ext cx="112150" cy="45450"/>
            </a:xfrm>
            <a:custGeom>
              <a:avLst/>
              <a:gdLst/>
              <a:ahLst/>
              <a:cxnLst/>
              <a:rect l="l" t="t" r="r" b="b"/>
              <a:pathLst>
                <a:path w="4486" h="1818" extrusionOk="0">
                  <a:moveTo>
                    <a:pt x="93" y="1"/>
                  </a:moveTo>
                  <a:lnTo>
                    <a:pt x="1" y="1685"/>
                  </a:lnTo>
                  <a:lnTo>
                    <a:pt x="4309" y="1817"/>
                  </a:lnTo>
                  <a:lnTo>
                    <a:pt x="4485" y="154"/>
                  </a:lnTo>
                  <a:lnTo>
                    <a:pt x="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4"/>
            <p:cNvSpPr/>
            <p:nvPr/>
          </p:nvSpPr>
          <p:spPr>
            <a:xfrm>
              <a:off x="255650" y="1858525"/>
              <a:ext cx="25425" cy="226525"/>
            </a:xfrm>
            <a:custGeom>
              <a:avLst/>
              <a:gdLst/>
              <a:ahLst/>
              <a:cxnLst/>
              <a:rect l="l" t="t" r="r" b="b"/>
              <a:pathLst>
                <a:path w="1017" h="9061" extrusionOk="0">
                  <a:moveTo>
                    <a:pt x="907" y="0"/>
                  </a:moveTo>
                  <a:cubicBezTo>
                    <a:pt x="872" y="0"/>
                    <a:pt x="839" y="20"/>
                    <a:pt x="829" y="65"/>
                  </a:cubicBezTo>
                  <a:cubicBezTo>
                    <a:pt x="160" y="2984"/>
                    <a:pt x="0" y="6002"/>
                    <a:pt x="365" y="8975"/>
                  </a:cubicBezTo>
                  <a:cubicBezTo>
                    <a:pt x="372" y="9032"/>
                    <a:pt x="420" y="9061"/>
                    <a:pt x="465" y="9061"/>
                  </a:cubicBezTo>
                  <a:cubicBezTo>
                    <a:pt x="510" y="9061"/>
                    <a:pt x="551" y="9032"/>
                    <a:pt x="543" y="8975"/>
                  </a:cubicBezTo>
                  <a:cubicBezTo>
                    <a:pt x="183" y="6017"/>
                    <a:pt x="336" y="3017"/>
                    <a:pt x="1002" y="113"/>
                  </a:cubicBezTo>
                  <a:cubicBezTo>
                    <a:pt x="1017" y="45"/>
                    <a:pt x="960" y="0"/>
                    <a:pt x="9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4"/>
            <p:cNvSpPr/>
            <p:nvPr/>
          </p:nvSpPr>
          <p:spPr>
            <a:xfrm>
              <a:off x="264100" y="1870300"/>
              <a:ext cx="38025" cy="87850"/>
            </a:xfrm>
            <a:custGeom>
              <a:avLst/>
              <a:gdLst/>
              <a:ahLst/>
              <a:cxnLst/>
              <a:rect l="l" t="t" r="r" b="b"/>
              <a:pathLst>
                <a:path w="1521" h="3514" extrusionOk="0">
                  <a:moveTo>
                    <a:pt x="1411" y="1"/>
                  </a:moveTo>
                  <a:cubicBezTo>
                    <a:pt x="1376" y="1"/>
                    <a:pt x="1343" y="20"/>
                    <a:pt x="1335" y="66"/>
                  </a:cubicBezTo>
                  <a:cubicBezTo>
                    <a:pt x="1220" y="681"/>
                    <a:pt x="1105" y="1295"/>
                    <a:pt x="988" y="1911"/>
                  </a:cubicBezTo>
                  <a:cubicBezTo>
                    <a:pt x="900" y="2379"/>
                    <a:pt x="842" y="3335"/>
                    <a:pt x="204" y="3335"/>
                  </a:cubicBezTo>
                  <a:cubicBezTo>
                    <a:pt x="175" y="3335"/>
                    <a:pt x="145" y="3333"/>
                    <a:pt x="113" y="3329"/>
                  </a:cubicBezTo>
                  <a:cubicBezTo>
                    <a:pt x="109" y="3328"/>
                    <a:pt x="104" y="3328"/>
                    <a:pt x="100" y="3328"/>
                  </a:cubicBezTo>
                  <a:cubicBezTo>
                    <a:pt x="0" y="3328"/>
                    <a:pt x="6" y="3494"/>
                    <a:pt x="113" y="3507"/>
                  </a:cubicBezTo>
                  <a:cubicBezTo>
                    <a:pt x="149" y="3512"/>
                    <a:pt x="184" y="3514"/>
                    <a:pt x="217" y="3514"/>
                  </a:cubicBezTo>
                  <a:cubicBezTo>
                    <a:pt x="735" y="3514"/>
                    <a:pt x="967" y="2964"/>
                    <a:pt x="1057" y="2513"/>
                  </a:cubicBezTo>
                  <a:cubicBezTo>
                    <a:pt x="1218" y="1717"/>
                    <a:pt x="1358" y="913"/>
                    <a:pt x="1508" y="114"/>
                  </a:cubicBezTo>
                  <a:cubicBezTo>
                    <a:pt x="1520" y="45"/>
                    <a:pt x="1463" y="1"/>
                    <a:pt x="141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4"/>
            <p:cNvSpPr/>
            <p:nvPr/>
          </p:nvSpPr>
          <p:spPr>
            <a:xfrm>
              <a:off x="350150" y="1551875"/>
              <a:ext cx="16100" cy="61200"/>
            </a:xfrm>
            <a:custGeom>
              <a:avLst/>
              <a:gdLst/>
              <a:ahLst/>
              <a:cxnLst/>
              <a:rect l="l" t="t" r="r" b="b"/>
              <a:pathLst>
                <a:path w="644" h="2448" extrusionOk="0">
                  <a:moveTo>
                    <a:pt x="493" y="1"/>
                  </a:moveTo>
                  <a:cubicBezTo>
                    <a:pt x="455" y="1"/>
                    <a:pt x="417" y="26"/>
                    <a:pt x="421" y="75"/>
                  </a:cubicBezTo>
                  <a:cubicBezTo>
                    <a:pt x="496" y="858"/>
                    <a:pt x="362" y="1629"/>
                    <a:pt x="28" y="2340"/>
                  </a:cubicBezTo>
                  <a:cubicBezTo>
                    <a:pt x="1" y="2398"/>
                    <a:pt x="51" y="2448"/>
                    <a:pt x="99" y="2448"/>
                  </a:cubicBezTo>
                  <a:cubicBezTo>
                    <a:pt x="122" y="2448"/>
                    <a:pt x="144" y="2437"/>
                    <a:pt x="157" y="2410"/>
                  </a:cubicBezTo>
                  <a:cubicBezTo>
                    <a:pt x="504" y="1675"/>
                    <a:pt x="644" y="875"/>
                    <a:pt x="569" y="67"/>
                  </a:cubicBezTo>
                  <a:cubicBezTo>
                    <a:pt x="564" y="22"/>
                    <a:pt x="529" y="1"/>
                    <a:pt x="493" y="1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4"/>
            <p:cNvSpPr/>
            <p:nvPr/>
          </p:nvSpPr>
          <p:spPr>
            <a:xfrm>
              <a:off x="178825" y="1407100"/>
              <a:ext cx="365250" cy="423950"/>
            </a:xfrm>
            <a:custGeom>
              <a:avLst/>
              <a:gdLst/>
              <a:ahLst/>
              <a:cxnLst/>
              <a:rect l="l" t="t" r="r" b="b"/>
              <a:pathLst>
                <a:path w="14610" h="16958" extrusionOk="0">
                  <a:moveTo>
                    <a:pt x="9582" y="0"/>
                  </a:moveTo>
                  <a:lnTo>
                    <a:pt x="6985" y="38"/>
                  </a:lnTo>
                  <a:cubicBezTo>
                    <a:pt x="6985" y="38"/>
                    <a:pt x="6074" y="386"/>
                    <a:pt x="5024" y="769"/>
                  </a:cubicBezTo>
                  <a:cubicBezTo>
                    <a:pt x="4443" y="984"/>
                    <a:pt x="3820" y="1207"/>
                    <a:pt x="3286" y="1389"/>
                  </a:cubicBezTo>
                  <a:cubicBezTo>
                    <a:pt x="3286" y="1389"/>
                    <a:pt x="2820" y="2881"/>
                    <a:pt x="2920" y="5162"/>
                  </a:cubicBezTo>
                  <a:cubicBezTo>
                    <a:pt x="3020" y="7441"/>
                    <a:pt x="1817" y="12701"/>
                    <a:pt x="0" y="14026"/>
                  </a:cubicBezTo>
                  <a:cubicBezTo>
                    <a:pt x="0" y="14026"/>
                    <a:pt x="2725" y="16958"/>
                    <a:pt x="8102" y="16958"/>
                  </a:cubicBezTo>
                  <a:cubicBezTo>
                    <a:pt x="9214" y="16958"/>
                    <a:pt x="10440" y="16832"/>
                    <a:pt x="11778" y="16530"/>
                  </a:cubicBezTo>
                  <a:cubicBezTo>
                    <a:pt x="11778" y="16530"/>
                    <a:pt x="10618" y="14055"/>
                    <a:pt x="11539" y="10811"/>
                  </a:cubicBezTo>
                  <a:cubicBezTo>
                    <a:pt x="12459" y="7568"/>
                    <a:pt x="14610" y="4218"/>
                    <a:pt x="14426" y="3223"/>
                  </a:cubicBezTo>
                  <a:cubicBezTo>
                    <a:pt x="14278" y="2417"/>
                    <a:pt x="12352" y="1329"/>
                    <a:pt x="10975" y="646"/>
                  </a:cubicBezTo>
                  <a:cubicBezTo>
                    <a:pt x="10190" y="257"/>
                    <a:pt x="9582" y="0"/>
                    <a:pt x="95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4"/>
            <p:cNvSpPr/>
            <p:nvPr/>
          </p:nvSpPr>
          <p:spPr>
            <a:xfrm>
              <a:off x="257650" y="1423875"/>
              <a:ext cx="200875" cy="69575"/>
            </a:xfrm>
            <a:custGeom>
              <a:avLst/>
              <a:gdLst/>
              <a:ahLst/>
              <a:cxnLst/>
              <a:rect l="l" t="t" r="r" b="b"/>
              <a:pathLst>
                <a:path w="8035" h="2783" extrusionOk="0">
                  <a:moveTo>
                    <a:pt x="7870" y="0"/>
                  </a:moveTo>
                  <a:cubicBezTo>
                    <a:pt x="7549" y="1362"/>
                    <a:pt x="6270" y="2335"/>
                    <a:pt x="4873" y="2550"/>
                  </a:cubicBezTo>
                  <a:cubicBezTo>
                    <a:pt x="4630" y="2587"/>
                    <a:pt x="4388" y="2605"/>
                    <a:pt x="4148" y="2605"/>
                  </a:cubicBezTo>
                  <a:cubicBezTo>
                    <a:pt x="2661" y="2605"/>
                    <a:pt x="1250" y="1925"/>
                    <a:pt x="41" y="1077"/>
                  </a:cubicBezTo>
                  <a:cubicBezTo>
                    <a:pt x="28" y="1134"/>
                    <a:pt x="14" y="1197"/>
                    <a:pt x="1" y="1266"/>
                  </a:cubicBezTo>
                  <a:cubicBezTo>
                    <a:pt x="1228" y="2119"/>
                    <a:pt x="2658" y="2783"/>
                    <a:pt x="4155" y="2783"/>
                  </a:cubicBezTo>
                  <a:cubicBezTo>
                    <a:pt x="4474" y="2783"/>
                    <a:pt x="4795" y="2752"/>
                    <a:pt x="5119" y="2688"/>
                  </a:cubicBezTo>
                  <a:cubicBezTo>
                    <a:pt x="6485" y="2415"/>
                    <a:pt x="7697" y="1416"/>
                    <a:pt x="8035" y="83"/>
                  </a:cubicBezTo>
                  <a:cubicBezTo>
                    <a:pt x="7979" y="54"/>
                    <a:pt x="7923" y="27"/>
                    <a:pt x="78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4"/>
            <p:cNvSpPr/>
            <p:nvPr/>
          </p:nvSpPr>
          <p:spPr>
            <a:xfrm>
              <a:off x="232050" y="1498975"/>
              <a:ext cx="90700" cy="161000"/>
            </a:xfrm>
            <a:custGeom>
              <a:avLst/>
              <a:gdLst/>
              <a:ahLst/>
              <a:cxnLst/>
              <a:rect l="l" t="t" r="r" b="b"/>
              <a:pathLst>
                <a:path w="3628" h="6440" extrusionOk="0">
                  <a:moveTo>
                    <a:pt x="1629" y="1"/>
                  </a:moveTo>
                  <a:cubicBezTo>
                    <a:pt x="1553" y="1"/>
                    <a:pt x="1503" y="118"/>
                    <a:pt x="1583" y="171"/>
                  </a:cubicBezTo>
                  <a:cubicBezTo>
                    <a:pt x="2811" y="950"/>
                    <a:pt x="3430" y="2557"/>
                    <a:pt x="2999" y="3956"/>
                  </a:cubicBezTo>
                  <a:cubicBezTo>
                    <a:pt x="2600" y="5239"/>
                    <a:pt x="1370" y="6148"/>
                    <a:pt x="54" y="6256"/>
                  </a:cubicBezTo>
                  <a:cubicBezTo>
                    <a:pt x="37" y="6317"/>
                    <a:pt x="18" y="6380"/>
                    <a:pt x="1" y="6440"/>
                  </a:cubicBezTo>
                  <a:cubicBezTo>
                    <a:pt x="1416" y="6354"/>
                    <a:pt x="2746" y="5377"/>
                    <a:pt x="3171" y="4004"/>
                  </a:cubicBezTo>
                  <a:cubicBezTo>
                    <a:pt x="3628" y="2527"/>
                    <a:pt x="2968" y="837"/>
                    <a:pt x="1675" y="16"/>
                  </a:cubicBezTo>
                  <a:cubicBezTo>
                    <a:pt x="1659" y="5"/>
                    <a:pt x="1643" y="1"/>
                    <a:pt x="16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4"/>
            <p:cNvSpPr/>
            <p:nvPr/>
          </p:nvSpPr>
          <p:spPr>
            <a:xfrm>
              <a:off x="192100" y="1520950"/>
              <a:ext cx="300175" cy="240450"/>
            </a:xfrm>
            <a:custGeom>
              <a:avLst/>
              <a:gdLst/>
              <a:ahLst/>
              <a:cxnLst/>
              <a:rect l="l" t="t" r="r" b="b"/>
              <a:pathLst>
                <a:path w="12007" h="9618" extrusionOk="0">
                  <a:moveTo>
                    <a:pt x="10089" y="1"/>
                  </a:moveTo>
                  <a:cubicBezTo>
                    <a:pt x="9986" y="1"/>
                    <a:pt x="9883" y="9"/>
                    <a:pt x="9782" y="25"/>
                  </a:cubicBezTo>
                  <a:cubicBezTo>
                    <a:pt x="8706" y="194"/>
                    <a:pt x="7894" y="1059"/>
                    <a:pt x="7330" y="1934"/>
                  </a:cubicBezTo>
                  <a:cubicBezTo>
                    <a:pt x="6613" y="3046"/>
                    <a:pt x="6189" y="4310"/>
                    <a:pt x="5658" y="5517"/>
                  </a:cubicBezTo>
                  <a:cubicBezTo>
                    <a:pt x="5165" y="6635"/>
                    <a:pt x="4558" y="7765"/>
                    <a:pt x="3595" y="8548"/>
                  </a:cubicBezTo>
                  <a:cubicBezTo>
                    <a:pt x="2930" y="9088"/>
                    <a:pt x="2083" y="9438"/>
                    <a:pt x="1233" y="9438"/>
                  </a:cubicBezTo>
                  <a:cubicBezTo>
                    <a:pt x="865" y="9438"/>
                    <a:pt x="497" y="9372"/>
                    <a:pt x="143" y="9229"/>
                  </a:cubicBezTo>
                  <a:cubicBezTo>
                    <a:pt x="131" y="9224"/>
                    <a:pt x="119" y="9221"/>
                    <a:pt x="109" y="9221"/>
                  </a:cubicBezTo>
                  <a:cubicBezTo>
                    <a:pt x="27" y="9221"/>
                    <a:pt x="1" y="9362"/>
                    <a:pt x="95" y="9401"/>
                  </a:cubicBezTo>
                  <a:cubicBezTo>
                    <a:pt x="462" y="9550"/>
                    <a:pt x="846" y="9618"/>
                    <a:pt x="1230" y="9618"/>
                  </a:cubicBezTo>
                  <a:cubicBezTo>
                    <a:pt x="1999" y="9618"/>
                    <a:pt x="2769" y="9346"/>
                    <a:pt x="3409" y="8910"/>
                  </a:cubicBezTo>
                  <a:cubicBezTo>
                    <a:pt x="5391" y="7560"/>
                    <a:pt x="5940" y="5020"/>
                    <a:pt x="6941" y="2994"/>
                  </a:cubicBezTo>
                  <a:cubicBezTo>
                    <a:pt x="7459" y="1947"/>
                    <a:pt x="8176" y="790"/>
                    <a:pt x="9312" y="339"/>
                  </a:cubicBezTo>
                  <a:cubicBezTo>
                    <a:pt x="9551" y="244"/>
                    <a:pt x="9815" y="197"/>
                    <a:pt x="10080" y="197"/>
                  </a:cubicBezTo>
                  <a:cubicBezTo>
                    <a:pt x="10888" y="197"/>
                    <a:pt x="11702" y="640"/>
                    <a:pt x="11825" y="1517"/>
                  </a:cubicBezTo>
                  <a:lnTo>
                    <a:pt x="11823" y="1515"/>
                  </a:lnTo>
                  <a:lnTo>
                    <a:pt x="11823" y="1515"/>
                  </a:lnTo>
                  <a:cubicBezTo>
                    <a:pt x="11830" y="1561"/>
                    <a:pt x="11861" y="1581"/>
                    <a:pt x="11896" y="1581"/>
                  </a:cubicBezTo>
                  <a:cubicBezTo>
                    <a:pt x="11948" y="1581"/>
                    <a:pt x="12007" y="1536"/>
                    <a:pt x="11997" y="1467"/>
                  </a:cubicBezTo>
                  <a:cubicBezTo>
                    <a:pt x="11869" y="560"/>
                    <a:pt x="10961" y="1"/>
                    <a:pt x="10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321000" y="1657425"/>
              <a:ext cx="125775" cy="173625"/>
            </a:xfrm>
            <a:custGeom>
              <a:avLst/>
              <a:gdLst/>
              <a:ahLst/>
              <a:cxnLst/>
              <a:rect l="l" t="t" r="r" b="b"/>
              <a:pathLst>
                <a:path w="5031" h="6945" extrusionOk="0">
                  <a:moveTo>
                    <a:pt x="3828" y="1"/>
                  </a:moveTo>
                  <a:cubicBezTo>
                    <a:pt x="3343" y="1"/>
                    <a:pt x="2858" y="96"/>
                    <a:pt x="2405" y="282"/>
                  </a:cubicBezTo>
                  <a:cubicBezTo>
                    <a:pt x="947" y="883"/>
                    <a:pt x="47" y="2425"/>
                    <a:pt x="204" y="3992"/>
                  </a:cubicBezTo>
                  <a:cubicBezTo>
                    <a:pt x="337" y="5300"/>
                    <a:pt x="1223" y="6432"/>
                    <a:pt x="2410" y="6944"/>
                  </a:cubicBezTo>
                  <a:cubicBezTo>
                    <a:pt x="2577" y="6944"/>
                    <a:pt x="2746" y="6942"/>
                    <a:pt x="2919" y="6937"/>
                  </a:cubicBezTo>
                  <a:cubicBezTo>
                    <a:pt x="1114" y="6430"/>
                    <a:pt x="1" y="4550"/>
                    <a:pt x="490" y="2728"/>
                  </a:cubicBezTo>
                  <a:cubicBezTo>
                    <a:pt x="904" y="1182"/>
                    <a:pt x="2322" y="183"/>
                    <a:pt x="3841" y="183"/>
                  </a:cubicBezTo>
                  <a:cubicBezTo>
                    <a:pt x="4186" y="183"/>
                    <a:pt x="4537" y="235"/>
                    <a:pt x="4883" y="344"/>
                  </a:cubicBezTo>
                  <a:cubicBezTo>
                    <a:pt x="4893" y="347"/>
                    <a:pt x="4902" y="348"/>
                    <a:pt x="4911" y="348"/>
                  </a:cubicBezTo>
                  <a:cubicBezTo>
                    <a:pt x="5001" y="348"/>
                    <a:pt x="5030" y="202"/>
                    <a:pt x="4931" y="169"/>
                  </a:cubicBezTo>
                  <a:cubicBezTo>
                    <a:pt x="4572" y="57"/>
                    <a:pt x="4200" y="1"/>
                    <a:pt x="38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221725" y="1767650"/>
              <a:ext cx="118725" cy="61050"/>
            </a:xfrm>
            <a:custGeom>
              <a:avLst/>
              <a:gdLst/>
              <a:ahLst/>
              <a:cxnLst/>
              <a:rect l="l" t="t" r="r" b="b"/>
              <a:pathLst>
                <a:path w="4749" h="2442" extrusionOk="0">
                  <a:moveTo>
                    <a:pt x="1522" y="0"/>
                  </a:moveTo>
                  <a:cubicBezTo>
                    <a:pt x="967" y="0"/>
                    <a:pt x="436" y="208"/>
                    <a:pt x="49" y="726"/>
                  </a:cubicBezTo>
                  <a:cubicBezTo>
                    <a:pt x="0" y="791"/>
                    <a:pt x="63" y="855"/>
                    <a:pt x="129" y="855"/>
                  </a:cubicBezTo>
                  <a:cubicBezTo>
                    <a:pt x="156" y="855"/>
                    <a:pt x="184" y="844"/>
                    <a:pt x="204" y="817"/>
                  </a:cubicBezTo>
                  <a:cubicBezTo>
                    <a:pt x="549" y="354"/>
                    <a:pt x="1019" y="173"/>
                    <a:pt x="1513" y="173"/>
                  </a:cubicBezTo>
                  <a:cubicBezTo>
                    <a:pt x="2183" y="173"/>
                    <a:pt x="2897" y="507"/>
                    <a:pt x="3400" y="928"/>
                  </a:cubicBezTo>
                  <a:cubicBezTo>
                    <a:pt x="3815" y="1275"/>
                    <a:pt x="4160" y="1701"/>
                    <a:pt x="4419" y="2175"/>
                  </a:cubicBezTo>
                  <a:cubicBezTo>
                    <a:pt x="4457" y="2246"/>
                    <a:pt x="4501" y="2328"/>
                    <a:pt x="4545" y="2416"/>
                  </a:cubicBezTo>
                  <a:cubicBezTo>
                    <a:pt x="4613" y="2426"/>
                    <a:pt x="4680" y="2434"/>
                    <a:pt x="4749" y="2441"/>
                  </a:cubicBezTo>
                  <a:cubicBezTo>
                    <a:pt x="4739" y="2420"/>
                    <a:pt x="4730" y="2399"/>
                    <a:pt x="4720" y="2378"/>
                  </a:cubicBezTo>
                  <a:cubicBezTo>
                    <a:pt x="4434" y="1745"/>
                    <a:pt x="3997" y="1177"/>
                    <a:pt x="3454" y="742"/>
                  </a:cubicBezTo>
                  <a:cubicBezTo>
                    <a:pt x="2919" y="312"/>
                    <a:pt x="2202" y="0"/>
                    <a:pt x="1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4"/>
            <p:cNvSpPr/>
            <p:nvPr/>
          </p:nvSpPr>
          <p:spPr>
            <a:xfrm>
              <a:off x="435300" y="1568350"/>
              <a:ext cx="50225" cy="168950"/>
            </a:xfrm>
            <a:custGeom>
              <a:avLst/>
              <a:gdLst/>
              <a:ahLst/>
              <a:cxnLst/>
              <a:rect l="l" t="t" r="r" b="b"/>
              <a:pathLst>
                <a:path w="2009" h="6758" extrusionOk="0">
                  <a:moveTo>
                    <a:pt x="1913" y="1"/>
                  </a:moveTo>
                  <a:cubicBezTo>
                    <a:pt x="1894" y="1"/>
                    <a:pt x="1875" y="9"/>
                    <a:pt x="1861" y="30"/>
                  </a:cubicBezTo>
                  <a:cubicBezTo>
                    <a:pt x="1199" y="1025"/>
                    <a:pt x="802" y="2203"/>
                    <a:pt x="505" y="3352"/>
                  </a:cubicBezTo>
                  <a:cubicBezTo>
                    <a:pt x="228" y="4426"/>
                    <a:pt x="0" y="5574"/>
                    <a:pt x="62" y="6690"/>
                  </a:cubicBezTo>
                  <a:cubicBezTo>
                    <a:pt x="64" y="6735"/>
                    <a:pt x="102" y="6758"/>
                    <a:pt x="136" y="6758"/>
                  </a:cubicBezTo>
                  <a:cubicBezTo>
                    <a:pt x="169" y="6758"/>
                    <a:pt x="199" y="6737"/>
                    <a:pt x="196" y="6696"/>
                  </a:cubicBezTo>
                  <a:cubicBezTo>
                    <a:pt x="134" y="5591"/>
                    <a:pt x="359" y="4457"/>
                    <a:pt x="633" y="3393"/>
                  </a:cubicBezTo>
                  <a:cubicBezTo>
                    <a:pt x="927" y="2255"/>
                    <a:pt x="1318" y="1089"/>
                    <a:pt x="1974" y="103"/>
                  </a:cubicBezTo>
                  <a:cubicBezTo>
                    <a:pt x="2008" y="52"/>
                    <a:pt x="1961" y="1"/>
                    <a:pt x="1913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4"/>
            <p:cNvSpPr/>
            <p:nvPr/>
          </p:nvSpPr>
          <p:spPr>
            <a:xfrm>
              <a:off x="191575" y="1498025"/>
              <a:ext cx="66450" cy="146725"/>
            </a:xfrm>
            <a:custGeom>
              <a:avLst/>
              <a:gdLst/>
              <a:ahLst/>
              <a:cxnLst/>
              <a:rect l="l" t="t" r="r" b="b"/>
              <a:pathLst>
                <a:path w="2658" h="5869" extrusionOk="0">
                  <a:moveTo>
                    <a:pt x="2414" y="0"/>
                  </a:moveTo>
                  <a:lnTo>
                    <a:pt x="2414" y="0"/>
                  </a:lnTo>
                  <a:cubicBezTo>
                    <a:pt x="2414" y="0"/>
                    <a:pt x="2414" y="15"/>
                    <a:pt x="2416" y="44"/>
                  </a:cubicBezTo>
                  <a:lnTo>
                    <a:pt x="2416" y="44"/>
                  </a:lnTo>
                  <a:cubicBezTo>
                    <a:pt x="2415" y="15"/>
                    <a:pt x="2414" y="0"/>
                    <a:pt x="2414" y="0"/>
                  </a:cubicBezTo>
                  <a:close/>
                  <a:moveTo>
                    <a:pt x="2416" y="44"/>
                  </a:moveTo>
                  <a:cubicBezTo>
                    <a:pt x="2418" y="243"/>
                    <a:pt x="2365" y="1091"/>
                    <a:pt x="1374" y="2148"/>
                  </a:cubicBezTo>
                  <a:cubicBezTo>
                    <a:pt x="1" y="3612"/>
                    <a:pt x="1888" y="5346"/>
                    <a:pt x="2291" y="5841"/>
                  </a:cubicBezTo>
                  <a:cubicBezTo>
                    <a:pt x="2306" y="5860"/>
                    <a:pt x="2320" y="5869"/>
                    <a:pt x="2334" y="5869"/>
                  </a:cubicBezTo>
                  <a:cubicBezTo>
                    <a:pt x="2658" y="5869"/>
                    <a:pt x="2439" y="584"/>
                    <a:pt x="2416" y="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353100" y="1414050"/>
              <a:ext cx="207525" cy="450700"/>
            </a:xfrm>
            <a:custGeom>
              <a:avLst/>
              <a:gdLst/>
              <a:ahLst/>
              <a:cxnLst/>
              <a:rect l="l" t="t" r="r" b="b"/>
              <a:pathLst>
                <a:path w="8301" h="18028" extrusionOk="0">
                  <a:moveTo>
                    <a:pt x="3236" y="0"/>
                  </a:moveTo>
                  <a:lnTo>
                    <a:pt x="3236" y="0"/>
                  </a:lnTo>
                  <a:cubicBezTo>
                    <a:pt x="4063" y="1036"/>
                    <a:pt x="3591" y="4128"/>
                    <a:pt x="2112" y="5575"/>
                  </a:cubicBezTo>
                  <a:cubicBezTo>
                    <a:pt x="633" y="7021"/>
                    <a:pt x="1953" y="9618"/>
                    <a:pt x="1182" y="11583"/>
                  </a:cubicBezTo>
                  <a:cubicBezTo>
                    <a:pt x="411" y="13545"/>
                    <a:pt x="0" y="17727"/>
                    <a:pt x="934" y="17811"/>
                  </a:cubicBezTo>
                  <a:cubicBezTo>
                    <a:pt x="1658" y="17875"/>
                    <a:pt x="2878" y="18027"/>
                    <a:pt x="4157" y="18027"/>
                  </a:cubicBezTo>
                  <a:cubicBezTo>
                    <a:pt x="4525" y="18027"/>
                    <a:pt x="4898" y="18015"/>
                    <a:pt x="5266" y="17984"/>
                  </a:cubicBezTo>
                  <a:cubicBezTo>
                    <a:pt x="6119" y="17911"/>
                    <a:pt x="6382" y="17508"/>
                    <a:pt x="6332" y="16821"/>
                  </a:cubicBezTo>
                  <a:cubicBezTo>
                    <a:pt x="6286" y="16182"/>
                    <a:pt x="5972" y="15298"/>
                    <a:pt x="5613" y="14203"/>
                  </a:cubicBezTo>
                  <a:cubicBezTo>
                    <a:pt x="4867" y="11930"/>
                    <a:pt x="5866" y="7811"/>
                    <a:pt x="7084" y="6622"/>
                  </a:cubicBezTo>
                  <a:cubicBezTo>
                    <a:pt x="8301" y="5435"/>
                    <a:pt x="8230" y="3016"/>
                    <a:pt x="7508" y="2030"/>
                  </a:cubicBezTo>
                  <a:cubicBezTo>
                    <a:pt x="7023" y="1362"/>
                    <a:pt x="5241" y="672"/>
                    <a:pt x="4138" y="292"/>
                  </a:cubicBezTo>
                  <a:cubicBezTo>
                    <a:pt x="3609" y="111"/>
                    <a:pt x="3236" y="0"/>
                    <a:pt x="3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390500" y="1641475"/>
              <a:ext cx="59050" cy="15500"/>
            </a:xfrm>
            <a:custGeom>
              <a:avLst/>
              <a:gdLst/>
              <a:ahLst/>
              <a:cxnLst/>
              <a:rect l="l" t="t" r="r" b="b"/>
              <a:pathLst>
                <a:path w="2362" h="620" extrusionOk="0">
                  <a:moveTo>
                    <a:pt x="129" y="1"/>
                  </a:moveTo>
                  <a:cubicBezTo>
                    <a:pt x="51" y="1"/>
                    <a:pt x="1" y="119"/>
                    <a:pt x="83" y="170"/>
                  </a:cubicBezTo>
                  <a:cubicBezTo>
                    <a:pt x="574" y="468"/>
                    <a:pt x="1121" y="620"/>
                    <a:pt x="1682" y="620"/>
                  </a:cubicBezTo>
                  <a:cubicBezTo>
                    <a:pt x="1872" y="620"/>
                    <a:pt x="2063" y="602"/>
                    <a:pt x="2254" y="567"/>
                  </a:cubicBezTo>
                  <a:cubicBezTo>
                    <a:pt x="2362" y="547"/>
                    <a:pt x="2324" y="391"/>
                    <a:pt x="2224" y="391"/>
                  </a:cubicBezTo>
                  <a:cubicBezTo>
                    <a:pt x="2218" y="391"/>
                    <a:pt x="2212" y="392"/>
                    <a:pt x="2206" y="393"/>
                  </a:cubicBezTo>
                  <a:cubicBezTo>
                    <a:pt x="2030" y="425"/>
                    <a:pt x="1853" y="441"/>
                    <a:pt x="1678" y="441"/>
                  </a:cubicBezTo>
                  <a:cubicBezTo>
                    <a:pt x="1151" y="441"/>
                    <a:pt x="635" y="296"/>
                    <a:pt x="173" y="15"/>
                  </a:cubicBezTo>
                  <a:lnTo>
                    <a:pt x="175" y="15"/>
                  </a:lnTo>
                  <a:cubicBezTo>
                    <a:pt x="159" y="5"/>
                    <a:pt x="143" y="1"/>
                    <a:pt x="129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353100" y="1414050"/>
              <a:ext cx="159575" cy="450700"/>
            </a:xfrm>
            <a:custGeom>
              <a:avLst/>
              <a:gdLst/>
              <a:ahLst/>
              <a:cxnLst/>
              <a:rect l="l" t="t" r="r" b="b"/>
              <a:pathLst>
                <a:path w="6383" h="18028" extrusionOk="0">
                  <a:moveTo>
                    <a:pt x="3236" y="0"/>
                  </a:moveTo>
                  <a:lnTo>
                    <a:pt x="3236" y="0"/>
                  </a:lnTo>
                  <a:cubicBezTo>
                    <a:pt x="4063" y="1036"/>
                    <a:pt x="3591" y="4128"/>
                    <a:pt x="2112" y="5575"/>
                  </a:cubicBezTo>
                  <a:cubicBezTo>
                    <a:pt x="633" y="7021"/>
                    <a:pt x="1953" y="9618"/>
                    <a:pt x="1182" y="11583"/>
                  </a:cubicBezTo>
                  <a:cubicBezTo>
                    <a:pt x="411" y="13545"/>
                    <a:pt x="0" y="17727"/>
                    <a:pt x="934" y="17811"/>
                  </a:cubicBezTo>
                  <a:cubicBezTo>
                    <a:pt x="1658" y="17875"/>
                    <a:pt x="2878" y="18027"/>
                    <a:pt x="4157" y="18027"/>
                  </a:cubicBezTo>
                  <a:cubicBezTo>
                    <a:pt x="4525" y="18027"/>
                    <a:pt x="4898" y="18015"/>
                    <a:pt x="5266" y="17984"/>
                  </a:cubicBezTo>
                  <a:cubicBezTo>
                    <a:pt x="6119" y="17911"/>
                    <a:pt x="6382" y="17508"/>
                    <a:pt x="6332" y="16821"/>
                  </a:cubicBezTo>
                  <a:lnTo>
                    <a:pt x="6332" y="16821"/>
                  </a:lnTo>
                  <a:cubicBezTo>
                    <a:pt x="5731" y="17304"/>
                    <a:pt x="4536" y="17427"/>
                    <a:pt x="3476" y="17427"/>
                  </a:cubicBezTo>
                  <a:cubicBezTo>
                    <a:pt x="2377" y="17427"/>
                    <a:pt x="1422" y="17295"/>
                    <a:pt x="1422" y="17295"/>
                  </a:cubicBezTo>
                  <a:cubicBezTo>
                    <a:pt x="802" y="16672"/>
                    <a:pt x="1193" y="14017"/>
                    <a:pt x="1832" y="12593"/>
                  </a:cubicBezTo>
                  <a:cubicBezTo>
                    <a:pt x="2471" y="11172"/>
                    <a:pt x="2041" y="8454"/>
                    <a:pt x="2239" y="7050"/>
                  </a:cubicBezTo>
                  <a:cubicBezTo>
                    <a:pt x="2438" y="5648"/>
                    <a:pt x="3683" y="4926"/>
                    <a:pt x="4182" y="2858"/>
                  </a:cubicBezTo>
                  <a:cubicBezTo>
                    <a:pt x="4464" y="1688"/>
                    <a:pt x="4318" y="823"/>
                    <a:pt x="4138" y="292"/>
                  </a:cubicBezTo>
                  <a:cubicBezTo>
                    <a:pt x="3609" y="111"/>
                    <a:pt x="3236" y="0"/>
                    <a:pt x="3236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150275" y="1412075"/>
              <a:ext cx="188800" cy="411150"/>
            </a:xfrm>
            <a:custGeom>
              <a:avLst/>
              <a:gdLst/>
              <a:ahLst/>
              <a:cxnLst/>
              <a:rect l="l" t="t" r="r" b="b"/>
              <a:pathLst>
                <a:path w="7552" h="16446" extrusionOk="0">
                  <a:moveTo>
                    <a:pt x="7551" y="1"/>
                  </a:moveTo>
                  <a:cubicBezTo>
                    <a:pt x="7551" y="1"/>
                    <a:pt x="6924" y="194"/>
                    <a:pt x="6189" y="390"/>
                  </a:cubicBezTo>
                  <a:cubicBezTo>
                    <a:pt x="5635" y="540"/>
                    <a:pt x="5017" y="689"/>
                    <a:pt x="4559" y="762"/>
                  </a:cubicBezTo>
                  <a:cubicBezTo>
                    <a:pt x="3494" y="931"/>
                    <a:pt x="3640" y="1911"/>
                    <a:pt x="3511" y="3187"/>
                  </a:cubicBezTo>
                  <a:cubicBezTo>
                    <a:pt x="3381" y="4462"/>
                    <a:pt x="1449" y="5435"/>
                    <a:pt x="1785" y="6789"/>
                  </a:cubicBezTo>
                  <a:cubicBezTo>
                    <a:pt x="2123" y="8143"/>
                    <a:pt x="2992" y="8268"/>
                    <a:pt x="2781" y="9258"/>
                  </a:cubicBezTo>
                  <a:cubicBezTo>
                    <a:pt x="2625" y="9979"/>
                    <a:pt x="1183" y="11591"/>
                    <a:pt x="450" y="12791"/>
                  </a:cubicBezTo>
                  <a:cubicBezTo>
                    <a:pt x="176" y="13240"/>
                    <a:pt x="1" y="13633"/>
                    <a:pt x="28" y="13900"/>
                  </a:cubicBezTo>
                  <a:cubicBezTo>
                    <a:pt x="128" y="14886"/>
                    <a:pt x="3302" y="16250"/>
                    <a:pt x="4187" y="16446"/>
                  </a:cubicBezTo>
                  <a:cubicBezTo>
                    <a:pt x="4187" y="16446"/>
                    <a:pt x="4369" y="11428"/>
                    <a:pt x="4802" y="9847"/>
                  </a:cubicBezTo>
                  <a:cubicBezTo>
                    <a:pt x="5339" y="7881"/>
                    <a:pt x="5092" y="7037"/>
                    <a:pt x="5790" y="5560"/>
                  </a:cubicBezTo>
                  <a:cubicBezTo>
                    <a:pt x="6488" y="4084"/>
                    <a:pt x="5059" y="1957"/>
                    <a:pt x="75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206475" y="1464025"/>
              <a:ext cx="43725" cy="71350"/>
            </a:xfrm>
            <a:custGeom>
              <a:avLst/>
              <a:gdLst/>
              <a:ahLst/>
              <a:cxnLst/>
              <a:rect l="l" t="t" r="r" b="b"/>
              <a:pathLst>
                <a:path w="1749" h="2854" extrusionOk="0">
                  <a:moveTo>
                    <a:pt x="1662" y="1"/>
                  </a:moveTo>
                  <a:cubicBezTo>
                    <a:pt x="1617" y="1"/>
                    <a:pt x="1568" y="29"/>
                    <a:pt x="1563" y="86"/>
                  </a:cubicBezTo>
                  <a:cubicBezTo>
                    <a:pt x="1459" y="1122"/>
                    <a:pt x="916" y="2068"/>
                    <a:pt x="78" y="2682"/>
                  </a:cubicBezTo>
                  <a:cubicBezTo>
                    <a:pt x="0" y="2737"/>
                    <a:pt x="49" y="2854"/>
                    <a:pt x="121" y="2854"/>
                  </a:cubicBezTo>
                  <a:cubicBezTo>
                    <a:pt x="136" y="2854"/>
                    <a:pt x="152" y="2849"/>
                    <a:pt x="168" y="2837"/>
                  </a:cubicBezTo>
                  <a:cubicBezTo>
                    <a:pt x="1062" y="2181"/>
                    <a:pt x="1630" y="1189"/>
                    <a:pt x="1743" y="86"/>
                  </a:cubicBezTo>
                  <a:cubicBezTo>
                    <a:pt x="1749" y="29"/>
                    <a:pt x="1707" y="1"/>
                    <a:pt x="166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213225" y="1616550"/>
              <a:ext cx="49550" cy="14125"/>
            </a:xfrm>
            <a:custGeom>
              <a:avLst/>
              <a:gdLst/>
              <a:ahLst/>
              <a:cxnLst/>
              <a:rect l="l" t="t" r="r" b="b"/>
              <a:pathLst>
                <a:path w="1982" h="565" extrusionOk="0">
                  <a:moveTo>
                    <a:pt x="127" y="0"/>
                  </a:moveTo>
                  <a:cubicBezTo>
                    <a:pt x="50" y="0"/>
                    <a:pt x="0" y="118"/>
                    <a:pt x="82" y="170"/>
                  </a:cubicBezTo>
                  <a:cubicBezTo>
                    <a:pt x="509" y="433"/>
                    <a:pt x="979" y="564"/>
                    <a:pt x="1467" y="564"/>
                  </a:cubicBezTo>
                  <a:cubicBezTo>
                    <a:pt x="1601" y="564"/>
                    <a:pt x="1737" y="554"/>
                    <a:pt x="1874" y="534"/>
                  </a:cubicBezTo>
                  <a:cubicBezTo>
                    <a:pt x="1982" y="518"/>
                    <a:pt x="1943" y="360"/>
                    <a:pt x="1842" y="360"/>
                  </a:cubicBezTo>
                  <a:cubicBezTo>
                    <a:pt x="1836" y="360"/>
                    <a:pt x="1831" y="361"/>
                    <a:pt x="1826" y="362"/>
                  </a:cubicBezTo>
                  <a:cubicBezTo>
                    <a:pt x="1705" y="379"/>
                    <a:pt x="1586" y="388"/>
                    <a:pt x="1467" y="388"/>
                  </a:cubicBezTo>
                  <a:cubicBezTo>
                    <a:pt x="1010" y="388"/>
                    <a:pt x="570" y="260"/>
                    <a:pt x="172" y="14"/>
                  </a:cubicBezTo>
                  <a:cubicBezTo>
                    <a:pt x="157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4"/>
            <p:cNvSpPr/>
            <p:nvPr/>
          </p:nvSpPr>
          <p:spPr>
            <a:xfrm>
              <a:off x="150275" y="1412075"/>
              <a:ext cx="188800" cy="411150"/>
            </a:xfrm>
            <a:custGeom>
              <a:avLst/>
              <a:gdLst/>
              <a:ahLst/>
              <a:cxnLst/>
              <a:rect l="l" t="t" r="r" b="b"/>
              <a:pathLst>
                <a:path w="7552" h="16446" extrusionOk="0">
                  <a:moveTo>
                    <a:pt x="7551" y="1"/>
                  </a:moveTo>
                  <a:cubicBezTo>
                    <a:pt x="7551" y="1"/>
                    <a:pt x="6924" y="194"/>
                    <a:pt x="6189" y="390"/>
                  </a:cubicBezTo>
                  <a:cubicBezTo>
                    <a:pt x="5708" y="1042"/>
                    <a:pt x="5100" y="2114"/>
                    <a:pt x="5244" y="3227"/>
                  </a:cubicBezTo>
                  <a:cubicBezTo>
                    <a:pt x="5476" y="5019"/>
                    <a:pt x="4369" y="6256"/>
                    <a:pt x="4344" y="7591"/>
                  </a:cubicBezTo>
                  <a:cubicBezTo>
                    <a:pt x="4319" y="8926"/>
                    <a:pt x="3128" y="14169"/>
                    <a:pt x="3373" y="15220"/>
                  </a:cubicBezTo>
                  <a:cubicBezTo>
                    <a:pt x="3373" y="15220"/>
                    <a:pt x="1273" y="14236"/>
                    <a:pt x="450" y="12791"/>
                  </a:cubicBezTo>
                  <a:cubicBezTo>
                    <a:pt x="176" y="13240"/>
                    <a:pt x="1" y="13633"/>
                    <a:pt x="28" y="13900"/>
                  </a:cubicBezTo>
                  <a:cubicBezTo>
                    <a:pt x="128" y="14886"/>
                    <a:pt x="3302" y="16250"/>
                    <a:pt x="4187" y="16446"/>
                  </a:cubicBezTo>
                  <a:cubicBezTo>
                    <a:pt x="4187" y="16446"/>
                    <a:pt x="4369" y="11428"/>
                    <a:pt x="4802" y="9847"/>
                  </a:cubicBezTo>
                  <a:cubicBezTo>
                    <a:pt x="5339" y="7881"/>
                    <a:pt x="5092" y="7037"/>
                    <a:pt x="5790" y="5560"/>
                  </a:cubicBezTo>
                  <a:cubicBezTo>
                    <a:pt x="6488" y="4084"/>
                    <a:pt x="5059" y="1959"/>
                    <a:pt x="7551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4"/>
            <p:cNvSpPr/>
            <p:nvPr/>
          </p:nvSpPr>
          <p:spPr>
            <a:xfrm>
              <a:off x="458700" y="1456625"/>
              <a:ext cx="256400" cy="485000"/>
            </a:xfrm>
            <a:custGeom>
              <a:avLst/>
              <a:gdLst/>
              <a:ahLst/>
              <a:cxnLst/>
              <a:rect l="l" t="t" r="r" b="b"/>
              <a:pathLst>
                <a:path w="10256" h="19400" extrusionOk="0">
                  <a:moveTo>
                    <a:pt x="2952" y="1"/>
                  </a:moveTo>
                  <a:cubicBezTo>
                    <a:pt x="2952" y="1"/>
                    <a:pt x="1092" y="3643"/>
                    <a:pt x="885" y="6258"/>
                  </a:cubicBezTo>
                  <a:cubicBezTo>
                    <a:pt x="787" y="7486"/>
                    <a:pt x="4251" y="10282"/>
                    <a:pt x="4217" y="10697"/>
                  </a:cubicBezTo>
                  <a:cubicBezTo>
                    <a:pt x="4174" y="11226"/>
                    <a:pt x="2364" y="13029"/>
                    <a:pt x="1182" y="14332"/>
                  </a:cubicBezTo>
                  <a:cubicBezTo>
                    <a:pt x="0" y="15634"/>
                    <a:pt x="783" y="16018"/>
                    <a:pt x="1333" y="17773"/>
                  </a:cubicBezTo>
                  <a:cubicBezTo>
                    <a:pt x="1658" y="18807"/>
                    <a:pt x="2193" y="19400"/>
                    <a:pt x="2880" y="19400"/>
                  </a:cubicBezTo>
                  <a:cubicBezTo>
                    <a:pt x="3359" y="19400"/>
                    <a:pt x="3912" y="19112"/>
                    <a:pt x="4518" y="18485"/>
                  </a:cubicBezTo>
                  <a:cubicBezTo>
                    <a:pt x="5676" y="17284"/>
                    <a:pt x="6729" y="15899"/>
                    <a:pt x="8582" y="13662"/>
                  </a:cubicBezTo>
                  <a:cubicBezTo>
                    <a:pt x="8889" y="13290"/>
                    <a:pt x="9150" y="12970"/>
                    <a:pt x="9361" y="12674"/>
                  </a:cubicBezTo>
                  <a:cubicBezTo>
                    <a:pt x="10200" y="11497"/>
                    <a:pt x="10255" y="10727"/>
                    <a:pt x="9402" y="8823"/>
                  </a:cubicBezTo>
                  <a:cubicBezTo>
                    <a:pt x="9179" y="8324"/>
                    <a:pt x="8893" y="7746"/>
                    <a:pt x="8542" y="7064"/>
                  </a:cubicBezTo>
                  <a:cubicBezTo>
                    <a:pt x="6430" y="2949"/>
                    <a:pt x="2952" y="1"/>
                    <a:pt x="29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4"/>
            <p:cNvSpPr/>
            <p:nvPr/>
          </p:nvSpPr>
          <p:spPr>
            <a:xfrm>
              <a:off x="663275" y="1677175"/>
              <a:ext cx="51825" cy="96325"/>
            </a:xfrm>
            <a:custGeom>
              <a:avLst/>
              <a:gdLst/>
              <a:ahLst/>
              <a:cxnLst/>
              <a:rect l="l" t="t" r="r" b="b"/>
              <a:pathLst>
                <a:path w="2073" h="3853" extrusionOk="0">
                  <a:moveTo>
                    <a:pt x="1219" y="1"/>
                  </a:moveTo>
                  <a:lnTo>
                    <a:pt x="1219" y="1"/>
                  </a:lnTo>
                  <a:cubicBezTo>
                    <a:pt x="492" y="432"/>
                    <a:pt x="0" y="2682"/>
                    <a:pt x="1178" y="3852"/>
                  </a:cubicBezTo>
                  <a:cubicBezTo>
                    <a:pt x="2017" y="2675"/>
                    <a:pt x="2072" y="1905"/>
                    <a:pt x="1219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4"/>
            <p:cNvSpPr/>
            <p:nvPr/>
          </p:nvSpPr>
          <p:spPr>
            <a:xfrm>
              <a:off x="473950" y="1459100"/>
              <a:ext cx="58950" cy="67350"/>
            </a:xfrm>
            <a:custGeom>
              <a:avLst/>
              <a:gdLst/>
              <a:ahLst/>
              <a:cxnLst/>
              <a:rect l="l" t="t" r="r" b="b"/>
              <a:pathLst>
                <a:path w="2358" h="2694" extrusionOk="0">
                  <a:moveTo>
                    <a:pt x="2228" y="1"/>
                  </a:moveTo>
                  <a:cubicBezTo>
                    <a:pt x="2224" y="1"/>
                    <a:pt x="2220" y="1"/>
                    <a:pt x="2216" y="1"/>
                  </a:cubicBezTo>
                  <a:cubicBezTo>
                    <a:pt x="927" y="185"/>
                    <a:pt x="0" y="1315"/>
                    <a:pt x="62" y="2616"/>
                  </a:cubicBezTo>
                  <a:cubicBezTo>
                    <a:pt x="64" y="2668"/>
                    <a:pt x="105" y="2694"/>
                    <a:pt x="145" y="2694"/>
                  </a:cubicBezTo>
                  <a:cubicBezTo>
                    <a:pt x="185" y="2694"/>
                    <a:pt x="225" y="2668"/>
                    <a:pt x="223" y="2616"/>
                  </a:cubicBezTo>
                  <a:cubicBezTo>
                    <a:pt x="165" y="1381"/>
                    <a:pt x="1038" y="331"/>
                    <a:pt x="2260" y="157"/>
                  </a:cubicBezTo>
                  <a:cubicBezTo>
                    <a:pt x="2357" y="144"/>
                    <a:pt x="2321" y="1"/>
                    <a:pt x="2228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4"/>
            <p:cNvSpPr/>
            <p:nvPr/>
          </p:nvSpPr>
          <p:spPr>
            <a:xfrm>
              <a:off x="443700" y="1594675"/>
              <a:ext cx="55000" cy="56750"/>
            </a:xfrm>
            <a:custGeom>
              <a:avLst/>
              <a:gdLst/>
              <a:ahLst/>
              <a:cxnLst/>
              <a:rect l="l" t="t" r="r" b="b"/>
              <a:pathLst>
                <a:path w="2200" h="2270" extrusionOk="0">
                  <a:moveTo>
                    <a:pt x="128" y="0"/>
                  </a:moveTo>
                  <a:cubicBezTo>
                    <a:pt x="61" y="0"/>
                    <a:pt x="1" y="90"/>
                    <a:pt x="61" y="155"/>
                  </a:cubicBezTo>
                  <a:cubicBezTo>
                    <a:pt x="711" y="851"/>
                    <a:pt x="1362" y="1547"/>
                    <a:pt x="2010" y="2242"/>
                  </a:cubicBezTo>
                  <a:lnTo>
                    <a:pt x="2012" y="2242"/>
                  </a:lnTo>
                  <a:cubicBezTo>
                    <a:pt x="2030" y="2261"/>
                    <a:pt x="2051" y="2270"/>
                    <a:pt x="2071" y="2270"/>
                  </a:cubicBezTo>
                  <a:cubicBezTo>
                    <a:pt x="2138" y="2270"/>
                    <a:pt x="2199" y="2180"/>
                    <a:pt x="2139" y="2115"/>
                  </a:cubicBezTo>
                  <a:cubicBezTo>
                    <a:pt x="1488" y="1419"/>
                    <a:pt x="838" y="724"/>
                    <a:pt x="188" y="28"/>
                  </a:cubicBezTo>
                  <a:cubicBezTo>
                    <a:pt x="170" y="8"/>
                    <a:pt x="149" y="0"/>
                    <a:pt x="128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4"/>
            <p:cNvSpPr/>
            <p:nvPr/>
          </p:nvSpPr>
          <p:spPr>
            <a:xfrm>
              <a:off x="562375" y="1697725"/>
              <a:ext cx="58675" cy="28550"/>
            </a:xfrm>
            <a:custGeom>
              <a:avLst/>
              <a:gdLst/>
              <a:ahLst/>
              <a:cxnLst/>
              <a:rect l="l" t="t" r="r" b="b"/>
              <a:pathLst>
                <a:path w="2347" h="1142" extrusionOk="0">
                  <a:moveTo>
                    <a:pt x="2225" y="1"/>
                  </a:moveTo>
                  <a:cubicBezTo>
                    <a:pt x="2216" y="1"/>
                    <a:pt x="2207" y="2"/>
                    <a:pt x="2197" y="5"/>
                  </a:cubicBezTo>
                  <a:cubicBezTo>
                    <a:pt x="1453" y="237"/>
                    <a:pt x="747" y="562"/>
                    <a:pt x="83" y="974"/>
                  </a:cubicBezTo>
                  <a:cubicBezTo>
                    <a:pt x="1" y="1024"/>
                    <a:pt x="51" y="1142"/>
                    <a:pt x="129" y="1142"/>
                  </a:cubicBezTo>
                  <a:cubicBezTo>
                    <a:pt x="143" y="1142"/>
                    <a:pt x="159" y="1137"/>
                    <a:pt x="175" y="1128"/>
                  </a:cubicBezTo>
                  <a:cubicBezTo>
                    <a:pt x="823" y="725"/>
                    <a:pt x="1514" y="406"/>
                    <a:pt x="2245" y="178"/>
                  </a:cubicBezTo>
                  <a:cubicBezTo>
                    <a:pt x="2346" y="147"/>
                    <a:pt x="2315" y="1"/>
                    <a:pt x="2225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580750" y="1695225"/>
              <a:ext cx="20600" cy="20075"/>
            </a:xfrm>
            <a:custGeom>
              <a:avLst/>
              <a:gdLst/>
              <a:ahLst/>
              <a:cxnLst/>
              <a:rect l="l" t="t" r="r" b="b"/>
              <a:pathLst>
                <a:path w="824" h="803" extrusionOk="0">
                  <a:moveTo>
                    <a:pt x="690" y="1"/>
                  </a:moveTo>
                  <a:cubicBezTo>
                    <a:pt x="669" y="1"/>
                    <a:pt x="648" y="8"/>
                    <a:pt x="629" y="25"/>
                  </a:cubicBezTo>
                  <a:cubicBezTo>
                    <a:pt x="420" y="215"/>
                    <a:pt x="228" y="422"/>
                    <a:pt x="54" y="644"/>
                  </a:cubicBezTo>
                  <a:cubicBezTo>
                    <a:pt x="0" y="713"/>
                    <a:pt x="60" y="803"/>
                    <a:pt x="122" y="803"/>
                  </a:cubicBezTo>
                  <a:cubicBezTo>
                    <a:pt x="143" y="803"/>
                    <a:pt x="163" y="793"/>
                    <a:pt x="180" y="771"/>
                  </a:cubicBezTo>
                  <a:cubicBezTo>
                    <a:pt x="355" y="548"/>
                    <a:pt x="547" y="341"/>
                    <a:pt x="758" y="151"/>
                  </a:cubicBezTo>
                  <a:lnTo>
                    <a:pt x="756" y="151"/>
                  </a:lnTo>
                  <a:cubicBezTo>
                    <a:pt x="823" y="90"/>
                    <a:pt x="761" y="1"/>
                    <a:pt x="690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4"/>
            <p:cNvSpPr/>
            <p:nvPr/>
          </p:nvSpPr>
          <p:spPr>
            <a:xfrm>
              <a:off x="490675" y="1809575"/>
              <a:ext cx="78575" cy="117100"/>
            </a:xfrm>
            <a:custGeom>
              <a:avLst/>
              <a:gdLst/>
              <a:ahLst/>
              <a:cxnLst/>
              <a:rect l="l" t="t" r="r" b="b"/>
              <a:pathLst>
                <a:path w="3143" h="4684" extrusionOk="0">
                  <a:moveTo>
                    <a:pt x="144" y="0"/>
                  </a:moveTo>
                  <a:cubicBezTo>
                    <a:pt x="58" y="0"/>
                    <a:pt x="1" y="122"/>
                    <a:pt x="93" y="162"/>
                  </a:cubicBezTo>
                  <a:cubicBezTo>
                    <a:pt x="920" y="525"/>
                    <a:pt x="1627" y="1115"/>
                    <a:pt x="2128" y="1867"/>
                  </a:cubicBezTo>
                  <a:cubicBezTo>
                    <a:pt x="2368" y="2228"/>
                    <a:pt x="2560" y="2621"/>
                    <a:pt x="2692" y="3036"/>
                  </a:cubicBezTo>
                  <a:cubicBezTo>
                    <a:pt x="2840" y="3498"/>
                    <a:pt x="2999" y="4094"/>
                    <a:pt x="2759" y="4547"/>
                  </a:cubicBezTo>
                  <a:cubicBezTo>
                    <a:pt x="2722" y="4619"/>
                    <a:pt x="2785" y="4684"/>
                    <a:pt x="2845" y="4684"/>
                  </a:cubicBezTo>
                  <a:cubicBezTo>
                    <a:pt x="2872" y="4684"/>
                    <a:pt x="2898" y="4671"/>
                    <a:pt x="2915" y="4639"/>
                  </a:cubicBezTo>
                  <a:cubicBezTo>
                    <a:pt x="3143" y="4206"/>
                    <a:pt x="3055" y="3697"/>
                    <a:pt x="2938" y="3243"/>
                  </a:cubicBezTo>
                  <a:cubicBezTo>
                    <a:pt x="2821" y="2778"/>
                    <a:pt x="2629" y="2332"/>
                    <a:pt x="2377" y="1925"/>
                  </a:cubicBezTo>
                  <a:cubicBezTo>
                    <a:pt x="1859" y="1081"/>
                    <a:pt x="1092" y="406"/>
                    <a:pt x="183" y="9"/>
                  </a:cubicBezTo>
                  <a:cubicBezTo>
                    <a:pt x="169" y="3"/>
                    <a:pt x="156" y="0"/>
                    <a:pt x="144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4"/>
            <p:cNvSpPr/>
            <p:nvPr/>
          </p:nvSpPr>
          <p:spPr>
            <a:xfrm>
              <a:off x="398950" y="1856475"/>
              <a:ext cx="121975" cy="100000"/>
            </a:xfrm>
            <a:custGeom>
              <a:avLst/>
              <a:gdLst/>
              <a:ahLst/>
              <a:cxnLst/>
              <a:rect l="l" t="t" r="r" b="b"/>
              <a:pathLst>
                <a:path w="4879" h="4000" extrusionOk="0">
                  <a:moveTo>
                    <a:pt x="2980" y="1"/>
                  </a:moveTo>
                  <a:cubicBezTo>
                    <a:pt x="2917" y="1"/>
                    <a:pt x="2862" y="11"/>
                    <a:pt x="2820" y="35"/>
                  </a:cubicBezTo>
                  <a:cubicBezTo>
                    <a:pt x="2478" y="229"/>
                    <a:pt x="194" y="1489"/>
                    <a:pt x="35" y="1913"/>
                  </a:cubicBezTo>
                  <a:cubicBezTo>
                    <a:pt x="1" y="2004"/>
                    <a:pt x="64" y="2040"/>
                    <a:pt x="184" y="2040"/>
                  </a:cubicBezTo>
                  <a:cubicBezTo>
                    <a:pt x="621" y="2040"/>
                    <a:pt x="1809" y="1568"/>
                    <a:pt x="1809" y="1568"/>
                  </a:cubicBezTo>
                  <a:lnTo>
                    <a:pt x="1809" y="1568"/>
                  </a:lnTo>
                  <a:cubicBezTo>
                    <a:pt x="1809" y="1568"/>
                    <a:pt x="200" y="2731"/>
                    <a:pt x="464" y="2967"/>
                  </a:cubicBezTo>
                  <a:cubicBezTo>
                    <a:pt x="491" y="2990"/>
                    <a:pt x="535" y="3001"/>
                    <a:pt x="590" y="3001"/>
                  </a:cubicBezTo>
                  <a:cubicBezTo>
                    <a:pt x="1078" y="3001"/>
                    <a:pt x="2524" y="2174"/>
                    <a:pt x="2525" y="2174"/>
                  </a:cubicBezTo>
                  <a:lnTo>
                    <a:pt x="2525" y="2174"/>
                  </a:lnTo>
                  <a:cubicBezTo>
                    <a:pt x="2524" y="2174"/>
                    <a:pt x="1523" y="3108"/>
                    <a:pt x="1491" y="3390"/>
                  </a:cubicBezTo>
                  <a:cubicBezTo>
                    <a:pt x="1482" y="3465"/>
                    <a:pt x="1522" y="3496"/>
                    <a:pt x="1594" y="3496"/>
                  </a:cubicBezTo>
                  <a:cubicBezTo>
                    <a:pt x="1971" y="3496"/>
                    <a:pt x="3234" y="2650"/>
                    <a:pt x="3234" y="2650"/>
                  </a:cubicBezTo>
                  <a:lnTo>
                    <a:pt x="3234" y="2650"/>
                  </a:lnTo>
                  <a:cubicBezTo>
                    <a:pt x="3234" y="2650"/>
                    <a:pt x="2697" y="3761"/>
                    <a:pt x="2860" y="3945"/>
                  </a:cubicBezTo>
                  <a:cubicBezTo>
                    <a:pt x="2894" y="3983"/>
                    <a:pt x="2977" y="4000"/>
                    <a:pt x="3087" y="4000"/>
                  </a:cubicBezTo>
                  <a:cubicBezTo>
                    <a:pt x="3513" y="4000"/>
                    <a:pt x="4343" y="3752"/>
                    <a:pt x="4285" y="3550"/>
                  </a:cubicBezTo>
                  <a:cubicBezTo>
                    <a:pt x="4249" y="3424"/>
                    <a:pt x="4152" y="3390"/>
                    <a:pt x="4048" y="3390"/>
                  </a:cubicBezTo>
                  <a:cubicBezTo>
                    <a:pt x="3928" y="3390"/>
                    <a:pt x="3797" y="3435"/>
                    <a:pt x="3738" y="3435"/>
                  </a:cubicBezTo>
                  <a:cubicBezTo>
                    <a:pt x="3727" y="3435"/>
                    <a:pt x="3719" y="3434"/>
                    <a:pt x="3714" y="3431"/>
                  </a:cubicBezTo>
                  <a:cubicBezTo>
                    <a:pt x="3647" y="3387"/>
                    <a:pt x="4773" y="3059"/>
                    <a:pt x="4826" y="2629"/>
                  </a:cubicBezTo>
                  <a:cubicBezTo>
                    <a:pt x="4878" y="2199"/>
                    <a:pt x="4285" y="521"/>
                    <a:pt x="4285" y="521"/>
                  </a:cubicBezTo>
                  <a:lnTo>
                    <a:pt x="4284" y="521"/>
                  </a:lnTo>
                  <a:cubicBezTo>
                    <a:pt x="4284" y="521"/>
                    <a:pt x="3423" y="1"/>
                    <a:pt x="2980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4"/>
            <p:cNvSpPr/>
            <p:nvPr/>
          </p:nvSpPr>
          <p:spPr>
            <a:xfrm>
              <a:off x="395250" y="1133725"/>
              <a:ext cx="141800" cy="105200"/>
            </a:xfrm>
            <a:custGeom>
              <a:avLst/>
              <a:gdLst/>
              <a:ahLst/>
              <a:cxnLst/>
              <a:rect l="l" t="t" r="r" b="b"/>
              <a:pathLst>
                <a:path w="5672" h="4208" extrusionOk="0">
                  <a:moveTo>
                    <a:pt x="2797" y="1"/>
                  </a:moveTo>
                  <a:cubicBezTo>
                    <a:pt x="1018" y="1"/>
                    <a:pt x="0" y="2471"/>
                    <a:pt x="1658" y="3682"/>
                  </a:cubicBezTo>
                  <a:cubicBezTo>
                    <a:pt x="1734" y="3740"/>
                    <a:pt x="1817" y="3795"/>
                    <a:pt x="1901" y="3853"/>
                  </a:cubicBezTo>
                  <a:cubicBezTo>
                    <a:pt x="2273" y="4100"/>
                    <a:pt x="2628" y="4207"/>
                    <a:pt x="2954" y="4207"/>
                  </a:cubicBezTo>
                  <a:cubicBezTo>
                    <a:pt x="4754" y="4207"/>
                    <a:pt x="5671" y="955"/>
                    <a:pt x="3609" y="166"/>
                  </a:cubicBezTo>
                  <a:cubicBezTo>
                    <a:pt x="3570" y="151"/>
                    <a:pt x="3532" y="137"/>
                    <a:pt x="3495" y="124"/>
                  </a:cubicBezTo>
                  <a:cubicBezTo>
                    <a:pt x="3253" y="39"/>
                    <a:pt x="3019" y="1"/>
                    <a:pt x="2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4"/>
            <p:cNvSpPr/>
            <p:nvPr/>
          </p:nvSpPr>
          <p:spPr>
            <a:xfrm>
              <a:off x="339525" y="1308725"/>
              <a:ext cx="89750" cy="131550"/>
            </a:xfrm>
            <a:custGeom>
              <a:avLst/>
              <a:gdLst/>
              <a:ahLst/>
              <a:cxnLst/>
              <a:rect l="l" t="t" r="r" b="b"/>
              <a:pathLst>
                <a:path w="3590" h="5262" extrusionOk="0">
                  <a:moveTo>
                    <a:pt x="3263" y="1"/>
                  </a:moveTo>
                  <a:lnTo>
                    <a:pt x="724" y="1259"/>
                  </a:lnTo>
                  <a:lnTo>
                    <a:pt x="530" y="2057"/>
                  </a:lnTo>
                  <a:lnTo>
                    <a:pt x="254" y="3197"/>
                  </a:lnTo>
                  <a:lnTo>
                    <a:pt x="0" y="4240"/>
                  </a:lnTo>
                  <a:cubicBezTo>
                    <a:pt x="218" y="5007"/>
                    <a:pt x="758" y="5261"/>
                    <a:pt x="1358" y="5261"/>
                  </a:cubicBezTo>
                  <a:cubicBezTo>
                    <a:pt x="2289" y="5261"/>
                    <a:pt x="3362" y="4649"/>
                    <a:pt x="3589" y="4394"/>
                  </a:cubicBezTo>
                  <a:lnTo>
                    <a:pt x="3263" y="1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4"/>
            <p:cNvSpPr/>
            <p:nvPr/>
          </p:nvSpPr>
          <p:spPr>
            <a:xfrm>
              <a:off x="342200" y="1340950"/>
              <a:ext cx="63475" cy="62825"/>
            </a:xfrm>
            <a:custGeom>
              <a:avLst/>
              <a:gdLst/>
              <a:ahLst/>
              <a:cxnLst/>
              <a:rect l="l" t="t" r="r" b="b"/>
              <a:pathLst>
                <a:path w="2539" h="2513" extrusionOk="0">
                  <a:moveTo>
                    <a:pt x="2539" y="1"/>
                  </a:moveTo>
                  <a:lnTo>
                    <a:pt x="423" y="768"/>
                  </a:lnTo>
                  <a:lnTo>
                    <a:pt x="1" y="2508"/>
                  </a:lnTo>
                  <a:cubicBezTo>
                    <a:pt x="16" y="2511"/>
                    <a:pt x="32" y="2512"/>
                    <a:pt x="49" y="2512"/>
                  </a:cubicBezTo>
                  <a:cubicBezTo>
                    <a:pt x="422" y="2512"/>
                    <a:pt x="1430" y="1842"/>
                    <a:pt x="2539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4"/>
            <p:cNvSpPr/>
            <p:nvPr/>
          </p:nvSpPr>
          <p:spPr>
            <a:xfrm>
              <a:off x="302275" y="1200750"/>
              <a:ext cx="175950" cy="164400"/>
            </a:xfrm>
            <a:custGeom>
              <a:avLst/>
              <a:gdLst/>
              <a:ahLst/>
              <a:cxnLst/>
              <a:rect l="l" t="t" r="r" b="b"/>
              <a:pathLst>
                <a:path w="7038" h="6576" extrusionOk="0">
                  <a:moveTo>
                    <a:pt x="2779" y="0"/>
                  </a:moveTo>
                  <a:cubicBezTo>
                    <a:pt x="2006" y="0"/>
                    <a:pt x="1250" y="266"/>
                    <a:pt x="667" y="777"/>
                  </a:cubicBezTo>
                  <a:cubicBezTo>
                    <a:pt x="641" y="800"/>
                    <a:pt x="616" y="823"/>
                    <a:pt x="591" y="848"/>
                  </a:cubicBezTo>
                  <a:lnTo>
                    <a:pt x="589" y="848"/>
                  </a:lnTo>
                  <a:cubicBezTo>
                    <a:pt x="196" y="1375"/>
                    <a:pt x="545" y="2190"/>
                    <a:pt x="332" y="3606"/>
                  </a:cubicBezTo>
                  <a:cubicBezTo>
                    <a:pt x="1" y="5827"/>
                    <a:pt x="702" y="6575"/>
                    <a:pt x="2310" y="6575"/>
                  </a:cubicBezTo>
                  <a:cubicBezTo>
                    <a:pt x="2351" y="6575"/>
                    <a:pt x="2392" y="6575"/>
                    <a:pt x="2434" y="6574"/>
                  </a:cubicBezTo>
                  <a:cubicBezTo>
                    <a:pt x="2902" y="6564"/>
                    <a:pt x="3831" y="6263"/>
                    <a:pt x="4400" y="5595"/>
                  </a:cubicBezTo>
                  <a:cubicBezTo>
                    <a:pt x="5039" y="4849"/>
                    <a:pt x="5283" y="4596"/>
                    <a:pt x="5563" y="3806"/>
                  </a:cubicBezTo>
                  <a:cubicBezTo>
                    <a:pt x="5964" y="2670"/>
                    <a:pt x="7038" y="199"/>
                    <a:pt x="2935" y="4"/>
                  </a:cubicBezTo>
                  <a:cubicBezTo>
                    <a:pt x="2883" y="1"/>
                    <a:pt x="2831" y="0"/>
                    <a:pt x="2779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4"/>
            <p:cNvSpPr/>
            <p:nvPr/>
          </p:nvSpPr>
          <p:spPr>
            <a:xfrm>
              <a:off x="334000" y="1276350"/>
              <a:ext cx="15675" cy="28300"/>
            </a:xfrm>
            <a:custGeom>
              <a:avLst/>
              <a:gdLst/>
              <a:ahLst/>
              <a:cxnLst/>
              <a:rect l="l" t="t" r="r" b="b"/>
              <a:pathLst>
                <a:path w="627" h="1132" extrusionOk="0">
                  <a:moveTo>
                    <a:pt x="549" y="0"/>
                  </a:moveTo>
                  <a:cubicBezTo>
                    <a:pt x="514" y="0"/>
                    <a:pt x="484" y="26"/>
                    <a:pt x="478" y="62"/>
                  </a:cubicBezTo>
                  <a:lnTo>
                    <a:pt x="423" y="457"/>
                  </a:lnTo>
                  <a:lnTo>
                    <a:pt x="62" y="534"/>
                  </a:lnTo>
                  <a:cubicBezTo>
                    <a:pt x="35" y="540"/>
                    <a:pt x="14" y="561"/>
                    <a:pt x="7" y="586"/>
                  </a:cubicBezTo>
                  <a:cubicBezTo>
                    <a:pt x="1" y="613"/>
                    <a:pt x="8" y="642"/>
                    <a:pt x="30" y="659"/>
                  </a:cubicBezTo>
                  <a:cubicBezTo>
                    <a:pt x="158" y="774"/>
                    <a:pt x="381" y="995"/>
                    <a:pt x="423" y="1089"/>
                  </a:cubicBezTo>
                  <a:cubicBezTo>
                    <a:pt x="432" y="1112"/>
                    <a:pt x="455" y="1127"/>
                    <a:pt x="478" y="1131"/>
                  </a:cubicBezTo>
                  <a:cubicBezTo>
                    <a:pt x="482" y="1131"/>
                    <a:pt x="485" y="1131"/>
                    <a:pt x="488" y="1131"/>
                  </a:cubicBezTo>
                  <a:cubicBezTo>
                    <a:pt x="499" y="1131"/>
                    <a:pt x="509" y="1129"/>
                    <a:pt x="519" y="1125"/>
                  </a:cubicBezTo>
                  <a:cubicBezTo>
                    <a:pt x="553" y="1110"/>
                    <a:pt x="571" y="1067"/>
                    <a:pt x="553" y="1031"/>
                  </a:cubicBezTo>
                  <a:cubicBezTo>
                    <a:pt x="507" y="924"/>
                    <a:pt x="338" y="753"/>
                    <a:pt x="227" y="647"/>
                  </a:cubicBezTo>
                  <a:lnTo>
                    <a:pt x="501" y="588"/>
                  </a:lnTo>
                  <a:cubicBezTo>
                    <a:pt x="530" y="580"/>
                    <a:pt x="553" y="557"/>
                    <a:pt x="557" y="528"/>
                  </a:cubicBezTo>
                  <a:lnTo>
                    <a:pt x="620" y="81"/>
                  </a:lnTo>
                  <a:cubicBezTo>
                    <a:pt x="626" y="43"/>
                    <a:pt x="599" y="7"/>
                    <a:pt x="559" y="1"/>
                  </a:cubicBezTo>
                  <a:cubicBezTo>
                    <a:pt x="556" y="0"/>
                    <a:pt x="552" y="0"/>
                    <a:pt x="5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4"/>
            <p:cNvSpPr/>
            <p:nvPr/>
          </p:nvSpPr>
          <p:spPr>
            <a:xfrm>
              <a:off x="362500" y="1273900"/>
              <a:ext cx="7875" cy="10125"/>
            </a:xfrm>
            <a:custGeom>
              <a:avLst/>
              <a:gdLst/>
              <a:ahLst/>
              <a:cxnLst/>
              <a:rect l="l" t="t" r="r" b="b"/>
              <a:pathLst>
                <a:path w="315" h="405" extrusionOk="0">
                  <a:moveTo>
                    <a:pt x="151" y="1"/>
                  </a:moveTo>
                  <a:cubicBezTo>
                    <a:pt x="150" y="1"/>
                    <a:pt x="148" y="1"/>
                    <a:pt x="146" y="1"/>
                  </a:cubicBezTo>
                  <a:cubicBezTo>
                    <a:pt x="64" y="5"/>
                    <a:pt x="0" y="99"/>
                    <a:pt x="6" y="210"/>
                  </a:cubicBezTo>
                  <a:cubicBezTo>
                    <a:pt x="12" y="319"/>
                    <a:pt x="82" y="404"/>
                    <a:pt x="162" y="404"/>
                  </a:cubicBezTo>
                  <a:cubicBezTo>
                    <a:pt x="164" y="404"/>
                    <a:pt x="165" y="404"/>
                    <a:pt x="167" y="404"/>
                  </a:cubicBezTo>
                  <a:cubicBezTo>
                    <a:pt x="252" y="400"/>
                    <a:pt x="315" y="306"/>
                    <a:pt x="309" y="195"/>
                  </a:cubicBezTo>
                  <a:cubicBezTo>
                    <a:pt x="302" y="86"/>
                    <a:pt x="233" y="1"/>
                    <a:pt x="1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4"/>
            <p:cNvSpPr/>
            <p:nvPr/>
          </p:nvSpPr>
          <p:spPr>
            <a:xfrm>
              <a:off x="328925" y="1273150"/>
              <a:ext cx="7900" cy="10100"/>
            </a:xfrm>
            <a:custGeom>
              <a:avLst/>
              <a:gdLst/>
              <a:ahLst/>
              <a:cxnLst/>
              <a:rect l="l" t="t" r="r" b="b"/>
              <a:pathLst>
                <a:path w="316" h="404" extrusionOk="0">
                  <a:moveTo>
                    <a:pt x="156" y="0"/>
                  </a:moveTo>
                  <a:cubicBezTo>
                    <a:pt x="153" y="0"/>
                    <a:pt x="151" y="0"/>
                    <a:pt x="148" y="0"/>
                  </a:cubicBezTo>
                  <a:cubicBezTo>
                    <a:pt x="64" y="4"/>
                    <a:pt x="0" y="98"/>
                    <a:pt x="8" y="209"/>
                  </a:cubicBezTo>
                  <a:cubicBezTo>
                    <a:pt x="14" y="318"/>
                    <a:pt x="82" y="403"/>
                    <a:pt x="164" y="403"/>
                  </a:cubicBezTo>
                  <a:cubicBezTo>
                    <a:pt x="166" y="403"/>
                    <a:pt x="167" y="403"/>
                    <a:pt x="169" y="403"/>
                  </a:cubicBezTo>
                  <a:cubicBezTo>
                    <a:pt x="252" y="397"/>
                    <a:pt x="315" y="303"/>
                    <a:pt x="309" y="194"/>
                  </a:cubicBezTo>
                  <a:cubicBezTo>
                    <a:pt x="304" y="86"/>
                    <a:pt x="235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4"/>
            <p:cNvSpPr/>
            <p:nvPr/>
          </p:nvSpPr>
          <p:spPr>
            <a:xfrm>
              <a:off x="335650" y="1333750"/>
              <a:ext cx="15575" cy="5350"/>
            </a:xfrm>
            <a:custGeom>
              <a:avLst/>
              <a:gdLst/>
              <a:ahLst/>
              <a:cxnLst/>
              <a:rect l="l" t="t" r="r" b="b"/>
              <a:pathLst>
                <a:path w="623" h="214" extrusionOk="0">
                  <a:moveTo>
                    <a:pt x="514" y="0"/>
                  </a:moveTo>
                  <a:cubicBezTo>
                    <a:pt x="499" y="0"/>
                    <a:pt x="484" y="5"/>
                    <a:pt x="470" y="16"/>
                  </a:cubicBezTo>
                  <a:cubicBezTo>
                    <a:pt x="423" y="54"/>
                    <a:pt x="370" y="69"/>
                    <a:pt x="317" y="69"/>
                  </a:cubicBezTo>
                  <a:cubicBezTo>
                    <a:pt x="253" y="69"/>
                    <a:pt x="188" y="48"/>
                    <a:pt x="127" y="22"/>
                  </a:cubicBezTo>
                  <a:cubicBezTo>
                    <a:pt x="116" y="18"/>
                    <a:pt x="106" y="15"/>
                    <a:pt x="97" y="15"/>
                  </a:cubicBezTo>
                  <a:cubicBezTo>
                    <a:pt x="30" y="15"/>
                    <a:pt x="1" y="126"/>
                    <a:pt x="77" y="158"/>
                  </a:cubicBezTo>
                  <a:cubicBezTo>
                    <a:pt x="155" y="193"/>
                    <a:pt x="237" y="214"/>
                    <a:pt x="318" y="214"/>
                  </a:cubicBezTo>
                  <a:cubicBezTo>
                    <a:pt x="404" y="214"/>
                    <a:pt x="488" y="189"/>
                    <a:pt x="564" y="130"/>
                  </a:cubicBezTo>
                  <a:cubicBezTo>
                    <a:pt x="623" y="82"/>
                    <a:pt x="573" y="0"/>
                    <a:pt x="514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4"/>
            <p:cNvSpPr/>
            <p:nvPr/>
          </p:nvSpPr>
          <p:spPr>
            <a:xfrm>
              <a:off x="367000" y="1291825"/>
              <a:ext cx="21700" cy="11200"/>
            </a:xfrm>
            <a:custGeom>
              <a:avLst/>
              <a:gdLst/>
              <a:ahLst/>
              <a:cxnLst/>
              <a:rect l="l" t="t" r="r" b="b"/>
              <a:pathLst>
                <a:path w="868" h="448" extrusionOk="0">
                  <a:moveTo>
                    <a:pt x="386" y="1"/>
                  </a:moveTo>
                  <a:cubicBezTo>
                    <a:pt x="183" y="1"/>
                    <a:pt x="21" y="78"/>
                    <a:pt x="10" y="188"/>
                  </a:cubicBezTo>
                  <a:cubicBezTo>
                    <a:pt x="1" y="310"/>
                    <a:pt x="181" y="425"/>
                    <a:pt x="415" y="445"/>
                  </a:cubicBezTo>
                  <a:cubicBezTo>
                    <a:pt x="438" y="446"/>
                    <a:pt x="460" y="447"/>
                    <a:pt x="482" y="447"/>
                  </a:cubicBezTo>
                  <a:cubicBezTo>
                    <a:pt x="686" y="447"/>
                    <a:pt x="848" y="370"/>
                    <a:pt x="858" y="260"/>
                  </a:cubicBezTo>
                  <a:cubicBezTo>
                    <a:pt x="868" y="138"/>
                    <a:pt x="687" y="23"/>
                    <a:pt x="453" y="3"/>
                  </a:cubicBezTo>
                  <a:cubicBezTo>
                    <a:pt x="430" y="2"/>
                    <a:pt x="408" y="1"/>
                    <a:pt x="386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4"/>
            <p:cNvSpPr/>
            <p:nvPr/>
          </p:nvSpPr>
          <p:spPr>
            <a:xfrm>
              <a:off x="309550" y="1289775"/>
              <a:ext cx="18350" cy="11200"/>
            </a:xfrm>
            <a:custGeom>
              <a:avLst/>
              <a:gdLst/>
              <a:ahLst/>
              <a:cxnLst/>
              <a:rect l="l" t="t" r="r" b="b"/>
              <a:pathLst>
                <a:path w="734" h="448" extrusionOk="0">
                  <a:moveTo>
                    <a:pt x="249" y="0"/>
                  </a:moveTo>
                  <a:cubicBezTo>
                    <a:pt x="173" y="0"/>
                    <a:pt x="102" y="10"/>
                    <a:pt x="43" y="30"/>
                  </a:cubicBezTo>
                  <a:cubicBezTo>
                    <a:pt x="43" y="36"/>
                    <a:pt x="43" y="39"/>
                    <a:pt x="41" y="43"/>
                  </a:cubicBezTo>
                  <a:cubicBezTo>
                    <a:pt x="25" y="153"/>
                    <a:pt x="12" y="260"/>
                    <a:pt x="0" y="364"/>
                  </a:cubicBezTo>
                  <a:cubicBezTo>
                    <a:pt x="71" y="406"/>
                    <a:pt x="169" y="436"/>
                    <a:pt x="281" y="444"/>
                  </a:cubicBezTo>
                  <a:cubicBezTo>
                    <a:pt x="305" y="446"/>
                    <a:pt x="329" y="447"/>
                    <a:pt x="353" y="447"/>
                  </a:cubicBezTo>
                  <a:cubicBezTo>
                    <a:pt x="554" y="447"/>
                    <a:pt x="713" y="370"/>
                    <a:pt x="722" y="260"/>
                  </a:cubicBezTo>
                  <a:cubicBezTo>
                    <a:pt x="733" y="139"/>
                    <a:pt x="551" y="24"/>
                    <a:pt x="317" y="3"/>
                  </a:cubicBezTo>
                  <a:cubicBezTo>
                    <a:pt x="294" y="1"/>
                    <a:pt x="272" y="0"/>
                    <a:pt x="249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4"/>
            <p:cNvSpPr/>
            <p:nvPr/>
          </p:nvSpPr>
          <p:spPr>
            <a:xfrm>
              <a:off x="301400" y="1186300"/>
              <a:ext cx="161300" cy="121875"/>
            </a:xfrm>
            <a:custGeom>
              <a:avLst/>
              <a:gdLst/>
              <a:ahLst/>
              <a:cxnLst/>
              <a:rect l="l" t="t" r="r" b="b"/>
              <a:pathLst>
                <a:path w="6452" h="4875" extrusionOk="0">
                  <a:moveTo>
                    <a:pt x="2848" y="0"/>
                  </a:moveTo>
                  <a:cubicBezTo>
                    <a:pt x="2057" y="0"/>
                    <a:pt x="1247" y="257"/>
                    <a:pt x="526" y="923"/>
                  </a:cubicBezTo>
                  <a:cubicBezTo>
                    <a:pt x="1" y="1521"/>
                    <a:pt x="278" y="2768"/>
                    <a:pt x="394" y="2768"/>
                  </a:cubicBezTo>
                  <a:cubicBezTo>
                    <a:pt x="413" y="2768"/>
                    <a:pt x="428" y="2736"/>
                    <a:pt x="434" y="2663"/>
                  </a:cubicBezTo>
                  <a:cubicBezTo>
                    <a:pt x="520" y="1673"/>
                    <a:pt x="997" y="1098"/>
                    <a:pt x="1310" y="1098"/>
                  </a:cubicBezTo>
                  <a:cubicBezTo>
                    <a:pt x="1387" y="1098"/>
                    <a:pt x="1453" y="1132"/>
                    <a:pt x="1502" y="1203"/>
                  </a:cubicBezTo>
                  <a:cubicBezTo>
                    <a:pt x="1502" y="1203"/>
                    <a:pt x="3400" y="3506"/>
                    <a:pt x="4760" y="3506"/>
                  </a:cubicBezTo>
                  <a:cubicBezTo>
                    <a:pt x="4773" y="3506"/>
                    <a:pt x="4787" y="3506"/>
                    <a:pt x="4800" y="3505"/>
                  </a:cubicBezTo>
                  <a:cubicBezTo>
                    <a:pt x="4800" y="3505"/>
                    <a:pt x="5013" y="4533"/>
                    <a:pt x="5765" y="4875"/>
                  </a:cubicBezTo>
                  <a:cubicBezTo>
                    <a:pt x="6344" y="3758"/>
                    <a:pt x="6451" y="2289"/>
                    <a:pt x="5861" y="1171"/>
                  </a:cubicBezTo>
                  <a:cubicBezTo>
                    <a:pt x="5127" y="552"/>
                    <a:pt x="4008" y="0"/>
                    <a:pt x="2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4"/>
            <p:cNvSpPr/>
            <p:nvPr/>
          </p:nvSpPr>
          <p:spPr>
            <a:xfrm>
              <a:off x="417675" y="1166375"/>
              <a:ext cx="66825" cy="70425"/>
            </a:xfrm>
            <a:custGeom>
              <a:avLst/>
              <a:gdLst/>
              <a:ahLst/>
              <a:cxnLst/>
              <a:rect l="l" t="t" r="r" b="b"/>
              <a:pathLst>
                <a:path w="2673" h="2817" extrusionOk="0">
                  <a:moveTo>
                    <a:pt x="129" y="0"/>
                  </a:moveTo>
                  <a:cubicBezTo>
                    <a:pt x="35" y="0"/>
                    <a:pt x="1" y="144"/>
                    <a:pt x="99" y="163"/>
                  </a:cubicBezTo>
                  <a:lnTo>
                    <a:pt x="101" y="163"/>
                  </a:lnTo>
                  <a:cubicBezTo>
                    <a:pt x="1340" y="379"/>
                    <a:pt x="2437" y="1444"/>
                    <a:pt x="2504" y="2737"/>
                  </a:cubicBezTo>
                  <a:cubicBezTo>
                    <a:pt x="2507" y="2790"/>
                    <a:pt x="2550" y="2817"/>
                    <a:pt x="2592" y="2817"/>
                  </a:cubicBezTo>
                  <a:cubicBezTo>
                    <a:pt x="2633" y="2817"/>
                    <a:pt x="2672" y="2790"/>
                    <a:pt x="2669" y="2737"/>
                  </a:cubicBezTo>
                  <a:cubicBezTo>
                    <a:pt x="2600" y="1375"/>
                    <a:pt x="1459" y="232"/>
                    <a:pt x="145" y="1"/>
                  </a:cubicBezTo>
                  <a:cubicBezTo>
                    <a:pt x="140" y="0"/>
                    <a:pt x="134" y="0"/>
                    <a:pt x="12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4"/>
            <p:cNvSpPr/>
            <p:nvPr/>
          </p:nvSpPr>
          <p:spPr>
            <a:xfrm>
              <a:off x="358975" y="1257525"/>
              <a:ext cx="24525" cy="15400"/>
            </a:xfrm>
            <a:custGeom>
              <a:avLst/>
              <a:gdLst/>
              <a:ahLst/>
              <a:cxnLst/>
              <a:rect l="l" t="t" r="r" b="b"/>
              <a:pathLst>
                <a:path w="981" h="616" extrusionOk="0">
                  <a:moveTo>
                    <a:pt x="348" y="1"/>
                  </a:moveTo>
                  <a:cubicBezTo>
                    <a:pt x="287" y="1"/>
                    <a:pt x="226" y="9"/>
                    <a:pt x="164" y="27"/>
                  </a:cubicBezTo>
                  <a:cubicBezTo>
                    <a:pt x="0" y="74"/>
                    <a:pt x="29" y="321"/>
                    <a:pt x="176" y="321"/>
                  </a:cubicBezTo>
                  <a:cubicBezTo>
                    <a:pt x="189" y="321"/>
                    <a:pt x="203" y="319"/>
                    <a:pt x="218" y="315"/>
                  </a:cubicBezTo>
                  <a:cubicBezTo>
                    <a:pt x="259" y="303"/>
                    <a:pt x="302" y="297"/>
                    <a:pt x="346" y="297"/>
                  </a:cubicBezTo>
                  <a:cubicBezTo>
                    <a:pt x="484" y="297"/>
                    <a:pt x="621" y="359"/>
                    <a:pt x="663" y="505"/>
                  </a:cubicBezTo>
                  <a:cubicBezTo>
                    <a:pt x="685" y="581"/>
                    <a:pt x="751" y="616"/>
                    <a:pt x="815" y="616"/>
                  </a:cubicBezTo>
                  <a:cubicBezTo>
                    <a:pt x="899" y="616"/>
                    <a:pt x="980" y="555"/>
                    <a:pt x="951" y="451"/>
                  </a:cubicBezTo>
                  <a:cubicBezTo>
                    <a:pt x="869" y="174"/>
                    <a:pt x="621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4"/>
            <p:cNvSpPr/>
            <p:nvPr/>
          </p:nvSpPr>
          <p:spPr>
            <a:xfrm>
              <a:off x="314700" y="1253300"/>
              <a:ext cx="25850" cy="14950"/>
            </a:xfrm>
            <a:custGeom>
              <a:avLst/>
              <a:gdLst/>
              <a:ahLst/>
              <a:cxnLst/>
              <a:rect l="l" t="t" r="r" b="b"/>
              <a:pathLst>
                <a:path w="1034" h="598" extrusionOk="0">
                  <a:moveTo>
                    <a:pt x="694" y="1"/>
                  </a:moveTo>
                  <a:cubicBezTo>
                    <a:pt x="461" y="1"/>
                    <a:pt x="269" y="158"/>
                    <a:pt x="101" y="332"/>
                  </a:cubicBezTo>
                  <a:cubicBezTo>
                    <a:pt x="1" y="437"/>
                    <a:pt x="94" y="598"/>
                    <a:pt x="201" y="598"/>
                  </a:cubicBezTo>
                  <a:cubicBezTo>
                    <a:pt x="231" y="598"/>
                    <a:pt x="262" y="586"/>
                    <a:pt x="289" y="557"/>
                  </a:cubicBezTo>
                  <a:lnTo>
                    <a:pt x="291" y="557"/>
                  </a:lnTo>
                  <a:cubicBezTo>
                    <a:pt x="396" y="445"/>
                    <a:pt x="526" y="293"/>
                    <a:pt x="686" y="293"/>
                  </a:cubicBezTo>
                  <a:cubicBezTo>
                    <a:pt x="714" y="293"/>
                    <a:pt x="742" y="297"/>
                    <a:pt x="771" y="307"/>
                  </a:cubicBezTo>
                  <a:cubicBezTo>
                    <a:pt x="788" y="313"/>
                    <a:pt x="805" y="316"/>
                    <a:pt x="820" y="316"/>
                  </a:cubicBezTo>
                  <a:cubicBezTo>
                    <a:pt x="966" y="316"/>
                    <a:pt x="1034" y="86"/>
                    <a:pt x="873" y="31"/>
                  </a:cubicBezTo>
                  <a:cubicBezTo>
                    <a:pt x="810" y="10"/>
                    <a:pt x="751" y="1"/>
                    <a:pt x="6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4"/>
            <p:cNvSpPr/>
            <p:nvPr/>
          </p:nvSpPr>
          <p:spPr>
            <a:xfrm>
              <a:off x="325850" y="1308875"/>
              <a:ext cx="38925" cy="21175"/>
            </a:xfrm>
            <a:custGeom>
              <a:avLst/>
              <a:gdLst/>
              <a:ahLst/>
              <a:cxnLst/>
              <a:rect l="l" t="t" r="r" b="b"/>
              <a:pathLst>
                <a:path w="1557" h="847" extrusionOk="0">
                  <a:moveTo>
                    <a:pt x="1556" y="0"/>
                  </a:moveTo>
                  <a:lnTo>
                    <a:pt x="1556" y="0"/>
                  </a:lnTo>
                  <a:cubicBezTo>
                    <a:pt x="1175" y="66"/>
                    <a:pt x="860" y="87"/>
                    <a:pt x="616" y="87"/>
                  </a:cubicBezTo>
                  <a:cubicBezTo>
                    <a:pt x="213" y="87"/>
                    <a:pt x="1" y="31"/>
                    <a:pt x="1" y="31"/>
                  </a:cubicBezTo>
                  <a:lnTo>
                    <a:pt x="1" y="31"/>
                  </a:lnTo>
                  <a:cubicBezTo>
                    <a:pt x="1" y="31"/>
                    <a:pt x="22" y="785"/>
                    <a:pt x="653" y="843"/>
                  </a:cubicBezTo>
                  <a:cubicBezTo>
                    <a:pt x="680" y="845"/>
                    <a:pt x="706" y="846"/>
                    <a:pt x="732" y="846"/>
                  </a:cubicBezTo>
                  <a:cubicBezTo>
                    <a:pt x="1409" y="846"/>
                    <a:pt x="1556" y="1"/>
                    <a:pt x="15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4"/>
            <p:cNvSpPr/>
            <p:nvPr/>
          </p:nvSpPr>
          <p:spPr>
            <a:xfrm>
              <a:off x="398025" y="1268675"/>
              <a:ext cx="49050" cy="55100"/>
            </a:xfrm>
            <a:custGeom>
              <a:avLst/>
              <a:gdLst/>
              <a:ahLst/>
              <a:cxnLst/>
              <a:rect l="l" t="t" r="r" b="b"/>
              <a:pathLst>
                <a:path w="1962" h="2204" extrusionOk="0">
                  <a:moveTo>
                    <a:pt x="1271" y="0"/>
                  </a:moveTo>
                  <a:cubicBezTo>
                    <a:pt x="908" y="0"/>
                    <a:pt x="506" y="435"/>
                    <a:pt x="277" y="730"/>
                  </a:cubicBezTo>
                  <a:cubicBezTo>
                    <a:pt x="83" y="975"/>
                    <a:pt x="1" y="1296"/>
                    <a:pt x="75" y="1599"/>
                  </a:cubicBezTo>
                  <a:cubicBezTo>
                    <a:pt x="137" y="1848"/>
                    <a:pt x="296" y="2092"/>
                    <a:pt x="651" y="2176"/>
                  </a:cubicBezTo>
                  <a:cubicBezTo>
                    <a:pt x="729" y="2195"/>
                    <a:pt x="804" y="2204"/>
                    <a:pt x="875" y="2204"/>
                  </a:cubicBezTo>
                  <a:cubicBezTo>
                    <a:pt x="1447" y="2204"/>
                    <a:pt x="1773" y="1634"/>
                    <a:pt x="1861" y="1175"/>
                  </a:cubicBezTo>
                  <a:cubicBezTo>
                    <a:pt x="1961" y="657"/>
                    <a:pt x="1936" y="139"/>
                    <a:pt x="1365" y="11"/>
                  </a:cubicBezTo>
                  <a:cubicBezTo>
                    <a:pt x="1334" y="4"/>
                    <a:pt x="1303" y="0"/>
                    <a:pt x="1271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419125" y="1313750"/>
              <a:ext cx="6800" cy="29025"/>
            </a:xfrm>
            <a:custGeom>
              <a:avLst/>
              <a:gdLst/>
              <a:ahLst/>
              <a:cxnLst/>
              <a:rect l="l" t="t" r="r" b="b"/>
              <a:pathLst>
                <a:path w="272" h="1161" extrusionOk="0">
                  <a:moveTo>
                    <a:pt x="208" y="0"/>
                  </a:moveTo>
                  <a:cubicBezTo>
                    <a:pt x="181" y="0"/>
                    <a:pt x="157" y="22"/>
                    <a:pt x="152" y="49"/>
                  </a:cubicBezTo>
                  <a:lnTo>
                    <a:pt x="5" y="1096"/>
                  </a:lnTo>
                  <a:cubicBezTo>
                    <a:pt x="1" y="1127"/>
                    <a:pt x="22" y="1156"/>
                    <a:pt x="52" y="1160"/>
                  </a:cubicBezTo>
                  <a:cubicBezTo>
                    <a:pt x="56" y="1160"/>
                    <a:pt x="59" y="1161"/>
                    <a:pt x="62" y="1161"/>
                  </a:cubicBezTo>
                  <a:cubicBezTo>
                    <a:pt x="91" y="1161"/>
                    <a:pt x="114" y="1139"/>
                    <a:pt x="118" y="1112"/>
                  </a:cubicBezTo>
                  <a:lnTo>
                    <a:pt x="267" y="64"/>
                  </a:lnTo>
                  <a:cubicBezTo>
                    <a:pt x="271" y="34"/>
                    <a:pt x="250" y="5"/>
                    <a:pt x="217" y="1"/>
                  </a:cubicBezTo>
                  <a:cubicBezTo>
                    <a:pt x="214" y="1"/>
                    <a:pt x="211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4"/>
            <p:cNvSpPr/>
            <p:nvPr/>
          </p:nvSpPr>
          <p:spPr>
            <a:xfrm>
              <a:off x="410025" y="1337225"/>
              <a:ext cx="19825" cy="18575"/>
            </a:xfrm>
            <a:custGeom>
              <a:avLst/>
              <a:gdLst/>
              <a:ahLst/>
              <a:cxnLst/>
              <a:rect l="l" t="t" r="r" b="b"/>
              <a:pathLst>
                <a:path w="793" h="743" extrusionOk="0">
                  <a:moveTo>
                    <a:pt x="396" y="0"/>
                  </a:moveTo>
                  <a:cubicBezTo>
                    <a:pt x="214" y="0"/>
                    <a:pt x="55" y="133"/>
                    <a:pt x="29" y="319"/>
                  </a:cubicBezTo>
                  <a:cubicBezTo>
                    <a:pt x="0" y="522"/>
                    <a:pt x="140" y="710"/>
                    <a:pt x="344" y="739"/>
                  </a:cubicBezTo>
                  <a:cubicBezTo>
                    <a:pt x="361" y="741"/>
                    <a:pt x="379" y="742"/>
                    <a:pt x="396" y="742"/>
                  </a:cubicBezTo>
                  <a:cubicBezTo>
                    <a:pt x="578" y="742"/>
                    <a:pt x="737" y="608"/>
                    <a:pt x="764" y="422"/>
                  </a:cubicBezTo>
                  <a:cubicBezTo>
                    <a:pt x="792" y="221"/>
                    <a:pt x="650" y="33"/>
                    <a:pt x="449" y="4"/>
                  </a:cubicBezTo>
                  <a:cubicBezTo>
                    <a:pt x="431" y="1"/>
                    <a:pt x="414" y="0"/>
                    <a:pt x="3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4"/>
            <p:cNvSpPr/>
            <p:nvPr/>
          </p:nvSpPr>
          <p:spPr>
            <a:xfrm>
              <a:off x="415350" y="1279575"/>
              <a:ext cx="22250" cy="29875"/>
            </a:xfrm>
            <a:custGeom>
              <a:avLst/>
              <a:gdLst/>
              <a:ahLst/>
              <a:cxnLst/>
              <a:rect l="l" t="t" r="r" b="b"/>
              <a:pathLst>
                <a:path w="890" h="1195" extrusionOk="0">
                  <a:moveTo>
                    <a:pt x="670" y="1"/>
                  </a:moveTo>
                  <a:cubicBezTo>
                    <a:pt x="501" y="1"/>
                    <a:pt x="343" y="103"/>
                    <a:pt x="230" y="238"/>
                  </a:cubicBezTo>
                  <a:cubicBezTo>
                    <a:pt x="21" y="490"/>
                    <a:pt x="0" y="821"/>
                    <a:pt x="21" y="1136"/>
                  </a:cubicBezTo>
                  <a:cubicBezTo>
                    <a:pt x="24" y="1175"/>
                    <a:pt x="55" y="1194"/>
                    <a:pt x="86" y="1194"/>
                  </a:cubicBezTo>
                  <a:cubicBezTo>
                    <a:pt x="120" y="1194"/>
                    <a:pt x="155" y="1172"/>
                    <a:pt x="152" y="1128"/>
                  </a:cubicBezTo>
                  <a:cubicBezTo>
                    <a:pt x="136" y="912"/>
                    <a:pt x="136" y="687"/>
                    <a:pt x="226" y="488"/>
                  </a:cubicBezTo>
                  <a:cubicBezTo>
                    <a:pt x="297" y="334"/>
                    <a:pt x="468" y="127"/>
                    <a:pt x="660" y="127"/>
                  </a:cubicBezTo>
                  <a:cubicBezTo>
                    <a:pt x="693" y="127"/>
                    <a:pt x="726" y="133"/>
                    <a:pt x="760" y="146"/>
                  </a:cubicBezTo>
                  <a:cubicBezTo>
                    <a:pt x="768" y="149"/>
                    <a:pt x="777" y="151"/>
                    <a:pt x="785" y="151"/>
                  </a:cubicBezTo>
                  <a:cubicBezTo>
                    <a:pt x="850" y="151"/>
                    <a:pt x="889" y="57"/>
                    <a:pt x="821" y="29"/>
                  </a:cubicBezTo>
                  <a:cubicBezTo>
                    <a:pt x="771" y="10"/>
                    <a:pt x="720" y="1"/>
                    <a:pt x="6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9" name="Google Shape;1029;p34"/>
          <p:cNvGrpSpPr/>
          <p:nvPr/>
        </p:nvGrpSpPr>
        <p:grpSpPr>
          <a:xfrm>
            <a:off x="4063809" y="1582909"/>
            <a:ext cx="255543" cy="208590"/>
            <a:chOff x="5717825" y="3704150"/>
            <a:chExt cx="191575" cy="156375"/>
          </a:xfrm>
        </p:grpSpPr>
        <p:sp>
          <p:nvSpPr>
            <p:cNvPr id="1030" name="Google Shape;1030;p34"/>
            <p:cNvSpPr/>
            <p:nvPr/>
          </p:nvSpPr>
          <p:spPr>
            <a:xfrm>
              <a:off x="5747375" y="3704150"/>
              <a:ext cx="162025" cy="137400"/>
            </a:xfrm>
            <a:custGeom>
              <a:avLst/>
              <a:gdLst/>
              <a:ahLst/>
              <a:cxnLst/>
              <a:rect l="l" t="t" r="r" b="b"/>
              <a:pathLst>
                <a:path w="6481" h="5496" extrusionOk="0">
                  <a:moveTo>
                    <a:pt x="194" y="0"/>
                  </a:moveTo>
                  <a:cubicBezTo>
                    <a:pt x="87" y="0"/>
                    <a:pt x="0" y="86"/>
                    <a:pt x="0" y="194"/>
                  </a:cubicBezTo>
                  <a:lnTo>
                    <a:pt x="0" y="5302"/>
                  </a:lnTo>
                  <a:cubicBezTo>
                    <a:pt x="0" y="5410"/>
                    <a:pt x="87" y="5496"/>
                    <a:pt x="194" y="5496"/>
                  </a:cubicBezTo>
                  <a:lnTo>
                    <a:pt x="6286" y="5496"/>
                  </a:lnTo>
                  <a:cubicBezTo>
                    <a:pt x="6394" y="5496"/>
                    <a:pt x="6480" y="5410"/>
                    <a:pt x="6480" y="5302"/>
                  </a:cubicBezTo>
                  <a:lnTo>
                    <a:pt x="6480" y="194"/>
                  </a:lnTo>
                  <a:cubicBezTo>
                    <a:pt x="6480" y="86"/>
                    <a:pt x="6394" y="0"/>
                    <a:pt x="6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5717825" y="3806375"/>
              <a:ext cx="64000" cy="54150"/>
            </a:xfrm>
            <a:custGeom>
              <a:avLst/>
              <a:gdLst/>
              <a:ahLst/>
              <a:cxnLst/>
              <a:rect l="l" t="t" r="r" b="b"/>
              <a:pathLst>
                <a:path w="2560" h="2166" extrusionOk="0">
                  <a:moveTo>
                    <a:pt x="1190" y="1"/>
                  </a:moveTo>
                  <a:lnTo>
                    <a:pt x="79" y="1879"/>
                  </a:lnTo>
                  <a:cubicBezTo>
                    <a:pt x="0" y="2012"/>
                    <a:pt x="104" y="2166"/>
                    <a:pt x="241" y="2166"/>
                  </a:cubicBezTo>
                  <a:cubicBezTo>
                    <a:pt x="263" y="2166"/>
                    <a:pt x="286" y="2162"/>
                    <a:pt x="310" y="2153"/>
                  </a:cubicBezTo>
                  <a:lnTo>
                    <a:pt x="2560" y="1298"/>
                  </a:lnTo>
                  <a:lnTo>
                    <a:pt x="11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5786125" y="3739900"/>
              <a:ext cx="93450" cy="62825"/>
            </a:xfrm>
            <a:custGeom>
              <a:avLst/>
              <a:gdLst/>
              <a:ahLst/>
              <a:cxnLst/>
              <a:rect l="l" t="t" r="r" b="b"/>
              <a:pathLst>
                <a:path w="3738" h="2513" extrusionOk="0">
                  <a:moveTo>
                    <a:pt x="3593" y="1"/>
                  </a:moveTo>
                  <a:cubicBezTo>
                    <a:pt x="3566" y="1"/>
                    <a:pt x="3540" y="9"/>
                    <a:pt x="3516" y="26"/>
                  </a:cubicBezTo>
                  <a:lnTo>
                    <a:pt x="576" y="2176"/>
                  </a:lnTo>
                  <a:lnTo>
                    <a:pt x="265" y="1217"/>
                  </a:lnTo>
                  <a:cubicBezTo>
                    <a:pt x="248" y="1163"/>
                    <a:pt x="198" y="1128"/>
                    <a:pt x="144" y="1128"/>
                  </a:cubicBezTo>
                  <a:cubicBezTo>
                    <a:pt x="131" y="1128"/>
                    <a:pt x="117" y="1130"/>
                    <a:pt x="104" y="1135"/>
                  </a:cubicBezTo>
                  <a:cubicBezTo>
                    <a:pt x="37" y="1156"/>
                    <a:pt x="0" y="1229"/>
                    <a:pt x="21" y="1296"/>
                  </a:cubicBezTo>
                  <a:lnTo>
                    <a:pt x="386" y="2424"/>
                  </a:lnTo>
                  <a:cubicBezTo>
                    <a:pt x="399" y="2462"/>
                    <a:pt x="430" y="2493"/>
                    <a:pt x="468" y="2506"/>
                  </a:cubicBezTo>
                  <a:cubicBezTo>
                    <a:pt x="482" y="2510"/>
                    <a:pt x="495" y="2512"/>
                    <a:pt x="509" y="2512"/>
                  </a:cubicBezTo>
                  <a:cubicBezTo>
                    <a:pt x="535" y="2512"/>
                    <a:pt x="560" y="2504"/>
                    <a:pt x="583" y="2487"/>
                  </a:cubicBezTo>
                  <a:lnTo>
                    <a:pt x="3668" y="231"/>
                  </a:lnTo>
                  <a:cubicBezTo>
                    <a:pt x="3724" y="191"/>
                    <a:pt x="3737" y="110"/>
                    <a:pt x="3695" y="53"/>
                  </a:cubicBezTo>
                  <a:cubicBezTo>
                    <a:pt x="3670" y="19"/>
                    <a:pt x="3632" y="1"/>
                    <a:pt x="35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3" name="Google Shape;1033;p34"/>
          <p:cNvSpPr/>
          <p:nvPr/>
        </p:nvSpPr>
        <p:spPr>
          <a:xfrm>
            <a:off x="4027963" y="2587793"/>
            <a:ext cx="175951" cy="172240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4" name="Google Shape;1034;p34"/>
          <p:cNvGrpSpPr/>
          <p:nvPr/>
        </p:nvGrpSpPr>
        <p:grpSpPr>
          <a:xfrm>
            <a:off x="2207602" y="1860984"/>
            <a:ext cx="414176" cy="323838"/>
            <a:chOff x="4408425" y="3794200"/>
            <a:chExt cx="310500" cy="242775"/>
          </a:xfrm>
        </p:grpSpPr>
        <p:sp>
          <p:nvSpPr>
            <p:cNvPr id="1035" name="Google Shape;1035;p34"/>
            <p:cNvSpPr/>
            <p:nvPr/>
          </p:nvSpPr>
          <p:spPr>
            <a:xfrm>
              <a:off x="4408425" y="3831500"/>
              <a:ext cx="258025" cy="205425"/>
            </a:xfrm>
            <a:custGeom>
              <a:avLst/>
              <a:gdLst/>
              <a:ahLst/>
              <a:cxnLst/>
              <a:rect l="l" t="t" r="r" b="b"/>
              <a:pathLst>
                <a:path w="10321" h="8217" extrusionOk="0">
                  <a:moveTo>
                    <a:pt x="3087" y="1"/>
                  </a:moveTo>
                  <a:lnTo>
                    <a:pt x="528" y="11"/>
                  </a:lnTo>
                  <a:cubicBezTo>
                    <a:pt x="237" y="11"/>
                    <a:pt x="1" y="248"/>
                    <a:pt x="3" y="540"/>
                  </a:cubicBezTo>
                  <a:lnTo>
                    <a:pt x="26" y="7400"/>
                  </a:lnTo>
                  <a:cubicBezTo>
                    <a:pt x="28" y="7851"/>
                    <a:pt x="394" y="8217"/>
                    <a:pt x="845" y="8217"/>
                  </a:cubicBezTo>
                  <a:cubicBezTo>
                    <a:pt x="846" y="8217"/>
                    <a:pt x="848" y="8217"/>
                    <a:pt x="849" y="8217"/>
                  </a:cubicBezTo>
                  <a:lnTo>
                    <a:pt x="9826" y="8186"/>
                  </a:lnTo>
                  <a:cubicBezTo>
                    <a:pt x="10098" y="8184"/>
                    <a:pt x="10321" y="7962"/>
                    <a:pt x="10319" y="7687"/>
                  </a:cubicBezTo>
                  <a:lnTo>
                    <a:pt x="10298" y="1300"/>
                  </a:lnTo>
                  <a:cubicBezTo>
                    <a:pt x="10296" y="1062"/>
                    <a:pt x="10104" y="870"/>
                    <a:pt x="9866" y="870"/>
                  </a:cubicBezTo>
                  <a:lnTo>
                    <a:pt x="4631" y="889"/>
                  </a:lnTo>
                  <a:lnTo>
                    <a:pt x="308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4"/>
            <p:cNvSpPr/>
            <p:nvPr/>
          </p:nvSpPr>
          <p:spPr>
            <a:xfrm>
              <a:off x="4408725" y="3912750"/>
              <a:ext cx="257725" cy="124225"/>
            </a:xfrm>
            <a:custGeom>
              <a:avLst/>
              <a:gdLst/>
              <a:ahLst/>
              <a:cxnLst/>
              <a:rect l="l" t="t" r="r" b="b"/>
              <a:pathLst>
                <a:path w="10309" h="4969" extrusionOk="0">
                  <a:moveTo>
                    <a:pt x="10292" y="0"/>
                  </a:moveTo>
                  <a:lnTo>
                    <a:pt x="0" y="37"/>
                  </a:lnTo>
                  <a:lnTo>
                    <a:pt x="16" y="4474"/>
                  </a:lnTo>
                  <a:cubicBezTo>
                    <a:pt x="16" y="4748"/>
                    <a:pt x="238" y="4969"/>
                    <a:pt x="513" y="4969"/>
                  </a:cubicBezTo>
                  <a:lnTo>
                    <a:pt x="9814" y="4936"/>
                  </a:lnTo>
                  <a:cubicBezTo>
                    <a:pt x="10086" y="4936"/>
                    <a:pt x="10309" y="4712"/>
                    <a:pt x="10307" y="4439"/>
                  </a:cubicBezTo>
                  <a:lnTo>
                    <a:pt x="10307" y="4437"/>
                  </a:lnTo>
                  <a:lnTo>
                    <a:pt x="102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4"/>
            <p:cNvSpPr/>
            <p:nvPr/>
          </p:nvSpPr>
          <p:spPr>
            <a:xfrm>
              <a:off x="4422925" y="3880675"/>
              <a:ext cx="228000" cy="32950"/>
            </a:xfrm>
            <a:custGeom>
              <a:avLst/>
              <a:gdLst/>
              <a:ahLst/>
              <a:cxnLst/>
              <a:rect l="l" t="t" r="r" b="b"/>
              <a:pathLst>
                <a:path w="9120" h="1318" extrusionOk="0">
                  <a:moveTo>
                    <a:pt x="8935" y="0"/>
                  </a:moveTo>
                  <a:lnTo>
                    <a:pt x="180" y="31"/>
                  </a:lnTo>
                  <a:cubicBezTo>
                    <a:pt x="81" y="31"/>
                    <a:pt x="0" y="111"/>
                    <a:pt x="0" y="211"/>
                  </a:cubicBezTo>
                  <a:lnTo>
                    <a:pt x="4" y="1318"/>
                  </a:lnTo>
                  <a:lnTo>
                    <a:pt x="9119" y="1285"/>
                  </a:lnTo>
                  <a:lnTo>
                    <a:pt x="9116" y="180"/>
                  </a:lnTo>
                  <a:cubicBezTo>
                    <a:pt x="9116" y="81"/>
                    <a:pt x="9035" y="0"/>
                    <a:pt x="89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4621550" y="3892425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0" y="0"/>
                  </a:moveTo>
                  <a:cubicBezTo>
                    <a:pt x="89" y="0"/>
                    <a:pt x="1" y="90"/>
                    <a:pt x="1" y="202"/>
                  </a:cubicBezTo>
                  <a:lnTo>
                    <a:pt x="2" y="819"/>
                  </a:lnTo>
                  <a:lnTo>
                    <a:pt x="403" y="819"/>
                  </a:lnTo>
                  <a:lnTo>
                    <a:pt x="400" y="200"/>
                  </a:lnTo>
                  <a:cubicBezTo>
                    <a:pt x="400" y="90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4598975" y="3892500"/>
              <a:ext cx="10075" cy="20525"/>
            </a:xfrm>
            <a:custGeom>
              <a:avLst/>
              <a:gdLst/>
              <a:ahLst/>
              <a:cxnLst/>
              <a:rect l="l" t="t" r="r" b="b"/>
              <a:pathLst>
                <a:path w="403" h="821" extrusionOk="0">
                  <a:moveTo>
                    <a:pt x="200" y="1"/>
                  </a:moveTo>
                  <a:cubicBezTo>
                    <a:pt x="90" y="1"/>
                    <a:pt x="0" y="91"/>
                    <a:pt x="0" y="200"/>
                  </a:cubicBezTo>
                  <a:lnTo>
                    <a:pt x="4" y="820"/>
                  </a:lnTo>
                  <a:lnTo>
                    <a:pt x="403" y="818"/>
                  </a:lnTo>
                  <a:lnTo>
                    <a:pt x="401" y="200"/>
                  </a:lnTo>
                  <a:cubicBezTo>
                    <a:pt x="401" y="89"/>
                    <a:pt x="311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4576425" y="3892550"/>
              <a:ext cx="10100" cy="20550"/>
            </a:xfrm>
            <a:custGeom>
              <a:avLst/>
              <a:gdLst/>
              <a:ahLst/>
              <a:cxnLst/>
              <a:rect l="l" t="t" r="r" b="b"/>
              <a:pathLst>
                <a:path w="404" h="822" extrusionOk="0">
                  <a:moveTo>
                    <a:pt x="200" y="1"/>
                  </a:moveTo>
                  <a:cubicBezTo>
                    <a:pt x="91" y="3"/>
                    <a:pt x="0" y="93"/>
                    <a:pt x="0" y="202"/>
                  </a:cubicBezTo>
                  <a:lnTo>
                    <a:pt x="2" y="822"/>
                  </a:lnTo>
                  <a:lnTo>
                    <a:pt x="403" y="820"/>
                  </a:lnTo>
                  <a:lnTo>
                    <a:pt x="401" y="200"/>
                  </a:lnTo>
                  <a:cubicBezTo>
                    <a:pt x="399" y="91"/>
                    <a:pt x="309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4553875" y="3892650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0" y="1"/>
                  </a:moveTo>
                  <a:cubicBezTo>
                    <a:pt x="91" y="1"/>
                    <a:pt x="1" y="91"/>
                    <a:pt x="1" y="202"/>
                  </a:cubicBezTo>
                  <a:lnTo>
                    <a:pt x="3" y="820"/>
                  </a:lnTo>
                  <a:lnTo>
                    <a:pt x="404" y="820"/>
                  </a:lnTo>
                  <a:lnTo>
                    <a:pt x="400" y="200"/>
                  </a:lnTo>
                  <a:lnTo>
                    <a:pt x="402" y="200"/>
                  </a:lnTo>
                  <a:cubicBezTo>
                    <a:pt x="400" y="91"/>
                    <a:pt x="310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4531300" y="3892750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3" y="1"/>
                  </a:moveTo>
                  <a:cubicBezTo>
                    <a:pt x="202" y="1"/>
                    <a:pt x="201" y="1"/>
                    <a:pt x="200" y="1"/>
                  </a:cubicBezTo>
                  <a:cubicBezTo>
                    <a:pt x="91" y="1"/>
                    <a:pt x="0" y="91"/>
                    <a:pt x="2" y="200"/>
                  </a:cubicBezTo>
                  <a:lnTo>
                    <a:pt x="4" y="820"/>
                  </a:lnTo>
                  <a:lnTo>
                    <a:pt x="403" y="818"/>
                  </a:lnTo>
                  <a:lnTo>
                    <a:pt x="401" y="200"/>
                  </a:lnTo>
                  <a:cubicBezTo>
                    <a:pt x="401" y="90"/>
                    <a:pt x="313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4508750" y="3892800"/>
              <a:ext cx="10100" cy="20550"/>
            </a:xfrm>
            <a:custGeom>
              <a:avLst/>
              <a:gdLst/>
              <a:ahLst/>
              <a:cxnLst/>
              <a:rect l="l" t="t" r="r" b="b"/>
              <a:pathLst>
                <a:path w="404" h="822" extrusionOk="0">
                  <a:moveTo>
                    <a:pt x="200" y="0"/>
                  </a:moveTo>
                  <a:cubicBezTo>
                    <a:pt x="91" y="2"/>
                    <a:pt x="1" y="93"/>
                    <a:pt x="1" y="202"/>
                  </a:cubicBezTo>
                  <a:lnTo>
                    <a:pt x="3" y="821"/>
                  </a:lnTo>
                  <a:lnTo>
                    <a:pt x="404" y="820"/>
                  </a:lnTo>
                  <a:lnTo>
                    <a:pt x="402" y="200"/>
                  </a:lnTo>
                  <a:cubicBezTo>
                    <a:pt x="400" y="91"/>
                    <a:pt x="310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4"/>
            <p:cNvSpPr/>
            <p:nvPr/>
          </p:nvSpPr>
          <p:spPr>
            <a:xfrm>
              <a:off x="4486225" y="3892900"/>
              <a:ext cx="10050" cy="20500"/>
            </a:xfrm>
            <a:custGeom>
              <a:avLst/>
              <a:gdLst/>
              <a:ahLst/>
              <a:cxnLst/>
              <a:rect l="l" t="t" r="r" b="b"/>
              <a:pathLst>
                <a:path w="402" h="820" extrusionOk="0">
                  <a:moveTo>
                    <a:pt x="200" y="0"/>
                  </a:moveTo>
                  <a:cubicBezTo>
                    <a:pt x="88" y="0"/>
                    <a:pt x="0" y="90"/>
                    <a:pt x="0" y="202"/>
                  </a:cubicBezTo>
                  <a:lnTo>
                    <a:pt x="2" y="819"/>
                  </a:lnTo>
                  <a:lnTo>
                    <a:pt x="401" y="817"/>
                  </a:lnTo>
                  <a:lnTo>
                    <a:pt x="399" y="200"/>
                  </a:lnTo>
                  <a:cubicBezTo>
                    <a:pt x="399" y="89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4"/>
            <p:cNvSpPr/>
            <p:nvPr/>
          </p:nvSpPr>
          <p:spPr>
            <a:xfrm>
              <a:off x="4463625" y="3893000"/>
              <a:ext cx="10100" cy="20500"/>
            </a:xfrm>
            <a:custGeom>
              <a:avLst/>
              <a:gdLst/>
              <a:ahLst/>
              <a:cxnLst/>
              <a:rect l="l" t="t" r="r" b="b"/>
              <a:pathLst>
                <a:path w="404" h="820" extrusionOk="0">
                  <a:moveTo>
                    <a:pt x="204" y="0"/>
                  </a:moveTo>
                  <a:cubicBezTo>
                    <a:pt x="203" y="0"/>
                    <a:pt x="201" y="0"/>
                    <a:pt x="200" y="0"/>
                  </a:cubicBezTo>
                  <a:cubicBezTo>
                    <a:pt x="91" y="0"/>
                    <a:pt x="1" y="90"/>
                    <a:pt x="1" y="200"/>
                  </a:cubicBezTo>
                  <a:lnTo>
                    <a:pt x="5" y="819"/>
                  </a:lnTo>
                  <a:lnTo>
                    <a:pt x="404" y="817"/>
                  </a:lnTo>
                  <a:lnTo>
                    <a:pt x="402" y="198"/>
                  </a:lnTo>
                  <a:cubicBezTo>
                    <a:pt x="402" y="90"/>
                    <a:pt x="313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4441100" y="3893050"/>
              <a:ext cx="10075" cy="20500"/>
            </a:xfrm>
            <a:custGeom>
              <a:avLst/>
              <a:gdLst/>
              <a:ahLst/>
              <a:cxnLst/>
              <a:rect l="l" t="t" r="r" b="b"/>
              <a:pathLst>
                <a:path w="403" h="820" extrusionOk="0">
                  <a:moveTo>
                    <a:pt x="200" y="0"/>
                  </a:moveTo>
                  <a:cubicBezTo>
                    <a:pt x="90" y="0"/>
                    <a:pt x="0" y="90"/>
                    <a:pt x="0" y="201"/>
                  </a:cubicBezTo>
                  <a:lnTo>
                    <a:pt x="2" y="819"/>
                  </a:lnTo>
                  <a:lnTo>
                    <a:pt x="403" y="819"/>
                  </a:lnTo>
                  <a:lnTo>
                    <a:pt x="401" y="200"/>
                  </a:lnTo>
                  <a:cubicBezTo>
                    <a:pt x="399" y="90"/>
                    <a:pt x="309" y="0"/>
                    <a:pt x="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4591300" y="3794200"/>
              <a:ext cx="127625" cy="116025"/>
            </a:xfrm>
            <a:custGeom>
              <a:avLst/>
              <a:gdLst/>
              <a:ahLst/>
              <a:cxnLst/>
              <a:rect l="l" t="t" r="r" b="b"/>
              <a:pathLst>
                <a:path w="5105" h="4641" extrusionOk="0">
                  <a:moveTo>
                    <a:pt x="2550" y="1"/>
                  </a:moveTo>
                  <a:cubicBezTo>
                    <a:pt x="1501" y="1"/>
                    <a:pt x="548" y="719"/>
                    <a:pt x="296" y="1785"/>
                  </a:cubicBezTo>
                  <a:cubicBezTo>
                    <a:pt x="0" y="3031"/>
                    <a:pt x="771" y="4282"/>
                    <a:pt x="2016" y="4577"/>
                  </a:cubicBezTo>
                  <a:cubicBezTo>
                    <a:pt x="2196" y="4620"/>
                    <a:pt x="2376" y="4641"/>
                    <a:pt x="2553" y="4641"/>
                  </a:cubicBezTo>
                  <a:cubicBezTo>
                    <a:pt x="3604" y="4641"/>
                    <a:pt x="4556" y="3922"/>
                    <a:pt x="4809" y="2855"/>
                  </a:cubicBezTo>
                  <a:cubicBezTo>
                    <a:pt x="5105" y="1610"/>
                    <a:pt x="4333" y="359"/>
                    <a:pt x="3087" y="64"/>
                  </a:cubicBezTo>
                  <a:cubicBezTo>
                    <a:pt x="2907" y="21"/>
                    <a:pt x="2727" y="1"/>
                    <a:pt x="25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4"/>
            <p:cNvSpPr/>
            <p:nvPr/>
          </p:nvSpPr>
          <p:spPr>
            <a:xfrm>
              <a:off x="4623075" y="3824950"/>
              <a:ext cx="70475" cy="55125"/>
            </a:xfrm>
            <a:custGeom>
              <a:avLst/>
              <a:gdLst/>
              <a:ahLst/>
              <a:cxnLst/>
              <a:rect l="l" t="t" r="r" b="b"/>
              <a:pathLst>
                <a:path w="2819" h="2205" extrusionOk="0">
                  <a:moveTo>
                    <a:pt x="2571" y="1"/>
                  </a:moveTo>
                  <a:cubicBezTo>
                    <a:pt x="2514" y="1"/>
                    <a:pt x="2456" y="22"/>
                    <a:pt x="2412" y="65"/>
                  </a:cubicBezTo>
                  <a:lnTo>
                    <a:pt x="816" y="1661"/>
                  </a:lnTo>
                  <a:lnTo>
                    <a:pt x="408" y="1253"/>
                  </a:lnTo>
                  <a:cubicBezTo>
                    <a:pt x="363" y="1209"/>
                    <a:pt x="306" y="1187"/>
                    <a:pt x="248" y="1187"/>
                  </a:cubicBezTo>
                  <a:cubicBezTo>
                    <a:pt x="191" y="1187"/>
                    <a:pt x="133" y="1209"/>
                    <a:pt x="89" y="1253"/>
                  </a:cubicBezTo>
                  <a:cubicBezTo>
                    <a:pt x="1" y="1339"/>
                    <a:pt x="1" y="1483"/>
                    <a:pt x="89" y="1571"/>
                  </a:cubicBezTo>
                  <a:lnTo>
                    <a:pt x="657" y="2139"/>
                  </a:lnTo>
                  <a:cubicBezTo>
                    <a:pt x="699" y="2181"/>
                    <a:pt x="757" y="2204"/>
                    <a:pt x="816" y="2204"/>
                  </a:cubicBezTo>
                  <a:lnTo>
                    <a:pt x="818" y="2204"/>
                  </a:lnTo>
                  <a:cubicBezTo>
                    <a:pt x="878" y="2204"/>
                    <a:pt x="933" y="2181"/>
                    <a:pt x="975" y="2139"/>
                  </a:cubicBezTo>
                  <a:lnTo>
                    <a:pt x="2731" y="384"/>
                  </a:lnTo>
                  <a:cubicBezTo>
                    <a:pt x="2819" y="296"/>
                    <a:pt x="2819" y="154"/>
                    <a:pt x="2731" y="65"/>
                  </a:cubicBezTo>
                  <a:cubicBezTo>
                    <a:pt x="2686" y="22"/>
                    <a:pt x="2629" y="1"/>
                    <a:pt x="25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9" name="Google Shape;1049;p34"/>
          <p:cNvGrpSpPr/>
          <p:nvPr/>
        </p:nvGrpSpPr>
        <p:grpSpPr>
          <a:xfrm>
            <a:off x="851985" y="3218471"/>
            <a:ext cx="1233242" cy="487464"/>
            <a:chOff x="408013" y="4288375"/>
            <a:chExt cx="1284438" cy="507700"/>
          </a:xfrm>
        </p:grpSpPr>
        <p:sp>
          <p:nvSpPr>
            <p:cNvPr id="1050" name="Google Shape;1050;p34"/>
            <p:cNvSpPr/>
            <p:nvPr/>
          </p:nvSpPr>
          <p:spPr>
            <a:xfrm>
              <a:off x="408013" y="4288650"/>
              <a:ext cx="1028025" cy="169175"/>
            </a:xfrm>
            <a:custGeom>
              <a:avLst/>
              <a:gdLst/>
              <a:ahLst/>
              <a:cxnLst/>
              <a:rect l="l" t="t" r="r" b="b"/>
              <a:pathLst>
                <a:path w="41121" h="6767" extrusionOk="0">
                  <a:moveTo>
                    <a:pt x="3296" y="1"/>
                  </a:moveTo>
                  <a:cubicBezTo>
                    <a:pt x="1476" y="1"/>
                    <a:pt x="1" y="1476"/>
                    <a:pt x="1" y="3296"/>
                  </a:cubicBezTo>
                  <a:lnTo>
                    <a:pt x="1" y="3469"/>
                  </a:lnTo>
                  <a:cubicBezTo>
                    <a:pt x="1" y="5290"/>
                    <a:pt x="1476" y="6767"/>
                    <a:pt x="3296" y="6767"/>
                  </a:cubicBezTo>
                  <a:lnTo>
                    <a:pt x="41120" y="6767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408025" y="4626950"/>
              <a:ext cx="1028000" cy="169125"/>
            </a:xfrm>
            <a:custGeom>
              <a:avLst/>
              <a:gdLst/>
              <a:ahLst/>
              <a:cxnLst/>
              <a:rect l="l" t="t" r="r" b="b"/>
              <a:pathLst>
                <a:path w="41120" h="6765" extrusionOk="0">
                  <a:moveTo>
                    <a:pt x="3382" y="1"/>
                  </a:moveTo>
                  <a:cubicBezTo>
                    <a:pt x="2450" y="1"/>
                    <a:pt x="1604" y="378"/>
                    <a:pt x="992" y="990"/>
                  </a:cubicBezTo>
                  <a:cubicBezTo>
                    <a:pt x="380" y="1602"/>
                    <a:pt x="0" y="2448"/>
                    <a:pt x="0" y="3382"/>
                  </a:cubicBezTo>
                  <a:cubicBezTo>
                    <a:pt x="0" y="5245"/>
                    <a:pt x="1506" y="6755"/>
                    <a:pt x="3365" y="6764"/>
                  </a:cubicBezTo>
                  <a:lnTo>
                    <a:pt x="41120" y="6764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529575" y="4626950"/>
              <a:ext cx="1028025" cy="169125"/>
            </a:xfrm>
            <a:custGeom>
              <a:avLst/>
              <a:gdLst/>
              <a:ahLst/>
              <a:cxnLst/>
              <a:rect l="l" t="t" r="r" b="b"/>
              <a:pathLst>
                <a:path w="41121" h="6765" extrusionOk="0">
                  <a:moveTo>
                    <a:pt x="336" y="1"/>
                  </a:moveTo>
                  <a:cubicBezTo>
                    <a:pt x="152" y="1"/>
                    <a:pt x="1" y="150"/>
                    <a:pt x="1" y="336"/>
                  </a:cubicBezTo>
                  <a:lnTo>
                    <a:pt x="1" y="6429"/>
                  </a:lnTo>
                  <a:cubicBezTo>
                    <a:pt x="1" y="6615"/>
                    <a:pt x="152" y="6764"/>
                    <a:pt x="336" y="6764"/>
                  </a:cubicBezTo>
                  <a:lnTo>
                    <a:pt x="41120" y="6764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604775" y="4659325"/>
              <a:ext cx="952825" cy="104375"/>
            </a:xfrm>
            <a:custGeom>
              <a:avLst/>
              <a:gdLst/>
              <a:ahLst/>
              <a:cxnLst/>
              <a:rect l="l" t="t" r="r" b="b"/>
              <a:pathLst>
                <a:path w="38113" h="4175" extrusionOk="0">
                  <a:moveTo>
                    <a:pt x="2034" y="0"/>
                  </a:moveTo>
                  <a:cubicBezTo>
                    <a:pt x="912" y="0"/>
                    <a:pt x="1" y="910"/>
                    <a:pt x="1" y="2034"/>
                  </a:cubicBezTo>
                  <a:lnTo>
                    <a:pt x="1" y="2141"/>
                  </a:lnTo>
                  <a:cubicBezTo>
                    <a:pt x="1" y="3263"/>
                    <a:pt x="912" y="4174"/>
                    <a:pt x="2034" y="4174"/>
                  </a:cubicBezTo>
                  <a:lnTo>
                    <a:pt x="38112" y="4174"/>
                  </a:lnTo>
                  <a:lnTo>
                    <a:pt x="381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661275" y="4737500"/>
              <a:ext cx="893875" cy="4150"/>
            </a:xfrm>
            <a:custGeom>
              <a:avLst/>
              <a:gdLst/>
              <a:ahLst/>
              <a:cxnLst/>
              <a:rect l="l" t="t" r="r" b="b"/>
              <a:pathLst>
                <a:path w="35755" h="166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5"/>
                    <a:pt x="83" y="165"/>
                  </a:cubicBezTo>
                  <a:lnTo>
                    <a:pt x="35672" y="165"/>
                  </a:lnTo>
                  <a:cubicBezTo>
                    <a:pt x="35718" y="165"/>
                    <a:pt x="35755" y="129"/>
                    <a:pt x="35755" y="83"/>
                  </a:cubicBezTo>
                  <a:cubicBezTo>
                    <a:pt x="35755" y="37"/>
                    <a:pt x="35718" y="0"/>
                    <a:pt x="356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661275" y="4709000"/>
              <a:ext cx="893875" cy="4200"/>
            </a:xfrm>
            <a:custGeom>
              <a:avLst/>
              <a:gdLst/>
              <a:ahLst/>
              <a:cxnLst/>
              <a:rect l="l" t="t" r="r" b="b"/>
              <a:pathLst>
                <a:path w="35755" h="168" extrusionOk="0">
                  <a:moveTo>
                    <a:pt x="83" y="1"/>
                  </a:moveTo>
                  <a:cubicBezTo>
                    <a:pt x="37" y="1"/>
                    <a:pt x="0" y="39"/>
                    <a:pt x="0" y="85"/>
                  </a:cubicBezTo>
                  <a:cubicBezTo>
                    <a:pt x="0" y="131"/>
                    <a:pt x="37" y="168"/>
                    <a:pt x="83" y="168"/>
                  </a:cubicBezTo>
                  <a:lnTo>
                    <a:pt x="35672" y="168"/>
                  </a:lnTo>
                  <a:cubicBezTo>
                    <a:pt x="35718" y="168"/>
                    <a:pt x="35755" y="131"/>
                    <a:pt x="35755" y="85"/>
                  </a:cubicBezTo>
                  <a:cubicBezTo>
                    <a:pt x="35755" y="39"/>
                    <a:pt x="35718" y="1"/>
                    <a:pt x="35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661275" y="4681325"/>
              <a:ext cx="893875" cy="4200"/>
            </a:xfrm>
            <a:custGeom>
              <a:avLst/>
              <a:gdLst/>
              <a:ahLst/>
              <a:cxnLst/>
              <a:rect l="l" t="t" r="r" b="b"/>
              <a:pathLst>
                <a:path w="35755" h="168" extrusionOk="0">
                  <a:moveTo>
                    <a:pt x="83" y="1"/>
                  </a:moveTo>
                  <a:cubicBezTo>
                    <a:pt x="37" y="1"/>
                    <a:pt x="0" y="39"/>
                    <a:pt x="0" y="85"/>
                  </a:cubicBezTo>
                  <a:cubicBezTo>
                    <a:pt x="0" y="131"/>
                    <a:pt x="37" y="168"/>
                    <a:pt x="83" y="168"/>
                  </a:cubicBezTo>
                  <a:lnTo>
                    <a:pt x="35672" y="168"/>
                  </a:lnTo>
                  <a:cubicBezTo>
                    <a:pt x="35718" y="168"/>
                    <a:pt x="35755" y="131"/>
                    <a:pt x="35755" y="85"/>
                  </a:cubicBezTo>
                  <a:cubicBezTo>
                    <a:pt x="35755" y="39"/>
                    <a:pt x="35718" y="1"/>
                    <a:pt x="35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602725" y="4657200"/>
              <a:ext cx="458950" cy="56375"/>
            </a:xfrm>
            <a:custGeom>
              <a:avLst/>
              <a:gdLst/>
              <a:ahLst/>
              <a:cxnLst/>
              <a:rect l="l" t="t" r="r" b="b"/>
              <a:pathLst>
                <a:path w="18358" h="2255" extrusionOk="0">
                  <a:moveTo>
                    <a:pt x="2170" y="1"/>
                  </a:moveTo>
                  <a:cubicBezTo>
                    <a:pt x="973" y="1"/>
                    <a:pt x="0" y="975"/>
                    <a:pt x="0" y="2172"/>
                  </a:cubicBezTo>
                  <a:cubicBezTo>
                    <a:pt x="0" y="2218"/>
                    <a:pt x="37" y="2255"/>
                    <a:pt x="83" y="2255"/>
                  </a:cubicBezTo>
                  <a:cubicBezTo>
                    <a:pt x="129" y="2255"/>
                    <a:pt x="165" y="2218"/>
                    <a:pt x="165" y="2172"/>
                  </a:cubicBezTo>
                  <a:cubicBezTo>
                    <a:pt x="165" y="1068"/>
                    <a:pt x="1065" y="168"/>
                    <a:pt x="2170" y="168"/>
                  </a:cubicBezTo>
                  <a:lnTo>
                    <a:pt x="18275" y="168"/>
                  </a:lnTo>
                  <a:cubicBezTo>
                    <a:pt x="18321" y="168"/>
                    <a:pt x="18358" y="131"/>
                    <a:pt x="18358" y="85"/>
                  </a:cubicBezTo>
                  <a:cubicBezTo>
                    <a:pt x="18358" y="39"/>
                    <a:pt x="18321" y="1"/>
                    <a:pt x="18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1147250" y="4761600"/>
              <a:ext cx="412450" cy="4200"/>
            </a:xfrm>
            <a:custGeom>
              <a:avLst/>
              <a:gdLst/>
              <a:ahLst/>
              <a:cxnLst/>
              <a:rect l="l" t="t" r="r" b="b"/>
              <a:pathLst>
                <a:path w="16498" h="168" extrusionOk="0">
                  <a:moveTo>
                    <a:pt x="83" y="1"/>
                  </a:moveTo>
                  <a:cubicBezTo>
                    <a:pt x="37" y="1"/>
                    <a:pt x="1" y="37"/>
                    <a:pt x="1" y="83"/>
                  </a:cubicBezTo>
                  <a:cubicBezTo>
                    <a:pt x="1" y="130"/>
                    <a:pt x="37" y="168"/>
                    <a:pt x="83" y="168"/>
                  </a:cubicBezTo>
                  <a:lnTo>
                    <a:pt x="16413" y="168"/>
                  </a:lnTo>
                  <a:cubicBezTo>
                    <a:pt x="16459" y="168"/>
                    <a:pt x="16498" y="130"/>
                    <a:pt x="16498" y="83"/>
                  </a:cubicBezTo>
                  <a:cubicBezTo>
                    <a:pt x="16498" y="37"/>
                    <a:pt x="16459" y="1"/>
                    <a:pt x="164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540275" y="4457800"/>
              <a:ext cx="1028025" cy="169175"/>
            </a:xfrm>
            <a:custGeom>
              <a:avLst/>
              <a:gdLst/>
              <a:ahLst/>
              <a:cxnLst/>
              <a:rect l="l" t="t" r="r" b="b"/>
              <a:pathLst>
                <a:path w="41121" h="6767" extrusionOk="0">
                  <a:moveTo>
                    <a:pt x="3296" y="1"/>
                  </a:moveTo>
                  <a:cubicBezTo>
                    <a:pt x="1476" y="1"/>
                    <a:pt x="1" y="1476"/>
                    <a:pt x="1" y="3296"/>
                  </a:cubicBezTo>
                  <a:lnTo>
                    <a:pt x="1" y="3469"/>
                  </a:lnTo>
                  <a:cubicBezTo>
                    <a:pt x="1" y="5290"/>
                    <a:pt x="1476" y="6767"/>
                    <a:pt x="3296" y="6767"/>
                  </a:cubicBezTo>
                  <a:lnTo>
                    <a:pt x="41120" y="6767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4"/>
            <p:cNvSpPr/>
            <p:nvPr/>
          </p:nvSpPr>
          <p:spPr>
            <a:xfrm>
              <a:off x="664425" y="4457800"/>
              <a:ext cx="1028025" cy="169175"/>
            </a:xfrm>
            <a:custGeom>
              <a:avLst/>
              <a:gdLst/>
              <a:ahLst/>
              <a:cxnLst/>
              <a:rect l="l" t="t" r="r" b="b"/>
              <a:pathLst>
                <a:path w="41121" h="6767" extrusionOk="0">
                  <a:moveTo>
                    <a:pt x="337" y="1"/>
                  </a:moveTo>
                  <a:cubicBezTo>
                    <a:pt x="152" y="1"/>
                    <a:pt x="1" y="152"/>
                    <a:pt x="1" y="337"/>
                  </a:cubicBezTo>
                  <a:lnTo>
                    <a:pt x="1" y="6431"/>
                  </a:lnTo>
                  <a:cubicBezTo>
                    <a:pt x="1" y="6615"/>
                    <a:pt x="152" y="6767"/>
                    <a:pt x="337" y="6767"/>
                  </a:cubicBezTo>
                  <a:lnTo>
                    <a:pt x="41120" y="6767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4"/>
            <p:cNvSpPr/>
            <p:nvPr/>
          </p:nvSpPr>
          <p:spPr>
            <a:xfrm>
              <a:off x="739625" y="4490175"/>
              <a:ext cx="952825" cy="104425"/>
            </a:xfrm>
            <a:custGeom>
              <a:avLst/>
              <a:gdLst/>
              <a:ahLst/>
              <a:cxnLst/>
              <a:rect l="l" t="t" r="r" b="b"/>
              <a:pathLst>
                <a:path w="38113" h="4177" extrusionOk="0">
                  <a:moveTo>
                    <a:pt x="2034" y="1"/>
                  </a:moveTo>
                  <a:cubicBezTo>
                    <a:pt x="912" y="1"/>
                    <a:pt x="1" y="912"/>
                    <a:pt x="1" y="2036"/>
                  </a:cubicBezTo>
                  <a:lnTo>
                    <a:pt x="1" y="2142"/>
                  </a:lnTo>
                  <a:cubicBezTo>
                    <a:pt x="1" y="3266"/>
                    <a:pt x="912" y="4177"/>
                    <a:pt x="2034" y="4177"/>
                  </a:cubicBezTo>
                  <a:lnTo>
                    <a:pt x="38112" y="4177"/>
                  </a:lnTo>
                  <a:lnTo>
                    <a:pt x="3811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4"/>
            <p:cNvSpPr/>
            <p:nvPr/>
          </p:nvSpPr>
          <p:spPr>
            <a:xfrm>
              <a:off x="789750" y="4568350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7"/>
                    <a:pt x="83" y="167"/>
                  </a:cubicBezTo>
                  <a:lnTo>
                    <a:pt x="35864" y="167"/>
                  </a:lnTo>
                  <a:cubicBezTo>
                    <a:pt x="35910" y="167"/>
                    <a:pt x="35948" y="129"/>
                    <a:pt x="35948" y="83"/>
                  </a:cubicBezTo>
                  <a:cubicBezTo>
                    <a:pt x="35948" y="37"/>
                    <a:pt x="35910" y="0"/>
                    <a:pt x="35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4"/>
            <p:cNvSpPr/>
            <p:nvPr/>
          </p:nvSpPr>
          <p:spPr>
            <a:xfrm>
              <a:off x="789750" y="4539900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3" y="1"/>
                  </a:moveTo>
                  <a:cubicBezTo>
                    <a:pt x="37" y="1"/>
                    <a:pt x="0" y="37"/>
                    <a:pt x="0" y="83"/>
                  </a:cubicBezTo>
                  <a:cubicBezTo>
                    <a:pt x="0" y="129"/>
                    <a:pt x="37" y="168"/>
                    <a:pt x="83" y="168"/>
                  </a:cubicBezTo>
                  <a:lnTo>
                    <a:pt x="35864" y="168"/>
                  </a:lnTo>
                  <a:cubicBezTo>
                    <a:pt x="35910" y="168"/>
                    <a:pt x="35948" y="129"/>
                    <a:pt x="35948" y="83"/>
                  </a:cubicBezTo>
                  <a:cubicBezTo>
                    <a:pt x="35948" y="37"/>
                    <a:pt x="35910" y="1"/>
                    <a:pt x="358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4"/>
            <p:cNvSpPr/>
            <p:nvPr/>
          </p:nvSpPr>
          <p:spPr>
            <a:xfrm>
              <a:off x="789750" y="4512250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3" y="0"/>
                  </a:moveTo>
                  <a:cubicBezTo>
                    <a:pt x="37" y="0"/>
                    <a:pt x="0" y="37"/>
                    <a:pt x="0" y="83"/>
                  </a:cubicBezTo>
                  <a:cubicBezTo>
                    <a:pt x="0" y="129"/>
                    <a:pt x="37" y="167"/>
                    <a:pt x="83" y="167"/>
                  </a:cubicBezTo>
                  <a:lnTo>
                    <a:pt x="35864" y="167"/>
                  </a:lnTo>
                  <a:cubicBezTo>
                    <a:pt x="35910" y="167"/>
                    <a:pt x="35948" y="129"/>
                    <a:pt x="35948" y="83"/>
                  </a:cubicBezTo>
                  <a:cubicBezTo>
                    <a:pt x="35948" y="37"/>
                    <a:pt x="35910" y="0"/>
                    <a:pt x="35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4"/>
            <p:cNvSpPr/>
            <p:nvPr/>
          </p:nvSpPr>
          <p:spPr>
            <a:xfrm>
              <a:off x="548000" y="4288375"/>
              <a:ext cx="1028000" cy="169125"/>
            </a:xfrm>
            <a:custGeom>
              <a:avLst/>
              <a:gdLst/>
              <a:ahLst/>
              <a:cxnLst/>
              <a:rect l="l" t="t" r="r" b="b"/>
              <a:pathLst>
                <a:path w="41120" h="6765" extrusionOk="0">
                  <a:moveTo>
                    <a:pt x="336" y="1"/>
                  </a:moveTo>
                  <a:cubicBezTo>
                    <a:pt x="150" y="1"/>
                    <a:pt x="0" y="150"/>
                    <a:pt x="0" y="336"/>
                  </a:cubicBezTo>
                  <a:lnTo>
                    <a:pt x="0" y="6429"/>
                  </a:lnTo>
                  <a:cubicBezTo>
                    <a:pt x="0" y="6615"/>
                    <a:pt x="150" y="6765"/>
                    <a:pt x="336" y="6765"/>
                  </a:cubicBezTo>
                  <a:lnTo>
                    <a:pt x="41120" y="6765"/>
                  </a:lnTo>
                  <a:lnTo>
                    <a:pt x="41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4"/>
            <p:cNvSpPr/>
            <p:nvPr/>
          </p:nvSpPr>
          <p:spPr>
            <a:xfrm>
              <a:off x="623150" y="4320750"/>
              <a:ext cx="952850" cy="104375"/>
            </a:xfrm>
            <a:custGeom>
              <a:avLst/>
              <a:gdLst/>
              <a:ahLst/>
              <a:cxnLst/>
              <a:rect l="l" t="t" r="r" b="b"/>
              <a:pathLst>
                <a:path w="38114" h="4175" extrusionOk="0">
                  <a:moveTo>
                    <a:pt x="2036" y="1"/>
                  </a:moveTo>
                  <a:cubicBezTo>
                    <a:pt x="911" y="1"/>
                    <a:pt x="0" y="912"/>
                    <a:pt x="0" y="2034"/>
                  </a:cubicBezTo>
                  <a:lnTo>
                    <a:pt x="0" y="2141"/>
                  </a:lnTo>
                  <a:cubicBezTo>
                    <a:pt x="0" y="3265"/>
                    <a:pt x="911" y="4175"/>
                    <a:pt x="2036" y="4175"/>
                  </a:cubicBezTo>
                  <a:lnTo>
                    <a:pt x="38114" y="4175"/>
                  </a:lnTo>
                  <a:lnTo>
                    <a:pt x="3811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4"/>
            <p:cNvSpPr/>
            <p:nvPr/>
          </p:nvSpPr>
          <p:spPr>
            <a:xfrm>
              <a:off x="673250" y="4398925"/>
              <a:ext cx="898725" cy="4150"/>
            </a:xfrm>
            <a:custGeom>
              <a:avLst/>
              <a:gdLst/>
              <a:ahLst/>
              <a:cxnLst/>
              <a:rect l="l" t="t" r="r" b="b"/>
              <a:pathLst>
                <a:path w="35949" h="166" extrusionOk="0">
                  <a:moveTo>
                    <a:pt x="85" y="0"/>
                  </a:moveTo>
                  <a:cubicBezTo>
                    <a:pt x="39" y="0"/>
                    <a:pt x="1" y="37"/>
                    <a:pt x="1" y="83"/>
                  </a:cubicBezTo>
                  <a:cubicBezTo>
                    <a:pt x="1" y="129"/>
                    <a:pt x="39" y="165"/>
                    <a:pt x="85" y="165"/>
                  </a:cubicBezTo>
                  <a:lnTo>
                    <a:pt x="35866" y="165"/>
                  </a:lnTo>
                  <a:cubicBezTo>
                    <a:pt x="35912" y="165"/>
                    <a:pt x="35949" y="129"/>
                    <a:pt x="35949" y="83"/>
                  </a:cubicBezTo>
                  <a:cubicBezTo>
                    <a:pt x="35949" y="37"/>
                    <a:pt x="35912" y="0"/>
                    <a:pt x="35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673250" y="4370425"/>
              <a:ext cx="898725" cy="4200"/>
            </a:xfrm>
            <a:custGeom>
              <a:avLst/>
              <a:gdLst/>
              <a:ahLst/>
              <a:cxnLst/>
              <a:rect l="l" t="t" r="r" b="b"/>
              <a:pathLst>
                <a:path w="35949" h="168" extrusionOk="0">
                  <a:moveTo>
                    <a:pt x="85" y="1"/>
                  </a:moveTo>
                  <a:cubicBezTo>
                    <a:pt x="39" y="1"/>
                    <a:pt x="1" y="39"/>
                    <a:pt x="1" y="85"/>
                  </a:cubicBezTo>
                  <a:cubicBezTo>
                    <a:pt x="1" y="131"/>
                    <a:pt x="39" y="168"/>
                    <a:pt x="85" y="168"/>
                  </a:cubicBezTo>
                  <a:lnTo>
                    <a:pt x="35866" y="168"/>
                  </a:lnTo>
                  <a:cubicBezTo>
                    <a:pt x="35912" y="168"/>
                    <a:pt x="35949" y="131"/>
                    <a:pt x="35949" y="85"/>
                  </a:cubicBezTo>
                  <a:cubicBezTo>
                    <a:pt x="35949" y="39"/>
                    <a:pt x="35912" y="1"/>
                    <a:pt x="35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673250" y="4342800"/>
              <a:ext cx="898725" cy="4150"/>
            </a:xfrm>
            <a:custGeom>
              <a:avLst/>
              <a:gdLst/>
              <a:ahLst/>
              <a:cxnLst/>
              <a:rect l="l" t="t" r="r" b="b"/>
              <a:pathLst>
                <a:path w="35949" h="166" extrusionOk="0">
                  <a:moveTo>
                    <a:pt x="85" y="1"/>
                  </a:moveTo>
                  <a:cubicBezTo>
                    <a:pt x="39" y="1"/>
                    <a:pt x="1" y="37"/>
                    <a:pt x="1" y="83"/>
                  </a:cubicBezTo>
                  <a:cubicBezTo>
                    <a:pt x="1" y="130"/>
                    <a:pt x="39" y="166"/>
                    <a:pt x="85" y="166"/>
                  </a:cubicBezTo>
                  <a:lnTo>
                    <a:pt x="35866" y="166"/>
                  </a:lnTo>
                  <a:cubicBezTo>
                    <a:pt x="35912" y="166"/>
                    <a:pt x="35949" y="130"/>
                    <a:pt x="35949" y="83"/>
                  </a:cubicBezTo>
                  <a:cubicBezTo>
                    <a:pt x="35949" y="37"/>
                    <a:pt x="35912" y="1"/>
                    <a:pt x="358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" name="Google Shape;1070;p34"/>
          <p:cNvGrpSpPr/>
          <p:nvPr/>
        </p:nvGrpSpPr>
        <p:grpSpPr>
          <a:xfrm>
            <a:off x="1576438" y="2235168"/>
            <a:ext cx="941923" cy="1470769"/>
            <a:chOff x="1929475" y="3160175"/>
            <a:chExt cx="981025" cy="1531825"/>
          </a:xfrm>
        </p:grpSpPr>
        <p:sp>
          <p:nvSpPr>
            <p:cNvPr id="1071" name="Google Shape;1071;p34"/>
            <p:cNvSpPr/>
            <p:nvPr/>
          </p:nvSpPr>
          <p:spPr>
            <a:xfrm>
              <a:off x="2645950" y="4493550"/>
              <a:ext cx="110800" cy="118050"/>
            </a:xfrm>
            <a:custGeom>
              <a:avLst/>
              <a:gdLst/>
              <a:ahLst/>
              <a:cxnLst/>
              <a:rect l="l" t="t" r="r" b="b"/>
              <a:pathLst>
                <a:path w="4432" h="4722" extrusionOk="0">
                  <a:moveTo>
                    <a:pt x="3461" y="0"/>
                  </a:moveTo>
                  <a:lnTo>
                    <a:pt x="0" y="286"/>
                  </a:lnTo>
                  <a:lnTo>
                    <a:pt x="1725" y="4391"/>
                  </a:lnTo>
                  <a:lnTo>
                    <a:pt x="4432" y="4721"/>
                  </a:lnTo>
                  <a:lnTo>
                    <a:pt x="3461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2422625" y="4015850"/>
              <a:ext cx="362600" cy="533725"/>
            </a:xfrm>
            <a:custGeom>
              <a:avLst/>
              <a:gdLst/>
              <a:ahLst/>
              <a:cxnLst/>
              <a:rect l="l" t="t" r="r" b="b"/>
              <a:pathLst>
                <a:path w="14504" h="21349" extrusionOk="0">
                  <a:moveTo>
                    <a:pt x="8308" y="1"/>
                  </a:moveTo>
                  <a:lnTo>
                    <a:pt x="0" y="3513"/>
                  </a:lnTo>
                  <a:lnTo>
                    <a:pt x="8500" y="21349"/>
                  </a:lnTo>
                  <a:lnTo>
                    <a:pt x="14504" y="21109"/>
                  </a:lnTo>
                  <a:lnTo>
                    <a:pt x="830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2562600" y="4320550"/>
              <a:ext cx="89650" cy="191300"/>
            </a:xfrm>
            <a:custGeom>
              <a:avLst/>
              <a:gdLst/>
              <a:ahLst/>
              <a:cxnLst/>
              <a:rect l="l" t="t" r="r" b="b"/>
              <a:pathLst>
                <a:path w="3586" h="7652" extrusionOk="0">
                  <a:moveTo>
                    <a:pt x="105" y="1"/>
                  </a:moveTo>
                  <a:cubicBezTo>
                    <a:pt x="92" y="1"/>
                    <a:pt x="80" y="3"/>
                    <a:pt x="68" y="9"/>
                  </a:cubicBezTo>
                  <a:cubicBezTo>
                    <a:pt x="22" y="30"/>
                    <a:pt x="0" y="84"/>
                    <a:pt x="22" y="130"/>
                  </a:cubicBezTo>
                  <a:lnTo>
                    <a:pt x="346" y="845"/>
                  </a:lnTo>
                  <a:cubicBezTo>
                    <a:pt x="361" y="880"/>
                    <a:pt x="394" y="899"/>
                    <a:pt x="428" y="899"/>
                  </a:cubicBezTo>
                  <a:cubicBezTo>
                    <a:pt x="442" y="899"/>
                    <a:pt x="453" y="897"/>
                    <a:pt x="467" y="891"/>
                  </a:cubicBezTo>
                  <a:cubicBezTo>
                    <a:pt x="513" y="870"/>
                    <a:pt x="532" y="816"/>
                    <a:pt x="511" y="770"/>
                  </a:cubicBezTo>
                  <a:lnTo>
                    <a:pt x="187" y="55"/>
                  </a:lnTo>
                  <a:cubicBezTo>
                    <a:pt x="172" y="21"/>
                    <a:pt x="140" y="1"/>
                    <a:pt x="105" y="1"/>
                  </a:cubicBezTo>
                  <a:close/>
                  <a:moveTo>
                    <a:pt x="753" y="1434"/>
                  </a:moveTo>
                  <a:cubicBezTo>
                    <a:pt x="741" y="1434"/>
                    <a:pt x="728" y="1436"/>
                    <a:pt x="716" y="1442"/>
                  </a:cubicBezTo>
                  <a:cubicBezTo>
                    <a:pt x="670" y="1463"/>
                    <a:pt x="649" y="1517"/>
                    <a:pt x="670" y="1563"/>
                  </a:cubicBezTo>
                  <a:lnTo>
                    <a:pt x="994" y="2280"/>
                  </a:lnTo>
                  <a:cubicBezTo>
                    <a:pt x="1009" y="2313"/>
                    <a:pt x="1042" y="2332"/>
                    <a:pt x="1077" y="2332"/>
                  </a:cubicBezTo>
                  <a:cubicBezTo>
                    <a:pt x="1090" y="2332"/>
                    <a:pt x="1103" y="2330"/>
                    <a:pt x="1115" y="2324"/>
                  </a:cubicBezTo>
                  <a:cubicBezTo>
                    <a:pt x="1161" y="2303"/>
                    <a:pt x="1180" y="2249"/>
                    <a:pt x="1159" y="2205"/>
                  </a:cubicBezTo>
                  <a:lnTo>
                    <a:pt x="835" y="1488"/>
                  </a:lnTo>
                  <a:cubicBezTo>
                    <a:pt x="821" y="1454"/>
                    <a:pt x="788" y="1434"/>
                    <a:pt x="753" y="1434"/>
                  </a:cubicBezTo>
                  <a:close/>
                  <a:moveTo>
                    <a:pt x="1403" y="2868"/>
                  </a:moveTo>
                  <a:cubicBezTo>
                    <a:pt x="1390" y="2868"/>
                    <a:pt x="1377" y="2871"/>
                    <a:pt x="1364" y="2877"/>
                  </a:cubicBezTo>
                  <a:cubicBezTo>
                    <a:pt x="1318" y="2896"/>
                    <a:pt x="1297" y="2950"/>
                    <a:pt x="1318" y="2996"/>
                  </a:cubicBezTo>
                  <a:lnTo>
                    <a:pt x="1642" y="3713"/>
                  </a:lnTo>
                  <a:cubicBezTo>
                    <a:pt x="1658" y="3746"/>
                    <a:pt x="1690" y="3767"/>
                    <a:pt x="1725" y="3767"/>
                  </a:cubicBezTo>
                  <a:cubicBezTo>
                    <a:pt x="1738" y="3767"/>
                    <a:pt x="1752" y="3763"/>
                    <a:pt x="1763" y="3757"/>
                  </a:cubicBezTo>
                  <a:cubicBezTo>
                    <a:pt x="1809" y="3738"/>
                    <a:pt x="1829" y="3684"/>
                    <a:pt x="1807" y="3638"/>
                  </a:cubicBezTo>
                  <a:lnTo>
                    <a:pt x="1483" y="2921"/>
                  </a:lnTo>
                  <a:cubicBezTo>
                    <a:pt x="1469" y="2887"/>
                    <a:pt x="1437" y="2868"/>
                    <a:pt x="1403" y="2868"/>
                  </a:cubicBezTo>
                  <a:close/>
                  <a:moveTo>
                    <a:pt x="2050" y="4301"/>
                  </a:moveTo>
                  <a:cubicBezTo>
                    <a:pt x="2038" y="4301"/>
                    <a:pt x="2025" y="4304"/>
                    <a:pt x="2013" y="4310"/>
                  </a:cubicBezTo>
                  <a:cubicBezTo>
                    <a:pt x="1967" y="4331"/>
                    <a:pt x="1946" y="4384"/>
                    <a:pt x="1967" y="4428"/>
                  </a:cubicBezTo>
                  <a:lnTo>
                    <a:pt x="2291" y="5146"/>
                  </a:lnTo>
                  <a:cubicBezTo>
                    <a:pt x="2306" y="5180"/>
                    <a:pt x="2339" y="5200"/>
                    <a:pt x="2373" y="5200"/>
                  </a:cubicBezTo>
                  <a:cubicBezTo>
                    <a:pt x="2387" y="5200"/>
                    <a:pt x="2400" y="5198"/>
                    <a:pt x="2412" y="5192"/>
                  </a:cubicBezTo>
                  <a:cubicBezTo>
                    <a:pt x="2458" y="5171"/>
                    <a:pt x="2477" y="5117"/>
                    <a:pt x="2456" y="5071"/>
                  </a:cubicBezTo>
                  <a:lnTo>
                    <a:pt x="2132" y="4354"/>
                  </a:lnTo>
                  <a:cubicBezTo>
                    <a:pt x="2118" y="4321"/>
                    <a:pt x="2085" y="4301"/>
                    <a:pt x="2050" y="4301"/>
                  </a:cubicBezTo>
                  <a:close/>
                  <a:moveTo>
                    <a:pt x="2698" y="5734"/>
                  </a:moveTo>
                  <a:cubicBezTo>
                    <a:pt x="2686" y="5734"/>
                    <a:pt x="2673" y="5737"/>
                    <a:pt x="2661" y="5742"/>
                  </a:cubicBezTo>
                  <a:cubicBezTo>
                    <a:pt x="2615" y="5764"/>
                    <a:pt x="2594" y="5817"/>
                    <a:pt x="2615" y="5863"/>
                  </a:cubicBezTo>
                  <a:lnTo>
                    <a:pt x="2939" y="6579"/>
                  </a:lnTo>
                  <a:cubicBezTo>
                    <a:pt x="2955" y="6613"/>
                    <a:pt x="2987" y="6633"/>
                    <a:pt x="3022" y="6633"/>
                  </a:cubicBezTo>
                  <a:cubicBezTo>
                    <a:pt x="3035" y="6633"/>
                    <a:pt x="3049" y="6631"/>
                    <a:pt x="3060" y="6625"/>
                  </a:cubicBezTo>
                  <a:cubicBezTo>
                    <a:pt x="3106" y="6604"/>
                    <a:pt x="3125" y="6550"/>
                    <a:pt x="3104" y="6504"/>
                  </a:cubicBezTo>
                  <a:lnTo>
                    <a:pt x="2780" y="5789"/>
                  </a:lnTo>
                  <a:cubicBezTo>
                    <a:pt x="2766" y="5755"/>
                    <a:pt x="2733" y="5734"/>
                    <a:pt x="2698" y="5734"/>
                  </a:cubicBezTo>
                  <a:close/>
                  <a:moveTo>
                    <a:pt x="3346" y="7168"/>
                  </a:moveTo>
                  <a:cubicBezTo>
                    <a:pt x="3334" y="7168"/>
                    <a:pt x="3321" y="7170"/>
                    <a:pt x="3309" y="7175"/>
                  </a:cubicBezTo>
                  <a:cubicBezTo>
                    <a:pt x="3263" y="7197"/>
                    <a:pt x="3242" y="7250"/>
                    <a:pt x="3263" y="7296"/>
                  </a:cubicBezTo>
                  <a:lnTo>
                    <a:pt x="3400" y="7597"/>
                  </a:lnTo>
                  <a:cubicBezTo>
                    <a:pt x="3415" y="7630"/>
                    <a:pt x="3448" y="7651"/>
                    <a:pt x="3482" y="7651"/>
                  </a:cubicBezTo>
                  <a:cubicBezTo>
                    <a:pt x="3495" y="7651"/>
                    <a:pt x="3509" y="7647"/>
                    <a:pt x="3520" y="7643"/>
                  </a:cubicBezTo>
                  <a:cubicBezTo>
                    <a:pt x="3566" y="7622"/>
                    <a:pt x="3586" y="7569"/>
                    <a:pt x="3565" y="7523"/>
                  </a:cubicBezTo>
                  <a:lnTo>
                    <a:pt x="3428" y="7221"/>
                  </a:lnTo>
                  <a:cubicBezTo>
                    <a:pt x="3414" y="7187"/>
                    <a:pt x="3381" y="7168"/>
                    <a:pt x="3346" y="7168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2607200" y="4506725"/>
              <a:ext cx="188100" cy="54450"/>
            </a:xfrm>
            <a:custGeom>
              <a:avLst/>
              <a:gdLst/>
              <a:ahLst/>
              <a:cxnLst/>
              <a:rect l="l" t="t" r="r" b="b"/>
              <a:pathLst>
                <a:path w="7524" h="2178" extrusionOk="0">
                  <a:moveTo>
                    <a:pt x="6927" y="1"/>
                  </a:moveTo>
                  <a:lnTo>
                    <a:pt x="0" y="223"/>
                  </a:lnTo>
                  <a:lnTo>
                    <a:pt x="896" y="2178"/>
                  </a:lnTo>
                  <a:lnTo>
                    <a:pt x="7524" y="1957"/>
                  </a:lnTo>
                  <a:lnTo>
                    <a:pt x="69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2679825" y="4593600"/>
              <a:ext cx="230675" cy="98400"/>
            </a:xfrm>
            <a:custGeom>
              <a:avLst/>
              <a:gdLst/>
              <a:ahLst/>
              <a:cxnLst/>
              <a:rect l="l" t="t" r="r" b="b"/>
              <a:pathLst>
                <a:path w="9227" h="3936" extrusionOk="0">
                  <a:moveTo>
                    <a:pt x="153" y="1"/>
                  </a:moveTo>
                  <a:cubicBezTo>
                    <a:pt x="60" y="1"/>
                    <a:pt x="1" y="56"/>
                    <a:pt x="17" y="213"/>
                  </a:cubicBezTo>
                  <a:cubicBezTo>
                    <a:pt x="55" y="619"/>
                    <a:pt x="261" y="2495"/>
                    <a:pt x="360" y="3420"/>
                  </a:cubicBezTo>
                  <a:cubicBezTo>
                    <a:pt x="395" y="3733"/>
                    <a:pt x="416" y="3936"/>
                    <a:pt x="416" y="3936"/>
                  </a:cubicBezTo>
                  <a:lnTo>
                    <a:pt x="9226" y="3936"/>
                  </a:lnTo>
                  <a:cubicBezTo>
                    <a:pt x="9188" y="3746"/>
                    <a:pt x="9146" y="3573"/>
                    <a:pt x="9096" y="3420"/>
                  </a:cubicBezTo>
                  <a:cubicBezTo>
                    <a:pt x="8779" y="2424"/>
                    <a:pt x="8219" y="2114"/>
                    <a:pt x="7590" y="2073"/>
                  </a:cubicBezTo>
                  <a:cubicBezTo>
                    <a:pt x="6865" y="2027"/>
                    <a:pt x="4174" y="1166"/>
                    <a:pt x="4174" y="1166"/>
                  </a:cubicBezTo>
                  <a:cubicBezTo>
                    <a:pt x="4174" y="1166"/>
                    <a:pt x="4227" y="335"/>
                    <a:pt x="3733" y="170"/>
                  </a:cubicBezTo>
                  <a:cubicBezTo>
                    <a:pt x="3662" y="147"/>
                    <a:pt x="3580" y="137"/>
                    <a:pt x="3491" y="137"/>
                  </a:cubicBezTo>
                  <a:cubicBezTo>
                    <a:pt x="2948" y="137"/>
                    <a:pt x="2142" y="506"/>
                    <a:pt x="2142" y="506"/>
                  </a:cubicBezTo>
                  <a:lnTo>
                    <a:pt x="824" y="349"/>
                  </a:lnTo>
                  <a:cubicBezTo>
                    <a:pt x="824" y="349"/>
                    <a:pt x="384" y="1"/>
                    <a:pt x="1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2688825" y="4679050"/>
              <a:ext cx="221675" cy="12950"/>
            </a:xfrm>
            <a:custGeom>
              <a:avLst/>
              <a:gdLst/>
              <a:ahLst/>
              <a:cxnLst/>
              <a:rect l="l" t="t" r="r" b="b"/>
              <a:pathLst>
                <a:path w="8867" h="518" extrusionOk="0">
                  <a:moveTo>
                    <a:pt x="0" y="0"/>
                  </a:moveTo>
                  <a:cubicBezTo>
                    <a:pt x="35" y="315"/>
                    <a:pt x="56" y="518"/>
                    <a:pt x="56" y="518"/>
                  </a:cubicBezTo>
                  <a:lnTo>
                    <a:pt x="8866" y="518"/>
                  </a:lnTo>
                  <a:cubicBezTo>
                    <a:pt x="8828" y="328"/>
                    <a:pt x="8786" y="155"/>
                    <a:pt x="87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2683025" y="4625875"/>
              <a:ext cx="31625" cy="52275"/>
            </a:xfrm>
            <a:custGeom>
              <a:avLst/>
              <a:gdLst/>
              <a:ahLst/>
              <a:cxnLst/>
              <a:rect l="l" t="t" r="r" b="b"/>
              <a:pathLst>
                <a:path w="1265" h="2091" extrusionOk="0">
                  <a:moveTo>
                    <a:pt x="101" y="0"/>
                  </a:moveTo>
                  <a:cubicBezTo>
                    <a:pt x="40" y="0"/>
                    <a:pt x="0" y="90"/>
                    <a:pt x="65" y="126"/>
                  </a:cubicBezTo>
                  <a:cubicBezTo>
                    <a:pt x="729" y="502"/>
                    <a:pt x="1115" y="1252"/>
                    <a:pt x="783" y="1987"/>
                  </a:cubicBezTo>
                  <a:cubicBezTo>
                    <a:pt x="758" y="2041"/>
                    <a:pt x="805" y="2091"/>
                    <a:pt x="849" y="2091"/>
                  </a:cubicBezTo>
                  <a:cubicBezTo>
                    <a:pt x="869" y="2091"/>
                    <a:pt x="888" y="2081"/>
                    <a:pt x="900" y="2056"/>
                  </a:cubicBezTo>
                  <a:cubicBezTo>
                    <a:pt x="1264" y="1254"/>
                    <a:pt x="869" y="426"/>
                    <a:pt x="134" y="9"/>
                  </a:cubicBezTo>
                  <a:cubicBezTo>
                    <a:pt x="123" y="3"/>
                    <a:pt x="112" y="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2772550" y="46228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4" y="1"/>
                  </a:moveTo>
                  <a:cubicBezTo>
                    <a:pt x="567" y="1"/>
                    <a:pt x="252" y="178"/>
                    <a:pt x="35" y="481"/>
                  </a:cubicBezTo>
                  <a:cubicBezTo>
                    <a:pt x="0" y="532"/>
                    <a:pt x="47" y="581"/>
                    <a:pt x="96" y="581"/>
                  </a:cubicBezTo>
                  <a:cubicBezTo>
                    <a:pt x="117" y="581"/>
                    <a:pt x="138" y="572"/>
                    <a:pt x="154" y="550"/>
                  </a:cubicBezTo>
                  <a:cubicBezTo>
                    <a:pt x="341" y="287"/>
                    <a:pt x="609" y="139"/>
                    <a:pt x="888" y="139"/>
                  </a:cubicBezTo>
                  <a:cubicBezTo>
                    <a:pt x="1064" y="139"/>
                    <a:pt x="1244" y="197"/>
                    <a:pt x="1412" y="322"/>
                  </a:cubicBezTo>
                  <a:cubicBezTo>
                    <a:pt x="1425" y="332"/>
                    <a:pt x="1437" y="336"/>
                    <a:pt x="1448" y="336"/>
                  </a:cubicBezTo>
                  <a:cubicBezTo>
                    <a:pt x="1502" y="336"/>
                    <a:pt x="1538" y="248"/>
                    <a:pt x="1481" y="205"/>
                  </a:cubicBezTo>
                  <a:cubicBezTo>
                    <a:pt x="1294" y="65"/>
                    <a:pt x="1092" y="1"/>
                    <a:pt x="89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2791500" y="46285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5" y="1"/>
                  </a:moveTo>
                  <a:cubicBezTo>
                    <a:pt x="568" y="1"/>
                    <a:pt x="253" y="178"/>
                    <a:pt x="37" y="484"/>
                  </a:cubicBezTo>
                  <a:cubicBezTo>
                    <a:pt x="0" y="533"/>
                    <a:pt x="48" y="581"/>
                    <a:pt x="96" y="581"/>
                  </a:cubicBezTo>
                  <a:cubicBezTo>
                    <a:pt x="117" y="581"/>
                    <a:pt x="139" y="572"/>
                    <a:pt x="154" y="551"/>
                  </a:cubicBezTo>
                  <a:cubicBezTo>
                    <a:pt x="342" y="287"/>
                    <a:pt x="609" y="139"/>
                    <a:pt x="888" y="139"/>
                  </a:cubicBezTo>
                  <a:cubicBezTo>
                    <a:pt x="1064" y="139"/>
                    <a:pt x="1244" y="198"/>
                    <a:pt x="1412" y="324"/>
                  </a:cubicBezTo>
                  <a:cubicBezTo>
                    <a:pt x="1424" y="333"/>
                    <a:pt x="1436" y="337"/>
                    <a:pt x="1448" y="337"/>
                  </a:cubicBezTo>
                  <a:cubicBezTo>
                    <a:pt x="1502" y="337"/>
                    <a:pt x="1538" y="248"/>
                    <a:pt x="1481" y="205"/>
                  </a:cubicBezTo>
                  <a:cubicBezTo>
                    <a:pt x="1294" y="65"/>
                    <a:pt x="1092" y="1"/>
                    <a:pt x="8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2811100" y="463425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4" y="0"/>
                  </a:moveTo>
                  <a:cubicBezTo>
                    <a:pt x="567" y="0"/>
                    <a:pt x="252" y="178"/>
                    <a:pt x="35" y="482"/>
                  </a:cubicBezTo>
                  <a:cubicBezTo>
                    <a:pt x="0" y="532"/>
                    <a:pt x="48" y="581"/>
                    <a:pt x="97" y="581"/>
                  </a:cubicBezTo>
                  <a:cubicBezTo>
                    <a:pt x="118" y="581"/>
                    <a:pt x="139" y="572"/>
                    <a:pt x="154" y="551"/>
                  </a:cubicBezTo>
                  <a:cubicBezTo>
                    <a:pt x="341" y="286"/>
                    <a:pt x="608" y="138"/>
                    <a:pt x="887" y="138"/>
                  </a:cubicBezTo>
                  <a:cubicBezTo>
                    <a:pt x="1063" y="138"/>
                    <a:pt x="1244" y="197"/>
                    <a:pt x="1413" y="323"/>
                  </a:cubicBezTo>
                  <a:cubicBezTo>
                    <a:pt x="1425" y="332"/>
                    <a:pt x="1437" y="336"/>
                    <a:pt x="1448" y="336"/>
                  </a:cubicBezTo>
                  <a:cubicBezTo>
                    <a:pt x="1502" y="336"/>
                    <a:pt x="1539" y="248"/>
                    <a:pt x="1482" y="206"/>
                  </a:cubicBezTo>
                  <a:cubicBezTo>
                    <a:pt x="1294" y="65"/>
                    <a:pt x="1092" y="0"/>
                    <a:pt x="8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4"/>
            <p:cNvSpPr/>
            <p:nvPr/>
          </p:nvSpPr>
          <p:spPr>
            <a:xfrm>
              <a:off x="2128250" y="3662650"/>
              <a:ext cx="195875" cy="326825"/>
            </a:xfrm>
            <a:custGeom>
              <a:avLst/>
              <a:gdLst/>
              <a:ahLst/>
              <a:cxnLst/>
              <a:rect l="l" t="t" r="r" b="b"/>
              <a:pathLst>
                <a:path w="7835" h="13073" extrusionOk="0">
                  <a:moveTo>
                    <a:pt x="4467" y="1"/>
                  </a:moveTo>
                  <a:lnTo>
                    <a:pt x="1" y="546"/>
                  </a:lnTo>
                  <a:cubicBezTo>
                    <a:pt x="1" y="546"/>
                    <a:pt x="622" y="8336"/>
                    <a:pt x="1610" y="10829"/>
                  </a:cubicBezTo>
                  <a:cubicBezTo>
                    <a:pt x="2267" y="12484"/>
                    <a:pt x="3065" y="13072"/>
                    <a:pt x="3868" y="13072"/>
                  </a:cubicBezTo>
                  <a:cubicBezTo>
                    <a:pt x="5838" y="13072"/>
                    <a:pt x="7835" y="9533"/>
                    <a:pt x="7835" y="9533"/>
                  </a:cubicBezTo>
                  <a:lnTo>
                    <a:pt x="5215" y="5779"/>
                  </a:lnTo>
                  <a:lnTo>
                    <a:pt x="4467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2228825" y="3805850"/>
              <a:ext cx="30025" cy="9775"/>
            </a:xfrm>
            <a:custGeom>
              <a:avLst/>
              <a:gdLst/>
              <a:ahLst/>
              <a:cxnLst/>
              <a:rect l="l" t="t" r="r" b="b"/>
              <a:pathLst>
                <a:path w="1201" h="391" extrusionOk="0">
                  <a:moveTo>
                    <a:pt x="1069" y="0"/>
                  </a:moveTo>
                  <a:cubicBezTo>
                    <a:pt x="1062" y="0"/>
                    <a:pt x="1054" y="1"/>
                    <a:pt x="1046" y="3"/>
                  </a:cubicBezTo>
                  <a:cubicBezTo>
                    <a:pt x="735" y="68"/>
                    <a:pt x="424" y="133"/>
                    <a:pt x="116" y="200"/>
                  </a:cubicBezTo>
                  <a:cubicBezTo>
                    <a:pt x="1" y="223"/>
                    <a:pt x="28" y="391"/>
                    <a:pt x="133" y="391"/>
                  </a:cubicBezTo>
                  <a:cubicBezTo>
                    <a:pt x="140" y="391"/>
                    <a:pt x="148" y="390"/>
                    <a:pt x="156" y="388"/>
                  </a:cubicBezTo>
                  <a:cubicBezTo>
                    <a:pt x="467" y="323"/>
                    <a:pt x="777" y="258"/>
                    <a:pt x="1086" y="193"/>
                  </a:cubicBezTo>
                  <a:cubicBezTo>
                    <a:pt x="1201" y="167"/>
                    <a:pt x="1173" y="0"/>
                    <a:pt x="1069" y="0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2311925" y="3635325"/>
              <a:ext cx="195400" cy="296850"/>
            </a:xfrm>
            <a:custGeom>
              <a:avLst/>
              <a:gdLst/>
              <a:ahLst/>
              <a:cxnLst/>
              <a:rect l="l" t="t" r="r" b="b"/>
              <a:pathLst>
                <a:path w="7816" h="11874" extrusionOk="0">
                  <a:moveTo>
                    <a:pt x="3615" y="0"/>
                  </a:moveTo>
                  <a:lnTo>
                    <a:pt x="346" y="1871"/>
                  </a:lnTo>
                  <a:cubicBezTo>
                    <a:pt x="346" y="1871"/>
                    <a:pt x="1" y="11096"/>
                    <a:pt x="2191" y="11706"/>
                  </a:cubicBezTo>
                  <a:cubicBezTo>
                    <a:pt x="2603" y="11820"/>
                    <a:pt x="3065" y="11874"/>
                    <a:pt x="3537" y="11874"/>
                  </a:cubicBezTo>
                  <a:cubicBezTo>
                    <a:pt x="5579" y="11874"/>
                    <a:pt x="7816" y="10864"/>
                    <a:pt x="7079" y="9342"/>
                  </a:cubicBezTo>
                  <a:cubicBezTo>
                    <a:pt x="6172" y="7466"/>
                    <a:pt x="3615" y="0"/>
                    <a:pt x="3615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2204375" y="3463750"/>
              <a:ext cx="222575" cy="257350"/>
            </a:xfrm>
            <a:custGeom>
              <a:avLst/>
              <a:gdLst/>
              <a:ahLst/>
              <a:cxnLst/>
              <a:rect l="l" t="t" r="r" b="b"/>
              <a:pathLst>
                <a:path w="8903" h="10294" extrusionOk="0">
                  <a:moveTo>
                    <a:pt x="4921" y="0"/>
                  </a:moveTo>
                  <a:cubicBezTo>
                    <a:pt x="3572" y="0"/>
                    <a:pt x="2352" y="685"/>
                    <a:pt x="2352" y="685"/>
                  </a:cubicBezTo>
                  <a:cubicBezTo>
                    <a:pt x="2352" y="685"/>
                    <a:pt x="0" y="5831"/>
                    <a:pt x="1544" y="10293"/>
                  </a:cubicBezTo>
                  <a:lnTo>
                    <a:pt x="8866" y="8296"/>
                  </a:lnTo>
                  <a:cubicBezTo>
                    <a:pt x="8866" y="8296"/>
                    <a:pt x="8903" y="5012"/>
                    <a:pt x="8001" y="2407"/>
                  </a:cubicBezTo>
                  <a:cubicBezTo>
                    <a:pt x="7345" y="510"/>
                    <a:pt x="6084" y="0"/>
                    <a:pt x="49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2359375" y="3645425"/>
              <a:ext cx="66475" cy="19300"/>
            </a:xfrm>
            <a:custGeom>
              <a:avLst/>
              <a:gdLst/>
              <a:ahLst/>
              <a:cxnLst/>
              <a:rect l="l" t="t" r="r" b="b"/>
              <a:pathLst>
                <a:path w="2659" h="772" extrusionOk="0">
                  <a:moveTo>
                    <a:pt x="2541" y="0"/>
                  </a:moveTo>
                  <a:cubicBezTo>
                    <a:pt x="2534" y="0"/>
                    <a:pt x="2526" y="1"/>
                    <a:pt x="2519" y="3"/>
                  </a:cubicBezTo>
                  <a:cubicBezTo>
                    <a:pt x="1711" y="204"/>
                    <a:pt x="903" y="406"/>
                    <a:pt x="96" y="607"/>
                  </a:cubicBezTo>
                  <a:cubicBezTo>
                    <a:pt x="0" y="632"/>
                    <a:pt x="30" y="771"/>
                    <a:pt x="117" y="771"/>
                  </a:cubicBezTo>
                  <a:cubicBezTo>
                    <a:pt x="124" y="771"/>
                    <a:pt x="132" y="771"/>
                    <a:pt x="140" y="768"/>
                  </a:cubicBezTo>
                  <a:cubicBezTo>
                    <a:pt x="948" y="567"/>
                    <a:pt x="1755" y="366"/>
                    <a:pt x="2563" y="162"/>
                  </a:cubicBezTo>
                  <a:cubicBezTo>
                    <a:pt x="2658" y="139"/>
                    <a:pt x="2628" y="0"/>
                    <a:pt x="2541" y="0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1960225" y="3379675"/>
              <a:ext cx="424000" cy="537425"/>
            </a:xfrm>
            <a:custGeom>
              <a:avLst/>
              <a:gdLst/>
              <a:ahLst/>
              <a:cxnLst/>
              <a:rect l="l" t="t" r="r" b="b"/>
              <a:pathLst>
                <a:path w="16960" h="21497" extrusionOk="0">
                  <a:moveTo>
                    <a:pt x="8721" y="0"/>
                  </a:moveTo>
                  <a:cubicBezTo>
                    <a:pt x="8721" y="0"/>
                    <a:pt x="7543" y="395"/>
                    <a:pt x="6160" y="1027"/>
                  </a:cubicBezTo>
                  <a:cubicBezTo>
                    <a:pt x="4391" y="1832"/>
                    <a:pt x="2289" y="3021"/>
                    <a:pt x="1896" y="4259"/>
                  </a:cubicBezTo>
                  <a:cubicBezTo>
                    <a:pt x="1295" y="6154"/>
                    <a:pt x="883" y="8137"/>
                    <a:pt x="601" y="10060"/>
                  </a:cubicBezTo>
                  <a:lnTo>
                    <a:pt x="601" y="10061"/>
                  </a:lnTo>
                  <a:cubicBezTo>
                    <a:pt x="405" y="11395"/>
                    <a:pt x="273" y="12695"/>
                    <a:pt x="186" y="13915"/>
                  </a:cubicBezTo>
                  <a:cubicBezTo>
                    <a:pt x="98" y="15143"/>
                    <a:pt x="56" y="16286"/>
                    <a:pt x="41" y="17295"/>
                  </a:cubicBezTo>
                  <a:cubicBezTo>
                    <a:pt x="0" y="19821"/>
                    <a:pt x="129" y="21496"/>
                    <a:pt x="129" y="21496"/>
                  </a:cubicBezTo>
                  <a:lnTo>
                    <a:pt x="15663" y="20570"/>
                  </a:lnTo>
                  <a:cubicBezTo>
                    <a:pt x="14890" y="20311"/>
                    <a:pt x="15168" y="16956"/>
                    <a:pt x="15705" y="13357"/>
                  </a:cubicBezTo>
                  <a:cubicBezTo>
                    <a:pt x="15717" y="13274"/>
                    <a:pt x="15730" y="13190"/>
                    <a:pt x="15743" y="13108"/>
                  </a:cubicBezTo>
                  <a:lnTo>
                    <a:pt x="15743" y="13104"/>
                  </a:lnTo>
                  <a:cubicBezTo>
                    <a:pt x="15954" y="11711"/>
                    <a:pt x="16112" y="10320"/>
                    <a:pt x="16351" y="9041"/>
                  </a:cubicBezTo>
                  <a:cubicBezTo>
                    <a:pt x="16797" y="6658"/>
                    <a:pt x="16718" y="4706"/>
                    <a:pt x="16802" y="4341"/>
                  </a:cubicBezTo>
                  <a:cubicBezTo>
                    <a:pt x="16960" y="3676"/>
                    <a:pt x="15022" y="2484"/>
                    <a:pt x="12663" y="1508"/>
                  </a:cubicBezTo>
                  <a:cubicBezTo>
                    <a:pt x="10633" y="668"/>
                    <a:pt x="8721" y="0"/>
                    <a:pt x="87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4"/>
            <p:cNvSpPr/>
            <p:nvPr/>
          </p:nvSpPr>
          <p:spPr>
            <a:xfrm>
              <a:off x="2125925" y="3437900"/>
              <a:ext cx="155800" cy="57200"/>
            </a:xfrm>
            <a:custGeom>
              <a:avLst/>
              <a:gdLst/>
              <a:ahLst/>
              <a:cxnLst/>
              <a:rect l="l" t="t" r="r" b="b"/>
              <a:pathLst>
                <a:path w="6232" h="2288" extrusionOk="0">
                  <a:moveTo>
                    <a:pt x="101" y="0"/>
                  </a:moveTo>
                  <a:cubicBezTo>
                    <a:pt x="49" y="0"/>
                    <a:pt x="1" y="62"/>
                    <a:pt x="50" y="104"/>
                  </a:cubicBezTo>
                  <a:cubicBezTo>
                    <a:pt x="959" y="911"/>
                    <a:pt x="1935" y="1732"/>
                    <a:pt x="3119" y="2097"/>
                  </a:cubicBezTo>
                  <a:cubicBezTo>
                    <a:pt x="3518" y="2219"/>
                    <a:pt x="3937" y="2287"/>
                    <a:pt x="4354" y="2287"/>
                  </a:cubicBezTo>
                  <a:cubicBezTo>
                    <a:pt x="4997" y="2287"/>
                    <a:pt x="5634" y="2125"/>
                    <a:pt x="6177" y="1749"/>
                  </a:cubicBezTo>
                  <a:cubicBezTo>
                    <a:pt x="6231" y="1710"/>
                    <a:pt x="6184" y="1639"/>
                    <a:pt x="6128" y="1639"/>
                  </a:cubicBezTo>
                  <a:cubicBezTo>
                    <a:pt x="6116" y="1639"/>
                    <a:pt x="6103" y="1643"/>
                    <a:pt x="6090" y="1652"/>
                  </a:cubicBezTo>
                  <a:cubicBezTo>
                    <a:pt x="5576" y="2006"/>
                    <a:pt x="4971" y="2159"/>
                    <a:pt x="4359" y="2159"/>
                  </a:cubicBezTo>
                  <a:cubicBezTo>
                    <a:pt x="3909" y="2159"/>
                    <a:pt x="3456" y="2076"/>
                    <a:pt x="3035" y="1932"/>
                  </a:cubicBezTo>
                  <a:cubicBezTo>
                    <a:pt x="1928" y="1554"/>
                    <a:pt x="1007" y="783"/>
                    <a:pt x="146" y="17"/>
                  </a:cubicBezTo>
                  <a:cubicBezTo>
                    <a:pt x="132" y="5"/>
                    <a:pt x="117" y="0"/>
                    <a:pt x="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4"/>
            <p:cNvSpPr/>
            <p:nvPr/>
          </p:nvSpPr>
          <p:spPr>
            <a:xfrm>
              <a:off x="2114200" y="3379675"/>
              <a:ext cx="165125" cy="94800"/>
            </a:xfrm>
            <a:custGeom>
              <a:avLst/>
              <a:gdLst/>
              <a:ahLst/>
              <a:cxnLst/>
              <a:rect l="l" t="t" r="r" b="b"/>
              <a:pathLst>
                <a:path w="6605" h="3792" extrusionOk="0">
                  <a:moveTo>
                    <a:pt x="2562" y="0"/>
                  </a:moveTo>
                  <a:cubicBezTo>
                    <a:pt x="2562" y="0"/>
                    <a:pt x="1382" y="395"/>
                    <a:pt x="1" y="1027"/>
                  </a:cubicBezTo>
                  <a:cubicBezTo>
                    <a:pt x="808" y="1918"/>
                    <a:pt x="2441" y="3440"/>
                    <a:pt x="4384" y="3752"/>
                  </a:cubicBezTo>
                  <a:cubicBezTo>
                    <a:pt x="4547" y="3779"/>
                    <a:pt x="4699" y="3791"/>
                    <a:pt x="4841" y="3791"/>
                  </a:cubicBezTo>
                  <a:cubicBezTo>
                    <a:pt x="6236" y="3791"/>
                    <a:pt x="6605" y="2581"/>
                    <a:pt x="6504" y="1508"/>
                  </a:cubicBezTo>
                  <a:cubicBezTo>
                    <a:pt x="4474" y="668"/>
                    <a:pt x="2562" y="0"/>
                    <a:pt x="256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1953600" y="3635325"/>
              <a:ext cx="487000" cy="430075"/>
            </a:xfrm>
            <a:custGeom>
              <a:avLst/>
              <a:gdLst/>
              <a:ahLst/>
              <a:cxnLst/>
              <a:rect l="l" t="t" r="r" b="b"/>
              <a:pathLst>
                <a:path w="19480" h="17203" extrusionOk="0">
                  <a:moveTo>
                    <a:pt x="1178" y="0"/>
                  </a:moveTo>
                  <a:cubicBezTo>
                    <a:pt x="1178" y="0"/>
                    <a:pt x="906" y="1554"/>
                    <a:pt x="643" y="3710"/>
                  </a:cubicBezTo>
                  <a:cubicBezTo>
                    <a:pt x="519" y="4729"/>
                    <a:pt x="396" y="5882"/>
                    <a:pt x="304" y="7069"/>
                  </a:cubicBezTo>
                  <a:cubicBezTo>
                    <a:pt x="1" y="11034"/>
                    <a:pt x="50" y="15387"/>
                    <a:pt x="1554" y="16401"/>
                  </a:cubicBezTo>
                  <a:cubicBezTo>
                    <a:pt x="2283" y="16893"/>
                    <a:pt x="4660" y="17203"/>
                    <a:pt x="7386" y="17203"/>
                  </a:cubicBezTo>
                  <a:cubicBezTo>
                    <a:pt x="12756" y="17203"/>
                    <a:pt x="19480" y="16001"/>
                    <a:pt x="17639" y="12617"/>
                  </a:cubicBezTo>
                  <a:cubicBezTo>
                    <a:pt x="15786" y="9210"/>
                    <a:pt x="15930" y="4270"/>
                    <a:pt x="15993" y="3121"/>
                  </a:cubicBezTo>
                  <a:cubicBezTo>
                    <a:pt x="16001" y="2983"/>
                    <a:pt x="16006" y="2901"/>
                    <a:pt x="16008" y="2882"/>
                  </a:cubicBezTo>
                  <a:lnTo>
                    <a:pt x="16008" y="2878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4"/>
            <p:cNvSpPr/>
            <p:nvPr/>
          </p:nvSpPr>
          <p:spPr>
            <a:xfrm>
              <a:off x="2300325" y="3429450"/>
              <a:ext cx="74825" cy="138750"/>
            </a:xfrm>
            <a:custGeom>
              <a:avLst/>
              <a:gdLst/>
              <a:ahLst/>
              <a:cxnLst/>
              <a:rect l="l" t="t" r="r" b="b"/>
              <a:pathLst>
                <a:path w="2993" h="5550" extrusionOk="0">
                  <a:moveTo>
                    <a:pt x="158" y="0"/>
                  </a:moveTo>
                  <a:cubicBezTo>
                    <a:pt x="106" y="259"/>
                    <a:pt x="75" y="522"/>
                    <a:pt x="64" y="787"/>
                  </a:cubicBezTo>
                  <a:cubicBezTo>
                    <a:pt x="1" y="2304"/>
                    <a:pt x="609" y="3802"/>
                    <a:pt x="1773" y="4788"/>
                  </a:cubicBezTo>
                  <a:lnTo>
                    <a:pt x="1775" y="4788"/>
                  </a:lnTo>
                  <a:cubicBezTo>
                    <a:pt x="2139" y="5097"/>
                    <a:pt x="2542" y="5352"/>
                    <a:pt x="2972" y="5550"/>
                  </a:cubicBezTo>
                  <a:cubicBezTo>
                    <a:pt x="2980" y="5487"/>
                    <a:pt x="2987" y="5423"/>
                    <a:pt x="2993" y="5360"/>
                  </a:cubicBezTo>
                  <a:cubicBezTo>
                    <a:pt x="2218" y="4995"/>
                    <a:pt x="1535" y="4435"/>
                    <a:pt x="1050" y="3720"/>
                  </a:cubicBezTo>
                  <a:cubicBezTo>
                    <a:pt x="330" y="2657"/>
                    <a:pt x="96" y="1328"/>
                    <a:pt x="330" y="83"/>
                  </a:cubicBezTo>
                  <a:cubicBezTo>
                    <a:pt x="273" y="56"/>
                    <a:pt x="215" y="29"/>
                    <a:pt x="1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4"/>
            <p:cNvSpPr/>
            <p:nvPr/>
          </p:nvSpPr>
          <p:spPr>
            <a:xfrm>
              <a:off x="2033250" y="3564325"/>
              <a:ext cx="332600" cy="165775"/>
            </a:xfrm>
            <a:custGeom>
              <a:avLst/>
              <a:gdLst/>
              <a:ahLst/>
              <a:cxnLst/>
              <a:rect l="l" t="t" r="r" b="b"/>
              <a:pathLst>
                <a:path w="13304" h="6631" extrusionOk="0">
                  <a:moveTo>
                    <a:pt x="8270" y="1"/>
                  </a:moveTo>
                  <a:cubicBezTo>
                    <a:pt x="7245" y="1"/>
                    <a:pt x="6233" y="296"/>
                    <a:pt x="5324" y="765"/>
                  </a:cubicBezTo>
                  <a:cubicBezTo>
                    <a:pt x="3998" y="1452"/>
                    <a:pt x="2945" y="2474"/>
                    <a:pt x="2030" y="3625"/>
                  </a:cubicBezTo>
                  <a:cubicBezTo>
                    <a:pt x="1303" y="4536"/>
                    <a:pt x="665" y="5528"/>
                    <a:pt x="45" y="6497"/>
                  </a:cubicBezTo>
                  <a:cubicBezTo>
                    <a:pt x="1" y="6566"/>
                    <a:pt x="64" y="6631"/>
                    <a:pt x="127" y="6631"/>
                  </a:cubicBezTo>
                  <a:cubicBezTo>
                    <a:pt x="155" y="6631"/>
                    <a:pt x="183" y="6618"/>
                    <a:pt x="202" y="6589"/>
                  </a:cubicBezTo>
                  <a:cubicBezTo>
                    <a:pt x="841" y="5591"/>
                    <a:pt x="1484" y="4586"/>
                    <a:pt x="2228" y="3663"/>
                  </a:cubicBezTo>
                  <a:cubicBezTo>
                    <a:pt x="2399" y="3450"/>
                    <a:pt x="2575" y="3241"/>
                    <a:pt x="2759" y="3038"/>
                  </a:cubicBezTo>
                  <a:cubicBezTo>
                    <a:pt x="4169" y="1475"/>
                    <a:pt x="6137" y="184"/>
                    <a:pt x="8270" y="184"/>
                  </a:cubicBezTo>
                  <a:cubicBezTo>
                    <a:pt x="8630" y="184"/>
                    <a:pt x="8995" y="220"/>
                    <a:pt x="9362" y="299"/>
                  </a:cubicBezTo>
                  <a:cubicBezTo>
                    <a:pt x="10908" y="629"/>
                    <a:pt x="12166" y="1523"/>
                    <a:pt x="13269" y="2604"/>
                  </a:cubicBezTo>
                  <a:cubicBezTo>
                    <a:pt x="13281" y="2530"/>
                    <a:pt x="13292" y="2455"/>
                    <a:pt x="13304" y="2382"/>
                  </a:cubicBezTo>
                  <a:cubicBezTo>
                    <a:pt x="12968" y="2058"/>
                    <a:pt x="12615" y="1753"/>
                    <a:pt x="12239" y="1471"/>
                  </a:cubicBezTo>
                  <a:cubicBezTo>
                    <a:pt x="11246" y="728"/>
                    <a:pt x="10085" y="168"/>
                    <a:pt x="8840" y="32"/>
                  </a:cubicBezTo>
                  <a:cubicBezTo>
                    <a:pt x="8650" y="11"/>
                    <a:pt x="8460" y="1"/>
                    <a:pt x="82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4"/>
            <p:cNvSpPr/>
            <p:nvPr/>
          </p:nvSpPr>
          <p:spPr>
            <a:xfrm>
              <a:off x="1957625" y="3679275"/>
              <a:ext cx="396625" cy="204825"/>
            </a:xfrm>
            <a:custGeom>
              <a:avLst/>
              <a:gdLst/>
              <a:ahLst/>
              <a:cxnLst/>
              <a:rect l="l" t="t" r="r" b="b"/>
              <a:pathLst>
                <a:path w="15865" h="8193" extrusionOk="0">
                  <a:moveTo>
                    <a:pt x="12439" y="0"/>
                  </a:moveTo>
                  <a:cubicBezTo>
                    <a:pt x="11930" y="0"/>
                    <a:pt x="11443" y="62"/>
                    <a:pt x="10977" y="176"/>
                  </a:cubicBezTo>
                  <a:cubicBezTo>
                    <a:pt x="7706" y="970"/>
                    <a:pt x="5389" y="4287"/>
                    <a:pt x="2878" y="6330"/>
                  </a:cubicBezTo>
                  <a:cubicBezTo>
                    <a:pt x="2055" y="6999"/>
                    <a:pt x="1154" y="7582"/>
                    <a:pt x="160" y="7964"/>
                  </a:cubicBezTo>
                  <a:cubicBezTo>
                    <a:pt x="120" y="7979"/>
                    <a:pt x="79" y="7995"/>
                    <a:pt x="39" y="8008"/>
                  </a:cubicBezTo>
                  <a:cubicBezTo>
                    <a:pt x="28" y="8012"/>
                    <a:pt x="16" y="8018"/>
                    <a:pt x="5" y="8020"/>
                  </a:cubicBezTo>
                  <a:cubicBezTo>
                    <a:pt x="3" y="8077"/>
                    <a:pt x="3" y="8135"/>
                    <a:pt x="1" y="8192"/>
                  </a:cubicBezTo>
                  <a:cubicBezTo>
                    <a:pt x="56" y="8173"/>
                    <a:pt x="112" y="8152"/>
                    <a:pt x="166" y="8131"/>
                  </a:cubicBezTo>
                  <a:cubicBezTo>
                    <a:pt x="1077" y="7786"/>
                    <a:pt x="1934" y="7295"/>
                    <a:pt x="2728" y="6677"/>
                  </a:cubicBezTo>
                  <a:cubicBezTo>
                    <a:pt x="4384" y="5394"/>
                    <a:pt x="5725" y="3763"/>
                    <a:pt x="7328" y="2424"/>
                  </a:cubicBezTo>
                  <a:cubicBezTo>
                    <a:pt x="8537" y="1413"/>
                    <a:pt x="9945" y="548"/>
                    <a:pt x="11491" y="274"/>
                  </a:cubicBezTo>
                  <a:cubicBezTo>
                    <a:pt x="11823" y="215"/>
                    <a:pt x="12161" y="184"/>
                    <a:pt x="12505" y="184"/>
                  </a:cubicBezTo>
                  <a:cubicBezTo>
                    <a:pt x="12666" y="184"/>
                    <a:pt x="12829" y="191"/>
                    <a:pt x="12993" y="205"/>
                  </a:cubicBezTo>
                  <a:cubicBezTo>
                    <a:pt x="13935" y="289"/>
                    <a:pt x="14848" y="596"/>
                    <a:pt x="15654" y="1083"/>
                  </a:cubicBezTo>
                  <a:cubicBezTo>
                    <a:pt x="15713" y="1118"/>
                    <a:pt x="15774" y="1158"/>
                    <a:pt x="15836" y="1196"/>
                  </a:cubicBezTo>
                  <a:cubicBezTo>
                    <a:pt x="15838" y="1198"/>
                    <a:pt x="15840" y="1198"/>
                    <a:pt x="15842" y="1200"/>
                  </a:cubicBezTo>
                  <a:cubicBezTo>
                    <a:pt x="15844" y="1158"/>
                    <a:pt x="15845" y="1133"/>
                    <a:pt x="15847" y="1124"/>
                  </a:cubicBezTo>
                  <a:lnTo>
                    <a:pt x="15847" y="1120"/>
                  </a:lnTo>
                  <a:cubicBezTo>
                    <a:pt x="15853" y="1081"/>
                    <a:pt x="15859" y="1041"/>
                    <a:pt x="15865" y="1003"/>
                  </a:cubicBezTo>
                  <a:cubicBezTo>
                    <a:pt x="14992" y="448"/>
                    <a:pt x="13987" y="105"/>
                    <a:pt x="12949" y="21"/>
                  </a:cubicBezTo>
                  <a:cubicBezTo>
                    <a:pt x="12776" y="7"/>
                    <a:pt x="12606" y="0"/>
                    <a:pt x="124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4"/>
            <p:cNvSpPr/>
            <p:nvPr/>
          </p:nvSpPr>
          <p:spPr>
            <a:xfrm>
              <a:off x="2208000" y="3759050"/>
              <a:ext cx="145000" cy="273875"/>
            </a:xfrm>
            <a:custGeom>
              <a:avLst/>
              <a:gdLst/>
              <a:ahLst/>
              <a:cxnLst/>
              <a:rect l="l" t="t" r="r" b="b"/>
              <a:pathLst>
                <a:path w="5800" h="10955" extrusionOk="0">
                  <a:moveTo>
                    <a:pt x="5070" y="1"/>
                  </a:moveTo>
                  <a:cubicBezTo>
                    <a:pt x="4942" y="1"/>
                    <a:pt x="4815" y="7"/>
                    <a:pt x="4689" y="18"/>
                  </a:cubicBezTo>
                  <a:cubicBezTo>
                    <a:pt x="3371" y="141"/>
                    <a:pt x="2130" y="833"/>
                    <a:pt x="1286" y="1846"/>
                  </a:cubicBezTo>
                  <a:cubicBezTo>
                    <a:pt x="400" y="2909"/>
                    <a:pt x="1" y="4290"/>
                    <a:pt x="118" y="5661"/>
                  </a:cubicBezTo>
                  <a:cubicBezTo>
                    <a:pt x="120" y="5684"/>
                    <a:pt x="122" y="5707"/>
                    <a:pt x="126" y="5730"/>
                  </a:cubicBezTo>
                  <a:cubicBezTo>
                    <a:pt x="400" y="8560"/>
                    <a:pt x="2773" y="10683"/>
                    <a:pt x="5558" y="10954"/>
                  </a:cubicBezTo>
                  <a:cubicBezTo>
                    <a:pt x="5562" y="10954"/>
                    <a:pt x="5565" y="10954"/>
                    <a:pt x="5568" y="10954"/>
                  </a:cubicBezTo>
                  <a:cubicBezTo>
                    <a:pt x="5675" y="10954"/>
                    <a:pt x="5670" y="10783"/>
                    <a:pt x="5558" y="10773"/>
                  </a:cubicBezTo>
                  <a:cubicBezTo>
                    <a:pt x="4119" y="10633"/>
                    <a:pt x="2742" y="9979"/>
                    <a:pt x="1750" y="8924"/>
                  </a:cubicBezTo>
                  <a:cubicBezTo>
                    <a:pt x="918" y="8038"/>
                    <a:pt x="429" y="6893"/>
                    <a:pt x="317" y="5719"/>
                  </a:cubicBezTo>
                  <a:cubicBezTo>
                    <a:pt x="177" y="4269"/>
                    <a:pt x="613" y="2774"/>
                    <a:pt x="1681" y="1679"/>
                  </a:cubicBezTo>
                  <a:cubicBezTo>
                    <a:pt x="2554" y="785"/>
                    <a:pt x="3774" y="194"/>
                    <a:pt x="5034" y="181"/>
                  </a:cubicBezTo>
                  <a:cubicBezTo>
                    <a:pt x="5050" y="181"/>
                    <a:pt x="5066" y="181"/>
                    <a:pt x="5082" y="181"/>
                  </a:cubicBezTo>
                  <a:cubicBezTo>
                    <a:pt x="5227" y="181"/>
                    <a:pt x="5374" y="189"/>
                    <a:pt x="5520" y="208"/>
                  </a:cubicBezTo>
                  <a:cubicBezTo>
                    <a:pt x="5614" y="217"/>
                    <a:pt x="5708" y="231"/>
                    <a:pt x="5800" y="250"/>
                  </a:cubicBezTo>
                  <a:cubicBezTo>
                    <a:pt x="5798" y="187"/>
                    <a:pt x="5796" y="127"/>
                    <a:pt x="5794" y="66"/>
                  </a:cubicBezTo>
                  <a:cubicBezTo>
                    <a:pt x="5710" y="50"/>
                    <a:pt x="5625" y="37"/>
                    <a:pt x="5541" y="27"/>
                  </a:cubicBezTo>
                  <a:cubicBezTo>
                    <a:pt x="5384" y="9"/>
                    <a:pt x="5226" y="1"/>
                    <a:pt x="50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4"/>
            <p:cNvSpPr/>
            <p:nvPr/>
          </p:nvSpPr>
          <p:spPr>
            <a:xfrm>
              <a:off x="1960025" y="3806450"/>
              <a:ext cx="228775" cy="222425"/>
            </a:xfrm>
            <a:custGeom>
              <a:avLst/>
              <a:gdLst/>
              <a:ahLst/>
              <a:cxnLst/>
              <a:rect l="l" t="t" r="r" b="b"/>
              <a:pathLst>
                <a:path w="9151" h="8897" extrusionOk="0">
                  <a:moveTo>
                    <a:pt x="6826" y="1"/>
                  </a:moveTo>
                  <a:cubicBezTo>
                    <a:pt x="6685" y="1"/>
                    <a:pt x="6542" y="12"/>
                    <a:pt x="6400" y="34"/>
                  </a:cubicBezTo>
                  <a:cubicBezTo>
                    <a:pt x="4727" y="297"/>
                    <a:pt x="3340" y="1659"/>
                    <a:pt x="2310" y="2910"/>
                  </a:cubicBezTo>
                  <a:cubicBezTo>
                    <a:pt x="1934" y="3366"/>
                    <a:pt x="1574" y="3857"/>
                    <a:pt x="1213" y="4362"/>
                  </a:cubicBezTo>
                  <a:cubicBezTo>
                    <a:pt x="814" y="4920"/>
                    <a:pt x="415" y="5495"/>
                    <a:pt x="1" y="6054"/>
                  </a:cubicBezTo>
                  <a:lnTo>
                    <a:pt x="1" y="6056"/>
                  </a:lnTo>
                  <a:cubicBezTo>
                    <a:pt x="8" y="6142"/>
                    <a:pt x="18" y="6230"/>
                    <a:pt x="27" y="6315"/>
                  </a:cubicBezTo>
                  <a:cubicBezTo>
                    <a:pt x="513" y="5670"/>
                    <a:pt x="969" y="5002"/>
                    <a:pt x="1441" y="4348"/>
                  </a:cubicBezTo>
                  <a:cubicBezTo>
                    <a:pt x="1675" y="4020"/>
                    <a:pt x="1915" y="3698"/>
                    <a:pt x="2164" y="3382"/>
                  </a:cubicBezTo>
                  <a:cubicBezTo>
                    <a:pt x="3164" y="2104"/>
                    <a:pt x="4441" y="738"/>
                    <a:pt x="6060" y="293"/>
                  </a:cubicBezTo>
                  <a:cubicBezTo>
                    <a:pt x="6310" y="225"/>
                    <a:pt x="6564" y="188"/>
                    <a:pt x="6813" y="188"/>
                  </a:cubicBezTo>
                  <a:cubicBezTo>
                    <a:pt x="7463" y="188"/>
                    <a:pt x="8076" y="439"/>
                    <a:pt x="8475" y="1026"/>
                  </a:cubicBezTo>
                  <a:cubicBezTo>
                    <a:pt x="9022" y="1828"/>
                    <a:pt x="8993" y="2846"/>
                    <a:pt x="8855" y="3765"/>
                  </a:cubicBezTo>
                  <a:cubicBezTo>
                    <a:pt x="8850" y="3813"/>
                    <a:pt x="8842" y="3859"/>
                    <a:pt x="8834" y="3907"/>
                  </a:cubicBezTo>
                  <a:cubicBezTo>
                    <a:pt x="8556" y="5635"/>
                    <a:pt x="7911" y="7289"/>
                    <a:pt x="6970" y="8764"/>
                  </a:cubicBezTo>
                  <a:cubicBezTo>
                    <a:pt x="6926" y="8832"/>
                    <a:pt x="6988" y="8896"/>
                    <a:pt x="7052" y="8896"/>
                  </a:cubicBezTo>
                  <a:cubicBezTo>
                    <a:pt x="7080" y="8896"/>
                    <a:pt x="7108" y="8884"/>
                    <a:pt x="7127" y="8854"/>
                  </a:cubicBezTo>
                  <a:cubicBezTo>
                    <a:pt x="8067" y="7385"/>
                    <a:pt x="8788" y="5653"/>
                    <a:pt x="9034" y="3894"/>
                  </a:cubicBezTo>
                  <a:cubicBezTo>
                    <a:pt x="9078" y="3581"/>
                    <a:pt x="9107" y="3266"/>
                    <a:pt x="9118" y="2952"/>
                  </a:cubicBezTo>
                  <a:cubicBezTo>
                    <a:pt x="9151" y="2139"/>
                    <a:pt x="8984" y="1287"/>
                    <a:pt x="8424" y="667"/>
                  </a:cubicBezTo>
                  <a:cubicBezTo>
                    <a:pt x="8005" y="205"/>
                    <a:pt x="7426" y="1"/>
                    <a:pt x="68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4"/>
            <p:cNvSpPr/>
            <p:nvPr/>
          </p:nvSpPr>
          <p:spPr>
            <a:xfrm>
              <a:off x="1972025" y="3950775"/>
              <a:ext cx="136250" cy="107375"/>
            </a:xfrm>
            <a:custGeom>
              <a:avLst/>
              <a:gdLst/>
              <a:ahLst/>
              <a:cxnLst/>
              <a:rect l="l" t="t" r="r" b="b"/>
              <a:pathLst>
                <a:path w="5450" h="4295" extrusionOk="0">
                  <a:moveTo>
                    <a:pt x="3495" y="1"/>
                  </a:moveTo>
                  <a:cubicBezTo>
                    <a:pt x="2953" y="1"/>
                    <a:pt x="2405" y="215"/>
                    <a:pt x="1949" y="482"/>
                  </a:cubicBezTo>
                  <a:cubicBezTo>
                    <a:pt x="1103" y="981"/>
                    <a:pt x="426" y="1731"/>
                    <a:pt x="0" y="2607"/>
                  </a:cubicBezTo>
                  <a:cubicBezTo>
                    <a:pt x="31" y="2688"/>
                    <a:pt x="62" y="2765"/>
                    <a:pt x="96" y="2838"/>
                  </a:cubicBezTo>
                  <a:cubicBezTo>
                    <a:pt x="624" y="1650"/>
                    <a:pt x="1613" y="630"/>
                    <a:pt x="2864" y="279"/>
                  </a:cubicBezTo>
                  <a:cubicBezTo>
                    <a:pt x="3061" y="224"/>
                    <a:pt x="3255" y="196"/>
                    <a:pt x="3442" y="196"/>
                  </a:cubicBezTo>
                  <a:cubicBezTo>
                    <a:pt x="4196" y="196"/>
                    <a:pt x="4829" y="639"/>
                    <a:pt x="5049" y="1458"/>
                  </a:cubicBezTo>
                  <a:cubicBezTo>
                    <a:pt x="5298" y="2391"/>
                    <a:pt x="4911" y="3333"/>
                    <a:pt x="4562" y="4186"/>
                  </a:cubicBezTo>
                  <a:cubicBezTo>
                    <a:pt x="4534" y="4251"/>
                    <a:pt x="4588" y="4295"/>
                    <a:pt x="4644" y="4295"/>
                  </a:cubicBezTo>
                  <a:cubicBezTo>
                    <a:pt x="4681" y="4295"/>
                    <a:pt x="4719" y="4276"/>
                    <a:pt x="4736" y="4234"/>
                  </a:cubicBezTo>
                  <a:cubicBezTo>
                    <a:pt x="5084" y="3386"/>
                    <a:pt x="5450" y="2469"/>
                    <a:pt x="5254" y="1537"/>
                  </a:cubicBezTo>
                  <a:cubicBezTo>
                    <a:pt x="5122" y="904"/>
                    <a:pt x="4729" y="321"/>
                    <a:pt x="4100" y="100"/>
                  </a:cubicBezTo>
                  <a:cubicBezTo>
                    <a:pt x="3903" y="31"/>
                    <a:pt x="3699" y="1"/>
                    <a:pt x="34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4"/>
            <p:cNvSpPr/>
            <p:nvPr/>
          </p:nvSpPr>
          <p:spPr>
            <a:xfrm>
              <a:off x="2120900" y="3943875"/>
              <a:ext cx="220575" cy="38625"/>
            </a:xfrm>
            <a:custGeom>
              <a:avLst/>
              <a:gdLst/>
              <a:ahLst/>
              <a:cxnLst/>
              <a:rect l="l" t="t" r="r" b="b"/>
              <a:pathLst>
                <a:path w="8823" h="1545" extrusionOk="0">
                  <a:moveTo>
                    <a:pt x="108" y="0"/>
                  </a:moveTo>
                  <a:cubicBezTo>
                    <a:pt x="46" y="0"/>
                    <a:pt x="1" y="86"/>
                    <a:pt x="67" y="119"/>
                  </a:cubicBezTo>
                  <a:cubicBezTo>
                    <a:pt x="1928" y="1060"/>
                    <a:pt x="3997" y="1545"/>
                    <a:pt x="6071" y="1545"/>
                  </a:cubicBezTo>
                  <a:cubicBezTo>
                    <a:pt x="6966" y="1545"/>
                    <a:pt x="7862" y="1455"/>
                    <a:pt x="8743" y="1272"/>
                  </a:cubicBezTo>
                  <a:cubicBezTo>
                    <a:pt x="8822" y="1256"/>
                    <a:pt x="8803" y="1140"/>
                    <a:pt x="8731" y="1140"/>
                  </a:cubicBezTo>
                  <a:cubicBezTo>
                    <a:pt x="8726" y="1140"/>
                    <a:pt x="8721" y="1141"/>
                    <a:pt x="8716" y="1142"/>
                  </a:cubicBezTo>
                  <a:cubicBezTo>
                    <a:pt x="7843" y="1323"/>
                    <a:pt x="6955" y="1412"/>
                    <a:pt x="6068" y="1412"/>
                  </a:cubicBezTo>
                  <a:cubicBezTo>
                    <a:pt x="4020" y="1412"/>
                    <a:pt x="1977" y="936"/>
                    <a:pt x="139" y="8"/>
                  </a:cubicBezTo>
                  <a:cubicBezTo>
                    <a:pt x="129" y="3"/>
                    <a:pt x="118" y="0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4"/>
            <p:cNvSpPr/>
            <p:nvPr/>
          </p:nvSpPr>
          <p:spPr>
            <a:xfrm>
              <a:off x="1980550" y="3606550"/>
              <a:ext cx="41350" cy="436275"/>
            </a:xfrm>
            <a:custGeom>
              <a:avLst/>
              <a:gdLst/>
              <a:ahLst/>
              <a:cxnLst/>
              <a:rect l="l" t="t" r="r" b="b"/>
              <a:pathLst>
                <a:path w="1654" h="17451" extrusionOk="0">
                  <a:moveTo>
                    <a:pt x="1569" y="1"/>
                  </a:moveTo>
                  <a:cubicBezTo>
                    <a:pt x="1544" y="1"/>
                    <a:pt x="1520" y="14"/>
                    <a:pt x="1510" y="45"/>
                  </a:cubicBezTo>
                  <a:cubicBezTo>
                    <a:pt x="781" y="2327"/>
                    <a:pt x="380" y="4714"/>
                    <a:pt x="189" y="7098"/>
                  </a:cubicBezTo>
                  <a:cubicBezTo>
                    <a:pt x="1" y="9427"/>
                    <a:pt x="10" y="11786"/>
                    <a:pt x="300" y="14107"/>
                  </a:cubicBezTo>
                  <a:cubicBezTo>
                    <a:pt x="438" y="15220"/>
                    <a:pt x="643" y="16329"/>
                    <a:pt x="977" y="17401"/>
                  </a:cubicBezTo>
                  <a:cubicBezTo>
                    <a:pt x="987" y="17435"/>
                    <a:pt x="1017" y="17451"/>
                    <a:pt x="1045" y="17451"/>
                  </a:cubicBezTo>
                  <a:cubicBezTo>
                    <a:pt x="1085" y="17451"/>
                    <a:pt x="1123" y="17421"/>
                    <a:pt x="1107" y="17372"/>
                  </a:cubicBezTo>
                  <a:cubicBezTo>
                    <a:pt x="490" y="15377"/>
                    <a:pt x="275" y="13256"/>
                    <a:pt x="215" y="11176"/>
                  </a:cubicBezTo>
                  <a:cubicBezTo>
                    <a:pt x="145" y="8761"/>
                    <a:pt x="309" y="6333"/>
                    <a:pt x="714" y="3952"/>
                  </a:cubicBezTo>
                  <a:cubicBezTo>
                    <a:pt x="935" y="2646"/>
                    <a:pt x="1234" y="1351"/>
                    <a:pt x="1637" y="89"/>
                  </a:cubicBezTo>
                  <a:cubicBezTo>
                    <a:pt x="1654" y="37"/>
                    <a:pt x="1610" y="1"/>
                    <a:pt x="1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4"/>
            <p:cNvSpPr/>
            <p:nvPr/>
          </p:nvSpPr>
          <p:spPr>
            <a:xfrm>
              <a:off x="2027650" y="3822675"/>
              <a:ext cx="320175" cy="101550"/>
            </a:xfrm>
            <a:custGeom>
              <a:avLst/>
              <a:gdLst/>
              <a:ahLst/>
              <a:cxnLst/>
              <a:rect l="l" t="t" r="r" b="b"/>
              <a:pathLst>
                <a:path w="12807" h="4062" extrusionOk="0">
                  <a:moveTo>
                    <a:pt x="12705" y="1"/>
                  </a:moveTo>
                  <a:cubicBezTo>
                    <a:pt x="12691" y="1"/>
                    <a:pt x="12676" y="6"/>
                    <a:pt x="12663" y="16"/>
                  </a:cubicBezTo>
                  <a:cubicBezTo>
                    <a:pt x="9943" y="2205"/>
                    <a:pt x="6574" y="3546"/>
                    <a:pt x="3100" y="3859"/>
                  </a:cubicBezTo>
                  <a:cubicBezTo>
                    <a:pt x="2583" y="3905"/>
                    <a:pt x="2065" y="3928"/>
                    <a:pt x="1546" y="3928"/>
                  </a:cubicBezTo>
                  <a:cubicBezTo>
                    <a:pt x="1061" y="3928"/>
                    <a:pt x="576" y="3908"/>
                    <a:pt x="92" y="3868"/>
                  </a:cubicBezTo>
                  <a:cubicBezTo>
                    <a:pt x="90" y="3868"/>
                    <a:pt x="88" y="3868"/>
                    <a:pt x="85" y="3868"/>
                  </a:cubicBezTo>
                  <a:cubicBezTo>
                    <a:pt x="6" y="3868"/>
                    <a:pt x="1" y="3995"/>
                    <a:pt x="85" y="4002"/>
                  </a:cubicBezTo>
                  <a:cubicBezTo>
                    <a:pt x="564" y="4042"/>
                    <a:pt x="1044" y="4062"/>
                    <a:pt x="1523" y="4062"/>
                  </a:cubicBezTo>
                  <a:cubicBezTo>
                    <a:pt x="4577" y="4062"/>
                    <a:pt x="7623" y="3268"/>
                    <a:pt x="10292" y="1777"/>
                  </a:cubicBezTo>
                  <a:cubicBezTo>
                    <a:pt x="11157" y="1294"/>
                    <a:pt x="11980" y="738"/>
                    <a:pt x="12753" y="116"/>
                  </a:cubicBezTo>
                  <a:cubicBezTo>
                    <a:pt x="12807" y="73"/>
                    <a:pt x="12760" y="1"/>
                    <a:pt x="12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4"/>
            <p:cNvSpPr/>
            <p:nvPr/>
          </p:nvSpPr>
          <p:spPr>
            <a:xfrm>
              <a:off x="2355900" y="3580575"/>
              <a:ext cx="21675" cy="109575"/>
            </a:xfrm>
            <a:custGeom>
              <a:avLst/>
              <a:gdLst/>
              <a:ahLst/>
              <a:cxnLst/>
              <a:rect l="l" t="t" r="r" b="b"/>
              <a:pathLst>
                <a:path w="867" h="4383" extrusionOk="0">
                  <a:moveTo>
                    <a:pt x="797" y="0"/>
                  </a:moveTo>
                  <a:cubicBezTo>
                    <a:pt x="765" y="0"/>
                    <a:pt x="731" y="20"/>
                    <a:pt x="726" y="61"/>
                  </a:cubicBezTo>
                  <a:cubicBezTo>
                    <a:pt x="532" y="1486"/>
                    <a:pt x="198" y="2889"/>
                    <a:pt x="7" y="4314"/>
                  </a:cubicBezTo>
                  <a:cubicBezTo>
                    <a:pt x="1" y="4359"/>
                    <a:pt x="34" y="4383"/>
                    <a:pt x="70" y="4383"/>
                  </a:cubicBezTo>
                  <a:cubicBezTo>
                    <a:pt x="102" y="4383"/>
                    <a:pt x="135" y="4363"/>
                    <a:pt x="141" y="4322"/>
                  </a:cubicBezTo>
                  <a:cubicBezTo>
                    <a:pt x="335" y="2896"/>
                    <a:pt x="668" y="1494"/>
                    <a:pt x="860" y="69"/>
                  </a:cubicBezTo>
                  <a:cubicBezTo>
                    <a:pt x="866" y="24"/>
                    <a:pt x="832" y="0"/>
                    <a:pt x="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4"/>
            <p:cNvSpPr/>
            <p:nvPr/>
          </p:nvSpPr>
          <p:spPr>
            <a:xfrm>
              <a:off x="2138750" y="3393525"/>
              <a:ext cx="139500" cy="167500"/>
            </a:xfrm>
            <a:custGeom>
              <a:avLst/>
              <a:gdLst/>
              <a:ahLst/>
              <a:cxnLst/>
              <a:rect l="l" t="t" r="r" b="b"/>
              <a:pathLst>
                <a:path w="5580" h="6700" extrusionOk="0">
                  <a:moveTo>
                    <a:pt x="112" y="0"/>
                  </a:moveTo>
                  <a:cubicBezTo>
                    <a:pt x="60" y="0"/>
                    <a:pt x="1" y="46"/>
                    <a:pt x="12" y="114"/>
                  </a:cubicBezTo>
                  <a:cubicBezTo>
                    <a:pt x="208" y="1246"/>
                    <a:pt x="410" y="2383"/>
                    <a:pt x="791" y="3469"/>
                  </a:cubicBezTo>
                  <a:cubicBezTo>
                    <a:pt x="1104" y="4351"/>
                    <a:pt x="1539" y="5232"/>
                    <a:pt x="2186" y="5920"/>
                  </a:cubicBezTo>
                  <a:cubicBezTo>
                    <a:pt x="2568" y="6327"/>
                    <a:pt x="3125" y="6700"/>
                    <a:pt x="3688" y="6700"/>
                  </a:cubicBezTo>
                  <a:cubicBezTo>
                    <a:pt x="3902" y="6700"/>
                    <a:pt x="4118" y="6646"/>
                    <a:pt x="4325" y="6519"/>
                  </a:cubicBezTo>
                  <a:cubicBezTo>
                    <a:pt x="5079" y="6057"/>
                    <a:pt x="5282" y="4965"/>
                    <a:pt x="5408" y="4167"/>
                  </a:cubicBezTo>
                  <a:cubicBezTo>
                    <a:pt x="5579" y="3085"/>
                    <a:pt x="5537" y="1984"/>
                    <a:pt x="5301" y="916"/>
                  </a:cubicBezTo>
                  <a:cubicBezTo>
                    <a:pt x="5291" y="871"/>
                    <a:pt x="5257" y="851"/>
                    <a:pt x="5222" y="851"/>
                  </a:cubicBezTo>
                  <a:cubicBezTo>
                    <a:pt x="5169" y="851"/>
                    <a:pt x="5112" y="896"/>
                    <a:pt x="5127" y="964"/>
                  </a:cubicBezTo>
                  <a:cubicBezTo>
                    <a:pt x="5380" y="2111"/>
                    <a:pt x="5403" y="3300"/>
                    <a:pt x="5173" y="4453"/>
                  </a:cubicBezTo>
                  <a:cubicBezTo>
                    <a:pt x="5021" y="5218"/>
                    <a:pt x="4737" y="6421"/>
                    <a:pt x="3786" y="6517"/>
                  </a:cubicBezTo>
                  <a:cubicBezTo>
                    <a:pt x="3743" y="6521"/>
                    <a:pt x="3701" y="6523"/>
                    <a:pt x="3660" y="6523"/>
                  </a:cubicBezTo>
                  <a:cubicBezTo>
                    <a:pt x="2802" y="6523"/>
                    <a:pt x="2124" y="5645"/>
                    <a:pt x="1712" y="4992"/>
                  </a:cubicBezTo>
                  <a:cubicBezTo>
                    <a:pt x="784" y="3519"/>
                    <a:pt x="479" y="1756"/>
                    <a:pt x="187" y="66"/>
                  </a:cubicBezTo>
                  <a:cubicBezTo>
                    <a:pt x="179" y="20"/>
                    <a:pt x="147" y="0"/>
                    <a:pt x="1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4"/>
            <p:cNvSpPr/>
            <p:nvPr/>
          </p:nvSpPr>
          <p:spPr>
            <a:xfrm>
              <a:off x="2169875" y="3160175"/>
              <a:ext cx="238475" cy="172975"/>
            </a:xfrm>
            <a:custGeom>
              <a:avLst/>
              <a:gdLst/>
              <a:ahLst/>
              <a:cxnLst/>
              <a:rect l="l" t="t" r="r" b="b"/>
              <a:pathLst>
                <a:path w="9539" h="6919" extrusionOk="0">
                  <a:moveTo>
                    <a:pt x="1583" y="1"/>
                  </a:moveTo>
                  <a:cubicBezTo>
                    <a:pt x="1560" y="1"/>
                    <a:pt x="1538" y="3"/>
                    <a:pt x="1518" y="8"/>
                  </a:cubicBezTo>
                  <a:cubicBezTo>
                    <a:pt x="1169" y="96"/>
                    <a:pt x="1449" y="718"/>
                    <a:pt x="1449" y="718"/>
                  </a:cubicBezTo>
                  <a:cubicBezTo>
                    <a:pt x="1449" y="718"/>
                    <a:pt x="1310" y="674"/>
                    <a:pt x="1170" y="674"/>
                  </a:cubicBezTo>
                  <a:cubicBezTo>
                    <a:pt x="1027" y="674"/>
                    <a:pt x="883" y="719"/>
                    <a:pt x="883" y="900"/>
                  </a:cubicBezTo>
                  <a:cubicBezTo>
                    <a:pt x="883" y="1184"/>
                    <a:pt x="1112" y="1270"/>
                    <a:pt x="1112" y="1270"/>
                  </a:cubicBezTo>
                  <a:cubicBezTo>
                    <a:pt x="1112" y="1270"/>
                    <a:pt x="1" y="2172"/>
                    <a:pt x="308" y="3507"/>
                  </a:cubicBezTo>
                  <a:cubicBezTo>
                    <a:pt x="617" y="4842"/>
                    <a:pt x="778" y="6076"/>
                    <a:pt x="438" y="6438"/>
                  </a:cubicBezTo>
                  <a:cubicBezTo>
                    <a:pt x="203" y="6688"/>
                    <a:pt x="672" y="6918"/>
                    <a:pt x="938" y="6918"/>
                  </a:cubicBezTo>
                  <a:cubicBezTo>
                    <a:pt x="1056" y="6918"/>
                    <a:pt x="1134" y="6874"/>
                    <a:pt x="1094" y="6766"/>
                  </a:cubicBezTo>
                  <a:cubicBezTo>
                    <a:pt x="743" y="5815"/>
                    <a:pt x="6040" y="4011"/>
                    <a:pt x="6040" y="4011"/>
                  </a:cubicBezTo>
                  <a:lnTo>
                    <a:pt x="6041" y="4011"/>
                  </a:lnTo>
                  <a:cubicBezTo>
                    <a:pt x="6041" y="4011"/>
                    <a:pt x="6462" y="4052"/>
                    <a:pt x="6984" y="4052"/>
                  </a:cubicBezTo>
                  <a:cubicBezTo>
                    <a:pt x="7695" y="4052"/>
                    <a:pt x="8594" y="3977"/>
                    <a:pt x="8875" y="3618"/>
                  </a:cubicBezTo>
                  <a:cubicBezTo>
                    <a:pt x="9360" y="2997"/>
                    <a:pt x="7860" y="2947"/>
                    <a:pt x="7860" y="2947"/>
                  </a:cubicBezTo>
                  <a:cubicBezTo>
                    <a:pt x="7860" y="2947"/>
                    <a:pt x="9538" y="2076"/>
                    <a:pt x="8934" y="1575"/>
                  </a:cubicBezTo>
                  <a:cubicBezTo>
                    <a:pt x="8821" y="1481"/>
                    <a:pt x="8691" y="1443"/>
                    <a:pt x="8556" y="1443"/>
                  </a:cubicBezTo>
                  <a:cubicBezTo>
                    <a:pt x="7970" y="1443"/>
                    <a:pt x="7273" y="2157"/>
                    <a:pt x="7273" y="2157"/>
                  </a:cubicBezTo>
                  <a:cubicBezTo>
                    <a:pt x="7273" y="2157"/>
                    <a:pt x="8286" y="1017"/>
                    <a:pt x="7860" y="641"/>
                  </a:cubicBezTo>
                  <a:cubicBezTo>
                    <a:pt x="7790" y="579"/>
                    <a:pt x="7710" y="553"/>
                    <a:pt x="7624" y="553"/>
                  </a:cubicBezTo>
                  <a:cubicBezTo>
                    <a:pt x="7187" y="553"/>
                    <a:pt x="6615" y="1226"/>
                    <a:pt x="6615" y="1226"/>
                  </a:cubicBezTo>
                  <a:cubicBezTo>
                    <a:pt x="6615" y="1226"/>
                    <a:pt x="5414" y="535"/>
                    <a:pt x="3838" y="535"/>
                  </a:cubicBezTo>
                  <a:cubicBezTo>
                    <a:pt x="3504" y="535"/>
                    <a:pt x="3154" y="566"/>
                    <a:pt x="2794" y="641"/>
                  </a:cubicBezTo>
                  <a:cubicBezTo>
                    <a:pt x="2794" y="641"/>
                    <a:pt x="1971" y="1"/>
                    <a:pt x="15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2154550" y="3309075"/>
              <a:ext cx="109600" cy="140200"/>
            </a:xfrm>
            <a:custGeom>
              <a:avLst/>
              <a:gdLst/>
              <a:ahLst/>
              <a:cxnLst/>
              <a:rect l="l" t="t" r="r" b="b"/>
              <a:pathLst>
                <a:path w="4384" h="5608" extrusionOk="0">
                  <a:moveTo>
                    <a:pt x="1665" y="1"/>
                  </a:moveTo>
                  <a:cubicBezTo>
                    <a:pt x="1255" y="1401"/>
                    <a:pt x="687" y="2533"/>
                    <a:pt x="0" y="3459"/>
                  </a:cubicBezTo>
                  <a:cubicBezTo>
                    <a:pt x="0" y="3459"/>
                    <a:pt x="965" y="5608"/>
                    <a:pt x="2919" y="5608"/>
                  </a:cubicBezTo>
                  <a:cubicBezTo>
                    <a:pt x="3243" y="5608"/>
                    <a:pt x="3595" y="5548"/>
                    <a:pt x="3975" y="5410"/>
                  </a:cubicBezTo>
                  <a:lnTo>
                    <a:pt x="4166" y="3663"/>
                  </a:lnTo>
                  <a:lnTo>
                    <a:pt x="4295" y="2508"/>
                  </a:lnTo>
                  <a:lnTo>
                    <a:pt x="4383" y="1700"/>
                  </a:lnTo>
                  <a:lnTo>
                    <a:pt x="1665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2202300" y="3343175"/>
              <a:ext cx="59650" cy="68450"/>
            </a:xfrm>
            <a:custGeom>
              <a:avLst/>
              <a:gdLst/>
              <a:ahLst/>
              <a:cxnLst/>
              <a:rect l="l" t="t" r="r" b="b"/>
              <a:pathLst>
                <a:path w="2386" h="2738" extrusionOk="0">
                  <a:moveTo>
                    <a:pt x="1" y="0"/>
                  </a:moveTo>
                  <a:lnTo>
                    <a:pt x="1" y="0"/>
                  </a:lnTo>
                  <a:cubicBezTo>
                    <a:pt x="673" y="2083"/>
                    <a:pt x="1760" y="2738"/>
                    <a:pt x="2207" y="2738"/>
                  </a:cubicBezTo>
                  <a:cubicBezTo>
                    <a:pt x="2207" y="2738"/>
                    <a:pt x="2208" y="2738"/>
                    <a:pt x="2209" y="2738"/>
                  </a:cubicBezTo>
                  <a:lnTo>
                    <a:pt x="2385" y="11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2193000" y="3205175"/>
              <a:ext cx="151900" cy="180425"/>
            </a:xfrm>
            <a:custGeom>
              <a:avLst/>
              <a:gdLst/>
              <a:ahLst/>
              <a:cxnLst/>
              <a:rect l="l" t="t" r="r" b="b"/>
              <a:pathLst>
                <a:path w="6076" h="7217" extrusionOk="0">
                  <a:moveTo>
                    <a:pt x="2677" y="0"/>
                  </a:moveTo>
                  <a:cubicBezTo>
                    <a:pt x="1487" y="0"/>
                    <a:pt x="920" y="724"/>
                    <a:pt x="605" y="1519"/>
                  </a:cubicBezTo>
                  <a:cubicBezTo>
                    <a:pt x="352" y="2152"/>
                    <a:pt x="259" y="2831"/>
                    <a:pt x="135" y="3226"/>
                  </a:cubicBezTo>
                  <a:cubicBezTo>
                    <a:pt x="98" y="3349"/>
                    <a:pt x="68" y="3464"/>
                    <a:pt x="48" y="3575"/>
                  </a:cubicBezTo>
                  <a:cubicBezTo>
                    <a:pt x="2" y="3832"/>
                    <a:pt x="0" y="4070"/>
                    <a:pt x="39" y="4325"/>
                  </a:cubicBezTo>
                  <a:cubicBezTo>
                    <a:pt x="81" y="4613"/>
                    <a:pt x="171" y="4924"/>
                    <a:pt x="298" y="5317"/>
                  </a:cubicBezTo>
                  <a:cubicBezTo>
                    <a:pt x="321" y="5384"/>
                    <a:pt x="344" y="5455"/>
                    <a:pt x="369" y="5530"/>
                  </a:cubicBezTo>
                  <a:cubicBezTo>
                    <a:pt x="630" y="6305"/>
                    <a:pt x="1320" y="6794"/>
                    <a:pt x="2063" y="7044"/>
                  </a:cubicBezTo>
                  <a:cubicBezTo>
                    <a:pt x="2415" y="7161"/>
                    <a:pt x="2724" y="7217"/>
                    <a:pt x="2998" y="7217"/>
                  </a:cubicBezTo>
                  <a:cubicBezTo>
                    <a:pt x="4022" y="7217"/>
                    <a:pt x="4542" y="6437"/>
                    <a:pt x="4925" y="5221"/>
                  </a:cubicBezTo>
                  <a:cubicBezTo>
                    <a:pt x="5013" y="4945"/>
                    <a:pt x="5092" y="4646"/>
                    <a:pt x="5170" y="4329"/>
                  </a:cubicBezTo>
                  <a:cubicBezTo>
                    <a:pt x="5487" y="3033"/>
                    <a:pt x="6076" y="2451"/>
                    <a:pt x="5922" y="1857"/>
                  </a:cubicBezTo>
                  <a:lnTo>
                    <a:pt x="5920" y="1857"/>
                  </a:lnTo>
                  <a:cubicBezTo>
                    <a:pt x="5907" y="1826"/>
                    <a:pt x="5893" y="1797"/>
                    <a:pt x="5878" y="1768"/>
                  </a:cubicBezTo>
                  <a:cubicBezTo>
                    <a:pt x="5533" y="1080"/>
                    <a:pt x="4921" y="560"/>
                    <a:pt x="4194" y="303"/>
                  </a:cubicBezTo>
                  <a:cubicBezTo>
                    <a:pt x="4054" y="253"/>
                    <a:pt x="3919" y="209"/>
                    <a:pt x="3787" y="172"/>
                  </a:cubicBezTo>
                  <a:cubicBezTo>
                    <a:pt x="3758" y="165"/>
                    <a:pt x="3728" y="155"/>
                    <a:pt x="3699" y="149"/>
                  </a:cubicBezTo>
                  <a:cubicBezTo>
                    <a:pt x="3685" y="146"/>
                    <a:pt x="3674" y="142"/>
                    <a:pt x="3662" y="140"/>
                  </a:cubicBezTo>
                  <a:cubicBezTo>
                    <a:pt x="3628" y="130"/>
                    <a:pt x="3595" y="121"/>
                    <a:pt x="3563" y="115"/>
                  </a:cubicBezTo>
                  <a:cubicBezTo>
                    <a:pt x="3540" y="109"/>
                    <a:pt x="3515" y="103"/>
                    <a:pt x="3492" y="98"/>
                  </a:cubicBezTo>
                  <a:cubicBezTo>
                    <a:pt x="3438" y="86"/>
                    <a:pt x="3386" y="75"/>
                    <a:pt x="3334" y="65"/>
                  </a:cubicBezTo>
                  <a:cubicBezTo>
                    <a:pt x="3097" y="21"/>
                    <a:pt x="2878" y="0"/>
                    <a:pt x="2677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2202100" y="3285875"/>
              <a:ext cx="114075" cy="99725"/>
            </a:xfrm>
            <a:custGeom>
              <a:avLst/>
              <a:gdLst/>
              <a:ahLst/>
              <a:cxnLst/>
              <a:rect l="l" t="t" r="r" b="b"/>
              <a:pathLst>
                <a:path w="4563" h="3989" extrusionOk="0">
                  <a:moveTo>
                    <a:pt x="1685" y="0"/>
                  </a:moveTo>
                  <a:lnTo>
                    <a:pt x="1200" y="259"/>
                  </a:lnTo>
                  <a:cubicBezTo>
                    <a:pt x="1200" y="259"/>
                    <a:pt x="1254" y="994"/>
                    <a:pt x="914" y="1826"/>
                  </a:cubicBezTo>
                  <a:cubicBezTo>
                    <a:pt x="706" y="2238"/>
                    <a:pt x="395" y="2293"/>
                    <a:pt x="196" y="2293"/>
                  </a:cubicBezTo>
                  <a:cubicBezTo>
                    <a:pt x="124" y="2293"/>
                    <a:pt x="67" y="2286"/>
                    <a:pt x="34" y="2286"/>
                  </a:cubicBezTo>
                  <a:cubicBezTo>
                    <a:pt x="12" y="2286"/>
                    <a:pt x="1" y="2289"/>
                    <a:pt x="5" y="2300"/>
                  </a:cubicBezTo>
                  <a:cubicBezTo>
                    <a:pt x="266" y="3077"/>
                    <a:pt x="956" y="3566"/>
                    <a:pt x="1701" y="3816"/>
                  </a:cubicBezTo>
                  <a:cubicBezTo>
                    <a:pt x="2053" y="3933"/>
                    <a:pt x="2362" y="3989"/>
                    <a:pt x="2635" y="3989"/>
                  </a:cubicBezTo>
                  <a:cubicBezTo>
                    <a:pt x="3658" y="3989"/>
                    <a:pt x="4178" y="3209"/>
                    <a:pt x="4563" y="1993"/>
                  </a:cubicBezTo>
                  <a:cubicBezTo>
                    <a:pt x="3366" y="1374"/>
                    <a:pt x="2696" y="1084"/>
                    <a:pt x="1898" y="929"/>
                  </a:cubicBezTo>
                  <a:cubicBezTo>
                    <a:pt x="1346" y="821"/>
                    <a:pt x="1685" y="0"/>
                    <a:pt x="1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2282925" y="3288225"/>
              <a:ext cx="18875" cy="30025"/>
            </a:xfrm>
            <a:custGeom>
              <a:avLst/>
              <a:gdLst/>
              <a:ahLst/>
              <a:cxnLst/>
              <a:rect l="l" t="t" r="r" b="b"/>
              <a:pathLst>
                <a:path w="755" h="1201" extrusionOk="0">
                  <a:moveTo>
                    <a:pt x="486" y="1"/>
                  </a:moveTo>
                  <a:cubicBezTo>
                    <a:pt x="454" y="1"/>
                    <a:pt x="424" y="21"/>
                    <a:pt x="413" y="54"/>
                  </a:cubicBezTo>
                  <a:lnTo>
                    <a:pt x="240" y="614"/>
                  </a:lnTo>
                  <a:cubicBezTo>
                    <a:pt x="234" y="635"/>
                    <a:pt x="236" y="658"/>
                    <a:pt x="248" y="675"/>
                  </a:cubicBezTo>
                  <a:cubicBezTo>
                    <a:pt x="259" y="695"/>
                    <a:pt x="278" y="708"/>
                    <a:pt x="301" y="710"/>
                  </a:cubicBezTo>
                  <a:cubicBezTo>
                    <a:pt x="355" y="720"/>
                    <a:pt x="510" y="762"/>
                    <a:pt x="570" y="846"/>
                  </a:cubicBezTo>
                  <a:cubicBezTo>
                    <a:pt x="591" y="879"/>
                    <a:pt x="599" y="911"/>
                    <a:pt x="591" y="952"/>
                  </a:cubicBezTo>
                  <a:cubicBezTo>
                    <a:pt x="585" y="980"/>
                    <a:pt x="572" y="1000"/>
                    <a:pt x="547" y="1015"/>
                  </a:cubicBezTo>
                  <a:cubicBezTo>
                    <a:pt x="506" y="1040"/>
                    <a:pt x="443" y="1049"/>
                    <a:pt x="373" y="1049"/>
                  </a:cubicBezTo>
                  <a:cubicBezTo>
                    <a:pt x="279" y="1049"/>
                    <a:pt x="174" y="1032"/>
                    <a:pt x="104" y="1013"/>
                  </a:cubicBezTo>
                  <a:cubicBezTo>
                    <a:pt x="97" y="1011"/>
                    <a:pt x="90" y="1010"/>
                    <a:pt x="83" y="1010"/>
                  </a:cubicBezTo>
                  <a:cubicBezTo>
                    <a:pt x="50" y="1010"/>
                    <a:pt x="19" y="1032"/>
                    <a:pt x="10" y="1065"/>
                  </a:cubicBezTo>
                  <a:cubicBezTo>
                    <a:pt x="0" y="1105"/>
                    <a:pt x="23" y="1147"/>
                    <a:pt x="64" y="1159"/>
                  </a:cubicBezTo>
                  <a:cubicBezTo>
                    <a:pt x="87" y="1165"/>
                    <a:pt x="227" y="1201"/>
                    <a:pt x="372" y="1201"/>
                  </a:cubicBezTo>
                  <a:cubicBezTo>
                    <a:pt x="463" y="1201"/>
                    <a:pt x="557" y="1188"/>
                    <a:pt x="627" y="1143"/>
                  </a:cubicBezTo>
                  <a:cubicBezTo>
                    <a:pt x="687" y="1105"/>
                    <a:pt x="725" y="1049"/>
                    <a:pt x="739" y="980"/>
                  </a:cubicBezTo>
                  <a:cubicBezTo>
                    <a:pt x="754" y="900"/>
                    <a:pt x="739" y="823"/>
                    <a:pt x="693" y="760"/>
                  </a:cubicBezTo>
                  <a:cubicBezTo>
                    <a:pt x="622" y="658"/>
                    <a:pt x="495" y="606"/>
                    <a:pt x="409" y="581"/>
                  </a:cubicBezTo>
                  <a:lnTo>
                    <a:pt x="558" y="98"/>
                  </a:lnTo>
                  <a:cubicBezTo>
                    <a:pt x="570" y="60"/>
                    <a:pt x="547" y="17"/>
                    <a:pt x="509" y="4"/>
                  </a:cubicBezTo>
                  <a:cubicBezTo>
                    <a:pt x="501" y="2"/>
                    <a:pt x="494" y="1"/>
                    <a:pt x="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2165725" y="3199550"/>
              <a:ext cx="181950" cy="94850"/>
            </a:xfrm>
            <a:custGeom>
              <a:avLst/>
              <a:gdLst/>
              <a:ahLst/>
              <a:cxnLst/>
              <a:rect l="l" t="t" r="r" b="b"/>
              <a:pathLst>
                <a:path w="7278" h="3794" extrusionOk="0">
                  <a:moveTo>
                    <a:pt x="4326" y="1"/>
                  </a:moveTo>
                  <a:cubicBezTo>
                    <a:pt x="3356" y="1"/>
                    <a:pt x="2354" y="378"/>
                    <a:pt x="1592" y="961"/>
                  </a:cubicBezTo>
                  <a:cubicBezTo>
                    <a:pt x="0" y="2183"/>
                    <a:pt x="1997" y="2749"/>
                    <a:pt x="1997" y="2749"/>
                  </a:cubicBezTo>
                  <a:lnTo>
                    <a:pt x="2411" y="3580"/>
                  </a:lnTo>
                  <a:cubicBezTo>
                    <a:pt x="2485" y="3726"/>
                    <a:pt x="2620" y="3794"/>
                    <a:pt x="2754" y="3794"/>
                  </a:cubicBezTo>
                  <a:cubicBezTo>
                    <a:pt x="2935" y="3794"/>
                    <a:pt x="3115" y="3671"/>
                    <a:pt x="3140" y="3453"/>
                  </a:cubicBezTo>
                  <a:cubicBezTo>
                    <a:pt x="3246" y="2544"/>
                    <a:pt x="3131" y="1951"/>
                    <a:pt x="3459" y="1897"/>
                  </a:cubicBezTo>
                  <a:cubicBezTo>
                    <a:pt x="3888" y="1825"/>
                    <a:pt x="3936" y="1205"/>
                    <a:pt x="3936" y="1205"/>
                  </a:cubicBezTo>
                  <a:cubicBezTo>
                    <a:pt x="3936" y="1205"/>
                    <a:pt x="5009" y="1721"/>
                    <a:pt x="5839" y="2281"/>
                  </a:cubicBezTo>
                  <a:cubicBezTo>
                    <a:pt x="5927" y="2341"/>
                    <a:pt x="6050" y="2362"/>
                    <a:pt x="6177" y="2362"/>
                  </a:cubicBezTo>
                  <a:cubicBezTo>
                    <a:pt x="6475" y="2362"/>
                    <a:pt x="6802" y="2249"/>
                    <a:pt x="6802" y="2249"/>
                  </a:cubicBezTo>
                  <a:lnTo>
                    <a:pt x="6867" y="2931"/>
                  </a:lnTo>
                  <a:cubicBezTo>
                    <a:pt x="7278" y="2337"/>
                    <a:pt x="7038" y="1564"/>
                    <a:pt x="7038" y="1564"/>
                  </a:cubicBezTo>
                  <a:cubicBezTo>
                    <a:pt x="6405" y="448"/>
                    <a:pt x="5384" y="1"/>
                    <a:pt x="4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2273425" y="3286275"/>
              <a:ext cx="9275" cy="9875"/>
            </a:xfrm>
            <a:custGeom>
              <a:avLst/>
              <a:gdLst/>
              <a:ahLst/>
              <a:cxnLst/>
              <a:rect l="l" t="t" r="r" b="b"/>
              <a:pathLst>
                <a:path w="371" h="395" extrusionOk="0">
                  <a:moveTo>
                    <a:pt x="219" y="1"/>
                  </a:moveTo>
                  <a:cubicBezTo>
                    <a:pt x="152" y="1"/>
                    <a:pt x="81" y="53"/>
                    <a:pt x="45" y="136"/>
                  </a:cubicBezTo>
                  <a:cubicBezTo>
                    <a:pt x="0" y="239"/>
                    <a:pt x="25" y="351"/>
                    <a:pt x="102" y="385"/>
                  </a:cubicBezTo>
                  <a:cubicBezTo>
                    <a:pt x="117" y="391"/>
                    <a:pt x="133" y="394"/>
                    <a:pt x="149" y="394"/>
                  </a:cubicBezTo>
                  <a:cubicBezTo>
                    <a:pt x="215" y="394"/>
                    <a:pt x="287" y="342"/>
                    <a:pt x="325" y="260"/>
                  </a:cubicBezTo>
                  <a:cubicBezTo>
                    <a:pt x="371" y="157"/>
                    <a:pt x="346" y="46"/>
                    <a:pt x="267" y="11"/>
                  </a:cubicBezTo>
                  <a:cubicBezTo>
                    <a:pt x="252" y="4"/>
                    <a:pt x="235" y="1"/>
                    <a:pt x="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2305400" y="3297650"/>
              <a:ext cx="9350" cy="9850"/>
            </a:xfrm>
            <a:custGeom>
              <a:avLst/>
              <a:gdLst/>
              <a:ahLst/>
              <a:cxnLst/>
              <a:rect l="l" t="t" r="r" b="b"/>
              <a:pathLst>
                <a:path w="374" h="394" extrusionOk="0">
                  <a:moveTo>
                    <a:pt x="221" y="0"/>
                  </a:moveTo>
                  <a:cubicBezTo>
                    <a:pt x="155" y="0"/>
                    <a:pt x="84" y="53"/>
                    <a:pt x="47" y="135"/>
                  </a:cubicBezTo>
                  <a:cubicBezTo>
                    <a:pt x="1" y="237"/>
                    <a:pt x="28" y="348"/>
                    <a:pt x="104" y="383"/>
                  </a:cubicBezTo>
                  <a:cubicBezTo>
                    <a:pt x="120" y="390"/>
                    <a:pt x="136" y="393"/>
                    <a:pt x="153" y="393"/>
                  </a:cubicBezTo>
                  <a:cubicBezTo>
                    <a:pt x="219" y="393"/>
                    <a:pt x="290" y="341"/>
                    <a:pt x="327" y="258"/>
                  </a:cubicBezTo>
                  <a:cubicBezTo>
                    <a:pt x="373" y="155"/>
                    <a:pt x="346" y="43"/>
                    <a:pt x="269" y="11"/>
                  </a:cubicBezTo>
                  <a:cubicBezTo>
                    <a:pt x="254" y="4"/>
                    <a:pt x="238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2248825" y="3295650"/>
              <a:ext cx="20650" cy="11500"/>
            </a:xfrm>
            <a:custGeom>
              <a:avLst/>
              <a:gdLst/>
              <a:ahLst/>
              <a:cxnLst/>
              <a:rect l="l" t="t" r="r" b="b"/>
              <a:pathLst>
                <a:path w="826" h="460" extrusionOk="0">
                  <a:moveTo>
                    <a:pt x="271" y="0"/>
                  </a:moveTo>
                  <a:cubicBezTo>
                    <a:pt x="150" y="0"/>
                    <a:pt x="58" y="40"/>
                    <a:pt x="35" y="112"/>
                  </a:cubicBezTo>
                  <a:cubicBezTo>
                    <a:pt x="0" y="221"/>
                    <a:pt x="142" y="363"/>
                    <a:pt x="351" y="426"/>
                  </a:cubicBezTo>
                  <a:cubicBezTo>
                    <a:pt x="423" y="449"/>
                    <a:pt x="493" y="459"/>
                    <a:pt x="555" y="459"/>
                  </a:cubicBezTo>
                  <a:cubicBezTo>
                    <a:pt x="676" y="459"/>
                    <a:pt x="769" y="420"/>
                    <a:pt x="791" y="348"/>
                  </a:cubicBezTo>
                  <a:cubicBezTo>
                    <a:pt x="825" y="240"/>
                    <a:pt x="683" y="98"/>
                    <a:pt x="474" y="33"/>
                  </a:cubicBezTo>
                  <a:cubicBezTo>
                    <a:pt x="403" y="11"/>
                    <a:pt x="333" y="0"/>
                    <a:pt x="271" y="0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2302050" y="3315350"/>
              <a:ext cx="18550" cy="11500"/>
            </a:xfrm>
            <a:custGeom>
              <a:avLst/>
              <a:gdLst/>
              <a:ahLst/>
              <a:cxnLst/>
              <a:rect l="l" t="t" r="r" b="b"/>
              <a:pathLst>
                <a:path w="742" h="460" extrusionOk="0">
                  <a:moveTo>
                    <a:pt x="271" y="1"/>
                  </a:moveTo>
                  <a:cubicBezTo>
                    <a:pt x="150" y="1"/>
                    <a:pt x="58" y="40"/>
                    <a:pt x="35" y="112"/>
                  </a:cubicBezTo>
                  <a:cubicBezTo>
                    <a:pt x="1" y="221"/>
                    <a:pt x="143" y="362"/>
                    <a:pt x="352" y="427"/>
                  </a:cubicBezTo>
                  <a:cubicBezTo>
                    <a:pt x="422" y="449"/>
                    <a:pt x="491" y="460"/>
                    <a:pt x="554" y="460"/>
                  </a:cubicBezTo>
                  <a:cubicBezTo>
                    <a:pt x="598" y="460"/>
                    <a:pt x="639" y="454"/>
                    <a:pt x="674" y="444"/>
                  </a:cubicBezTo>
                  <a:lnTo>
                    <a:pt x="741" y="193"/>
                  </a:lnTo>
                  <a:cubicBezTo>
                    <a:pt x="683" y="127"/>
                    <a:pt x="589" y="70"/>
                    <a:pt x="474" y="33"/>
                  </a:cubicBezTo>
                  <a:cubicBezTo>
                    <a:pt x="403" y="11"/>
                    <a:pt x="333" y="1"/>
                    <a:pt x="271" y="1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2264850" y="3265800"/>
              <a:ext cx="26625" cy="13050"/>
            </a:xfrm>
            <a:custGeom>
              <a:avLst/>
              <a:gdLst/>
              <a:ahLst/>
              <a:cxnLst/>
              <a:rect l="l" t="t" r="r" b="b"/>
              <a:pathLst>
                <a:path w="1065" h="522" extrusionOk="0">
                  <a:moveTo>
                    <a:pt x="557" y="0"/>
                  </a:moveTo>
                  <a:cubicBezTo>
                    <a:pt x="371" y="0"/>
                    <a:pt x="187" y="83"/>
                    <a:pt x="61" y="241"/>
                  </a:cubicBezTo>
                  <a:cubicBezTo>
                    <a:pt x="0" y="320"/>
                    <a:pt x="40" y="444"/>
                    <a:pt x="115" y="492"/>
                  </a:cubicBezTo>
                  <a:cubicBezTo>
                    <a:pt x="146" y="512"/>
                    <a:pt x="178" y="521"/>
                    <a:pt x="209" y="521"/>
                  </a:cubicBezTo>
                  <a:cubicBezTo>
                    <a:pt x="270" y="521"/>
                    <a:pt x="328" y="489"/>
                    <a:pt x="368" y="439"/>
                  </a:cubicBezTo>
                  <a:cubicBezTo>
                    <a:pt x="412" y="383"/>
                    <a:pt x="471" y="361"/>
                    <a:pt x="533" y="361"/>
                  </a:cubicBezTo>
                  <a:cubicBezTo>
                    <a:pt x="612" y="361"/>
                    <a:pt x="695" y="398"/>
                    <a:pt x="756" y="446"/>
                  </a:cubicBezTo>
                  <a:lnTo>
                    <a:pt x="756" y="444"/>
                  </a:lnTo>
                  <a:cubicBezTo>
                    <a:pt x="782" y="466"/>
                    <a:pt x="814" y="476"/>
                    <a:pt x="847" y="476"/>
                  </a:cubicBezTo>
                  <a:cubicBezTo>
                    <a:pt x="909" y="476"/>
                    <a:pt x="974" y="441"/>
                    <a:pt x="1007" y="391"/>
                  </a:cubicBezTo>
                  <a:cubicBezTo>
                    <a:pt x="1065" y="303"/>
                    <a:pt x="1028" y="199"/>
                    <a:pt x="953" y="139"/>
                  </a:cubicBezTo>
                  <a:cubicBezTo>
                    <a:pt x="834" y="46"/>
                    <a:pt x="695" y="0"/>
                    <a:pt x="5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2305125" y="3276700"/>
              <a:ext cx="23500" cy="17700"/>
            </a:xfrm>
            <a:custGeom>
              <a:avLst/>
              <a:gdLst/>
              <a:ahLst/>
              <a:cxnLst/>
              <a:rect l="l" t="t" r="r" b="b"/>
              <a:pathLst>
                <a:path w="940" h="708" extrusionOk="0">
                  <a:moveTo>
                    <a:pt x="233" y="1"/>
                  </a:moveTo>
                  <a:cubicBezTo>
                    <a:pt x="10" y="1"/>
                    <a:pt x="0" y="352"/>
                    <a:pt x="232" y="363"/>
                  </a:cubicBezTo>
                  <a:cubicBezTo>
                    <a:pt x="399" y="373"/>
                    <a:pt x="493" y="459"/>
                    <a:pt x="557" y="609"/>
                  </a:cubicBezTo>
                  <a:cubicBezTo>
                    <a:pt x="586" y="679"/>
                    <a:pt x="640" y="708"/>
                    <a:pt x="696" y="708"/>
                  </a:cubicBezTo>
                  <a:cubicBezTo>
                    <a:pt x="813" y="708"/>
                    <a:pt x="940" y="584"/>
                    <a:pt x="879" y="440"/>
                  </a:cubicBezTo>
                  <a:cubicBezTo>
                    <a:pt x="766" y="172"/>
                    <a:pt x="532" y="14"/>
                    <a:pt x="244" y="1"/>
                  </a:cubicBezTo>
                  <a:cubicBezTo>
                    <a:pt x="240" y="1"/>
                    <a:pt x="237" y="1"/>
                    <a:pt x="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2193000" y="3294550"/>
              <a:ext cx="16850" cy="18775"/>
            </a:xfrm>
            <a:custGeom>
              <a:avLst/>
              <a:gdLst/>
              <a:ahLst/>
              <a:cxnLst/>
              <a:rect l="l" t="t" r="r" b="b"/>
              <a:pathLst>
                <a:path w="674" h="751" extrusionOk="0">
                  <a:moveTo>
                    <a:pt x="48" y="0"/>
                  </a:moveTo>
                  <a:cubicBezTo>
                    <a:pt x="2" y="257"/>
                    <a:pt x="0" y="495"/>
                    <a:pt x="39" y="750"/>
                  </a:cubicBezTo>
                  <a:cubicBezTo>
                    <a:pt x="265" y="716"/>
                    <a:pt x="482" y="616"/>
                    <a:pt x="674" y="432"/>
                  </a:cubicBezTo>
                  <a:cubicBezTo>
                    <a:pt x="392" y="349"/>
                    <a:pt x="187" y="194"/>
                    <a:pt x="48" y="0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2260950" y="3321925"/>
              <a:ext cx="39550" cy="30800"/>
            </a:xfrm>
            <a:custGeom>
              <a:avLst/>
              <a:gdLst/>
              <a:ahLst/>
              <a:cxnLst/>
              <a:rect l="l" t="t" r="r" b="b"/>
              <a:pathLst>
                <a:path w="1582" h="1232" extrusionOk="0">
                  <a:moveTo>
                    <a:pt x="248" y="1"/>
                  </a:moveTo>
                  <a:lnTo>
                    <a:pt x="248" y="1"/>
                  </a:lnTo>
                  <a:cubicBezTo>
                    <a:pt x="248" y="1"/>
                    <a:pt x="1" y="1002"/>
                    <a:pt x="666" y="1207"/>
                  </a:cubicBezTo>
                  <a:cubicBezTo>
                    <a:pt x="721" y="1224"/>
                    <a:pt x="774" y="1232"/>
                    <a:pt x="825" y="1232"/>
                  </a:cubicBezTo>
                  <a:cubicBezTo>
                    <a:pt x="1297" y="1232"/>
                    <a:pt x="1581" y="576"/>
                    <a:pt x="1581" y="576"/>
                  </a:cubicBezTo>
                  <a:cubicBezTo>
                    <a:pt x="1581" y="576"/>
                    <a:pt x="1132" y="379"/>
                    <a:pt x="2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2266700" y="3354100"/>
              <a:ext cx="13325" cy="7425"/>
            </a:xfrm>
            <a:custGeom>
              <a:avLst/>
              <a:gdLst/>
              <a:ahLst/>
              <a:cxnLst/>
              <a:rect l="l" t="t" r="r" b="b"/>
              <a:pathLst>
                <a:path w="533" h="297" extrusionOk="0">
                  <a:moveTo>
                    <a:pt x="94" y="1"/>
                  </a:moveTo>
                  <a:cubicBezTo>
                    <a:pt x="48" y="1"/>
                    <a:pt x="1" y="47"/>
                    <a:pt x="30" y="99"/>
                  </a:cubicBezTo>
                  <a:cubicBezTo>
                    <a:pt x="113" y="245"/>
                    <a:pt x="264" y="296"/>
                    <a:pt x="423" y="296"/>
                  </a:cubicBezTo>
                  <a:cubicBezTo>
                    <a:pt x="429" y="296"/>
                    <a:pt x="434" y="296"/>
                    <a:pt x="440" y="296"/>
                  </a:cubicBezTo>
                  <a:cubicBezTo>
                    <a:pt x="528" y="294"/>
                    <a:pt x="532" y="160"/>
                    <a:pt x="446" y="160"/>
                  </a:cubicBezTo>
                  <a:cubicBezTo>
                    <a:pt x="445" y="160"/>
                    <a:pt x="445" y="160"/>
                    <a:pt x="444" y="160"/>
                  </a:cubicBezTo>
                  <a:cubicBezTo>
                    <a:pt x="439" y="160"/>
                    <a:pt x="434" y="160"/>
                    <a:pt x="429" y="160"/>
                  </a:cubicBezTo>
                  <a:cubicBezTo>
                    <a:pt x="321" y="160"/>
                    <a:pt x="209" y="138"/>
                    <a:pt x="150" y="35"/>
                  </a:cubicBezTo>
                  <a:cubicBezTo>
                    <a:pt x="137" y="11"/>
                    <a:pt x="115" y="1"/>
                    <a:pt x="94" y="1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2184550" y="3242600"/>
              <a:ext cx="52450" cy="64700"/>
            </a:xfrm>
            <a:custGeom>
              <a:avLst/>
              <a:gdLst/>
              <a:ahLst/>
              <a:cxnLst/>
              <a:rect l="l" t="t" r="r" b="b"/>
              <a:pathLst>
                <a:path w="2098" h="2588" extrusionOk="0">
                  <a:moveTo>
                    <a:pt x="962" y="0"/>
                  </a:moveTo>
                  <a:cubicBezTo>
                    <a:pt x="434" y="0"/>
                    <a:pt x="221" y="487"/>
                    <a:pt x="116" y="1018"/>
                  </a:cubicBezTo>
                  <a:cubicBezTo>
                    <a:pt x="1" y="1601"/>
                    <a:pt x="139" y="2452"/>
                    <a:pt x="950" y="2575"/>
                  </a:cubicBezTo>
                  <a:cubicBezTo>
                    <a:pt x="1004" y="2583"/>
                    <a:pt x="1055" y="2587"/>
                    <a:pt x="1103" y="2587"/>
                  </a:cubicBezTo>
                  <a:cubicBezTo>
                    <a:pt x="1426" y="2587"/>
                    <a:pt x="1648" y="2420"/>
                    <a:pt x="1794" y="2216"/>
                  </a:cubicBezTo>
                  <a:cubicBezTo>
                    <a:pt x="2000" y="1931"/>
                    <a:pt x="2098" y="1372"/>
                    <a:pt x="2002" y="1033"/>
                  </a:cubicBezTo>
                  <a:cubicBezTo>
                    <a:pt x="1877" y="594"/>
                    <a:pt x="1564" y="87"/>
                    <a:pt x="1123" y="14"/>
                  </a:cubicBezTo>
                  <a:cubicBezTo>
                    <a:pt x="1066" y="5"/>
                    <a:pt x="1013" y="0"/>
                    <a:pt x="962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2202425" y="3253300"/>
              <a:ext cx="19275" cy="39050"/>
            </a:xfrm>
            <a:custGeom>
              <a:avLst/>
              <a:gdLst/>
              <a:ahLst/>
              <a:cxnLst/>
              <a:rect l="l" t="t" r="r" b="b"/>
              <a:pathLst>
                <a:path w="771" h="1562" extrusionOk="0">
                  <a:moveTo>
                    <a:pt x="104" y="1"/>
                  </a:moveTo>
                  <a:cubicBezTo>
                    <a:pt x="102" y="1"/>
                    <a:pt x="100" y="1"/>
                    <a:pt x="97" y="1"/>
                  </a:cubicBezTo>
                  <a:cubicBezTo>
                    <a:pt x="0" y="3"/>
                    <a:pt x="18" y="150"/>
                    <a:pt x="113" y="150"/>
                  </a:cubicBezTo>
                  <a:cubicBezTo>
                    <a:pt x="113" y="150"/>
                    <a:pt x="114" y="150"/>
                    <a:pt x="115" y="150"/>
                  </a:cubicBezTo>
                  <a:cubicBezTo>
                    <a:pt x="116" y="150"/>
                    <a:pt x="118" y="150"/>
                    <a:pt x="119" y="150"/>
                  </a:cubicBezTo>
                  <a:cubicBezTo>
                    <a:pt x="402" y="150"/>
                    <a:pt x="535" y="510"/>
                    <a:pt x="550" y="735"/>
                  </a:cubicBezTo>
                  <a:cubicBezTo>
                    <a:pt x="567" y="990"/>
                    <a:pt x="475" y="1232"/>
                    <a:pt x="372" y="1459"/>
                  </a:cubicBezTo>
                  <a:cubicBezTo>
                    <a:pt x="345" y="1515"/>
                    <a:pt x="395" y="1561"/>
                    <a:pt x="445" y="1561"/>
                  </a:cubicBezTo>
                  <a:cubicBezTo>
                    <a:pt x="470" y="1561"/>
                    <a:pt x="496" y="1548"/>
                    <a:pt x="510" y="1518"/>
                  </a:cubicBezTo>
                  <a:cubicBezTo>
                    <a:pt x="659" y="1190"/>
                    <a:pt x="771" y="822"/>
                    <a:pt x="650" y="465"/>
                  </a:cubicBezTo>
                  <a:cubicBezTo>
                    <a:pt x="564" y="220"/>
                    <a:pt x="375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2282450" y="4484325"/>
              <a:ext cx="141200" cy="127275"/>
            </a:xfrm>
            <a:custGeom>
              <a:avLst/>
              <a:gdLst/>
              <a:ahLst/>
              <a:cxnLst/>
              <a:rect l="l" t="t" r="r" b="b"/>
              <a:pathLst>
                <a:path w="5648" h="5091" extrusionOk="0">
                  <a:moveTo>
                    <a:pt x="1715" y="1"/>
                  </a:moveTo>
                  <a:lnTo>
                    <a:pt x="0" y="4760"/>
                  </a:lnTo>
                  <a:lnTo>
                    <a:pt x="2707" y="5090"/>
                  </a:lnTo>
                  <a:lnTo>
                    <a:pt x="5647" y="216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2273200" y="4593600"/>
              <a:ext cx="230675" cy="98400"/>
            </a:xfrm>
            <a:custGeom>
              <a:avLst/>
              <a:gdLst/>
              <a:ahLst/>
              <a:cxnLst/>
              <a:rect l="l" t="t" r="r" b="b"/>
              <a:pathLst>
                <a:path w="9227" h="3936" extrusionOk="0">
                  <a:moveTo>
                    <a:pt x="153" y="1"/>
                  </a:moveTo>
                  <a:cubicBezTo>
                    <a:pt x="60" y="1"/>
                    <a:pt x="0" y="56"/>
                    <a:pt x="15" y="213"/>
                  </a:cubicBezTo>
                  <a:cubicBezTo>
                    <a:pt x="55" y="619"/>
                    <a:pt x="261" y="2495"/>
                    <a:pt x="360" y="3420"/>
                  </a:cubicBezTo>
                  <a:cubicBezTo>
                    <a:pt x="395" y="3733"/>
                    <a:pt x="416" y="3936"/>
                    <a:pt x="416" y="3936"/>
                  </a:cubicBezTo>
                  <a:lnTo>
                    <a:pt x="9227" y="3936"/>
                  </a:lnTo>
                  <a:cubicBezTo>
                    <a:pt x="9188" y="3746"/>
                    <a:pt x="9146" y="3573"/>
                    <a:pt x="9096" y="3420"/>
                  </a:cubicBezTo>
                  <a:cubicBezTo>
                    <a:pt x="8780" y="2424"/>
                    <a:pt x="8220" y="2114"/>
                    <a:pt x="7590" y="2073"/>
                  </a:cubicBezTo>
                  <a:cubicBezTo>
                    <a:pt x="6865" y="2027"/>
                    <a:pt x="4174" y="1166"/>
                    <a:pt x="4174" y="1166"/>
                  </a:cubicBezTo>
                  <a:cubicBezTo>
                    <a:pt x="4174" y="1166"/>
                    <a:pt x="4228" y="335"/>
                    <a:pt x="3733" y="170"/>
                  </a:cubicBezTo>
                  <a:cubicBezTo>
                    <a:pt x="3662" y="147"/>
                    <a:pt x="3580" y="137"/>
                    <a:pt x="3491" y="137"/>
                  </a:cubicBezTo>
                  <a:cubicBezTo>
                    <a:pt x="2948" y="137"/>
                    <a:pt x="2142" y="506"/>
                    <a:pt x="2142" y="506"/>
                  </a:cubicBezTo>
                  <a:lnTo>
                    <a:pt x="825" y="349"/>
                  </a:lnTo>
                  <a:cubicBezTo>
                    <a:pt x="825" y="349"/>
                    <a:pt x="385" y="1"/>
                    <a:pt x="1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2282200" y="4679050"/>
              <a:ext cx="221675" cy="12950"/>
            </a:xfrm>
            <a:custGeom>
              <a:avLst/>
              <a:gdLst/>
              <a:ahLst/>
              <a:cxnLst/>
              <a:rect l="l" t="t" r="r" b="b"/>
              <a:pathLst>
                <a:path w="8867" h="518" extrusionOk="0">
                  <a:moveTo>
                    <a:pt x="0" y="0"/>
                  </a:moveTo>
                  <a:cubicBezTo>
                    <a:pt x="35" y="315"/>
                    <a:pt x="56" y="518"/>
                    <a:pt x="56" y="518"/>
                  </a:cubicBezTo>
                  <a:lnTo>
                    <a:pt x="8867" y="518"/>
                  </a:lnTo>
                  <a:cubicBezTo>
                    <a:pt x="8828" y="328"/>
                    <a:pt x="8786" y="155"/>
                    <a:pt x="87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2276400" y="4625875"/>
              <a:ext cx="31625" cy="52275"/>
            </a:xfrm>
            <a:custGeom>
              <a:avLst/>
              <a:gdLst/>
              <a:ahLst/>
              <a:cxnLst/>
              <a:rect l="l" t="t" r="r" b="b"/>
              <a:pathLst>
                <a:path w="1265" h="2091" extrusionOk="0">
                  <a:moveTo>
                    <a:pt x="101" y="0"/>
                  </a:moveTo>
                  <a:cubicBezTo>
                    <a:pt x="41" y="0"/>
                    <a:pt x="0" y="90"/>
                    <a:pt x="66" y="126"/>
                  </a:cubicBezTo>
                  <a:cubicBezTo>
                    <a:pt x="729" y="502"/>
                    <a:pt x="1115" y="1252"/>
                    <a:pt x="781" y="1987"/>
                  </a:cubicBezTo>
                  <a:cubicBezTo>
                    <a:pt x="757" y="2041"/>
                    <a:pt x="805" y="2091"/>
                    <a:pt x="849" y="2091"/>
                  </a:cubicBezTo>
                  <a:cubicBezTo>
                    <a:pt x="869" y="2091"/>
                    <a:pt x="889" y="2081"/>
                    <a:pt x="900" y="2056"/>
                  </a:cubicBezTo>
                  <a:cubicBezTo>
                    <a:pt x="1264" y="1254"/>
                    <a:pt x="869" y="426"/>
                    <a:pt x="135" y="9"/>
                  </a:cubicBezTo>
                  <a:cubicBezTo>
                    <a:pt x="123" y="3"/>
                    <a:pt x="112" y="0"/>
                    <a:pt x="1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2365925" y="46228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3" y="1"/>
                  </a:moveTo>
                  <a:cubicBezTo>
                    <a:pt x="566" y="1"/>
                    <a:pt x="252" y="178"/>
                    <a:pt x="35" y="481"/>
                  </a:cubicBezTo>
                  <a:cubicBezTo>
                    <a:pt x="0" y="532"/>
                    <a:pt x="47" y="581"/>
                    <a:pt x="96" y="581"/>
                  </a:cubicBezTo>
                  <a:cubicBezTo>
                    <a:pt x="116" y="581"/>
                    <a:pt x="137" y="572"/>
                    <a:pt x="152" y="550"/>
                  </a:cubicBezTo>
                  <a:cubicBezTo>
                    <a:pt x="341" y="287"/>
                    <a:pt x="609" y="139"/>
                    <a:pt x="888" y="139"/>
                  </a:cubicBezTo>
                  <a:cubicBezTo>
                    <a:pt x="1063" y="139"/>
                    <a:pt x="1243" y="197"/>
                    <a:pt x="1411" y="322"/>
                  </a:cubicBezTo>
                  <a:cubicBezTo>
                    <a:pt x="1423" y="332"/>
                    <a:pt x="1436" y="336"/>
                    <a:pt x="1447" y="336"/>
                  </a:cubicBezTo>
                  <a:cubicBezTo>
                    <a:pt x="1502" y="336"/>
                    <a:pt x="1538" y="248"/>
                    <a:pt x="1480" y="205"/>
                  </a:cubicBezTo>
                  <a:cubicBezTo>
                    <a:pt x="1292" y="65"/>
                    <a:pt x="1090" y="1"/>
                    <a:pt x="8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2384875" y="462850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5" y="1"/>
                  </a:moveTo>
                  <a:cubicBezTo>
                    <a:pt x="568" y="1"/>
                    <a:pt x="253" y="178"/>
                    <a:pt x="37" y="484"/>
                  </a:cubicBezTo>
                  <a:cubicBezTo>
                    <a:pt x="1" y="533"/>
                    <a:pt x="48" y="581"/>
                    <a:pt x="97" y="581"/>
                  </a:cubicBezTo>
                  <a:cubicBezTo>
                    <a:pt x="118" y="581"/>
                    <a:pt x="139" y="572"/>
                    <a:pt x="154" y="551"/>
                  </a:cubicBezTo>
                  <a:cubicBezTo>
                    <a:pt x="342" y="287"/>
                    <a:pt x="610" y="139"/>
                    <a:pt x="888" y="139"/>
                  </a:cubicBezTo>
                  <a:cubicBezTo>
                    <a:pt x="1064" y="139"/>
                    <a:pt x="1244" y="198"/>
                    <a:pt x="1412" y="324"/>
                  </a:cubicBezTo>
                  <a:cubicBezTo>
                    <a:pt x="1424" y="333"/>
                    <a:pt x="1437" y="337"/>
                    <a:pt x="1448" y="337"/>
                  </a:cubicBezTo>
                  <a:cubicBezTo>
                    <a:pt x="1502" y="337"/>
                    <a:pt x="1538" y="248"/>
                    <a:pt x="1481" y="205"/>
                  </a:cubicBezTo>
                  <a:cubicBezTo>
                    <a:pt x="1294" y="65"/>
                    <a:pt x="1092" y="1"/>
                    <a:pt x="8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2404475" y="4634250"/>
              <a:ext cx="38475" cy="14525"/>
            </a:xfrm>
            <a:custGeom>
              <a:avLst/>
              <a:gdLst/>
              <a:ahLst/>
              <a:cxnLst/>
              <a:rect l="l" t="t" r="r" b="b"/>
              <a:pathLst>
                <a:path w="1539" h="581" extrusionOk="0">
                  <a:moveTo>
                    <a:pt x="894" y="0"/>
                  </a:moveTo>
                  <a:cubicBezTo>
                    <a:pt x="566" y="0"/>
                    <a:pt x="252" y="178"/>
                    <a:pt x="35" y="482"/>
                  </a:cubicBezTo>
                  <a:cubicBezTo>
                    <a:pt x="0" y="532"/>
                    <a:pt x="48" y="581"/>
                    <a:pt x="97" y="581"/>
                  </a:cubicBezTo>
                  <a:cubicBezTo>
                    <a:pt x="118" y="581"/>
                    <a:pt x="139" y="572"/>
                    <a:pt x="154" y="551"/>
                  </a:cubicBezTo>
                  <a:cubicBezTo>
                    <a:pt x="341" y="286"/>
                    <a:pt x="609" y="138"/>
                    <a:pt x="888" y="138"/>
                  </a:cubicBezTo>
                  <a:cubicBezTo>
                    <a:pt x="1064" y="138"/>
                    <a:pt x="1244" y="197"/>
                    <a:pt x="1413" y="323"/>
                  </a:cubicBezTo>
                  <a:cubicBezTo>
                    <a:pt x="1425" y="332"/>
                    <a:pt x="1437" y="336"/>
                    <a:pt x="1448" y="336"/>
                  </a:cubicBezTo>
                  <a:cubicBezTo>
                    <a:pt x="1502" y="336"/>
                    <a:pt x="1539" y="248"/>
                    <a:pt x="1482" y="206"/>
                  </a:cubicBezTo>
                  <a:cubicBezTo>
                    <a:pt x="1293" y="65"/>
                    <a:pt x="1091" y="0"/>
                    <a:pt x="8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1968525" y="3929225"/>
              <a:ext cx="738825" cy="600350"/>
            </a:xfrm>
            <a:custGeom>
              <a:avLst/>
              <a:gdLst/>
              <a:ahLst/>
              <a:cxnLst/>
              <a:rect l="l" t="t" r="r" b="b"/>
              <a:pathLst>
                <a:path w="29553" h="24014" extrusionOk="0">
                  <a:moveTo>
                    <a:pt x="21752" y="0"/>
                  </a:moveTo>
                  <a:cubicBezTo>
                    <a:pt x="13166" y="0"/>
                    <a:pt x="265" y="3763"/>
                    <a:pt x="265" y="3763"/>
                  </a:cubicBezTo>
                  <a:cubicBezTo>
                    <a:pt x="265" y="3763"/>
                    <a:pt x="0" y="7268"/>
                    <a:pt x="3541" y="9899"/>
                  </a:cubicBezTo>
                  <a:cubicBezTo>
                    <a:pt x="4641" y="10716"/>
                    <a:pt x="6714" y="10984"/>
                    <a:pt x="8959" y="10984"/>
                  </a:cubicBezTo>
                  <a:cubicBezTo>
                    <a:pt x="13219" y="10984"/>
                    <a:pt x="18095" y="10020"/>
                    <a:pt x="18095" y="10020"/>
                  </a:cubicBezTo>
                  <a:lnTo>
                    <a:pt x="18095" y="10020"/>
                  </a:lnTo>
                  <a:lnTo>
                    <a:pt x="12849" y="23695"/>
                  </a:lnTo>
                  <a:lnTo>
                    <a:pt x="18845" y="24014"/>
                  </a:lnTo>
                  <a:cubicBezTo>
                    <a:pt x="18845" y="24014"/>
                    <a:pt x="29553" y="6968"/>
                    <a:pt x="29229" y="3425"/>
                  </a:cubicBezTo>
                  <a:cubicBezTo>
                    <a:pt x="28994" y="865"/>
                    <a:pt x="25869" y="0"/>
                    <a:pt x="2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2607400" y="3999600"/>
              <a:ext cx="91450" cy="17200"/>
            </a:xfrm>
            <a:custGeom>
              <a:avLst/>
              <a:gdLst/>
              <a:ahLst/>
              <a:cxnLst/>
              <a:rect l="l" t="t" r="r" b="b"/>
              <a:pathLst>
                <a:path w="3658" h="688" extrusionOk="0">
                  <a:moveTo>
                    <a:pt x="132" y="1"/>
                  </a:moveTo>
                  <a:cubicBezTo>
                    <a:pt x="53" y="1"/>
                    <a:pt x="0" y="121"/>
                    <a:pt x="84" y="171"/>
                  </a:cubicBezTo>
                  <a:cubicBezTo>
                    <a:pt x="666" y="515"/>
                    <a:pt x="1321" y="687"/>
                    <a:pt x="1978" y="687"/>
                  </a:cubicBezTo>
                  <a:cubicBezTo>
                    <a:pt x="2519" y="687"/>
                    <a:pt x="3062" y="570"/>
                    <a:pt x="3566" y="334"/>
                  </a:cubicBezTo>
                  <a:cubicBezTo>
                    <a:pt x="3657" y="291"/>
                    <a:pt x="3601" y="167"/>
                    <a:pt x="3515" y="167"/>
                  </a:cubicBezTo>
                  <a:cubicBezTo>
                    <a:pt x="3502" y="167"/>
                    <a:pt x="3488" y="170"/>
                    <a:pt x="3474" y="177"/>
                  </a:cubicBezTo>
                  <a:cubicBezTo>
                    <a:pt x="3002" y="398"/>
                    <a:pt x="2492" y="508"/>
                    <a:pt x="1984" y="508"/>
                  </a:cubicBezTo>
                  <a:cubicBezTo>
                    <a:pt x="1356" y="508"/>
                    <a:pt x="730" y="341"/>
                    <a:pt x="177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2022800" y="4022700"/>
              <a:ext cx="483725" cy="459800"/>
            </a:xfrm>
            <a:custGeom>
              <a:avLst/>
              <a:gdLst/>
              <a:ahLst/>
              <a:cxnLst/>
              <a:rect l="l" t="t" r="r" b="b"/>
              <a:pathLst>
                <a:path w="19349" h="18392" extrusionOk="0">
                  <a:moveTo>
                    <a:pt x="18005" y="0"/>
                  </a:moveTo>
                  <a:cubicBezTo>
                    <a:pt x="17998" y="0"/>
                    <a:pt x="17991" y="1"/>
                    <a:pt x="17984" y="3"/>
                  </a:cubicBezTo>
                  <a:cubicBezTo>
                    <a:pt x="17731" y="60"/>
                    <a:pt x="17485" y="185"/>
                    <a:pt x="17255" y="373"/>
                  </a:cubicBezTo>
                  <a:cubicBezTo>
                    <a:pt x="17215" y="404"/>
                    <a:pt x="17209" y="461"/>
                    <a:pt x="17242" y="500"/>
                  </a:cubicBezTo>
                  <a:cubicBezTo>
                    <a:pt x="17259" y="523"/>
                    <a:pt x="17286" y="534"/>
                    <a:pt x="17313" y="534"/>
                  </a:cubicBezTo>
                  <a:cubicBezTo>
                    <a:pt x="17332" y="534"/>
                    <a:pt x="17353" y="527"/>
                    <a:pt x="17368" y="513"/>
                  </a:cubicBezTo>
                  <a:cubicBezTo>
                    <a:pt x="17579" y="344"/>
                    <a:pt x="17800" y="231"/>
                    <a:pt x="18026" y="179"/>
                  </a:cubicBezTo>
                  <a:cubicBezTo>
                    <a:pt x="18074" y="168"/>
                    <a:pt x="18105" y="120"/>
                    <a:pt x="18094" y="70"/>
                  </a:cubicBezTo>
                  <a:cubicBezTo>
                    <a:pt x="18084" y="29"/>
                    <a:pt x="18047" y="0"/>
                    <a:pt x="18005" y="0"/>
                  </a:cubicBezTo>
                  <a:close/>
                  <a:moveTo>
                    <a:pt x="18778" y="38"/>
                  </a:moveTo>
                  <a:cubicBezTo>
                    <a:pt x="18743" y="38"/>
                    <a:pt x="18710" y="59"/>
                    <a:pt x="18694" y="93"/>
                  </a:cubicBezTo>
                  <a:cubicBezTo>
                    <a:pt x="18675" y="139"/>
                    <a:pt x="18696" y="193"/>
                    <a:pt x="18742" y="212"/>
                  </a:cubicBezTo>
                  <a:cubicBezTo>
                    <a:pt x="18945" y="300"/>
                    <a:pt x="19074" y="479"/>
                    <a:pt x="19137" y="757"/>
                  </a:cubicBezTo>
                  <a:lnTo>
                    <a:pt x="19135" y="757"/>
                  </a:lnTo>
                  <a:cubicBezTo>
                    <a:pt x="19145" y="799"/>
                    <a:pt x="19183" y="828"/>
                    <a:pt x="19225" y="828"/>
                  </a:cubicBezTo>
                  <a:cubicBezTo>
                    <a:pt x="19231" y="828"/>
                    <a:pt x="19237" y="828"/>
                    <a:pt x="19245" y="826"/>
                  </a:cubicBezTo>
                  <a:cubicBezTo>
                    <a:pt x="19292" y="814"/>
                    <a:pt x="19325" y="766"/>
                    <a:pt x="19314" y="718"/>
                  </a:cubicBezTo>
                  <a:cubicBezTo>
                    <a:pt x="19239" y="383"/>
                    <a:pt x="19070" y="156"/>
                    <a:pt x="18813" y="45"/>
                  </a:cubicBezTo>
                  <a:cubicBezTo>
                    <a:pt x="18801" y="40"/>
                    <a:pt x="18790" y="38"/>
                    <a:pt x="18778" y="38"/>
                  </a:cubicBezTo>
                  <a:close/>
                  <a:moveTo>
                    <a:pt x="16778" y="927"/>
                  </a:moveTo>
                  <a:cubicBezTo>
                    <a:pt x="16750" y="927"/>
                    <a:pt x="16723" y="940"/>
                    <a:pt x="16705" y="964"/>
                  </a:cubicBezTo>
                  <a:cubicBezTo>
                    <a:pt x="16561" y="1162"/>
                    <a:pt x="16423" y="1382"/>
                    <a:pt x="16283" y="1643"/>
                  </a:cubicBezTo>
                  <a:cubicBezTo>
                    <a:pt x="16258" y="1687"/>
                    <a:pt x="16275" y="1743"/>
                    <a:pt x="16319" y="1766"/>
                  </a:cubicBezTo>
                  <a:cubicBezTo>
                    <a:pt x="16333" y="1773"/>
                    <a:pt x="16348" y="1777"/>
                    <a:pt x="16361" y="1777"/>
                  </a:cubicBezTo>
                  <a:cubicBezTo>
                    <a:pt x="16394" y="1777"/>
                    <a:pt x="16425" y="1760"/>
                    <a:pt x="16442" y="1729"/>
                  </a:cubicBezTo>
                  <a:cubicBezTo>
                    <a:pt x="16578" y="1476"/>
                    <a:pt x="16712" y="1261"/>
                    <a:pt x="16852" y="1071"/>
                  </a:cubicBezTo>
                  <a:cubicBezTo>
                    <a:pt x="16881" y="1031"/>
                    <a:pt x="16872" y="975"/>
                    <a:pt x="16831" y="945"/>
                  </a:cubicBezTo>
                  <a:cubicBezTo>
                    <a:pt x="16815" y="933"/>
                    <a:pt x="16796" y="927"/>
                    <a:pt x="16778" y="927"/>
                  </a:cubicBezTo>
                  <a:close/>
                  <a:moveTo>
                    <a:pt x="97" y="1036"/>
                  </a:moveTo>
                  <a:cubicBezTo>
                    <a:pt x="94" y="1036"/>
                    <a:pt x="90" y="1036"/>
                    <a:pt x="87" y="1037"/>
                  </a:cubicBezTo>
                  <a:cubicBezTo>
                    <a:pt x="37" y="1043"/>
                    <a:pt x="1" y="1089"/>
                    <a:pt x="6" y="1138"/>
                  </a:cubicBezTo>
                  <a:cubicBezTo>
                    <a:pt x="8" y="1150"/>
                    <a:pt x="45" y="1463"/>
                    <a:pt x="185" y="1923"/>
                  </a:cubicBezTo>
                  <a:cubicBezTo>
                    <a:pt x="196" y="1963"/>
                    <a:pt x="233" y="1988"/>
                    <a:pt x="271" y="1988"/>
                  </a:cubicBezTo>
                  <a:cubicBezTo>
                    <a:pt x="281" y="1988"/>
                    <a:pt x="288" y="1986"/>
                    <a:pt x="298" y="1984"/>
                  </a:cubicBezTo>
                  <a:cubicBezTo>
                    <a:pt x="346" y="1969"/>
                    <a:pt x="373" y="1919"/>
                    <a:pt x="359" y="1871"/>
                  </a:cubicBezTo>
                  <a:cubicBezTo>
                    <a:pt x="225" y="1426"/>
                    <a:pt x="187" y="1119"/>
                    <a:pt x="187" y="1117"/>
                  </a:cubicBezTo>
                  <a:cubicBezTo>
                    <a:pt x="181" y="1071"/>
                    <a:pt x="143" y="1036"/>
                    <a:pt x="97" y="1036"/>
                  </a:cubicBezTo>
                  <a:close/>
                  <a:moveTo>
                    <a:pt x="19254" y="1430"/>
                  </a:moveTo>
                  <a:cubicBezTo>
                    <a:pt x="19206" y="1430"/>
                    <a:pt x="19166" y="1465"/>
                    <a:pt x="19162" y="1513"/>
                  </a:cubicBezTo>
                  <a:cubicBezTo>
                    <a:pt x="19141" y="1739"/>
                    <a:pt x="19099" y="1996"/>
                    <a:pt x="19037" y="2278"/>
                  </a:cubicBezTo>
                  <a:cubicBezTo>
                    <a:pt x="19026" y="2326"/>
                    <a:pt x="19057" y="2376"/>
                    <a:pt x="19106" y="2385"/>
                  </a:cubicBezTo>
                  <a:cubicBezTo>
                    <a:pt x="19112" y="2387"/>
                    <a:pt x="19120" y="2387"/>
                    <a:pt x="19126" y="2387"/>
                  </a:cubicBezTo>
                  <a:cubicBezTo>
                    <a:pt x="19168" y="2387"/>
                    <a:pt x="19204" y="2358"/>
                    <a:pt x="19214" y="2316"/>
                  </a:cubicBezTo>
                  <a:cubicBezTo>
                    <a:pt x="19277" y="2029"/>
                    <a:pt x="19321" y="1762"/>
                    <a:pt x="19342" y="1530"/>
                  </a:cubicBezTo>
                  <a:cubicBezTo>
                    <a:pt x="19348" y="1480"/>
                    <a:pt x="19312" y="1436"/>
                    <a:pt x="19262" y="1430"/>
                  </a:cubicBezTo>
                  <a:cubicBezTo>
                    <a:pt x="19259" y="1430"/>
                    <a:pt x="19257" y="1430"/>
                    <a:pt x="19254" y="1430"/>
                  </a:cubicBezTo>
                  <a:close/>
                  <a:moveTo>
                    <a:pt x="16018" y="2303"/>
                  </a:moveTo>
                  <a:cubicBezTo>
                    <a:pt x="15983" y="2303"/>
                    <a:pt x="15949" y="2323"/>
                    <a:pt x="15934" y="2357"/>
                  </a:cubicBezTo>
                  <a:cubicBezTo>
                    <a:pt x="15822" y="2604"/>
                    <a:pt x="15721" y="2851"/>
                    <a:pt x="15625" y="3084"/>
                  </a:cubicBezTo>
                  <a:cubicBezTo>
                    <a:pt x="15606" y="3130"/>
                    <a:pt x="15627" y="3183"/>
                    <a:pt x="15673" y="3203"/>
                  </a:cubicBezTo>
                  <a:cubicBezTo>
                    <a:pt x="15684" y="3208"/>
                    <a:pt x="15696" y="3210"/>
                    <a:pt x="15707" y="3210"/>
                  </a:cubicBezTo>
                  <a:cubicBezTo>
                    <a:pt x="15744" y="3210"/>
                    <a:pt x="15778" y="3189"/>
                    <a:pt x="15792" y="3153"/>
                  </a:cubicBezTo>
                  <a:cubicBezTo>
                    <a:pt x="15888" y="2922"/>
                    <a:pt x="15989" y="2675"/>
                    <a:pt x="16099" y="2431"/>
                  </a:cubicBezTo>
                  <a:cubicBezTo>
                    <a:pt x="16120" y="2385"/>
                    <a:pt x="16099" y="2332"/>
                    <a:pt x="16054" y="2311"/>
                  </a:cubicBezTo>
                  <a:cubicBezTo>
                    <a:pt x="16042" y="2306"/>
                    <a:pt x="16030" y="2303"/>
                    <a:pt x="16018" y="2303"/>
                  </a:cubicBezTo>
                  <a:close/>
                  <a:moveTo>
                    <a:pt x="546" y="2544"/>
                  </a:moveTo>
                  <a:cubicBezTo>
                    <a:pt x="534" y="2544"/>
                    <a:pt x="521" y="2547"/>
                    <a:pt x="509" y="2552"/>
                  </a:cubicBezTo>
                  <a:cubicBezTo>
                    <a:pt x="465" y="2573"/>
                    <a:pt x="444" y="2627"/>
                    <a:pt x="465" y="2673"/>
                  </a:cubicBezTo>
                  <a:cubicBezTo>
                    <a:pt x="574" y="2919"/>
                    <a:pt x="701" y="3156"/>
                    <a:pt x="839" y="3377"/>
                  </a:cubicBezTo>
                  <a:cubicBezTo>
                    <a:pt x="856" y="3406"/>
                    <a:pt x="887" y="3421"/>
                    <a:pt x="916" y="3421"/>
                  </a:cubicBezTo>
                  <a:cubicBezTo>
                    <a:pt x="933" y="3421"/>
                    <a:pt x="950" y="3415"/>
                    <a:pt x="964" y="3406"/>
                  </a:cubicBezTo>
                  <a:cubicBezTo>
                    <a:pt x="1008" y="3381"/>
                    <a:pt x="1019" y="3323"/>
                    <a:pt x="992" y="3281"/>
                  </a:cubicBezTo>
                  <a:cubicBezTo>
                    <a:pt x="860" y="3068"/>
                    <a:pt x="737" y="2838"/>
                    <a:pt x="630" y="2598"/>
                  </a:cubicBezTo>
                  <a:cubicBezTo>
                    <a:pt x="614" y="2564"/>
                    <a:pt x="581" y="2544"/>
                    <a:pt x="546" y="2544"/>
                  </a:cubicBezTo>
                  <a:close/>
                  <a:moveTo>
                    <a:pt x="18928" y="2969"/>
                  </a:moveTo>
                  <a:cubicBezTo>
                    <a:pt x="18889" y="2969"/>
                    <a:pt x="18852" y="2994"/>
                    <a:pt x="18840" y="3034"/>
                  </a:cubicBezTo>
                  <a:cubicBezTo>
                    <a:pt x="18773" y="3266"/>
                    <a:pt x="18692" y="3517"/>
                    <a:pt x="18604" y="3780"/>
                  </a:cubicBezTo>
                  <a:cubicBezTo>
                    <a:pt x="18587" y="3828"/>
                    <a:pt x="18611" y="3880"/>
                    <a:pt x="18659" y="3895"/>
                  </a:cubicBezTo>
                  <a:cubicBezTo>
                    <a:pt x="18669" y="3899"/>
                    <a:pt x="18681" y="3901"/>
                    <a:pt x="18690" y="3901"/>
                  </a:cubicBezTo>
                  <a:cubicBezTo>
                    <a:pt x="18727" y="3901"/>
                    <a:pt x="18763" y="3876"/>
                    <a:pt x="18775" y="3837"/>
                  </a:cubicBezTo>
                  <a:cubicBezTo>
                    <a:pt x="18865" y="3573"/>
                    <a:pt x="18945" y="3320"/>
                    <a:pt x="19014" y="3086"/>
                  </a:cubicBezTo>
                  <a:cubicBezTo>
                    <a:pt x="19030" y="3036"/>
                    <a:pt x="19001" y="2986"/>
                    <a:pt x="18953" y="2972"/>
                  </a:cubicBezTo>
                  <a:cubicBezTo>
                    <a:pt x="18945" y="2970"/>
                    <a:pt x="18936" y="2969"/>
                    <a:pt x="18928" y="2969"/>
                  </a:cubicBezTo>
                  <a:close/>
                  <a:moveTo>
                    <a:pt x="15400" y="3752"/>
                  </a:moveTo>
                  <a:cubicBezTo>
                    <a:pt x="15366" y="3752"/>
                    <a:pt x="15333" y="3772"/>
                    <a:pt x="15318" y="3805"/>
                  </a:cubicBezTo>
                  <a:cubicBezTo>
                    <a:pt x="15235" y="3981"/>
                    <a:pt x="15166" y="4110"/>
                    <a:pt x="15105" y="4198"/>
                  </a:cubicBezTo>
                  <a:cubicBezTo>
                    <a:pt x="15065" y="4256"/>
                    <a:pt x="14992" y="4317"/>
                    <a:pt x="14886" y="4380"/>
                  </a:cubicBezTo>
                  <a:cubicBezTo>
                    <a:pt x="14844" y="4407"/>
                    <a:pt x="14831" y="4463"/>
                    <a:pt x="14856" y="4505"/>
                  </a:cubicBezTo>
                  <a:cubicBezTo>
                    <a:pt x="14873" y="4534"/>
                    <a:pt x="14904" y="4549"/>
                    <a:pt x="14934" y="4549"/>
                  </a:cubicBezTo>
                  <a:cubicBezTo>
                    <a:pt x="14950" y="4549"/>
                    <a:pt x="14967" y="4545"/>
                    <a:pt x="14980" y="4536"/>
                  </a:cubicBezTo>
                  <a:cubicBezTo>
                    <a:pt x="15109" y="4459"/>
                    <a:pt x="15199" y="4382"/>
                    <a:pt x="15255" y="4302"/>
                  </a:cubicBezTo>
                  <a:cubicBezTo>
                    <a:pt x="15322" y="4204"/>
                    <a:pt x="15395" y="4070"/>
                    <a:pt x="15483" y="3882"/>
                  </a:cubicBezTo>
                  <a:cubicBezTo>
                    <a:pt x="15502" y="3836"/>
                    <a:pt x="15483" y="3782"/>
                    <a:pt x="15437" y="3761"/>
                  </a:cubicBezTo>
                  <a:cubicBezTo>
                    <a:pt x="15425" y="3755"/>
                    <a:pt x="15413" y="3752"/>
                    <a:pt x="15400" y="3752"/>
                  </a:cubicBezTo>
                  <a:close/>
                  <a:moveTo>
                    <a:pt x="1382" y="3871"/>
                  </a:moveTo>
                  <a:cubicBezTo>
                    <a:pt x="1361" y="3871"/>
                    <a:pt x="1340" y="3878"/>
                    <a:pt x="1322" y="3893"/>
                  </a:cubicBezTo>
                  <a:cubicBezTo>
                    <a:pt x="1286" y="3928"/>
                    <a:pt x="1280" y="3983"/>
                    <a:pt x="1315" y="4022"/>
                  </a:cubicBezTo>
                  <a:cubicBezTo>
                    <a:pt x="1491" y="4225"/>
                    <a:pt x="1683" y="4415"/>
                    <a:pt x="1886" y="4582"/>
                  </a:cubicBezTo>
                  <a:cubicBezTo>
                    <a:pt x="1904" y="4595"/>
                    <a:pt x="1925" y="4603"/>
                    <a:pt x="1944" y="4603"/>
                  </a:cubicBezTo>
                  <a:cubicBezTo>
                    <a:pt x="1971" y="4603"/>
                    <a:pt x="1996" y="4591"/>
                    <a:pt x="2015" y="4568"/>
                  </a:cubicBezTo>
                  <a:cubicBezTo>
                    <a:pt x="2045" y="4530"/>
                    <a:pt x="2040" y="4472"/>
                    <a:pt x="2001" y="4442"/>
                  </a:cubicBezTo>
                  <a:cubicBezTo>
                    <a:pt x="1806" y="4281"/>
                    <a:pt x="1622" y="4098"/>
                    <a:pt x="1451" y="3903"/>
                  </a:cubicBezTo>
                  <a:cubicBezTo>
                    <a:pt x="1433" y="3882"/>
                    <a:pt x="1408" y="3871"/>
                    <a:pt x="1382" y="3871"/>
                  </a:cubicBezTo>
                  <a:close/>
                  <a:moveTo>
                    <a:pt x="14210" y="4673"/>
                  </a:moveTo>
                  <a:cubicBezTo>
                    <a:pt x="14201" y="4673"/>
                    <a:pt x="14191" y="4675"/>
                    <a:pt x="14182" y="4678"/>
                  </a:cubicBezTo>
                  <a:cubicBezTo>
                    <a:pt x="13964" y="4749"/>
                    <a:pt x="13710" y="4818"/>
                    <a:pt x="13430" y="4885"/>
                  </a:cubicBezTo>
                  <a:cubicBezTo>
                    <a:pt x="13382" y="4896"/>
                    <a:pt x="13352" y="4946"/>
                    <a:pt x="13363" y="4994"/>
                  </a:cubicBezTo>
                  <a:cubicBezTo>
                    <a:pt x="13373" y="5036"/>
                    <a:pt x="13411" y="5063"/>
                    <a:pt x="13451" y="5063"/>
                  </a:cubicBezTo>
                  <a:cubicBezTo>
                    <a:pt x="13459" y="5063"/>
                    <a:pt x="13465" y="5063"/>
                    <a:pt x="13472" y="5061"/>
                  </a:cubicBezTo>
                  <a:cubicBezTo>
                    <a:pt x="13758" y="4994"/>
                    <a:pt x="14015" y="4923"/>
                    <a:pt x="14238" y="4850"/>
                  </a:cubicBezTo>
                  <a:cubicBezTo>
                    <a:pt x="14286" y="4835"/>
                    <a:pt x="14313" y="4783"/>
                    <a:pt x="14297" y="4735"/>
                  </a:cubicBezTo>
                  <a:cubicBezTo>
                    <a:pt x="14285" y="4698"/>
                    <a:pt x="14249" y="4673"/>
                    <a:pt x="14210" y="4673"/>
                  </a:cubicBezTo>
                  <a:close/>
                  <a:moveTo>
                    <a:pt x="12682" y="5046"/>
                  </a:moveTo>
                  <a:cubicBezTo>
                    <a:pt x="12677" y="5046"/>
                    <a:pt x="12671" y="5047"/>
                    <a:pt x="12665" y="5048"/>
                  </a:cubicBezTo>
                  <a:cubicBezTo>
                    <a:pt x="12421" y="5094"/>
                    <a:pt x="12160" y="5138"/>
                    <a:pt x="11892" y="5180"/>
                  </a:cubicBezTo>
                  <a:cubicBezTo>
                    <a:pt x="11842" y="5188"/>
                    <a:pt x="11807" y="5234"/>
                    <a:pt x="11815" y="5284"/>
                  </a:cubicBezTo>
                  <a:lnTo>
                    <a:pt x="11815" y="5282"/>
                  </a:lnTo>
                  <a:cubicBezTo>
                    <a:pt x="11823" y="5328"/>
                    <a:pt x="11861" y="5361"/>
                    <a:pt x="11905" y="5361"/>
                  </a:cubicBezTo>
                  <a:cubicBezTo>
                    <a:pt x="11909" y="5361"/>
                    <a:pt x="11915" y="5359"/>
                    <a:pt x="11919" y="5359"/>
                  </a:cubicBezTo>
                  <a:cubicBezTo>
                    <a:pt x="12191" y="5316"/>
                    <a:pt x="12452" y="5272"/>
                    <a:pt x="12698" y="5226"/>
                  </a:cubicBezTo>
                  <a:cubicBezTo>
                    <a:pt x="12747" y="5217"/>
                    <a:pt x="12780" y="5169"/>
                    <a:pt x="12770" y="5119"/>
                  </a:cubicBezTo>
                  <a:cubicBezTo>
                    <a:pt x="12762" y="5077"/>
                    <a:pt x="12725" y="5046"/>
                    <a:pt x="12682" y="5046"/>
                  </a:cubicBezTo>
                  <a:close/>
                  <a:moveTo>
                    <a:pt x="2592" y="4863"/>
                  </a:moveTo>
                  <a:cubicBezTo>
                    <a:pt x="2560" y="4863"/>
                    <a:pt x="2530" y="4880"/>
                    <a:pt x="2514" y="4910"/>
                  </a:cubicBezTo>
                  <a:cubicBezTo>
                    <a:pt x="2489" y="4954"/>
                    <a:pt x="2504" y="5010"/>
                    <a:pt x="2548" y="5034"/>
                  </a:cubicBezTo>
                  <a:cubicBezTo>
                    <a:pt x="2776" y="5163"/>
                    <a:pt x="3022" y="5274"/>
                    <a:pt x="3277" y="5364"/>
                  </a:cubicBezTo>
                  <a:cubicBezTo>
                    <a:pt x="3287" y="5368"/>
                    <a:pt x="3296" y="5370"/>
                    <a:pt x="3308" y="5370"/>
                  </a:cubicBezTo>
                  <a:cubicBezTo>
                    <a:pt x="3344" y="5370"/>
                    <a:pt x="3379" y="5347"/>
                    <a:pt x="3392" y="5309"/>
                  </a:cubicBezTo>
                  <a:cubicBezTo>
                    <a:pt x="3409" y="5263"/>
                    <a:pt x="3384" y="5211"/>
                    <a:pt x="3336" y="5194"/>
                  </a:cubicBezTo>
                  <a:cubicBezTo>
                    <a:pt x="3093" y="5107"/>
                    <a:pt x="2857" y="5000"/>
                    <a:pt x="2636" y="4875"/>
                  </a:cubicBezTo>
                  <a:cubicBezTo>
                    <a:pt x="2622" y="4867"/>
                    <a:pt x="2607" y="4863"/>
                    <a:pt x="2592" y="4863"/>
                  </a:cubicBezTo>
                  <a:close/>
                  <a:moveTo>
                    <a:pt x="18424" y="4459"/>
                  </a:moveTo>
                  <a:cubicBezTo>
                    <a:pt x="18387" y="4459"/>
                    <a:pt x="18352" y="4481"/>
                    <a:pt x="18339" y="4518"/>
                  </a:cubicBezTo>
                  <a:cubicBezTo>
                    <a:pt x="18253" y="4749"/>
                    <a:pt x="18159" y="4994"/>
                    <a:pt x="18055" y="5251"/>
                  </a:cubicBezTo>
                  <a:cubicBezTo>
                    <a:pt x="18038" y="5297"/>
                    <a:pt x="18061" y="5351"/>
                    <a:pt x="18107" y="5368"/>
                  </a:cubicBezTo>
                  <a:cubicBezTo>
                    <a:pt x="18118" y="5372"/>
                    <a:pt x="18128" y="5374"/>
                    <a:pt x="18140" y="5374"/>
                  </a:cubicBezTo>
                  <a:cubicBezTo>
                    <a:pt x="18176" y="5374"/>
                    <a:pt x="18211" y="5353"/>
                    <a:pt x="18224" y="5318"/>
                  </a:cubicBezTo>
                  <a:cubicBezTo>
                    <a:pt x="18328" y="5059"/>
                    <a:pt x="18423" y="4812"/>
                    <a:pt x="18510" y="4582"/>
                  </a:cubicBezTo>
                  <a:cubicBezTo>
                    <a:pt x="18527" y="4536"/>
                    <a:pt x="18502" y="4482"/>
                    <a:pt x="18456" y="4465"/>
                  </a:cubicBezTo>
                  <a:cubicBezTo>
                    <a:pt x="18445" y="4461"/>
                    <a:pt x="18434" y="4459"/>
                    <a:pt x="18424" y="4459"/>
                  </a:cubicBezTo>
                  <a:close/>
                  <a:moveTo>
                    <a:pt x="11128" y="5289"/>
                  </a:moveTo>
                  <a:cubicBezTo>
                    <a:pt x="11124" y="5289"/>
                    <a:pt x="11119" y="5289"/>
                    <a:pt x="11115" y="5290"/>
                  </a:cubicBezTo>
                  <a:cubicBezTo>
                    <a:pt x="10862" y="5320"/>
                    <a:pt x="10599" y="5351"/>
                    <a:pt x="10334" y="5378"/>
                  </a:cubicBezTo>
                  <a:cubicBezTo>
                    <a:pt x="10284" y="5384"/>
                    <a:pt x="10248" y="5428"/>
                    <a:pt x="10254" y="5478"/>
                  </a:cubicBezTo>
                  <a:cubicBezTo>
                    <a:pt x="10259" y="5524"/>
                    <a:pt x="10298" y="5560"/>
                    <a:pt x="10344" y="5560"/>
                  </a:cubicBezTo>
                  <a:cubicBezTo>
                    <a:pt x="10348" y="5560"/>
                    <a:pt x="10350" y="5558"/>
                    <a:pt x="10353" y="5558"/>
                  </a:cubicBezTo>
                  <a:cubicBezTo>
                    <a:pt x="10618" y="5531"/>
                    <a:pt x="10883" y="5501"/>
                    <a:pt x="11138" y="5468"/>
                  </a:cubicBezTo>
                  <a:cubicBezTo>
                    <a:pt x="11188" y="5462"/>
                    <a:pt x="11222" y="5416"/>
                    <a:pt x="11217" y="5368"/>
                  </a:cubicBezTo>
                  <a:cubicBezTo>
                    <a:pt x="11211" y="5323"/>
                    <a:pt x="11173" y="5289"/>
                    <a:pt x="11128" y="5289"/>
                  </a:cubicBezTo>
                  <a:close/>
                  <a:moveTo>
                    <a:pt x="4064" y="5393"/>
                  </a:moveTo>
                  <a:cubicBezTo>
                    <a:pt x="4022" y="5393"/>
                    <a:pt x="3984" y="5424"/>
                    <a:pt x="3975" y="5466"/>
                  </a:cubicBezTo>
                  <a:cubicBezTo>
                    <a:pt x="3966" y="5516"/>
                    <a:pt x="3998" y="5564"/>
                    <a:pt x="4048" y="5573"/>
                  </a:cubicBezTo>
                  <a:cubicBezTo>
                    <a:pt x="4238" y="5610"/>
                    <a:pt x="4438" y="5637"/>
                    <a:pt x="4639" y="5656"/>
                  </a:cubicBezTo>
                  <a:cubicBezTo>
                    <a:pt x="4704" y="5662"/>
                    <a:pt x="4769" y="5666"/>
                    <a:pt x="4837" y="5671"/>
                  </a:cubicBezTo>
                  <a:lnTo>
                    <a:pt x="4844" y="5671"/>
                  </a:lnTo>
                  <a:cubicBezTo>
                    <a:pt x="4890" y="5671"/>
                    <a:pt x="4931" y="5637"/>
                    <a:pt x="4934" y="5589"/>
                  </a:cubicBezTo>
                  <a:cubicBezTo>
                    <a:pt x="4938" y="5539"/>
                    <a:pt x="4900" y="5495"/>
                    <a:pt x="4850" y="5491"/>
                  </a:cubicBezTo>
                  <a:cubicBezTo>
                    <a:pt x="4785" y="5485"/>
                    <a:pt x="4720" y="5479"/>
                    <a:pt x="4654" y="5474"/>
                  </a:cubicBezTo>
                  <a:cubicBezTo>
                    <a:pt x="4459" y="5456"/>
                    <a:pt x="4267" y="5430"/>
                    <a:pt x="4081" y="5395"/>
                  </a:cubicBezTo>
                  <a:cubicBezTo>
                    <a:pt x="4075" y="5394"/>
                    <a:pt x="4069" y="5393"/>
                    <a:pt x="4064" y="5393"/>
                  </a:cubicBezTo>
                  <a:close/>
                  <a:moveTo>
                    <a:pt x="9560" y="5449"/>
                  </a:moveTo>
                  <a:cubicBezTo>
                    <a:pt x="9558" y="5449"/>
                    <a:pt x="9556" y="5449"/>
                    <a:pt x="9554" y="5449"/>
                  </a:cubicBezTo>
                  <a:cubicBezTo>
                    <a:pt x="9295" y="5470"/>
                    <a:pt x="9032" y="5489"/>
                    <a:pt x="8769" y="5504"/>
                  </a:cubicBezTo>
                  <a:cubicBezTo>
                    <a:pt x="8719" y="5506"/>
                    <a:pt x="8681" y="5550"/>
                    <a:pt x="8685" y="5600"/>
                  </a:cubicBezTo>
                  <a:cubicBezTo>
                    <a:pt x="8688" y="5648"/>
                    <a:pt x="8729" y="5685"/>
                    <a:pt x="8775" y="5685"/>
                  </a:cubicBezTo>
                  <a:lnTo>
                    <a:pt x="8780" y="5685"/>
                  </a:lnTo>
                  <a:cubicBezTo>
                    <a:pt x="9043" y="5669"/>
                    <a:pt x="9308" y="5652"/>
                    <a:pt x="9567" y="5631"/>
                  </a:cubicBezTo>
                  <a:cubicBezTo>
                    <a:pt x="9619" y="5627"/>
                    <a:pt x="9655" y="5583"/>
                    <a:pt x="9651" y="5533"/>
                  </a:cubicBezTo>
                  <a:cubicBezTo>
                    <a:pt x="9648" y="5486"/>
                    <a:pt x="9607" y="5449"/>
                    <a:pt x="9560" y="5449"/>
                  </a:cubicBezTo>
                  <a:close/>
                  <a:moveTo>
                    <a:pt x="5629" y="5539"/>
                  </a:moveTo>
                  <a:cubicBezTo>
                    <a:pt x="5581" y="5539"/>
                    <a:pt x="5540" y="5577"/>
                    <a:pt x="5539" y="5625"/>
                  </a:cubicBezTo>
                  <a:cubicBezTo>
                    <a:pt x="5537" y="5675"/>
                    <a:pt x="5575" y="5717"/>
                    <a:pt x="5625" y="5719"/>
                  </a:cubicBezTo>
                  <a:cubicBezTo>
                    <a:pt x="5880" y="5731"/>
                    <a:pt x="6145" y="5738"/>
                    <a:pt x="6413" y="5742"/>
                  </a:cubicBezTo>
                  <a:lnTo>
                    <a:pt x="6415" y="5742"/>
                  </a:lnTo>
                  <a:cubicBezTo>
                    <a:pt x="6465" y="5742"/>
                    <a:pt x="6505" y="5702"/>
                    <a:pt x="6505" y="5652"/>
                  </a:cubicBezTo>
                  <a:cubicBezTo>
                    <a:pt x="6507" y="5602"/>
                    <a:pt x="6467" y="5560"/>
                    <a:pt x="6417" y="5560"/>
                  </a:cubicBezTo>
                  <a:cubicBezTo>
                    <a:pt x="6149" y="5556"/>
                    <a:pt x="5886" y="5549"/>
                    <a:pt x="5633" y="5539"/>
                  </a:cubicBezTo>
                  <a:cubicBezTo>
                    <a:pt x="5631" y="5539"/>
                    <a:pt x="5630" y="5539"/>
                    <a:pt x="5629" y="5539"/>
                  </a:cubicBezTo>
                  <a:close/>
                  <a:moveTo>
                    <a:pt x="7993" y="5541"/>
                  </a:moveTo>
                  <a:cubicBezTo>
                    <a:pt x="7991" y="5541"/>
                    <a:pt x="7988" y="5541"/>
                    <a:pt x="7986" y="5541"/>
                  </a:cubicBezTo>
                  <a:cubicBezTo>
                    <a:pt x="7722" y="5550"/>
                    <a:pt x="7457" y="5558"/>
                    <a:pt x="7202" y="5560"/>
                  </a:cubicBezTo>
                  <a:cubicBezTo>
                    <a:pt x="7150" y="5562"/>
                    <a:pt x="7110" y="5602"/>
                    <a:pt x="7112" y="5652"/>
                  </a:cubicBezTo>
                  <a:cubicBezTo>
                    <a:pt x="7112" y="5702"/>
                    <a:pt x="7152" y="5742"/>
                    <a:pt x="7202" y="5742"/>
                  </a:cubicBezTo>
                  <a:lnTo>
                    <a:pt x="7204" y="5742"/>
                  </a:lnTo>
                  <a:cubicBezTo>
                    <a:pt x="7461" y="5738"/>
                    <a:pt x="7727" y="5733"/>
                    <a:pt x="7992" y="5723"/>
                  </a:cubicBezTo>
                  <a:cubicBezTo>
                    <a:pt x="8042" y="5721"/>
                    <a:pt x="8082" y="5679"/>
                    <a:pt x="8080" y="5629"/>
                  </a:cubicBezTo>
                  <a:cubicBezTo>
                    <a:pt x="8078" y="5581"/>
                    <a:pt x="8040" y="5541"/>
                    <a:pt x="7993" y="5541"/>
                  </a:cubicBezTo>
                  <a:close/>
                  <a:moveTo>
                    <a:pt x="17843" y="5923"/>
                  </a:moveTo>
                  <a:cubicBezTo>
                    <a:pt x="17808" y="5923"/>
                    <a:pt x="17774" y="5944"/>
                    <a:pt x="17760" y="5978"/>
                  </a:cubicBezTo>
                  <a:cubicBezTo>
                    <a:pt x="17666" y="6206"/>
                    <a:pt x="17566" y="6444"/>
                    <a:pt x="17455" y="6703"/>
                  </a:cubicBezTo>
                  <a:cubicBezTo>
                    <a:pt x="17434" y="6749"/>
                    <a:pt x="17455" y="6803"/>
                    <a:pt x="17501" y="6822"/>
                  </a:cubicBezTo>
                  <a:cubicBezTo>
                    <a:pt x="17514" y="6828"/>
                    <a:pt x="17526" y="6830"/>
                    <a:pt x="17537" y="6830"/>
                  </a:cubicBezTo>
                  <a:cubicBezTo>
                    <a:pt x="17572" y="6830"/>
                    <a:pt x="17606" y="6809"/>
                    <a:pt x="17622" y="6774"/>
                  </a:cubicBezTo>
                  <a:cubicBezTo>
                    <a:pt x="17733" y="6515"/>
                    <a:pt x="17833" y="6277"/>
                    <a:pt x="17927" y="6049"/>
                  </a:cubicBezTo>
                  <a:cubicBezTo>
                    <a:pt x="17946" y="6003"/>
                    <a:pt x="17925" y="5949"/>
                    <a:pt x="17879" y="5930"/>
                  </a:cubicBezTo>
                  <a:cubicBezTo>
                    <a:pt x="17867" y="5925"/>
                    <a:pt x="17855" y="5923"/>
                    <a:pt x="17843" y="5923"/>
                  </a:cubicBezTo>
                  <a:close/>
                  <a:moveTo>
                    <a:pt x="17226" y="7371"/>
                  </a:moveTo>
                  <a:cubicBezTo>
                    <a:pt x="17190" y="7371"/>
                    <a:pt x="17156" y="7392"/>
                    <a:pt x="17142" y="7426"/>
                  </a:cubicBezTo>
                  <a:cubicBezTo>
                    <a:pt x="17060" y="7613"/>
                    <a:pt x="16981" y="7797"/>
                    <a:pt x="16902" y="7975"/>
                  </a:cubicBezTo>
                  <a:lnTo>
                    <a:pt x="16828" y="8148"/>
                  </a:lnTo>
                  <a:cubicBezTo>
                    <a:pt x="16806" y="8194"/>
                    <a:pt x="16828" y="8247"/>
                    <a:pt x="16874" y="8267"/>
                  </a:cubicBezTo>
                  <a:cubicBezTo>
                    <a:pt x="16885" y="8272"/>
                    <a:pt x="16898" y="8274"/>
                    <a:pt x="16910" y="8274"/>
                  </a:cubicBezTo>
                  <a:cubicBezTo>
                    <a:pt x="16945" y="8274"/>
                    <a:pt x="16979" y="8253"/>
                    <a:pt x="16992" y="8221"/>
                  </a:cubicBezTo>
                  <a:lnTo>
                    <a:pt x="17069" y="8048"/>
                  </a:lnTo>
                  <a:cubicBezTo>
                    <a:pt x="17146" y="7870"/>
                    <a:pt x="17227" y="7685"/>
                    <a:pt x="17309" y="7497"/>
                  </a:cubicBezTo>
                  <a:cubicBezTo>
                    <a:pt x="17328" y="7453"/>
                    <a:pt x="17307" y="7400"/>
                    <a:pt x="17261" y="7379"/>
                  </a:cubicBezTo>
                  <a:cubicBezTo>
                    <a:pt x="17250" y="7374"/>
                    <a:pt x="17238" y="7371"/>
                    <a:pt x="17226" y="7371"/>
                  </a:cubicBezTo>
                  <a:close/>
                  <a:moveTo>
                    <a:pt x="16596" y="8815"/>
                  </a:moveTo>
                  <a:cubicBezTo>
                    <a:pt x="16561" y="8815"/>
                    <a:pt x="16527" y="8837"/>
                    <a:pt x="16513" y="8871"/>
                  </a:cubicBezTo>
                  <a:cubicBezTo>
                    <a:pt x="16482" y="8942"/>
                    <a:pt x="16452" y="9011"/>
                    <a:pt x="16423" y="9080"/>
                  </a:cubicBezTo>
                  <a:cubicBezTo>
                    <a:pt x="16356" y="9239"/>
                    <a:pt x="16281" y="9412"/>
                    <a:pt x="16204" y="9594"/>
                  </a:cubicBezTo>
                  <a:cubicBezTo>
                    <a:pt x="16183" y="9640"/>
                    <a:pt x="16204" y="9694"/>
                    <a:pt x="16250" y="9715"/>
                  </a:cubicBezTo>
                  <a:cubicBezTo>
                    <a:pt x="16262" y="9719"/>
                    <a:pt x="16275" y="9723"/>
                    <a:pt x="16287" y="9723"/>
                  </a:cubicBezTo>
                  <a:cubicBezTo>
                    <a:pt x="16321" y="9723"/>
                    <a:pt x="16356" y="9702"/>
                    <a:pt x="16369" y="9667"/>
                  </a:cubicBezTo>
                  <a:cubicBezTo>
                    <a:pt x="16448" y="9485"/>
                    <a:pt x="16523" y="9312"/>
                    <a:pt x="16590" y="9151"/>
                  </a:cubicBezTo>
                  <a:cubicBezTo>
                    <a:pt x="16618" y="9082"/>
                    <a:pt x="16649" y="9013"/>
                    <a:pt x="16680" y="8942"/>
                  </a:cubicBezTo>
                  <a:cubicBezTo>
                    <a:pt x="16699" y="8896"/>
                    <a:pt x="16678" y="8842"/>
                    <a:pt x="16632" y="8823"/>
                  </a:cubicBezTo>
                  <a:cubicBezTo>
                    <a:pt x="16620" y="8818"/>
                    <a:pt x="16608" y="8815"/>
                    <a:pt x="16596" y="8815"/>
                  </a:cubicBezTo>
                  <a:close/>
                  <a:moveTo>
                    <a:pt x="15977" y="10264"/>
                  </a:moveTo>
                  <a:cubicBezTo>
                    <a:pt x="15941" y="10264"/>
                    <a:pt x="15907" y="10285"/>
                    <a:pt x="15891" y="10319"/>
                  </a:cubicBezTo>
                  <a:cubicBezTo>
                    <a:pt x="15792" y="10551"/>
                    <a:pt x="15688" y="10793"/>
                    <a:pt x="15581" y="11042"/>
                  </a:cubicBezTo>
                  <a:cubicBezTo>
                    <a:pt x="15560" y="11088"/>
                    <a:pt x="15581" y="11142"/>
                    <a:pt x="15627" y="11161"/>
                  </a:cubicBezTo>
                  <a:cubicBezTo>
                    <a:pt x="15638" y="11167"/>
                    <a:pt x="15652" y="11169"/>
                    <a:pt x="15663" y="11169"/>
                  </a:cubicBezTo>
                  <a:cubicBezTo>
                    <a:pt x="15698" y="11169"/>
                    <a:pt x="15732" y="11150"/>
                    <a:pt x="15746" y="11115"/>
                  </a:cubicBezTo>
                  <a:cubicBezTo>
                    <a:pt x="15855" y="10866"/>
                    <a:pt x="15959" y="10622"/>
                    <a:pt x="16058" y="10390"/>
                  </a:cubicBezTo>
                  <a:cubicBezTo>
                    <a:pt x="16079" y="10344"/>
                    <a:pt x="16058" y="10292"/>
                    <a:pt x="16012" y="10271"/>
                  </a:cubicBezTo>
                  <a:cubicBezTo>
                    <a:pt x="16001" y="10266"/>
                    <a:pt x="15989" y="10264"/>
                    <a:pt x="15977" y="10264"/>
                  </a:cubicBezTo>
                  <a:close/>
                  <a:moveTo>
                    <a:pt x="15350" y="11711"/>
                  </a:moveTo>
                  <a:cubicBezTo>
                    <a:pt x="15315" y="11711"/>
                    <a:pt x="15282" y="11731"/>
                    <a:pt x="15266" y="11766"/>
                  </a:cubicBezTo>
                  <a:cubicBezTo>
                    <a:pt x="15164" y="12003"/>
                    <a:pt x="15059" y="12245"/>
                    <a:pt x="14951" y="12489"/>
                  </a:cubicBezTo>
                  <a:cubicBezTo>
                    <a:pt x="14932" y="12535"/>
                    <a:pt x="14953" y="12587"/>
                    <a:pt x="14999" y="12608"/>
                  </a:cubicBezTo>
                  <a:cubicBezTo>
                    <a:pt x="15011" y="12611"/>
                    <a:pt x="15022" y="12615"/>
                    <a:pt x="15036" y="12615"/>
                  </a:cubicBezTo>
                  <a:cubicBezTo>
                    <a:pt x="15070" y="12615"/>
                    <a:pt x="15103" y="12594"/>
                    <a:pt x="15118" y="12560"/>
                  </a:cubicBezTo>
                  <a:cubicBezTo>
                    <a:pt x="15224" y="12316"/>
                    <a:pt x="15329" y="12074"/>
                    <a:pt x="15433" y="11838"/>
                  </a:cubicBezTo>
                  <a:cubicBezTo>
                    <a:pt x="15452" y="11792"/>
                    <a:pt x="15431" y="11739"/>
                    <a:pt x="15385" y="11718"/>
                  </a:cubicBezTo>
                  <a:cubicBezTo>
                    <a:pt x="15373" y="11713"/>
                    <a:pt x="15362" y="11711"/>
                    <a:pt x="15350" y="11711"/>
                  </a:cubicBezTo>
                  <a:close/>
                  <a:moveTo>
                    <a:pt x="14720" y="13156"/>
                  </a:moveTo>
                  <a:cubicBezTo>
                    <a:pt x="14686" y="13156"/>
                    <a:pt x="14652" y="13176"/>
                    <a:pt x="14637" y="13210"/>
                  </a:cubicBezTo>
                  <a:lnTo>
                    <a:pt x="14322" y="13933"/>
                  </a:lnTo>
                  <a:cubicBezTo>
                    <a:pt x="14303" y="13979"/>
                    <a:pt x="14324" y="14033"/>
                    <a:pt x="14368" y="14052"/>
                  </a:cubicBezTo>
                  <a:lnTo>
                    <a:pt x="14370" y="14052"/>
                  </a:lnTo>
                  <a:cubicBezTo>
                    <a:pt x="14382" y="14058"/>
                    <a:pt x="14393" y="14060"/>
                    <a:pt x="14405" y="14060"/>
                  </a:cubicBezTo>
                  <a:cubicBezTo>
                    <a:pt x="14441" y="14060"/>
                    <a:pt x="14474" y="14039"/>
                    <a:pt x="14489" y="14006"/>
                  </a:cubicBezTo>
                  <a:lnTo>
                    <a:pt x="14804" y="13283"/>
                  </a:lnTo>
                  <a:cubicBezTo>
                    <a:pt x="14825" y="13237"/>
                    <a:pt x="14804" y="13183"/>
                    <a:pt x="14758" y="13164"/>
                  </a:cubicBezTo>
                  <a:cubicBezTo>
                    <a:pt x="14746" y="13158"/>
                    <a:pt x="14733" y="13156"/>
                    <a:pt x="14720" y="13156"/>
                  </a:cubicBezTo>
                  <a:close/>
                  <a:moveTo>
                    <a:pt x="14089" y="14600"/>
                  </a:moveTo>
                  <a:cubicBezTo>
                    <a:pt x="14054" y="14600"/>
                    <a:pt x="14021" y="14621"/>
                    <a:pt x="14006" y="14654"/>
                  </a:cubicBezTo>
                  <a:lnTo>
                    <a:pt x="13691" y="15378"/>
                  </a:lnTo>
                  <a:cubicBezTo>
                    <a:pt x="13670" y="15424"/>
                    <a:pt x="13691" y="15475"/>
                    <a:pt x="13737" y="15497"/>
                  </a:cubicBezTo>
                  <a:cubicBezTo>
                    <a:pt x="13749" y="15502"/>
                    <a:pt x="13762" y="15504"/>
                    <a:pt x="13774" y="15504"/>
                  </a:cubicBezTo>
                  <a:cubicBezTo>
                    <a:pt x="13808" y="15504"/>
                    <a:pt x="13843" y="15483"/>
                    <a:pt x="13856" y="15450"/>
                  </a:cubicBezTo>
                  <a:lnTo>
                    <a:pt x="14173" y="14727"/>
                  </a:lnTo>
                  <a:cubicBezTo>
                    <a:pt x="14194" y="14681"/>
                    <a:pt x="14173" y="14628"/>
                    <a:pt x="14127" y="14608"/>
                  </a:cubicBezTo>
                  <a:cubicBezTo>
                    <a:pt x="14114" y="14603"/>
                    <a:pt x="14102" y="14600"/>
                    <a:pt x="14089" y="14600"/>
                  </a:cubicBezTo>
                  <a:close/>
                  <a:moveTo>
                    <a:pt x="13458" y="16044"/>
                  </a:moveTo>
                  <a:cubicBezTo>
                    <a:pt x="13423" y="16044"/>
                    <a:pt x="13389" y="16064"/>
                    <a:pt x="13375" y="16099"/>
                  </a:cubicBezTo>
                  <a:lnTo>
                    <a:pt x="13058" y="16820"/>
                  </a:lnTo>
                  <a:cubicBezTo>
                    <a:pt x="13037" y="16866"/>
                    <a:pt x="13058" y="16920"/>
                    <a:pt x="13104" y="16939"/>
                  </a:cubicBezTo>
                  <a:cubicBezTo>
                    <a:pt x="13116" y="16945"/>
                    <a:pt x="13129" y="16947"/>
                    <a:pt x="13141" y="16947"/>
                  </a:cubicBezTo>
                  <a:cubicBezTo>
                    <a:pt x="13175" y="16947"/>
                    <a:pt x="13210" y="16928"/>
                    <a:pt x="13223" y="16893"/>
                  </a:cubicBezTo>
                  <a:lnTo>
                    <a:pt x="13540" y="16172"/>
                  </a:lnTo>
                  <a:cubicBezTo>
                    <a:pt x="13561" y="16126"/>
                    <a:pt x="13540" y="16072"/>
                    <a:pt x="13494" y="16051"/>
                  </a:cubicBezTo>
                  <a:cubicBezTo>
                    <a:pt x="13482" y="16046"/>
                    <a:pt x="13470" y="16044"/>
                    <a:pt x="13458" y="16044"/>
                  </a:cubicBezTo>
                  <a:close/>
                  <a:moveTo>
                    <a:pt x="12823" y="17487"/>
                  </a:moveTo>
                  <a:cubicBezTo>
                    <a:pt x="12789" y="17487"/>
                    <a:pt x="12756" y="17508"/>
                    <a:pt x="12742" y="17541"/>
                  </a:cubicBezTo>
                  <a:lnTo>
                    <a:pt x="12423" y="18265"/>
                  </a:lnTo>
                  <a:cubicBezTo>
                    <a:pt x="12404" y="18311"/>
                    <a:pt x="12425" y="18364"/>
                    <a:pt x="12469" y="18383"/>
                  </a:cubicBezTo>
                  <a:cubicBezTo>
                    <a:pt x="12483" y="18389"/>
                    <a:pt x="12494" y="18391"/>
                    <a:pt x="12506" y="18391"/>
                  </a:cubicBezTo>
                  <a:cubicBezTo>
                    <a:pt x="12542" y="18391"/>
                    <a:pt x="12575" y="18372"/>
                    <a:pt x="12590" y="18337"/>
                  </a:cubicBezTo>
                  <a:lnTo>
                    <a:pt x="12907" y="17614"/>
                  </a:lnTo>
                  <a:cubicBezTo>
                    <a:pt x="12928" y="17568"/>
                    <a:pt x="12907" y="17516"/>
                    <a:pt x="12861" y="17495"/>
                  </a:cubicBezTo>
                  <a:cubicBezTo>
                    <a:pt x="12848" y="17490"/>
                    <a:pt x="12836" y="17487"/>
                    <a:pt x="12823" y="17487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2276600" y="4495900"/>
              <a:ext cx="187175" cy="52100"/>
            </a:xfrm>
            <a:custGeom>
              <a:avLst/>
              <a:gdLst/>
              <a:ahLst/>
              <a:cxnLst/>
              <a:rect l="l" t="t" r="r" b="b"/>
              <a:pathLst>
                <a:path w="7487" h="2084" extrusionOk="0">
                  <a:moveTo>
                    <a:pt x="426" y="0"/>
                  </a:moveTo>
                  <a:lnTo>
                    <a:pt x="0" y="1863"/>
                  </a:lnTo>
                  <a:lnTo>
                    <a:pt x="6766" y="2083"/>
                  </a:lnTo>
                  <a:lnTo>
                    <a:pt x="7487" y="240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2546450" y="4131650"/>
              <a:ext cx="118375" cy="220425"/>
            </a:xfrm>
            <a:custGeom>
              <a:avLst/>
              <a:gdLst/>
              <a:ahLst/>
              <a:cxnLst/>
              <a:rect l="l" t="t" r="r" b="b"/>
              <a:pathLst>
                <a:path w="4735" h="8817" extrusionOk="0">
                  <a:moveTo>
                    <a:pt x="4613" y="1"/>
                  </a:moveTo>
                  <a:cubicBezTo>
                    <a:pt x="4587" y="1"/>
                    <a:pt x="4561" y="14"/>
                    <a:pt x="4546" y="47"/>
                  </a:cubicBezTo>
                  <a:cubicBezTo>
                    <a:pt x="3200" y="3005"/>
                    <a:pt x="1698" y="5884"/>
                    <a:pt x="42" y="8681"/>
                  </a:cubicBezTo>
                  <a:cubicBezTo>
                    <a:pt x="1" y="8752"/>
                    <a:pt x="64" y="8817"/>
                    <a:pt x="126" y="8817"/>
                  </a:cubicBezTo>
                  <a:cubicBezTo>
                    <a:pt x="154" y="8817"/>
                    <a:pt x="181" y="8804"/>
                    <a:pt x="199" y="8773"/>
                  </a:cubicBezTo>
                  <a:cubicBezTo>
                    <a:pt x="1853" y="5977"/>
                    <a:pt x="3355" y="3097"/>
                    <a:pt x="4702" y="139"/>
                  </a:cubicBezTo>
                  <a:cubicBezTo>
                    <a:pt x="4735" y="67"/>
                    <a:pt x="4671" y="1"/>
                    <a:pt x="4613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2415575" y="4053500"/>
              <a:ext cx="58800" cy="131325"/>
            </a:xfrm>
            <a:custGeom>
              <a:avLst/>
              <a:gdLst/>
              <a:ahLst/>
              <a:cxnLst/>
              <a:rect l="l" t="t" r="r" b="b"/>
              <a:pathLst>
                <a:path w="2352" h="5253" extrusionOk="0">
                  <a:moveTo>
                    <a:pt x="2230" y="1"/>
                  </a:moveTo>
                  <a:cubicBezTo>
                    <a:pt x="2203" y="1"/>
                    <a:pt x="2177" y="15"/>
                    <a:pt x="2162" y="48"/>
                  </a:cubicBezTo>
                  <a:cubicBezTo>
                    <a:pt x="1379" y="1715"/>
                    <a:pt x="668" y="3415"/>
                    <a:pt x="25" y="5143"/>
                  </a:cubicBezTo>
                  <a:cubicBezTo>
                    <a:pt x="1" y="5209"/>
                    <a:pt x="55" y="5252"/>
                    <a:pt x="111" y="5252"/>
                  </a:cubicBezTo>
                  <a:cubicBezTo>
                    <a:pt x="148" y="5252"/>
                    <a:pt x="186" y="5234"/>
                    <a:pt x="202" y="5191"/>
                  </a:cubicBezTo>
                  <a:cubicBezTo>
                    <a:pt x="836" y="3478"/>
                    <a:pt x="1544" y="1794"/>
                    <a:pt x="2317" y="139"/>
                  </a:cubicBezTo>
                  <a:cubicBezTo>
                    <a:pt x="2352" y="67"/>
                    <a:pt x="2288" y="1"/>
                    <a:pt x="2230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2438025" y="4083925"/>
              <a:ext cx="9000" cy="31750"/>
            </a:xfrm>
            <a:custGeom>
              <a:avLst/>
              <a:gdLst/>
              <a:ahLst/>
              <a:cxnLst/>
              <a:rect l="l" t="t" r="r" b="b"/>
              <a:pathLst>
                <a:path w="360" h="1270" extrusionOk="0">
                  <a:moveTo>
                    <a:pt x="113" y="1"/>
                  </a:moveTo>
                  <a:cubicBezTo>
                    <a:pt x="60" y="1"/>
                    <a:pt x="1" y="46"/>
                    <a:pt x="11" y="115"/>
                  </a:cubicBezTo>
                  <a:cubicBezTo>
                    <a:pt x="65" y="477"/>
                    <a:pt x="119" y="842"/>
                    <a:pt x="172" y="1204"/>
                  </a:cubicBezTo>
                  <a:cubicBezTo>
                    <a:pt x="179" y="1250"/>
                    <a:pt x="211" y="1270"/>
                    <a:pt x="246" y="1270"/>
                  </a:cubicBezTo>
                  <a:cubicBezTo>
                    <a:pt x="299" y="1270"/>
                    <a:pt x="359" y="1225"/>
                    <a:pt x="349" y="1156"/>
                  </a:cubicBezTo>
                  <a:cubicBezTo>
                    <a:pt x="295" y="792"/>
                    <a:pt x="240" y="429"/>
                    <a:pt x="188" y="67"/>
                  </a:cubicBezTo>
                  <a:cubicBezTo>
                    <a:pt x="181" y="21"/>
                    <a:pt x="149" y="1"/>
                    <a:pt x="113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4"/>
            <p:cNvSpPr/>
            <p:nvPr/>
          </p:nvSpPr>
          <p:spPr>
            <a:xfrm>
              <a:off x="1929475" y="3594850"/>
              <a:ext cx="465450" cy="356425"/>
            </a:xfrm>
            <a:custGeom>
              <a:avLst/>
              <a:gdLst/>
              <a:ahLst/>
              <a:cxnLst/>
              <a:rect l="l" t="t" r="r" b="b"/>
              <a:pathLst>
                <a:path w="18618" h="14257" extrusionOk="0">
                  <a:moveTo>
                    <a:pt x="1846" y="0"/>
                  </a:moveTo>
                  <a:cubicBezTo>
                    <a:pt x="1846" y="1"/>
                    <a:pt x="1" y="11869"/>
                    <a:pt x="4737" y="13689"/>
                  </a:cubicBezTo>
                  <a:cubicBezTo>
                    <a:pt x="5803" y="14099"/>
                    <a:pt x="7109" y="14256"/>
                    <a:pt x="8490" y="14256"/>
                  </a:cubicBezTo>
                  <a:cubicBezTo>
                    <a:pt x="13134" y="14256"/>
                    <a:pt x="18617" y="12469"/>
                    <a:pt x="18617" y="12469"/>
                  </a:cubicBezTo>
                  <a:lnTo>
                    <a:pt x="18213" y="11013"/>
                  </a:lnTo>
                  <a:cubicBezTo>
                    <a:pt x="18213" y="11013"/>
                    <a:pt x="8499" y="10585"/>
                    <a:pt x="7973" y="9482"/>
                  </a:cubicBezTo>
                  <a:cubicBezTo>
                    <a:pt x="7445" y="8379"/>
                    <a:pt x="7486" y="881"/>
                    <a:pt x="7486" y="881"/>
                  </a:cubicBezTo>
                  <a:lnTo>
                    <a:pt x="1846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4"/>
            <p:cNvSpPr/>
            <p:nvPr/>
          </p:nvSpPr>
          <p:spPr>
            <a:xfrm>
              <a:off x="2084500" y="3832450"/>
              <a:ext cx="46175" cy="18200"/>
            </a:xfrm>
            <a:custGeom>
              <a:avLst/>
              <a:gdLst/>
              <a:ahLst/>
              <a:cxnLst/>
              <a:rect l="l" t="t" r="r" b="b"/>
              <a:pathLst>
                <a:path w="1847" h="728" extrusionOk="0">
                  <a:moveTo>
                    <a:pt x="1713" y="1"/>
                  </a:moveTo>
                  <a:cubicBezTo>
                    <a:pt x="1706" y="1"/>
                    <a:pt x="1699" y="2"/>
                    <a:pt x="1691" y="3"/>
                  </a:cubicBezTo>
                  <a:cubicBezTo>
                    <a:pt x="1135" y="124"/>
                    <a:pt x="602" y="310"/>
                    <a:pt x="92" y="561"/>
                  </a:cubicBezTo>
                  <a:cubicBezTo>
                    <a:pt x="1" y="606"/>
                    <a:pt x="56" y="727"/>
                    <a:pt x="140" y="727"/>
                  </a:cubicBezTo>
                  <a:cubicBezTo>
                    <a:pt x="153" y="727"/>
                    <a:pt x="167" y="724"/>
                    <a:pt x="182" y="717"/>
                  </a:cubicBezTo>
                  <a:cubicBezTo>
                    <a:pt x="680" y="473"/>
                    <a:pt x="1198" y="295"/>
                    <a:pt x="1739" y="178"/>
                  </a:cubicBezTo>
                  <a:cubicBezTo>
                    <a:pt x="1847" y="154"/>
                    <a:pt x="1812" y="1"/>
                    <a:pt x="1713" y="1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4"/>
            <p:cNvSpPr/>
            <p:nvPr/>
          </p:nvSpPr>
          <p:spPr>
            <a:xfrm>
              <a:off x="2072350" y="3824925"/>
              <a:ext cx="43900" cy="14825"/>
            </a:xfrm>
            <a:custGeom>
              <a:avLst/>
              <a:gdLst/>
              <a:ahLst/>
              <a:cxnLst/>
              <a:rect l="l" t="t" r="r" b="b"/>
              <a:pathLst>
                <a:path w="1756" h="593" extrusionOk="0">
                  <a:moveTo>
                    <a:pt x="105" y="0"/>
                  </a:moveTo>
                  <a:cubicBezTo>
                    <a:pt x="0" y="0"/>
                    <a:pt x="6" y="169"/>
                    <a:pt x="117" y="183"/>
                  </a:cubicBezTo>
                  <a:cubicBezTo>
                    <a:pt x="627" y="247"/>
                    <a:pt x="1099" y="377"/>
                    <a:pt x="1571" y="584"/>
                  </a:cubicBezTo>
                  <a:cubicBezTo>
                    <a:pt x="1585" y="590"/>
                    <a:pt x="1598" y="593"/>
                    <a:pt x="1610" y="593"/>
                  </a:cubicBezTo>
                  <a:cubicBezTo>
                    <a:pt x="1697" y="593"/>
                    <a:pt x="1755" y="469"/>
                    <a:pt x="1661" y="427"/>
                  </a:cubicBezTo>
                  <a:cubicBezTo>
                    <a:pt x="1161" y="208"/>
                    <a:pt x="658" y="70"/>
                    <a:pt x="117" y="1"/>
                  </a:cubicBezTo>
                  <a:cubicBezTo>
                    <a:pt x="113" y="1"/>
                    <a:pt x="109" y="0"/>
                    <a:pt x="105" y="0"/>
                  </a:cubicBezTo>
                  <a:close/>
                </a:path>
              </a:pathLst>
            </a:custGeom>
            <a:solidFill>
              <a:srgbClr val="7428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4"/>
            <p:cNvSpPr/>
            <p:nvPr/>
          </p:nvSpPr>
          <p:spPr>
            <a:xfrm>
              <a:off x="1949250" y="3448775"/>
              <a:ext cx="192500" cy="230500"/>
            </a:xfrm>
            <a:custGeom>
              <a:avLst/>
              <a:gdLst/>
              <a:ahLst/>
              <a:cxnLst/>
              <a:rect l="l" t="t" r="r" b="b"/>
              <a:pathLst>
                <a:path w="7700" h="9220" extrusionOk="0">
                  <a:moveTo>
                    <a:pt x="4491" y="0"/>
                  </a:moveTo>
                  <a:cubicBezTo>
                    <a:pt x="3467" y="0"/>
                    <a:pt x="2598" y="582"/>
                    <a:pt x="1951" y="1642"/>
                  </a:cubicBezTo>
                  <a:cubicBezTo>
                    <a:pt x="905" y="3355"/>
                    <a:pt x="464" y="5406"/>
                    <a:pt x="0" y="9220"/>
                  </a:cubicBezTo>
                  <a:lnTo>
                    <a:pt x="6787" y="9091"/>
                  </a:lnTo>
                  <a:cubicBezTo>
                    <a:pt x="6787" y="9091"/>
                    <a:pt x="7700" y="5901"/>
                    <a:pt x="7529" y="3156"/>
                  </a:cubicBezTo>
                  <a:cubicBezTo>
                    <a:pt x="7422" y="1416"/>
                    <a:pt x="6597" y="593"/>
                    <a:pt x="5647" y="229"/>
                  </a:cubicBezTo>
                  <a:cubicBezTo>
                    <a:pt x="5244" y="75"/>
                    <a:pt x="4858" y="0"/>
                    <a:pt x="44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4"/>
            <p:cNvSpPr/>
            <p:nvPr/>
          </p:nvSpPr>
          <p:spPr>
            <a:xfrm>
              <a:off x="1971300" y="3411425"/>
              <a:ext cx="147250" cy="136750"/>
            </a:xfrm>
            <a:custGeom>
              <a:avLst/>
              <a:gdLst/>
              <a:ahLst/>
              <a:cxnLst/>
              <a:rect l="l" t="t" r="r" b="b"/>
              <a:pathLst>
                <a:path w="5890" h="5470" extrusionOk="0">
                  <a:moveTo>
                    <a:pt x="5276" y="0"/>
                  </a:moveTo>
                  <a:cubicBezTo>
                    <a:pt x="5223" y="0"/>
                    <a:pt x="5173" y="41"/>
                    <a:pt x="5197" y="104"/>
                  </a:cubicBezTo>
                  <a:lnTo>
                    <a:pt x="5197" y="102"/>
                  </a:lnTo>
                  <a:lnTo>
                    <a:pt x="5197" y="102"/>
                  </a:lnTo>
                  <a:cubicBezTo>
                    <a:pt x="5471" y="808"/>
                    <a:pt x="5765" y="1782"/>
                    <a:pt x="4969" y="2267"/>
                  </a:cubicBezTo>
                  <a:cubicBezTo>
                    <a:pt x="4372" y="2630"/>
                    <a:pt x="3618" y="2509"/>
                    <a:pt x="2958" y="2596"/>
                  </a:cubicBezTo>
                  <a:cubicBezTo>
                    <a:pt x="2329" y="2676"/>
                    <a:pt x="1832" y="2954"/>
                    <a:pt x="1550" y="3539"/>
                  </a:cubicBezTo>
                  <a:cubicBezTo>
                    <a:pt x="1254" y="4153"/>
                    <a:pt x="1095" y="5299"/>
                    <a:pt x="238" y="5299"/>
                  </a:cubicBezTo>
                  <a:cubicBezTo>
                    <a:pt x="197" y="5299"/>
                    <a:pt x="154" y="5296"/>
                    <a:pt x="110" y="5291"/>
                  </a:cubicBezTo>
                  <a:cubicBezTo>
                    <a:pt x="106" y="5290"/>
                    <a:pt x="102" y="5290"/>
                    <a:pt x="98" y="5290"/>
                  </a:cubicBezTo>
                  <a:cubicBezTo>
                    <a:pt x="1" y="5290"/>
                    <a:pt x="6" y="5448"/>
                    <a:pt x="110" y="5461"/>
                  </a:cubicBezTo>
                  <a:cubicBezTo>
                    <a:pt x="156" y="5467"/>
                    <a:pt x="201" y="5470"/>
                    <a:pt x="245" y="5470"/>
                  </a:cubicBezTo>
                  <a:cubicBezTo>
                    <a:pt x="1004" y="5470"/>
                    <a:pt x="1321" y="4630"/>
                    <a:pt x="1541" y="4017"/>
                  </a:cubicBezTo>
                  <a:cubicBezTo>
                    <a:pt x="1690" y="3597"/>
                    <a:pt x="1875" y="3186"/>
                    <a:pt x="2285" y="2964"/>
                  </a:cubicBezTo>
                  <a:cubicBezTo>
                    <a:pt x="2671" y="2755"/>
                    <a:pt x="3131" y="2739"/>
                    <a:pt x="3559" y="2722"/>
                  </a:cubicBezTo>
                  <a:cubicBezTo>
                    <a:pt x="4178" y="2699"/>
                    <a:pt x="4915" y="2665"/>
                    <a:pt x="5358" y="2166"/>
                  </a:cubicBezTo>
                  <a:cubicBezTo>
                    <a:pt x="5889" y="1567"/>
                    <a:pt x="5615" y="712"/>
                    <a:pt x="5362" y="58"/>
                  </a:cubicBezTo>
                  <a:cubicBezTo>
                    <a:pt x="5346" y="18"/>
                    <a:pt x="5311" y="0"/>
                    <a:pt x="5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4"/>
            <p:cNvSpPr/>
            <p:nvPr/>
          </p:nvSpPr>
          <p:spPr>
            <a:xfrm>
              <a:off x="2026250" y="3540650"/>
              <a:ext cx="110450" cy="111500"/>
            </a:xfrm>
            <a:custGeom>
              <a:avLst/>
              <a:gdLst/>
              <a:ahLst/>
              <a:cxnLst/>
              <a:rect l="l" t="t" r="r" b="b"/>
              <a:pathLst>
                <a:path w="4418" h="4460" extrusionOk="0">
                  <a:moveTo>
                    <a:pt x="3791" y="1"/>
                  </a:moveTo>
                  <a:cubicBezTo>
                    <a:pt x="2794" y="1"/>
                    <a:pt x="1811" y="398"/>
                    <a:pt x="1123" y="1138"/>
                  </a:cubicBezTo>
                  <a:cubicBezTo>
                    <a:pt x="315" y="2003"/>
                    <a:pt x="1" y="3248"/>
                    <a:pt x="250" y="4397"/>
                  </a:cubicBezTo>
                  <a:cubicBezTo>
                    <a:pt x="259" y="4441"/>
                    <a:pt x="291" y="4459"/>
                    <a:pt x="325" y="4459"/>
                  </a:cubicBezTo>
                  <a:cubicBezTo>
                    <a:pt x="375" y="4459"/>
                    <a:pt x="429" y="4418"/>
                    <a:pt x="415" y="4353"/>
                  </a:cubicBezTo>
                  <a:cubicBezTo>
                    <a:pt x="179" y="3264"/>
                    <a:pt x="480" y="2078"/>
                    <a:pt x="1244" y="1257"/>
                  </a:cubicBezTo>
                  <a:cubicBezTo>
                    <a:pt x="1895" y="556"/>
                    <a:pt x="2838" y="169"/>
                    <a:pt x="3788" y="169"/>
                  </a:cubicBezTo>
                  <a:cubicBezTo>
                    <a:pt x="3949" y="169"/>
                    <a:pt x="4109" y="180"/>
                    <a:pt x="4269" y="202"/>
                  </a:cubicBezTo>
                  <a:cubicBezTo>
                    <a:pt x="4274" y="203"/>
                    <a:pt x="4278" y="203"/>
                    <a:pt x="4283" y="203"/>
                  </a:cubicBezTo>
                  <a:cubicBezTo>
                    <a:pt x="4380" y="203"/>
                    <a:pt x="4417" y="52"/>
                    <a:pt x="4313" y="37"/>
                  </a:cubicBezTo>
                  <a:cubicBezTo>
                    <a:pt x="4140" y="13"/>
                    <a:pt x="3965" y="1"/>
                    <a:pt x="3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4"/>
            <p:cNvSpPr/>
            <p:nvPr/>
          </p:nvSpPr>
          <p:spPr>
            <a:xfrm>
              <a:off x="1953025" y="3648500"/>
              <a:ext cx="171900" cy="5950"/>
            </a:xfrm>
            <a:custGeom>
              <a:avLst/>
              <a:gdLst/>
              <a:ahLst/>
              <a:cxnLst/>
              <a:rect l="l" t="t" r="r" b="b"/>
              <a:pathLst>
                <a:path w="6876" h="238" extrusionOk="0">
                  <a:moveTo>
                    <a:pt x="6770" y="1"/>
                  </a:moveTo>
                  <a:cubicBezTo>
                    <a:pt x="6769" y="1"/>
                    <a:pt x="6769" y="1"/>
                    <a:pt x="6768" y="1"/>
                  </a:cubicBezTo>
                  <a:cubicBezTo>
                    <a:pt x="5122" y="35"/>
                    <a:pt x="3474" y="71"/>
                    <a:pt x="1827" y="71"/>
                  </a:cubicBezTo>
                  <a:cubicBezTo>
                    <a:pt x="1254" y="71"/>
                    <a:pt x="681" y="67"/>
                    <a:pt x="108" y="57"/>
                  </a:cubicBezTo>
                  <a:cubicBezTo>
                    <a:pt x="107" y="57"/>
                    <a:pt x="107" y="57"/>
                    <a:pt x="106" y="57"/>
                  </a:cubicBezTo>
                  <a:cubicBezTo>
                    <a:pt x="1" y="57"/>
                    <a:pt x="1" y="222"/>
                    <a:pt x="108" y="223"/>
                  </a:cubicBezTo>
                  <a:cubicBezTo>
                    <a:pt x="675" y="233"/>
                    <a:pt x="1243" y="237"/>
                    <a:pt x="1810" y="237"/>
                  </a:cubicBezTo>
                  <a:cubicBezTo>
                    <a:pt x="3463" y="237"/>
                    <a:pt x="5116" y="202"/>
                    <a:pt x="6768" y="168"/>
                  </a:cubicBezTo>
                  <a:cubicBezTo>
                    <a:pt x="6875" y="166"/>
                    <a:pt x="6876" y="1"/>
                    <a:pt x="6770" y="1"/>
                  </a:cubicBezTo>
                  <a:close/>
                </a:path>
              </a:pathLst>
            </a:custGeom>
            <a:solidFill>
              <a:srgbClr val="B86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4"/>
            <p:cNvSpPr/>
            <p:nvPr/>
          </p:nvSpPr>
          <p:spPr>
            <a:xfrm>
              <a:off x="2115200" y="3497975"/>
              <a:ext cx="27800" cy="178275"/>
            </a:xfrm>
            <a:custGeom>
              <a:avLst/>
              <a:gdLst/>
              <a:ahLst/>
              <a:cxnLst/>
              <a:rect l="l" t="t" r="r" b="b"/>
              <a:pathLst>
                <a:path w="1112" h="7131" extrusionOk="0">
                  <a:moveTo>
                    <a:pt x="717" y="1"/>
                  </a:moveTo>
                  <a:cubicBezTo>
                    <a:pt x="674" y="1"/>
                    <a:pt x="635" y="27"/>
                    <a:pt x="642" y="81"/>
                  </a:cubicBezTo>
                  <a:cubicBezTo>
                    <a:pt x="939" y="2414"/>
                    <a:pt x="728" y="4783"/>
                    <a:pt x="20" y="7025"/>
                  </a:cubicBezTo>
                  <a:cubicBezTo>
                    <a:pt x="1" y="7089"/>
                    <a:pt x="53" y="7130"/>
                    <a:pt x="105" y="7130"/>
                  </a:cubicBezTo>
                  <a:cubicBezTo>
                    <a:pt x="139" y="7130"/>
                    <a:pt x="172" y="7112"/>
                    <a:pt x="185" y="7071"/>
                  </a:cubicBezTo>
                  <a:cubicBezTo>
                    <a:pt x="897" y="4815"/>
                    <a:pt x="1112" y="2427"/>
                    <a:pt x="813" y="81"/>
                  </a:cubicBezTo>
                  <a:cubicBezTo>
                    <a:pt x="806" y="27"/>
                    <a:pt x="760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4"/>
            <p:cNvSpPr/>
            <p:nvPr/>
          </p:nvSpPr>
          <p:spPr>
            <a:xfrm>
              <a:off x="2222300" y="3907100"/>
              <a:ext cx="462325" cy="43075"/>
            </a:xfrm>
            <a:custGeom>
              <a:avLst/>
              <a:gdLst/>
              <a:ahLst/>
              <a:cxnLst/>
              <a:rect l="l" t="t" r="r" b="b"/>
              <a:pathLst>
                <a:path w="18493" h="1723" extrusionOk="0">
                  <a:moveTo>
                    <a:pt x="515" y="0"/>
                  </a:moveTo>
                  <a:lnTo>
                    <a:pt x="1" y="1723"/>
                  </a:lnTo>
                  <a:lnTo>
                    <a:pt x="17980" y="1723"/>
                  </a:lnTo>
                  <a:lnTo>
                    <a:pt x="184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4"/>
            <p:cNvSpPr/>
            <p:nvPr/>
          </p:nvSpPr>
          <p:spPr>
            <a:xfrm>
              <a:off x="2363350" y="3699200"/>
              <a:ext cx="352300" cy="228775"/>
            </a:xfrm>
            <a:custGeom>
              <a:avLst/>
              <a:gdLst/>
              <a:ahLst/>
              <a:cxnLst/>
              <a:rect l="l" t="t" r="r" b="b"/>
              <a:pathLst>
                <a:path w="14092" h="9151" extrusionOk="0">
                  <a:moveTo>
                    <a:pt x="3033" y="1"/>
                  </a:moveTo>
                  <a:cubicBezTo>
                    <a:pt x="2572" y="1"/>
                    <a:pt x="2170" y="311"/>
                    <a:pt x="2051" y="756"/>
                  </a:cubicBezTo>
                  <a:lnTo>
                    <a:pt x="169" y="7875"/>
                  </a:lnTo>
                  <a:cubicBezTo>
                    <a:pt x="0" y="8519"/>
                    <a:pt x="485" y="9151"/>
                    <a:pt x="1151" y="9151"/>
                  </a:cubicBezTo>
                  <a:lnTo>
                    <a:pt x="11201" y="9151"/>
                  </a:lnTo>
                  <a:cubicBezTo>
                    <a:pt x="11554" y="9151"/>
                    <a:pt x="11863" y="8913"/>
                    <a:pt x="11953" y="8571"/>
                  </a:cubicBezTo>
                  <a:lnTo>
                    <a:pt x="13961" y="977"/>
                  </a:lnTo>
                  <a:cubicBezTo>
                    <a:pt x="14092" y="484"/>
                    <a:pt x="13719" y="1"/>
                    <a:pt x="132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4"/>
            <p:cNvSpPr/>
            <p:nvPr/>
          </p:nvSpPr>
          <p:spPr>
            <a:xfrm>
              <a:off x="2383950" y="3699200"/>
              <a:ext cx="352375" cy="228775"/>
            </a:xfrm>
            <a:custGeom>
              <a:avLst/>
              <a:gdLst/>
              <a:ahLst/>
              <a:cxnLst/>
              <a:rect l="l" t="t" r="r" b="b"/>
              <a:pathLst>
                <a:path w="14095" h="9151" extrusionOk="0">
                  <a:moveTo>
                    <a:pt x="3036" y="1"/>
                  </a:moveTo>
                  <a:cubicBezTo>
                    <a:pt x="2575" y="1"/>
                    <a:pt x="2170" y="311"/>
                    <a:pt x="2053" y="756"/>
                  </a:cubicBezTo>
                  <a:lnTo>
                    <a:pt x="172" y="7875"/>
                  </a:lnTo>
                  <a:cubicBezTo>
                    <a:pt x="1" y="8519"/>
                    <a:pt x="486" y="9151"/>
                    <a:pt x="1154" y="9151"/>
                  </a:cubicBezTo>
                  <a:lnTo>
                    <a:pt x="11204" y="9151"/>
                  </a:lnTo>
                  <a:cubicBezTo>
                    <a:pt x="11556" y="9151"/>
                    <a:pt x="11865" y="8913"/>
                    <a:pt x="11955" y="8571"/>
                  </a:cubicBezTo>
                  <a:lnTo>
                    <a:pt x="13964" y="977"/>
                  </a:lnTo>
                  <a:cubicBezTo>
                    <a:pt x="14094" y="484"/>
                    <a:pt x="13722" y="1"/>
                    <a:pt x="132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4"/>
            <p:cNvSpPr/>
            <p:nvPr/>
          </p:nvSpPr>
          <p:spPr>
            <a:xfrm>
              <a:off x="2530850" y="3799675"/>
              <a:ext cx="59150" cy="55875"/>
            </a:xfrm>
            <a:custGeom>
              <a:avLst/>
              <a:gdLst/>
              <a:ahLst/>
              <a:cxnLst/>
              <a:rect l="l" t="t" r="r" b="b"/>
              <a:pathLst>
                <a:path w="2366" h="2235" extrusionOk="0">
                  <a:moveTo>
                    <a:pt x="1376" y="0"/>
                  </a:moveTo>
                  <a:cubicBezTo>
                    <a:pt x="781" y="0"/>
                    <a:pt x="213" y="501"/>
                    <a:pt x="108" y="1119"/>
                  </a:cubicBezTo>
                  <a:cubicBezTo>
                    <a:pt x="1" y="1734"/>
                    <a:pt x="396" y="2235"/>
                    <a:pt x="990" y="2235"/>
                  </a:cubicBezTo>
                  <a:cubicBezTo>
                    <a:pt x="1585" y="2235"/>
                    <a:pt x="2153" y="1734"/>
                    <a:pt x="2260" y="1119"/>
                  </a:cubicBezTo>
                  <a:cubicBezTo>
                    <a:pt x="2366" y="501"/>
                    <a:pt x="1971" y="0"/>
                    <a:pt x="13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4"/>
            <p:cNvSpPr/>
            <p:nvPr/>
          </p:nvSpPr>
          <p:spPr>
            <a:xfrm>
              <a:off x="2383825" y="3714600"/>
              <a:ext cx="54775" cy="195000"/>
            </a:xfrm>
            <a:custGeom>
              <a:avLst/>
              <a:gdLst/>
              <a:ahLst/>
              <a:cxnLst/>
              <a:rect l="l" t="t" r="r" b="b"/>
              <a:pathLst>
                <a:path w="2191" h="7800" extrusionOk="0">
                  <a:moveTo>
                    <a:pt x="2079" y="1"/>
                  </a:moveTo>
                  <a:cubicBezTo>
                    <a:pt x="2043" y="1"/>
                    <a:pt x="2009" y="20"/>
                    <a:pt x="1997" y="65"/>
                  </a:cubicBezTo>
                  <a:cubicBezTo>
                    <a:pt x="1337" y="2605"/>
                    <a:pt x="677" y="5145"/>
                    <a:pt x="17" y="7687"/>
                  </a:cubicBezTo>
                  <a:cubicBezTo>
                    <a:pt x="0" y="7755"/>
                    <a:pt x="56" y="7799"/>
                    <a:pt x="111" y="7799"/>
                  </a:cubicBezTo>
                  <a:cubicBezTo>
                    <a:pt x="147" y="7799"/>
                    <a:pt x="182" y="7780"/>
                    <a:pt x="194" y="7735"/>
                  </a:cubicBezTo>
                  <a:cubicBezTo>
                    <a:pt x="854" y="5193"/>
                    <a:pt x="1514" y="2653"/>
                    <a:pt x="2172" y="113"/>
                  </a:cubicBezTo>
                  <a:cubicBezTo>
                    <a:pt x="2190" y="45"/>
                    <a:pt x="2134" y="1"/>
                    <a:pt x="20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6" name="Google Shape;1146;p34"/>
          <p:cNvSpPr/>
          <p:nvPr/>
        </p:nvSpPr>
        <p:spPr>
          <a:xfrm>
            <a:off x="1340827" y="1562342"/>
            <a:ext cx="255530" cy="250131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34"/>
          <p:cNvSpPr/>
          <p:nvPr/>
        </p:nvSpPr>
        <p:spPr>
          <a:xfrm rot="10800000" flipH="1">
            <a:off x="7498425" y="41240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34"/>
          <p:cNvSpPr/>
          <p:nvPr/>
        </p:nvSpPr>
        <p:spPr>
          <a:xfrm flipH="1">
            <a:off x="356250" y="338989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34"/>
          <p:cNvSpPr/>
          <p:nvPr/>
        </p:nvSpPr>
        <p:spPr>
          <a:xfrm>
            <a:off x="8053118" y="4005043"/>
            <a:ext cx="267655" cy="26199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34"/>
          <p:cNvSpPr/>
          <p:nvPr/>
        </p:nvSpPr>
        <p:spPr>
          <a:xfrm>
            <a:off x="4883094" y="10240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1" name="Google Shape;1151;p34"/>
          <p:cNvGrpSpPr/>
          <p:nvPr/>
        </p:nvGrpSpPr>
        <p:grpSpPr>
          <a:xfrm>
            <a:off x="826713" y="2416772"/>
            <a:ext cx="502499" cy="309947"/>
            <a:chOff x="14030713" y="3443022"/>
            <a:chExt cx="502499" cy="309947"/>
          </a:xfrm>
        </p:grpSpPr>
        <p:sp>
          <p:nvSpPr>
            <p:cNvPr id="1152" name="Google Shape;1152;p34"/>
            <p:cNvSpPr/>
            <p:nvPr/>
          </p:nvSpPr>
          <p:spPr>
            <a:xfrm>
              <a:off x="14030713" y="3443022"/>
              <a:ext cx="502499" cy="309804"/>
            </a:xfrm>
            <a:custGeom>
              <a:avLst/>
              <a:gdLst/>
              <a:ahLst/>
              <a:cxnLst/>
              <a:rect l="l" t="t" r="r" b="b"/>
              <a:pathLst>
                <a:path w="7067" h="4357" extrusionOk="0">
                  <a:moveTo>
                    <a:pt x="1482" y="0"/>
                  </a:moveTo>
                  <a:cubicBezTo>
                    <a:pt x="1437" y="89"/>
                    <a:pt x="1392" y="180"/>
                    <a:pt x="1350" y="270"/>
                  </a:cubicBezTo>
                  <a:cubicBezTo>
                    <a:pt x="1114" y="768"/>
                    <a:pt x="907" y="1280"/>
                    <a:pt x="681" y="1781"/>
                  </a:cubicBezTo>
                  <a:cubicBezTo>
                    <a:pt x="470" y="2250"/>
                    <a:pt x="239" y="2712"/>
                    <a:pt x="0" y="3169"/>
                  </a:cubicBezTo>
                  <a:cubicBezTo>
                    <a:pt x="1080" y="3805"/>
                    <a:pt x="2236" y="4161"/>
                    <a:pt x="3260" y="4357"/>
                  </a:cubicBezTo>
                  <a:cubicBezTo>
                    <a:pt x="5246" y="4197"/>
                    <a:pt x="6922" y="2850"/>
                    <a:pt x="6922" y="2850"/>
                  </a:cubicBezTo>
                  <a:cubicBezTo>
                    <a:pt x="7067" y="2562"/>
                    <a:pt x="7044" y="2239"/>
                    <a:pt x="6922" y="1894"/>
                  </a:cubicBezTo>
                  <a:cubicBezTo>
                    <a:pt x="6654" y="2036"/>
                    <a:pt x="6355" y="2098"/>
                    <a:pt x="6037" y="2098"/>
                  </a:cubicBezTo>
                  <a:cubicBezTo>
                    <a:pt x="4568" y="2098"/>
                    <a:pt x="2681" y="779"/>
                    <a:pt x="14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4"/>
            <p:cNvSpPr/>
            <p:nvPr/>
          </p:nvSpPr>
          <p:spPr>
            <a:xfrm>
              <a:off x="14262444" y="3593409"/>
              <a:ext cx="260529" cy="15956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1013" y="1186"/>
                    <a:pt x="1" y="2242"/>
                    <a:pt x="1" y="2242"/>
                  </a:cubicBezTo>
                  <a:lnTo>
                    <a:pt x="1" y="2243"/>
                  </a:lnTo>
                  <a:cubicBezTo>
                    <a:pt x="1987" y="2082"/>
                    <a:pt x="3663" y="735"/>
                    <a:pt x="3663" y="735"/>
                  </a:cubicBezTo>
                  <a:lnTo>
                    <a:pt x="3663" y="735"/>
                  </a:lnTo>
                  <a:cubicBezTo>
                    <a:pt x="3561" y="758"/>
                    <a:pt x="3449" y="769"/>
                    <a:pt x="3330" y="769"/>
                  </a:cubicBezTo>
                  <a:cubicBezTo>
                    <a:pt x="2308" y="769"/>
                    <a:pt x="779" y="1"/>
                    <a:pt x="7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1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Điểm cuối kỳ</a:t>
            </a:r>
            <a:endParaRPr/>
          </a:p>
        </p:txBody>
      </p:sp>
      <p:sp>
        <p:nvSpPr>
          <p:cNvPr id="866" name="Google Shape;866;p32"/>
          <p:cNvSpPr/>
          <p:nvPr/>
        </p:nvSpPr>
        <p:spPr>
          <a:xfrm>
            <a:off x="1624803" y="1821429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rPr>
              <a:t>01</a:t>
            </a:r>
            <a:endParaRPr sz="2000">
              <a:solidFill>
                <a:schemeClr val="accent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oppins Black"/>
            </a:endParaRPr>
          </a:p>
        </p:txBody>
      </p:sp>
      <p:sp>
        <p:nvSpPr>
          <p:cNvPr id="867" name="Google Shape;867;p32"/>
          <p:cNvSpPr txBox="1"/>
          <p:nvPr/>
        </p:nvSpPr>
        <p:spPr>
          <a:xfrm>
            <a:off x="2541603" y="1960970"/>
            <a:ext cx="34236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rPr>
              <a:t>Bài thi trên giấy/trên máy</a:t>
            </a:r>
            <a:endParaRPr sz="200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oppins Black"/>
            </a:endParaRPr>
          </a:p>
        </p:txBody>
      </p:sp>
      <p:sp>
        <p:nvSpPr>
          <p:cNvPr id="870" name="Google Shape;870;p32"/>
          <p:cNvSpPr/>
          <p:nvPr/>
        </p:nvSpPr>
        <p:spPr>
          <a:xfrm>
            <a:off x="1624803" y="2779904"/>
            <a:ext cx="764400" cy="76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rPr>
              <a:t>02</a:t>
            </a:r>
            <a:endParaRPr sz="2000">
              <a:solidFill>
                <a:schemeClr val="accent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oppins Black"/>
            </a:endParaRPr>
          </a:p>
        </p:txBody>
      </p:sp>
      <p:sp>
        <p:nvSpPr>
          <p:cNvPr id="871" name="Google Shape;871;p32"/>
          <p:cNvSpPr txBox="1"/>
          <p:nvPr/>
        </p:nvSpPr>
        <p:spPr>
          <a:xfrm>
            <a:off x="2541603" y="2910205"/>
            <a:ext cx="34236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Poppins Black"/>
              </a:rPr>
              <a:t>Vấn đáp</a:t>
            </a:r>
            <a:endParaRPr sz="200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Poppins Black"/>
            </a:endParaRPr>
          </a:p>
        </p:txBody>
      </p:sp>
      <p:sp>
        <p:nvSpPr>
          <p:cNvPr id="876" name="Google Shape;876;p32"/>
          <p:cNvSpPr/>
          <p:nvPr/>
        </p:nvSpPr>
        <p:spPr>
          <a:xfrm>
            <a:off x="715093" y="3981068"/>
            <a:ext cx="267655" cy="261999"/>
          </a:xfrm>
          <a:custGeom>
            <a:avLst/>
            <a:gdLst/>
            <a:ahLst/>
            <a:cxnLst/>
            <a:rect l="l" t="t" r="r" b="b"/>
            <a:pathLst>
              <a:path w="8676" h="8492" extrusionOk="0">
                <a:moveTo>
                  <a:pt x="4336" y="2529"/>
                </a:moveTo>
                <a:cubicBezTo>
                  <a:pt x="5314" y="2529"/>
                  <a:pt x="6108" y="3325"/>
                  <a:pt x="6108" y="4302"/>
                </a:cubicBezTo>
                <a:cubicBezTo>
                  <a:pt x="6108" y="5280"/>
                  <a:pt x="5314" y="6076"/>
                  <a:pt x="4336" y="6076"/>
                </a:cubicBezTo>
                <a:cubicBezTo>
                  <a:pt x="3358" y="6076"/>
                  <a:pt x="2564" y="5280"/>
                  <a:pt x="2564" y="4302"/>
                </a:cubicBezTo>
                <a:cubicBezTo>
                  <a:pt x="2564" y="3325"/>
                  <a:pt x="3358" y="2529"/>
                  <a:pt x="4336" y="2529"/>
                </a:cubicBezTo>
                <a:close/>
                <a:moveTo>
                  <a:pt x="3402" y="1"/>
                </a:moveTo>
                <a:lnTo>
                  <a:pt x="3402" y="1392"/>
                </a:lnTo>
                <a:cubicBezTo>
                  <a:pt x="3105" y="1488"/>
                  <a:pt x="2826" y="1628"/>
                  <a:pt x="2577" y="1804"/>
                </a:cubicBezTo>
                <a:lnTo>
                  <a:pt x="1457" y="993"/>
                </a:lnTo>
                <a:lnTo>
                  <a:pt x="358" y="2504"/>
                </a:lnTo>
                <a:lnTo>
                  <a:pt x="1449" y="3297"/>
                </a:lnTo>
                <a:cubicBezTo>
                  <a:pt x="1363" y="3548"/>
                  <a:pt x="1307" y="3813"/>
                  <a:pt x="1288" y="4089"/>
                </a:cubicBezTo>
                <a:lnTo>
                  <a:pt x="1" y="4432"/>
                </a:lnTo>
                <a:lnTo>
                  <a:pt x="484" y="6239"/>
                </a:lnTo>
                <a:lnTo>
                  <a:pt x="1733" y="5903"/>
                </a:lnTo>
                <a:cubicBezTo>
                  <a:pt x="1885" y="6149"/>
                  <a:pt x="2069" y="6370"/>
                  <a:pt x="2278" y="6561"/>
                </a:cubicBezTo>
                <a:lnTo>
                  <a:pt x="1758" y="7730"/>
                </a:lnTo>
                <a:lnTo>
                  <a:pt x="3467" y="8491"/>
                </a:lnTo>
                <a:lnTo>
                  <a:pt x="3979" y="7338"/>
                </a:lnTo>
                <a:cubicBezTo>
                  <a:pt x="4096" y="7352"/>
                  <a:pt x="4215" y="7359"/>
                  <a:pt x="4336" y="7359"/>
                </a:cubicBezTo>
                <a:cubicBezTo>
                  <a:pt x="4513" y="7359"/>
                  <a:pt x="4685" y="7344"/>
                  <a:pt x="4854" y="7315"/>
                </a:cubicBezTo>
                <a:lnTo>
                  <a:pt x="5428" y="8439"/>
                </a:lnTo>
                <a:lnTo>
                  <a:pt x="7093" y="7590"/>
                </a:lnTo>
                <a:lnTo>
                  <a:pt x="6509" y="6448"/>
                </a:lnTo>
                <a:cubicBezTo>
                  <a:pt x="6709" y="6247"/>
                  <a:pt x="6882" y="6017"/>
                  <a:pt x="7020" y="5765"/>
                </a:cubicBezTo>
                <a:lnTo>
                  <a:pt x="8286" y="6034"/>
                </a:lnTo>
                <a:lnTo>
                  <a:pt x="8675" y="4206"/>
                </a:lnTo>
                <a:lnTo>
                  <a:pt x="7369" y="3928"/>
                </a:lnTo>
                <a:cubicBezTo>
                  <a:pt x="7336" y="3655"/>
                  <a:pt x="7267" y="3394"/>
                  <a:pt x="7165" y="3149"/>
                </a:cubicBezTo>
                <a:lnTo>
                  <a:pt x="8217" y="2299"/>
                </a:lnTo>
                <a:lnTo>
                  <a:pt x="7041" y="845"/>
                </a:lnTo>
                <a:lnTo>
                  <a:pt x="5965" y="1718"/>
                </a:lnTo>
                <a:cubicBezTo>
                  <a:pt x="5750" y="1582"/>
                  <a:pt x="5518" y="1472"/>
                  <a:pt x="5270" y="1392"/>
                </a:cubicBezTo>
                <a:lnTo>
                  <a:pt x="527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32"/>
          <p:cNvSpPr/>
          <p:nvPr/>
        </p:nvSpPr>
        <p:spPr>
          <a:xfrm>
            <a:off x="8230169" y="905400"/>
            <a:ext cx="123300" cy="123300"/>
          </a:xfrm>
          <a:prstGeom prst="ellipse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227;p38">
            <a:extLst>
              <a:ext uri="{FF2B5EF4-FFF2-40B4-BE49-F238E27FC236}">
                <a16:creationId xmlns:a16="http://schemas.microsoft.com/office/drawing/2014/main" id="{2DB9E72A-578C-3E53-18C9-EDF2A1A5A236}"/>
              </a:ext>
            </a:extLst>
          </p:cNvPr>
          <p:cNvGrpSpPr/>
          <p:nvPr/>
        </p:nvGrpSpPr>
        <p:grpSpPr>
          <a:xfrm>
            <a:off x="5658699" y="2683608"/>
            <a:ext cx="2302263" cy="1848033"/>
            <a:chOff x="2397500" y="2564300"/>
            <a:chExt cx="1842400" cy="1478900"/>
          </a:xfrm>
        </p:grpSpPr>
        <p:sp>
          <p:nvSpPr>
            <p:cNvPr id="3" name="Google Shape;1228;p38">
              <a:extLst>
                <a:ext uri="{FF2B5EF4-FFF2-40B4-BE49-F238E27FC236}">
                  <a16:creationId xmlns:a16="http://schemas.microsoft.com/office/drawing/2014/main" id="{9BCEF063-BCC6-E839-A016-56FC6201AE8B}"/>
                </a:ext>
              </a:extLst>
            </p:cNvPr>
            <p:cNvSpPr/>
            <p:nvPr/>
          </p:nvSpPr>
          <p:spPr>
            <a:xfrm>
              <a:off x="2397500" y="2564300"/>
              <a:ext cx="1842400" cy="1478900"/>
            </a:xfrm>
            <a:custGeom>
              <a:avLst/>
              <a:gdLst/>
              <a:ahLst/>
              <a:cxnLst/>
              <a:rect l="l" t="t" r="r" b="b"/>
              <a:pathLst>
                <a:path w="73696" h="59156" extrusionOk="0">
                  <a:moveTo>
                    <a:pt x="36778" y="0"/>
                  </a:moveTo>
                  <a:cubicBezTo>
                    <a:pt x="34881" y="0"/>
                    <a:pt x="32938" y="175"/>
                    <a:pt x="30960" y="548"/>
                  </a:cubicBezTo>
                  <a:cubicBezTo>
                    <a:pt x="17557" y="3080"/>
                    <a:pt x="10394" y="12544"/>
                    <a:pt x="16221" y="30203"/>
                  </a:cubicBezTo>
                  <a:cubicBezTo>
                    <a:pt x="19498" y="40139"/>
                    <a:pt x="0" y="43777"/>
                    <a:pt x="8831" y="59156"/>
                  </a:cubicBezTo>
                  <a:lnTo>
                    <a:pt x="67557" y="59156"/>
                  </a:lnTo>
                  <a:cubicBezTo>
                    <a:pt x="67557" y="59156"/>
                    <a:pt x="73695" y="56802"/>
                    <a:pt x="73695" y="46963"/>
                  </a:cubicBezTo>
                  <a:cubicBezTo>
                    <a:pt x="73695" y="39244"/>
                    <a:pt x="67727" y="39469"/>
                    <a:pt x="69105" y="28112"/>
                  </a:cubicBezTo>
                  <a:cubicBezTo>
                    <a:pt x="70360" y="17780"/>
                    <a:pt x="55919" y="0"/>
                    <a:pt x="367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29;p38">
              <a:extLst>
                <a:ext uri="{FF2B5EF4-FFF2-40B4-BE49-F238E27FC236}">
                  <a16:creationId xmlns:a16="http://schemas.microsoft.com/office/drawing/2014/main" id="{2581951D-D7F7-9E67-1A68-EC11D5B4DB1C}"/>
                </a:ext>
              </a:extLst>
            </p:cNvPr>
            <p:cNvSpPr/>
            <p:nvPr/>
          </p:nvSpPr>
          <p:spPr>
            <a:xfrm>
              <a:off x="2714450" y="2801600"/>
              <a:ext cx="66825" cy="256900"/>
            </a:xfrm>
            <a:custGeom>
              <a:avLst/>
              <a:gdLst/>
              <a:ahLst/>
              <a:cxnLst/>
              <a:rect l="l" t="t" r="r" b="b"/>
              <a:pathLst>
                <a:path w="2673" h="10276" extrusionOk="0">
                  <a:moveTo>
                    <a:pt x="2491" y="0"/>
                  </a:moveTo>
                  <a:cubicBezTo>
                    <a:pt x="2451" y="0"/>
                    <a:pt x="2412" y="19"/>
                    <a:pt x="2386" y="65"/>
                  </a:cubicBezTo>
                  <a:cubicBezTo>
                    <a:pt x="698" y="3123"/>
                    <a:pt x="0" y="6681"/>
                    <a:pt x="416" y="10149"/>
                  </a:cubicBezTo>
                  <a:cubicBezTo>
                    <a:pt x="426" y="10233"/>
                    <a:pt x="498" y="10275"/>
                    <a:pt x="565" y="10275"/>
                  </a:cubicBezTo>
                  <a:cubicBezTo>
                    <a:pt x="631" y="10275"/>
                    <a:pt x="692" y="10233"/>
                    <a:pt x="682" y="10149"/>
                  </a:cubicBezTo>
                  <a:cubicBezTo>
                    <a:pt x="272" y="6726"/>
                    <a:pt x="950" y="3218"/>
                    <a:pt x="2616" y="199"/>
                  </a:cubicBezTo>
                  <a:cubicBezTo>
                    <a:pt x="2673" y="96"/>
                    <a:pt x="2580" y="0"/>
                    <a:pt x="2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30;p38">
              <a:extLst>
                <a:ext uri="{FF2B5EF4-FFF2-40B4-BE49-F238E27FC236}">
                  <a16:creationId xmlns:a16="http://schemas.microsoft.com/office/drawing/2014/main" id="{7A8E8EBA-FDD6-BEA2-856D-CFC362D8908E}"/>
                </a:ext>
              </a:extLst>
            </p:cNvPr>
            <p:cNvSpPr/>
            <p:nvPr/>
          </p:nvSpPr>
          <p:spPr>
            <a:xfrm>
              <a:off x="4135775" y="3300450"/>
              <a:ext cx="60325" cy="238725"/>
            </a:xfrm>
            <a:custGeom>
              <a:avLst/>
              <a:gdLst/>
              <a:ahLst/>
              <a:cxnLst/>
              <a:rect l="l" t="t" r="r" b="b"/>
              <a:pathLst>
                <a:path w="2413" h="9549" extrusionOk="0">
                  <a:moveTo>
                    <a:pt x="281" y="0"/>
                  </a:moveTo>
                  <a:cubicBezTo>
                    <a:pt x="215" y="0"/>
                    <a:pt x="146" y="43"/>
                    <a:pt x="142" y="127"/>
                  </a:cubicBezTo>
                  <a:cubicBezTo>
                    <a:pt x="0" y="3356"/>
                    <a:pt x="690" y="6590"/>
                    <a:pt x="2131" y="9481"/>
                  </a:cubicBezTo>
                  <a:cubicBezTo>
                    <a:pt x="2155" y="9529"/>
                    <a:pt x="2193" y="9549"/>
                    <a:pt x="2233" y="9549"/>
                  </a:cubicBezTo>
                  <a:cubicBezTo>
                    <a:pt x="2321" y="9549"/>
                    <a:pt x="2412" y="9452"/>
                    <a:pt x="2360" y="9347"/>
                  </a:cubicBezTo>
                  <a:cubicBezTo>
                    <a:pt x="940" y="6496"/>
                    <a:pt x="267" y="3309"/>
                    <a:pt x="409" y="127"/>
                  </a:cubicBezTo>
                  <a:cubicBezTo>
                    <a:pt x="412" y="43"/>
                    <a:pt x="347" y="0"/>
                    <a:pt x="2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1231;p38">
            <a:extLst>
              <a:ext uri="{FF2B5EF4-FFF2-40B4-BE49-F238E27FC236}">
                <a16:creationId xmlns:a16="http://schemas.microsoft.com/office/drawing/2014/main" id="{185889AA-0E7B-714D-0C98-3E07EC0ABCCE}"/>
              </a:ext>
            </a:extLst>
          </p:cNvPr>
          <p:cNvGrpSpPr/>
          <p:nvPr/>
        </p:nvGrpSpPr>
        <p:grpSpPr>
          <a:xfrm>
            <a:off x="5743805" y="2594824"/>
            <a:ext cx="2131818" cy="1945096"/>
            <a:chOff x="715100" y="2493250"/>
            <a:chExt cx="1706000" cy="1556575"/>
          </a:xfrm>
        </p:grpSpPr>
        <p:sp>
          <p:nvSpPr>
            <p:cNvPr id="7" name="Google Shape;1232;p38">
              <a:extLst>
                <a:ext uri="{FF2B5EF4-FFF2-40B4-BE49-F238E27FC236}">
                  <a16:creationId xmlns:a16="http://schemas.microsoft.com/office/drawing/2014/main" id="{265F28FF-2144-76CC-B233-A74664A36E4E}"/>
                </a:ext>
              </a:extLst>
            </p:cNvPr>
            <p:cNvSpPr/>
            <p:nvPr/>
          </p:nvSpPr>
          <p:spPr>
            <a:xfrm>
              <a:off x="1196975" y="2590750"/>
              <a:ext cx="539925" cy="600475"/>
            </a:xfrm>
            <a:custGeom>
              <a:avLst/>
              <a:gdLst/>
              <a:ahLst/>
              <a:cxnLst/>
              <a:rect l="l" t="t" r="r" b="b"/>
              <a:pathLst>
                <a:path w="21597" h="24019" extrusionOk="0">
                  <a:moveTo>
                    <a:pt x="1" y="1"/>
                  </a:moveTo>
                  <a:lnTo>
                    <a:pt x="1" y="21888"/>
                  </a:lnTo>
                  <a:cubicBezTo>
                    <a:pt x="1" y="23065"/>
                    <a:pt x="955" y="24018"/>
                    <a:pt x="2131" y="24018"/>
                  </a:cubicBezTo>
                  <a:lnTo>
                    <a:pt x="19466" y="24018"/>
                  </a:lnTo>
                  <a:cubicBezTo>
                    <a:pt x="20642" y="24018"/>
                    <a:pt x="21597" y="23065"/>
                    <a:pt x="21597" y="21888"/>
                  </a:cubicBezTo>
                  <a:lnTo>
                    <a:pt x="215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33;p38">
              <a:extLst>
                <a:ext uri="{FF2B5EF4-FFF2-40B4-BE49-F238E27FC236}">
                  <a16:creationId xmlns:a16="http://schemas.microsoft.com/office/drawing/2014/main" id="{4AD656B8-FEEF-9FD1-4336-131CED9E912D}"/>
                </a:ext>
              </a:extLst>
            </p:cNvPr>
            <p:cNvSpPr/>
            <p:nvPr/>
          </p:nvSpPr>
          <p:spPr>
            <a:xfrm>
              <a:off x="1271450" y="3124850"/>
              <a:ext cx="406050" cy="5000"/>
            </a:xfrm>
            <a:custGeom>
              <a:avLst/>
              <a:gdLst/>
              <a:ahLst/>
              <a:cxnLst/>
              <a:rect l="l" t="t" r="r" b="b"/>
              <a:pathLst>
                <a:path w="16242" h="200" extrusionOk="0">
                  <a:moveTo>
                    <a:pt x="8" y="1"/>
                  </a:moveTo>
                  <a:cubicBezTo>
                    <a:pt x="4" y="1"/>
                    <a:pt x="0" y="5"/>
                    <a:pt x="0" y="10"/>
                  </a:cubicBezTo>
                  <a:lnTo>
                    <a:pt x="0" y="190"/>
                  </a:lnTo>
                  <a:cubicBezTo>
                    <a:pt x="0" y="194"/>
                    <a:pt x="4" y="199"/>
                    <a:pt x="8" y="199"/>
                  </a:cubicBezTo>
                  <a:lnTo>
                    <a:pt x="16232" y="199"/>
                  </a:lnTo>
                  <a:cubicBezTo>
                    <a:pt x="16237" y="199"/>
                    <a:pt x="16242" y="194"/>
                    <a:pt x="16242" y="190"/>
                  </a:cubicBezTo>
                  <a:lnTo>
                    <a:pt x="16242" y="10"/>
                  </a:lnTo>
                  <a:cubicBezTo>
                    <a:pt x="16242" y="5"/>
                    <a:pt x="16237" y="1"/>
                    <a:pt x="16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34;p38">
              <a:extLst>
                <a:ext uri="{FF2B5EF4-FFF2-40B4-BE49-F238E27FC236}">
                  <a16:creationId xmlns:a16="http://schemas.microsoft.com/office/drawing/2014/main" id="{B045008A-BBAC-F4EB-FAEA-D8EDB2A6FD5E}"/>
                </a:ext>
              </a:extLst>
            </p:cNvPr>
            <p:cNvSpPr/>
            <p:nvPr/>
          </p:nvSpPr>
          <p:spPr>
            <a:xfrm>
              <a:off x="1251500" y="2800150"/>
              <a:ext cx="155175" cy="5150"/>
            </a:xfrm>
            <a:custGeom>
              <a:avLst/>
              <a:gdLst/>
              <a:ahLst/>
              <a:cxnLst/>
              <a:rect l="l" t="t" r="r" b="b"/>
              <a:pathLst>
                <a:path w="6207" h="206" extrusionOk="0">
                  <a:moveTo>
                    <a:pt x="113" y="0"/>
                  </a:moveTo>
                  <a:cubicBezTo>
                    <a:pt x="60" y="0"/>
                    <a:pt x="12" y="39"/>
                    <a:pt x="7" y="92"/>
                  </a:cubicBezTo>
                  <a:cubicBezTo>
                    <a:pt x="0" y="154"/>
                    <a:pt x="47" y="205"/>
                    <a:pt x="109" y="205"/>
                  </a:cubicBezTo>
                  <a:lnTo>
                    <a:pt x="6103" y="205"/>
                  </a:lnTo>
                  <a:cubicBezTo>
                    <a:pt x="6159" y="205"/>
                    <a:pt x="6206" y="160"/>
                    <a:pt x="6206" y="103"/>
                  </a:cubicBezTo>
                  <a:cubicBezTo>
                    <a:pt x="6206" y="45"/>
                    <a:pt x="6159" y="0"/>
                    <a:pt x="6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35;p38">
              <a:extLst>
                <a:ext uri="{FF2B5EF4-FFF2-40B4-BE49-F238E27FC236}">
                  <a16:creationId xmlns:a16="http://schemas.microsoft.com/office/drawing/2014/main" id="{62436BE3-5E09-96D2-3B34-EC8CC17528AC}"/>
                </a:ext>
              </a:extLst>
            </p:cNvPr>
            <p:cNvSpPr/>
            <p:nvPr/>
          </p:nvSpPr>
          <p:spPr>
            <a:xfrm>
              <a:off x="1251500" y="2768450"/>
              <a:ext cx="155175" cy="5175"/>
            </a:xfrm>
            <a:custGeom>
              <a:avLst/>
              <a:gdLst/>
              <a:ahLst/>
              <a:cxnLst/>
              <a:rect l="l" t="t" r="r" b="b"/>
              <a:pathLst>
                <a:path w="6207" h="207" extrusionOk="0">
                  <a:moveTo>
                    <a:pt x="113" y="0"/>
                  </a:moveTo>
                  <a:cubicBezTo>
                    <a:pt x="60" y="0"/>
                    <a:pt x="12" y="39"/>
                    <a:pt x="7" y="94"/>
                  </a:cubicBezTo>
                  <a:cubicBezTo>
                    <a:pt x="0" y="155"/>
                    <a:pt x="47" y="207"/>
                    <a:pt x="109" y="207"/>
                  </a:cubicBezTo>
                  <a:lnTo>
                    <a:pt x="6103" y="207"/>
                  </a:lnTo>
                  <a:cubicBezTo>
                    <a:pt x="6159" y="207"/>
                    <a:pt x="6206" y="160"/>
                    <a:pt x="6206" y="103"/>
                  </a:cubicBezTo>
                  <a:cubicBezTo>
                    <a:pt x="6206" y="47"/>
                    <a:pt x="6159" y="2"/>
                    <a:pt x="6103" y="2"/>
                  </a:cubicBezTo>
                  <a:lnTo>
                    <a:pt x="61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36;p38">
              <a:extLst>
                <a:ext uri="{FF2B5EF4-FFF2-40B4-BE49-F238E27FC236}">
                  <a16:creationId xmlns:a16="http://schemas.microsoft.com/office/drawing/2014/main" id="{EF8E41CB-A58C-732C-CAA1-3DA72451992C}"/>
                </a:ext>
              </a:extLst>
            </p:cNvPr>
            <p:cNvSpPr/>
            <p:nvPr/>
          </p:nvSpPr>
          <p:spPr>
            <a:xfrm>
              <a:off x="1251500" y="2736775"/>
              <a:ext cx="155175" cy="5150"/>
            </a:xfrm>
            <a:custGeom>
              <a:avLst/>
              <a:gdLst/>
              <a:ahLst/>
              <a:cxnLst/>
              <a:rect l="l" t="t" r="r" b="b"/>
              <a:pathLst>
                <a:path w="6207" h="206" extrusionOk="0">
                  <a:moveTo>
                    <a:pt x="113" y="1"/>
                  </a:moveTo>
                  <a:cubicBezTo>
                    <a:pt x="60" y="1"/>
                    <a:pt x="12" y="40"/>
                    <a:pt x="7" y="93"/>
                  </a:cubicBezTo>
                  <a:cubicBezTo>
                    <a:pt x="0" y="154"/>
                    <a:pt x="47" y="206"/>
                    <a:pt x="109" y="206"/>
                  </a:cubicBezTo>
                  <a:lnTo>
                    <a:pt x="6103" y="206"/>
                  </a:lnTo>
                  <a:cubicBezTo>
                    <a:pt x="6159" y="206"/>
                    <a:pt x="6206" y="161"/>
                    <a:pt x="6206" y="104"/>
                  </a:cubicBezTo>
                  <a:cubicBezTo>
                    <a:pt x="6206" y="48"/>
                    <a:pt x="6159" y="1"/>
                    <a:pt x="61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37;p38">
              <a:extLst>
                <a:ext uri="{FF2B5EF4-FFF2-40B4-BE49-F238E27FC236}">
                  <a16:creationId xmlns:a16="http://schemas.microsoft.com/office/drawing/2014/main" id="{64BAFC46-8423-B684-85C2-A47B9DE1F455}"/>
                </a:ext>
              </a:extLst>
            </p:cNvPr>
            <p:cNvSpPr/>
            <p:nvPr/>
          </p:nvSpPr>
          <p:spPr>
            <a:xfrm>
              <a:off x="1251500" y="2705075"/>
              <a:ext cx="155175" cy="5200"/>
            </a:xfrm>
            <a:custGeom>
              <a:avLst/>
              <a:gdLst/>
              <a:ahLst/>
              <a:cxnLst/>
              <a:rect l="l" t="t" r="r" b="b"/>
              <a:pathLst>
                <a:path w="6207" h="208" extrusionOk="0">
                  <a:moveTo>
                    <a:pt x="113" y="1"/>
                  </a:moveTo>
                  <a:cubicBezTo>
                    <a:pt x="60" y="1"/>
                    <a:pt x="12" y="40"/>
                    <a:pt x="7" y="94"/>
                  </a:cubicBezTo>
                  <a:cubicBezTo>
                    <a:pt x="0" y="156"/>
                    <a:pt x="47" y="208"/>
                    <a:pt x="109" y="208"/>
                  </a:cubicBezTo>
                  <a:lnTo>
                    <a:pt x="6103" y="208"/>
                  </a:lnTo>
                  <a:cubicBezTo>
                    <a:pt x="6159" y="208"/>
                    <a:pt x="6206" y="161"/>
                    <a:pt x="6206" y="104"/>
                  </a:cubicBezTo>
                  <a:cubicBezTo>
                    <a:pt x="6206" y="48"/>
                    <a:pt x="6159" y="2"/>
                    <a:pt x="6103" y="2"/>
                  </a:cubicBezTo>
                  <a:lnTo>
                    <a:pt x="6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38;p38">
              <a:extLst>
                <a:ext uri="{FF2B5EF4-FFF2-40B4-BE49-F238E27FC236}">
                  <a16:creationId xmlns:a16="http://schemas.microsoft.com/office/drawing/2014/main" id="{C1A5417A-F28A-CE71-166C-D5F3B05EF10C}"/>
                </a:ext>
              </a:extLst>
            </p:cNvPr>
            <p:cNvSpPr/>
            <p:nvPr/>
          </p:nvSpPr>
          <p:spPr>
            <a:xfrm>
              <a:off x="1326275" y="2998000"/>
              <a:ext cx="52525" cy="126875"/>
            </a:xfrm>
            <a:custGeom>
              <a:avLst/>
              <a:gdLst/>
              <a:ahLst/>
              <a:cxnLst/>
              <a:rect l="l" t="t" r="r" b="b"/>
              <a:pathLst>
                <a:path w="2101" h="5075" extrusionOk="0">
                  <a:moveTo>
                    <a:pt x="1" y="1"/>
                  </a:moveTo>
                  <a:lnTo>
                    <a:pt x="1" y="5075"/>
                  </a:lnTo>
                  <a:lnTo>
                    <a:pt x="2101" y="5075"/>
                  </a:lnTo>
                  <a:lnTo>
                    <a:pt x="2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39;p38">
              <a:extLst>
                <a:ext uri="{FF2B5EF4-FFF2-40B4-BE49-F238E27FC236}">
                  <a16:creationId xmlns:a16="http://schemas.microsoft.com/office/drawing/2014/main" id="{76E8760E-1284-28AC-6F23-94D7691BC7FE}"/>
                </a:ext>
              </a:extLst>
            </p:cNvPr>
            <p:cNvSpPr/>
            <p:nvPr/>
          </p:nvSpPr>
          <p:spPr>
            <a:xfrm>
              <a:off x="1403750" y="2907950"/>
              <a:ext cx="52475" cy="216975"/>
            </a:xfrm>
            <a:custGeom>
              <a:avLst/>
              <a:gdLst/>
              <a:ahLst/>
              <a:cxnLst/>
              <a:rect l="l" t="t" r="r" b="b"/>
              <a:pathLst>
                <a:path w="2099" h="8679" extrusionOk="0">
                  <a:moveTo>
                    <a:pt x="0" y="1"/>
                  </a:moveTo>
                  <a:lnTo>
                    <a:pt x="0" y="8678"/>
                  </a:lnTo>
                  <a:lnTo>
                    <a:pt x="2098" y="8678"/>
                  </a:lnTo>
                  <a:lnTo>
                    <a:pt x="209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40;p38">
              <a:extLst>
                <a:ext uri="{FF2B5EF4-FFF2-40B4-BE49-F238E27FC236}">
                  <a16:creationId xmlns:a16="http://schemas.microsoft.com/office/drawing/2014/main" id="{4B722B33-C7AB-2764-31F6-963B1772B1C5}"/>
                </a:ext>
              </a:extLst>
            </p:cNvPr>
            <p:cNvSpPr/>
            <p:nvPr/>
          </p:nvSpPr>
          <p:spPr>
            <a:xfrm>
              <a:off x="1489475" y="2841500"/>
              <a:ext cx="52525" cy="283375"/>
            </a:xfrm>
            <a:custGeom>
              <a:avLst/>
              <a:gdLst/>
              <a:ahLst/>
              <a:cxnLst/>
              <a:rect l="l" t="t" r="r" b="b"/>
              <a:pathLst>
                <a:path w="2101" h="11335" extrusionOk="0">
                  <a:moveTo>
                    <a:pt x="0" y="0"/>
                  </a:moveTo>
                  <a:lnTo>
                    <a:pt x="0" y="11335"/>
                  </a:lnTo>
                  <a:lnTo>
                    <a:pt x="2100" y="11335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41;p38">
              <a:extLst>
                <a:ext uri="{FF2B5EF4-FFF2-40B4-BE49-F238E27FC236}">
                  <a16:creationId xmlns:a16="http://schemas.microsoft.com/office/drawing/2014/main" id="{FBBD32E9-2F21-B898-DFA9-877F46F7AF18}"/>
                </a:ext>
              </a:extLst>
            </p:cNvPr>
            <p:cNvSpPr/>
            <p:nvPr/>
          </p:nvSpPr>
          <p:spPr>
            <a:xfrm>
              <a:off x="1573425" y="2763475"/>
              <a:ext cx="52525" cy="361400"/>
            </a:xfrm>
            <a:custGeom>
              <a:avLst/>
              <a:gdLst/>
              <a:ahLst/>
              <a:cxnLst/>
              <a:rect l="l" t="t" r="r" b="b"/>
              <a:pathLst>
                <a:path w="2101" h="14456" extrusionOk="0">
                  <a:moveTo>
                    <a:pt x="0" y="0"/>
                  </a:moveTo>
                  <a:lnTo>
                    <a:pt x="0" y="14456"/>
                  </a:lnTo>
                  <a:lnTo>
                    <a:pt x="2100" y="14456"/>
                  </a:lnTo>
                  <a:lnTo>
                    <a:pt x="21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42;p38">
              <a:extLst>
                <a:ext uri="{FF2B5EF4-FFF2-40B4-BE49-F238E27FC236}">
                  <a16:creationId xmlns:a16="http://schemas.microsoft.com/office/drawing/2014/main" id="{F12BE760-5FC8-A5E7-7191-5F15B0425301}"/>
                </a:ext>
              </a:extLst>
            </p:cNvPr>
            <p:cNvSpPr/>
            <p:nvPr/>
          </p:nvSpPr>
          <p:spPr>
            <a:xfrm>
              <a:off x="1529175" y="2678675"/>
              <a:ext cx="36425" cy="42625"/>
            </a:xfrm>
            <a:custGeom>
              <a:avLst/>
              <a:gdLst/>
              <a:ahLst/>
              <a:cxnLst/>
              <a:rect l="l" t="t" r="r" b="b"/>
              <a:pathLst>
                <a:path w="1457" h="1705" extrusionOk="0">
                  <a:moveTo>
                    <a:pt x="1289" y="0"/>
                  </a:moveTo>
                  <a:lnTo>
                    <a:pt x="0" y="1170"/>
                  </a:lnTo>
                  <a:lnTo>
                    <a:pt x="1457" y="1704"/>
                  </a:lnTo>
                  <a:lnTo>
                    <a:pt x="1457" y="1704"/>
                  </a:lnTo>
                  <a:lnTo>
                    <a:pt x="12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43;p38">
              <a:extLst>
                <a:ext uri="{FF2B5EF4-FFF2-40B4-BE49-F238E27FC236}">
                  <a16:creationId xmlns:a16="http://schemas.microsoft.com/office/drawing/2014/main" id="{33BC57BA-AB1C-CD96-AD2F-FD4E1AB4840B}"/>
                </a:ext>
              </a:extLst>
            </p:cNvPr>
            <p:cNvSpPr/>
            <p:nvPr/>
          </p:nvSpPr>
          <p:spPr>
            <a:xfrm>
              <a:off x="1307425" y="2702775"/>
              <a:ext cx="247725" cy="233675"/>
            </a:xfrm>
            <a:custGeom>
              <a:avLst/>
              <a:gdLst/>
              <a:ahLst/>
              <a:cxnLst/>
              <a:rect l="l" t="t" r="r" b="b"/>
              <a:pathLst>
                <a:path w="9909" h="9347" extrusionOk="0">
                  <a:moveTo>
                    <a:pt x="9730" y="0"/>
                  </a:moveTo>
                  <a:cubicBezTo>
                    <a:pt x="9671" y="0"/>
                    <a:pt x="9614" y="33"/>
                    <a:pt x="9587" y="90"/>
                  </a:cubicBezTo>
                  <a:cubicBezTo>
                    <a:pt x="6505" y="6597"/>
                    <a:pt x="186" y="9019"/>
                    <a:pt x="123" y="9043"/>
                  </a:cubicBezTo>
                  <a:cubicBezTo>
                    <a:pt x="41" y="9072"/>
                    <a:pt x="1" y="9163"/>
                    <a:pt x="31" y="9245"/>
                  </a:cubicBezTo>
                  <a:cubicBezTo>
                    <a:pt x="54" y="9308"/>
                    <a:pt x="114" y="9347"/>
                    <a:pt x="178" y="9347"/>
                  </a:cubicBezTo>
                  <a:cubicBezTo>
                    <a:pt x="196" y="9347"/>
                    <a:pt x="215" y="9343"/>
                    <a:pt x="233" y="9337"/>
                  </a:cubicBezTo>
                  <a:cubicBezTo>
                    <a:pt x="298" y="9313"/>
                    <a:pt x="6733" y="6851"/>
                    <a:pt x="9872" y="225"/>
                  </a:cubicBezTo>
                  <a:cubicBezTo>
                    <a:pt x="9909" y="146"/>
                    <a:pt x="9875" y="52"/>
                    <a:pt x="9797" y="15"/>
                  </a:cubicBezTo>
                  <a:cubicBezTo>
                    <a:pt x="9775" y="5"/>
                    <a:pt x="9752" y="0"/>
                    <a:pt x="97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44;p38">
              <a:extLst>
                <a:ext uri="{FF2B5EF4-FFF2-40B4-BE49-F238E27FC236}">
                  <a16:creationId xmlns:a16="http://schemas.microsoft.com/office/drawing/2014/main" id="{4D2E5A9F-211E-55BC-B0BD-7E557D55BA92}"/>
                </a:ext>
              </a:extLst>
            </p:cNvPr>
            <p:cNvSpPr/>
            <p:nvPr/>
          </p:nvSpPr>
          <p:spPr>
            <a:xfrm>
              <a:off x="1196975" y="2543925"/>
              <a:ext cx="539925" cy="100525"/>
            </a:xfrm>
            <a:custGeom>
              <a:avLst/>
              <a:gdLst/>
              <a:ahLst/>
              <a:cxnLst/>
              <a:rect l="l" t="t" r="r" b="b"/>
              <a:pathLst>
                <a:path w="21597" h="4021" extrusionOk="0">
                  <a:moveTo>
                    <a:pt x="1067" y="0"/>
                  </a:moveTo>
                  <a:cubicBezTo>
                    <a:pt x="477" y="0"/>
                    <a:pt x="1" y="478"/>
                    <a:pt x="1" y="1066"/>
                  </a:cubicBezTo>
                  <a:lnTo>
                    <a:pt x="1" y="4021"/>
                  </a:lnTo>
                  <a:lnTo>
                    <a:pt x="21597" y="4021"/>
                  </a:lnTo>
                  <a:lnTo>
                    <a:pt x="21597" y="1066"/>
                  </a:lnTo>
                  <a:cubicBezTo>
                    <a:pt x="21597" y="478"/>
                    <a:pt x="21119" y="0"/>
                    <a:pt x="20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5;p38">
              <a:extLst>
                <a:ext uri="{FF2B5EF4-FFF2-40B4-BE49-F238E27FC236}">
                  <a16:creationId xmlns:a16="http://schemas.microsoft.com/office/drawing/2014/main" id="{33731D5A-0FCD-81EA-1612-681D743E8B76}"/>
                </a:ext>
              </a:extLst>
            </p:cNvPr>
            <p:cNvSpPr/>
            <p:nvPr/>
          </p:nvSpPr>
          <p:spPr>
            <a:xfrm>
              <a:off x="1571050" y="2571775"/>
              <a:ext cx="35100" cy="35125"/>
            </a:xfrm>
            <a:custGeom>
              <a:avLst/>
              <a:gdLst/>
              <a:ahLst/>
              <a:cxnLst/>
              <a:rect l="l" t="t" r="r" b="b"/>
              <a:pathLst>
                <a:path w="1404" h="1405" extrusionOk="0">
                  <a:moveTo>
                    <a:pt x="703" y="1"/>
                  </a:moveTo>
                  <a:cubicBezTo>
                    <a:pt x="315" y="1"/>
                    <a:pt x="0" y="316"/>
                    <a:pt x="0" y="703"/>
                  </a:cubicBezTo>
                  <a:cubicBezTo>
                    <a:pt x="0" y="1091"/>
                    <a:pt x="315" y="1404"/>
                    <a:pt x="703" y="1404"/>
                  </a:cubicBezTo>
                  <a:cubicBezTo>
                    <a:pt x="1090" y="1404"/>
                    <a:pt x="1404" y="1091"/>
                    <a:pt x="1404" y="703"/>
                  </a:cubicBezTo>
                  <a:cubicBezTo>
                    <a:pt x="1404" y="316"/>
                    <a:pt x="1090" y="1"/>
                    <a:pt x="7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46;p38">
              <a:extLst>
                <a:ext uri="{FF2B5EF4-FFF2-40B4-BE49-F238E27FC236}">
                  <a16:creationId xmlns:a16="http://schemas.microsoft.com/office/drawing/2014/main" id="{0FF3FDC5-53CE-7E73-A1B5-AF93F51FE30A}"/>
                </a:ext>
              </a:extLst>
            </p:cNvPr>
            <p:cNvSpPr/>
            <p:nvPr/>
          </p:nvSpPr>
          <p:spPr>
            <a:xfrm>
              <a:off x="1627925" y="2571775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4" y="1"/>
                  </a:moveTo>
                  <a:cubicBezTo>
                    <a:pt x="316" y="1"/>
                    <a:pt x="1" y="316"/>
                    <a:pt x="1" y="703"/>
                  </a:cubicBezTo>
                  <a:cubicBezTo>
                    <a:pt x="1" y="1091"/>
                    <a:pt x="316" y="1404"/>
                    <a:pt x="704" y="1404"/>
                  </a:cubicBezTo>
                  <a:cubicBezTo>
                    <a:pt x="1091" y="1404"/>
                    <a:pt x="1405" y="1091"/>
                    <a:pt x="1405" y="703"/>
                  </a:cubicBezTo>
                  <a:cubicBezTo>
                    <a:pt x="1405" y="316"/>
                    <a:pt x="1091" y="1"/>
                    <a:pt x="7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7;p38">
              <a:extLst>
                <a:ext uri="{FF2B5EF4-FFF2-40B4-BE49-F238E27FC236}">
                  <a16:creationId xmlns:a16="http://schemas.microsoft.com/office/drawing/2014/main" id="{D8A2F5AA-A65D-444E-15FE-40C94A052591}"/>
                </a:ext>
              </a:extLst>
            </p:cNvPr>
            <p:cNvSpPr/>
            <p:nvPr/>
          </p:nvSpPr>
          <p:spPr>
            <a:xfrm>
              <a:off x="1682400" y="2571775"/>
              <a:ext cx="35125" cy="35125"/>
            </a:xfrm>
            <a:custGeom>
              <a:avLst/>
              <a:gdLst/>
              <a:ahLst/>
              <a:cxnLst/>
              <a:rect l="l" t="t" r="r" b="b"/>
              <a:pathLst>
                <a:path w="1405" h="1405" extrusionOk="0">
                  <a:moveTo>
                    <a:pt x="702" y="1"/>
                  </a:moveTo>
                  <a:cubicBezTo>
                    <a:pt x="314" y="1"/>
                    <a:pt x="1" y="316"/>
                    <a:pt x="1" y="703"/>
                  </a:cubicBezTo>
                  <a:cubicBezTo>
                    <a:pt x="1" y="1091"/>
                    <a:pt x="314" y="1404"/>
                    <a:pt x="702" y="1404"/>
                  </a:cubicBezTo>
                  <a:cubicBezTo>
                    <a:pt x="1090" y="1404"/>
                    <a:pt x="1405" y="1091"/>
                    <a:pt x="1405" y="703"/>
                  </a:cubicBezTo>
                  <a:cubicBezTo>
                    <a:pt x="1405" y="316"/>
                    <a:pt x="1090" y="1"/>
                    <a:pt x="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48;p38">
              <a:extLst>
                <a:ext uri="{FF2B5EF4-FFF2-40B4-BE49-F238E27FC236}">
                  <a16:creationId xmlns:a16="http://schemas.microsoft.com/office/drawing/2014/main" id="{75993F5C-208A-0ECA-4C5D-4E5F71A9E9BA}"/>
                </a:ext>
              </a:extLst>
            </p:cNvPr>
            <p:cNvSpPr/>
            <p:nvPr/>
          </p:nvSpPr>
          <p:spPr>
            <a:xfrm>
              <a:off x="1734875" y="2786400"/>
              <a:ext cx="259825" cy="294150"/>
            </a:xfrm>
            <a:custGeom>
              <a:avLst/>
              <a:gdLst/>
              <a:ahLst/>
              <a:cxnLst/>
              <a:rect l="l" t="t" r="r" b="b"/>
              <a:pathLst>
                <a:path w="10393" h="11766" extrusionOk="0">
                  <a:moveTo>
                    <a:pt x="8090" y="1"/>
                  </a:moveTo>
                  <a:lnTo>
                    <a:pt x="4140" y="7045"/>
                  </a:lnTo>
                  <a:lnTo>
                    <a:pt x="1548" y="2440"/>
                  </a:lnTo>
                  <a:lnTo>
                    <a:pt x="0" y="2876"/>
                  </a:lnTo>
                  <a:cubicBezTo>
                    <a:pt x="0" y="2876"/>
                    <a:pt x="1691" y="11225"/>
                    <a:pt x="4163" y="11725"/>
                  </a:cubicBezTo>
                  <a:cubicBezTo>
                    <a:pt x="4299" y="11752"/>
                    <a:pt x="4435" y="11765"/>
                    <a:pt x="4571" y="11765"/>
                  </a:cubicBezTo>
                  <a:cubicBezTo>
                    <a:pt x="7448" y="11765"/>
                    <a:pt x="10298" y="5903"/>
                    <a:pt x="10298" y="5903"/>
                  </a:cubicBezTo>
                  <a:cubicBezTo>
                    <a:pt x="10393" y="4239"/>
                    <a:pt x="8090" y="1"/>
                    <a:pt x="8090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9;p38">
              <a:extLst>
                <a:ext uri="{FF2B5EF4-FFF2-40B4-BE49-F238E27FC236}">
                  <a16:creationId xmlns:a16="http://schemas.microsoft.com/office/drawing/2014/main" id="{72C9713E-45A4-69B9-9CC2-F1C8D6885A93}"/>
                </a:ext>
              </a:extLst>
            </p:cNvPr>
            <p:cNvSpPr/>
            <p:nvPr/>
          </p:nvSpPr>
          <p:spPr>
            <a:xfrm>
              <a:off x="1849475" y="2778325"/>
              <a:ext cx="123400" cy="253600"/>
            </a:xfrm>
            <a:custGeom>
              <a:avLst/>
              <a:gdLst/>
              <a:ahLst/>
              <a:cxnLst/>
              <a:rect l="l" t="t" r="r" b="b"/>
              <a:pathLst>
                <a:path w="4936" h="10144" extrusionOk="0">
                  <a:moveTo>
                    <a:pt x="3523" y="1"/>
                  </a:moveTo>
                  <a:lnTo>
                    <a:pt x="0" y="5536"/>
                  </a:lnTo>
                  <a:cubicBezTo>
                    <a:pt x="0" y="5536"/>
                    <a:pt x="1877" y="8925"/>
                    <a:pt x="3142" y="10143"/>
                  </a:cubicBezTo>
                  <a:lnTo>
                    <a:pt x="3142" y="9925"/>
                  </a:lnTo>
                  <a:cubicBezTo>
                    <a:pt x="3142" y="9925"/>
                    <a:pt x="4935" y="3437"/>
                    <a:pt x="35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0;p38">
              <a:extLst>
                <a:ext uri="{FF2B5EF4-FFF2-40B4-BE49-F238E27FC236}">
                  <a16:creationId xmlns:a16="http://schemas.microsoft.com/office/drawing/2014/main" id="{3EB4A82E-7950-09FE-9267-63C1B7EC290A}"/>
                </a:ext>
              </a:extLst>
            </p:cNvPr>
            <p:cNvSpPr/>
            <p:nvPr/>
          </p:nvSpPr>
          <p:spPr>
            <a:xfrm>
              <a:off x="1855575" y="2907150"/>
              <a:ext cx="67825" cy="104100"/>
            </a:xfrm>
            <a:custGeom>
              <a:avLst/>
              <a:gdLst/>
              <a:ahLst/>
              <a:cxnLst/>
              <a:rect l="l" t="t" r="r" b="b"/>
              <a:pathLst>
                <a:path w="2713" h="4164" extrusionOk="0">
                  <a:moveTo>
                    <a:pt x="70" y="0"/>
                  </a:moveTo>
                  <a:cubicBezTo>
                    <a:pt x="35" y="0"/>
                    <a:pt x="0" y="37"/>
                    <a:pt x="26" y="75"/>
                  </a:cubicBezTo>
                  <a:lnTo>
                    <a:pt x="24" y="75"/>
                  </a:lnTo>
                  <a:cubicBezTo>
                    <a:pt x="918" y="1409"/>
                    <a:pt x="1709" y="2806"/>
                    <a:pt x="2601" y="4141"/>
                  </a:cubicBezTo>
                  <a:cubicBezTo>
                    <a:pt x="2612" y="4157"/>
                    <a:pt x="2627" y="4163"/>
                    <a:pt x="2642" y="4163"/>
                  </a:cubicBezTo>
                  <a:cubicBezTo>
                    <a:pt x="2678" y="4163"/>
                    <a:pt x="2713" y="4128"/>
                    <a:pt x="2688" y="4090"/>
                  </a:cubicBezTo>
                  <a:cubicBezTo>
                    <a:pt x="1796" y="2756"/>
                    <a:pt x="1005" y="1357"/>
                    <a:pt x="112" y="23"/>
                  </a:cubicBezTo>
                  <a:cubicBezTo>
                    <a:pt x="101" y="7"/>
                    <a:pt x="86" y="0"/>
                    <a:pt x="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51;p38">
              <a:extLst>
                <a:ext uri="{FF2B5EF4-FFF2-40B4-BE49-F238E27FC236}">
                  <a16:creationId xmlns:a16="http://schemas.microsoft.com/office/drawing/2014/main" id="{4275A1C0-053A-C433-1B3E-38209DDB8B41}"/>
                </a:ext>
              </a:extLst>
            </p:cNvPr>
            <p:cNvSpPr/>
            <p:nvPr/>
          </p:nvSpPr>
          <p:spPr>
            <a:xfrm>
              <a:off x="1836300" y="2962625"/>
              <a:ext cx="5350" cy="43725"/>
            </a:xfrm>
            <a:custGeom>
              <a:avLst/>
              <a:gdLst/>
              <a:ahLst/>
              <a:cxnLst/>
              <a:rect l="l" t="t" r="r" b="b"/>
              <a:pathLst>
                <a:path w="214" h="1749" extrusionOk="0">
                  <a:moveTo>
                    <a:pt x="52" y="1"/>
                  </a:moveTo>
                  <a:cubicBezTo>
                    <a:pt x="27" y="1"/>
                    <a:pt x="2" y="17"/>
                    <a:pt x="2" y="49"/>
                  </a:cubicBezTo>
                  <a:cubicBezTo>
                    <a:pt x="1" y="602"/>
                    <a:pt x="36" y="1153"/>
                    <a:pt x="109" y="1700"/>
                  </a:cubicBezTo>
                  <a:cubicBezTo>
                    <a:pt x="113" y="1732"/>
                    <a:pt x="140" y="1748"/>
                    <a:pt x="166" y="1748"/>
                  </a:cubicBezTo>
                  <a:cubicBezTo>
                    <a:pt x="190" y="1748"/>
                    <a:pt x="213" y="1732"/>
                    <a:pt x="209" y="1700"/>
                  </a:cubicBezTo>
                  <a:cubicBezTo>
                    <a:pt x="136" y="1153"/>
                    <a:pt x="101" y="602"/>
                    <a:pt x="103" y="49"/>
                  </a:cubicBezTo>
                  <a:cubicBezTo>
                    <a:pt x="103" y="17"/>
                    <a:pt x="78" y="1"/>
                    <a:pt x="52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52;p38">
              <a:extLst>
                <a:ext uri="{FF2B5EF4-FFF2-40B4-BE49-F238E27FC236}">
                  <a16:creationId xmlns:a16="http://schemas.microsoft.com/office/drawing/2014/main" id="{60EDE973-6C9B-871A-58AD-5DD85B3B2658}"/>
                </a:ext>
              </a:extLst>
            </p:cNvPr>
            <p:cNvSpPr/>
            <p:nvPr/>
          </p:nvSpPr>
          <p:spPr>
            <a:xfrm>
              <a:off x="1836125" y="2976925"/>
              <a:ext cx="13800" cy="17550"/>
            </a:xfrm>
            <a:custGeom>
              <a:avLst/>
              <a:gdLst/>
              <a:ahLst/>
              <a:cxnLst/>
              <a:rect l="l" t="t" r="r" b="b"/>
              <a:pathLst>
                <a:path w="552" h="702" extrusionOk="0">
                  <a:moveTo>
                    <a:pt x="72" y="1"/>
                  </a:moveTo>
                  <a:cubicBezTo>
                    <a:pt x="36" y="1"/>
                    <a:pt x="1" y="38"/>
                    <a:pt x="26" y="75"/>
                  </a:cubicBezTo>
                  <a:lnTo>
                    <a:pt x="439" y="679"/>
                  </a:lnTo>
                  <a:cubicBezTo>
                    <a:pt x="450" y="695"/>
                    <a:pt x="465" y="702"/>
                    <a:pt x="481" y="702"/>
                  </a:cubicBezTo>
                  <a:cubicBezTo>
                    <a:pt x="516" y="702"/>
                    <a:pt x="551" y="666"/>
                    <a:pt x="526" y="629"/>
                  </a:cubicBezTo>
                  <a:lnTo>
                    <a:pt x="113" y="23"/>
                  </a:lnTo>
                  <a:cubicBezTo>
                    <a:pt x="102" y="8"/>
                    <a:pt x="87" y="1"/>
                    <a:pt x="72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53;p38">
              <a:extLst>
                <a:ext uri="{FF2B5EF4-FFF2-40B4-BE49-F238E27FC236}">
                  <a16:creationId xmlns:a16="http://schemas.microsoft.com/office/drawing/2014/main" id="{0D8F9289-2CFE-31CE-049E-B1ECA3FC7EB9}"/>
                </a:ext>
              </a:extLst>
            </p:cNvPr>
            <p:cNvSpPr/>
            <p:nvPr/>
          </p:nvSpPr>
          <p:spPr>
            <a:xfrm>
              <a:off x="2129400" y="3875800"/>
              <a:ext cx="68350" cy="121800"/>
            </a:xfrm>
            <a:custGeom>
              <a:avLst/>
              <a:gdLst/>
              <a:ahLst/>
              <a:cxnLst/>
              <a:rect l="l" t="t" r="r" b="b"/>
              <a:pathLst>
                <a:path w="2734" h="4872" extrusionOk="0">
                  <a:moveTo>
                    <a:pt x="2733" y="0"/>
                  </a:moveTo>
                  <a:lnTo>
                    <a:pt x="0" y="436"/>
                  </a:lnTo>
                  <a:lnTo>
                    <a:pt x="899" y="4872"/>
                  </a:lnTo>
                  <a:lnTo>
                    <a:pt x="2733" y="4727"/>
                  </a:lnTo>
                  <a:lnTo>
                    <a:pt x="2733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54;p38">
              <a:extLst>
                <a:ext uri="{FF2B5EF4-FFF2-40B4-BE49-F238E27FC236}">
                  <a16:creationId xmlns:a16="http://schemas.microsoft.com/office/drawing/2014/main" id="{6C877A83-9F29-6E14-6200-C5C096F50F51}"/>
                </a:ext>
              </a:extLst>
            </p:cNvPr>
            <p:cNvSpPr/>
            <p:nvPr/>
          </p:nvSpPr>
          <p:spPr>
            <a:xfrm>
              <a:off x="2100475" y="3962950"/>
              <a:ext cx="109950" cy="80900"/>
            </a:xfrm>
            <a:custGeom>
              <a:avLst/>
              <a:gdLst/>
              <a:ahLst/>
              <a:cxnLst/>
              <a:rect l="l" t="t" r="r" b="b"/>
              <a:pathLst>
                <a:path w="4398" h="3236" extrusionOk="0">
                  <a:moveTo>
                    <a:pt x="2568" y="1"/>
                  </a:moveTo>
                  <a:cubicBezTo>
                    <a:pt x="2532" y="1"/>
                    <a:pt x="2495" y="5"/>
                    <a:pt x="2458" y="15"/>
                  </a:cubicBezTo>
                  <a:cubicBezTo>
                    <a:pt x="2167" y="87"/>
                    <a:pt x="1984" y="344"/>
                    <a:pt x="1871" y="604"/>
                  </a:cubicBezTo>
                  <a:cubicBezTo>
                    <a:pt x="1828" y="513"/>
                    <a:pt x="1768" y="423"/>
                    <a:pt x="1698" y="423"/>
                  </a:cubicBezTo>
                  <a:cubicBezTo>
                    <a:pt x="1689" y="423"/>
                    <a:pt x="1680" y="425"/>
                    <a:pt x="1671" y="428"/>
                  </a:cubicBezTo>
                  <a:cubicBezTo>
                    <a:pt x="1519" y="483"/>
                    <a:pt x="1461" y="1481"/>
                    <a:pt x="1459" y="1505"/>
                  </a:cubicBezTo>
                  <a:cubicBezTo>
                    <a:pt x="1287" y="1686"/>
                    <a:pt x="1048" y="1895"/>
                    <a:pt x="844" y="1924"/>
                  </a:cubicBezTo>
                  <a:cubicBezTo>
                    <a:pt x="372" y="1990"/>
                    <a:pt x="1" y="2496"/>
                    <a:pt x="240" y="3235"/>
                  </a:cubicBezTo>
                  <a:lnTo>
                    <a:pt x="4283" y="3235"/>
                  </a:lnTo>
                  <a:cubicBezTo>
                    <a:pt x="4283" y="3235"/>
                    <a:pt x="4398" y="1273"/>
                    <a:pt x="4210" y="772"/>
                  </a:cubicBezTo>
                  <a:cubicBezTo>
                    <a:pt x="4168" y="659"/>
                    <a:pt x="4110" y="616"/>
                    <a:pt x="4046" y="616"/>
                  </a:cubicBezTo>
                  <a:cubicBezTo>
                    <a:pt x="3827" y="616"/>
                    <a:pt x="3532" y="1132"/>
                    <a:pt x="3532" y="1132"/>
                  </a:cubicBezTo>
                  <a:cubicBezTo>
                    <a:pt x="3532" y="1132"/>
                    <a:pt x="3146" y="1"/>
                    <a:pt x="25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55;p38">
              <a:extLst>
                <a:ext uri="{FF2B5EF4-FFF2-40B4-BE49-F238E27FC236}">
                  <a16:creationId xmlns:a16="http://schemas.microsoft.com/office/drawing/2014/main" id="{E76007B9-E431-E59E-53A7-5E2163267CFC}"/>
                </a:ext>
              </a:extLst>
            </p:cNvPr>
            <p:cNvSpPr/>
            <p:nvPr/>
          </p:nvSpPr>
          <p:spPr>
            <a:xfrm>
              <a:off x="2143025" y="3985000"/>
              <a:ext cx="30850" cy="10650"/>
            </a:xfrm>
            <a:custGeom>
              <a:avLst/>
              <a:gdLst/>
              <a:ahLst/>
              <a:cxnLst/>
              <a:rect l="l" t="t" r="r" b="b"/>
              <a:pathLst>
                <a:path w="1234" h="426" extrusionOk="0">
                  <a:moveTo>
                    <a:pt x="524" y="0"/>
                  </a:moveTo>
                  <a:cubicBezTo>
                    <a:pt x="361" y="0"/>
                    <a:pt x="196" y="48"/>
                    <a:pt x="45" y="149"/>
                  </a:cubicBezTo>
                  <a:cubicBezTo>
                    <a:pt x="1" y="178"/>
                    <a:pt x="28" y="243"/>
                    <a:pt x="69" y="243"/>
                  </a:cubicBezTo>
                  <a:cubicBezTo>
                    <a:pt x="77" y="243"/>
                    <a:pt x="86" y="241"/>
                    <a:pt x="95" y="234"/>
                  </a:cubicBezTo>
                  <a:cubicBezTo>
                    <a:pt x="232" y="144"/>
                    <a:pt x="379" y="101"/>
                    <a:pt x="523" y="101"/>
                  </a:cubicBezTo>
                  <a:cubicBezTo>
                    <a:pt x="751" y="101"/>
                    <a:pt x="971" y="209"/>
                    <a:pt x="1132" y="409"/>
                  </a:cubicBezTo>
                  <a:cubicBezTo>
                    <a:pt x="1142" y="421"/>
                    <a:pt x="1153" y="426"/>
                    <a:pt x="1164" y="426"/>
                  </a:cubicBezTo>
                  <a:cubicBezTo>
                    <a:pt x="1200" y="426"/>
                    <a:pt x="1234" y="375"/>
                    <a:pt x="1203" y="338"/>
                  </a:cubicBezTo>
                  <a:cubicBezTo>
                    <a:pt x="1026" y="118"/>
                    <a:pt x="778" y="0"/>
                    <a:pt x="5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56;p38">
              <a:extLst>
                <a:ext uri="{FF2B5EF4-FFF2-40B4-BE49-F238E27FC236}">
                  <a16:creationId xmlns:a16="http://schemas.microsoft.com/office/drawing/2014/main" id="{E4DBB8B2-D7BF-963D-E676-F4245E07818A}"/>
                </a:ext>
              </a:extLst>
            </p:cNvPr>
            <p:cNvSpPr/>
            <p:nvPr/>
          </p:nvSpPr>
          <p:spPr>
            <a:xfrm>
              <a:off x="2141050" y="3993025"/>
              <a:ext cx="30850" cy="10625"/>
            </a:xfrm>
            <a:custGeom>
              <a:avLst/>
              <a:gdLst/>
              <a:ahLst/>
              <a:cxnLst/>
              <a:rect l="l" t="t" r="r" b="b"/>
              <a:pathLst>
                <a:path w="1234" h="425" extrusionOk="0">
                  <a:moveTo>
                    <a:pt x="524" y="1"/>
                  </a:moveTo>
                  <a:cubicBezTo>
                    <a:pt x="362" y="1"/>
                    <a:pt x="196" y="49"/>
                    <a:pt x="45" y="149"/>
                  </a:cubicBezTo>
                  <a:cubicBezTo>
                    <a:pt x="0" y="179"/>
                    <a:pt x="28" y="243"/>
                    <a:pt x="69" y="243"/>
                  </a:cubicBezTo>
                  <a:cubicBezTo>
                    <a:pt x="77" y="243"/>
                    <a:pt x="86" y="241"/>
                    <a:pt x="95" y="235"/>
                  </a:cubicBezTo>
                  <a:cubicBezTo>
                    <a:pt x="232" y="144"/>
                    <a:pt x="379" y="101"/>
                    <a:pt x="524" y="101"/>
                  </a:cubicBezTo>
                  <a:cubicBezTo>
                    <a:pt x="752" y="101"/>
                    <a:pt x="972" y="209"/>
                    <a:pt x="1132" y="407"/>
                  </a:cubicBezTo>
                  <a:cubicBezTo>
                    <a:pt x="1142" y="420"/>
                    <a:pt x="1153" y="425"/>
                    <a:pt x="1164" y="425"/>
                  </a:cubicBezTo>
                  <a:cubicBezTo>
                    <a:pt x="1200" y="425"/>
                    <a:pt x="1234" y="374"/>
                    <a:pt x="1203" y="336"/>
                  </a:cubicBezTo>
                  <a:cubicBezTo>
                    <a:pt x="1026" y="118"/>
                    <a:pt x="778" y="1"/>
                    <a:pt x="5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57;p38">
              <a:extLst>
                <a:ext uri="{FF2B5EF4-FFF2-40B4-BE49-F238E27FC236}">
                  <a16:creationId xmlns:a16="http://schemas.microsoft.com/office/drawing/2014/main" id="{9A648682-E195-3D32-A079-C68A6D7D6F47}"/>
                </a:ext>
              </a:extLst>
            </p:cNvPr>
            <p:cNvSpPr/>
            <p:nvPr/>
          </p:nvSpPr>
          <p:spPr>
            <a:xfrm>
              <a:off x="2139850" y="4002325"/>
              <a:ext cx="27675" cy="10500"/>
            </a:xfrm>
            <a:custGeom>
              <a:avLst/>
              <a:gdLst/>
              <a:ahLst/>
              <a:cxnLst/>
              <a:rect l="l" t="t" r="r" b="b"/>
              <a:pathLst>
                <a:path w="1107" h="420" extrusionOk="0">
                  <a:moveTo>
                    <a:pt x="465" y="0"/>
                  </a:moveTo>
                  <a:cubicBezTo>
                    <a:pt x="323" y="0"/>
                    <a:pt x="178" y="47"/>
                    <a:pt x="43" y="147"/>
                  </a:cubicBezTo>
                  <a:cubicBezTo>
                    <a:pt x="0" y="179"/>
                    <a:pt x="27" y="244"/>
                    <a:pt x="66" y="244"/>
                  </a:cubicBezTo>
                  <a:cubicBezTo>
                    <a:pt x="75" y="244"/>
                    <a:pt x="84" y="241"/>
                    <a:pt x="93" y="234"/>
                  </a:cubicBezTo>
                  <a:cubicBezTo>
                    <a:pt x="215" y="144"/>
                    <a:pt x="345" y="102"/>
                    <a:pt x="471" y="102"/>
                  </a:cubicBezTo>
                  <a:cubicBezTo>
                    <a:pt x="670" y="102"/>
                    <a:pt x="860" y="207"/>
                    <a:pt x="994" y="397"/>
                  </a:cubicBezTo>
                  <a:cubicBezTo>
                    <a:pt x="1005" y="413"/>
                    <a:pt x="1021" y="419"/>
                    <a:pt x="1036" y="419"/>
                  </a:cubicBezTo>
                  <a:cubicBezTo>
                    <a:pt x="1072" y="419"/>
                    <a:pt x="1107" y="384"/>
                    <a:pt x="1080" y="347"/>
                  </a:cubicBezTo>
                  <a:cubicBezTo>
                    <a:pt x="925" y="128"/>
                    <a:pt x="700" y="0"/>
                    <a:pt x="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58;p38">
              <a:extLst>
                <a:ext uri="{FF2B5EF4-FFF2-40B4-BE49-F238E27FC236}">
                  <a16:creationId xmlns:a16="http://schemas.microsoft.com/office/drawing/2014/main" id="{4D09795E-5D49-1A15-CE3A-72222A44A5D6}"/>
                </a:ext>
              </a:extLst>
            </p:cNvPr>
            <p:cNvSpPr/>
            <p:nvPr/>
          </p:nvSpPr>
          <p:spPr>
            <a:xfrm>
              <a:off x="2194175" y="3994200"/>
              <a:ext cx="15200" cy="37550"/>
            </a:xfrm>
            <a:custGeom>
              <a:avLst/>
              <a:gdLst/>
              <a:ahLst/>
              <a:cxnLst/>
              <a:rect l="l" t="t" r="r" b="b"/>
              <a:pathLst>
                <a:path w="608" h="1502" extrusionOk="0">
                  <a:moveTo>
                    <a:pt x="538" y="1"/>
                  </a:moveTo>
                  <a:cubicBezTo>
                    <a:pt x="526" y="1"/>
                    <a:pt x="514" y="6"/>
                    <a:pt x="504" y="18"/>
                  </a:cubicBezTo>
                  <a:cubicBezTo>
                    <a:pt x="163" y="417"/>
                    <a:pt x="0" y="931"/>
                    <a:pt x="54" y="1454"/>
                  </a:cubicBezTo>
                  <a:cubicBezTo>
                    <a:pt x="57" y="1486"/>
                    <a:pt x="84" y="1501"/>
                    <a:pt x="109" y="1501"/>
                  </a:cubicBezTo>
                  <a:cubicBezTo>
                    <a:pt x="134" y="1501"/>
                    <a:pt x="157" y="1486"/>
                    <a:pt x="154" y="1454"/>
                  </a:cubicBezTo>
                  <a:cubicBezTo>
                    <a:pt x="104" y="958"/>
                    <a:pt x="252" y="469"/>
                    <a:pt x="575" y="89"/>
                  </a:cubicBezTo>
                  <a:cubicBezTo>
                    <a:pt x="607" y="51"/>
                    <a:pt x="574" y="1"/>
                    <a:pt x="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59;p38">
              <a:extLst>
                <a:ext uri="{FF2B5EF4-FFF2-40B4-BE49-F238E27FC236}">
                  <a16:creationId xmlns:a16="http://schemas.microsoft.com/office/drawing/2014/main" id="{54705A60-3E64-B9A3-6DC5-BD4394F62BC9}"/>
                </a:ext>
              </a:extLst>
            </p:cNvPr>
            <p:cNvSpPr/>
            <p:nvPr/>
          </p:nvSpPr>
          <p:spPr>
            <a:xfrm>
              <a:off x="2104150" y="4030050"/>
              <a:ext cx="104700" cy="3575"/>
            </a:xfrm>
            <a:custGeom>
              <a:avLst/>
              <a:gdLst/>
              <a:ahLst/>
              <a:cxnLst/>
              <a:rect l="l" t="t" r="r" b="b"/>
              <a:pathLst>
                <a:path w="4188" h="143" extrusionOk="0">
                  <a:moveTo>
                    <a:pt x="4121" y="1"/>
                  </a:moveTo>
                  <a:cubicBezTo>
                    <a:pt x="2771" y="15"/>
                    <a:pt x="1419" y="28"/>
                    <a:pt x="69" y="41"/>
                  </a:cubicBezTo>
                  <a:cubicBezTo>
                    <a:pt x="1" y="43"/>
                    <a:pt x="1" y="143"/>
                    <a:pt x="69" y="143"/>
                  </a:cubicBezTo>
                  <a:cubicBezTo>
                    <a:pt x="1419" y="128"/>
                    <a:pt x="2771" y="115"/>
                    <a:pt x="4121" y="101"/>
                  </a:cubicBezTo>
                  <a:cubicBezTo>
                    <a:pt x="4188" y="101"/>
                    <a:pt x="4188" y="1"/>
                    <a:pt x="41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60;p38">
              <a:extLst>
                <a:ext uri="{FF2B5EF4-FFF2-40B4-BE49-F238E27FC236}">
                  <a16:creationId xmlns:a16="http://schemas.microsoft.com/office/drawing/2014/main" id="{B61BFD3B-5A76-8850-38E5-B7AC868FFE3B}"/>
                </a:ext>
              </a:extLst>
            </p:cNvPr>
            <p:cNvSpPr/>
            <p:nvPr/>
          </p:nvSpPr>
          <p:spPr>
            <a:xfrm>
              <a:off x="2031675" y="3183450"/>
              <a:ext cx="227625" cy="749900"/>
            </a:xfrm>
            <a:custGeom>
              <a:avLst/>
              <a:gdLst/>
              <a:ahLst/>
              <a:cxnLst/>
              <a:rect l="l" t="t" r="r" b="b"/>
              <a:pathLst>
                <a:path w="9105" h="29996" extrusionOk="0">
                  <a:moveTo>
                    <a:pt x="3514" y="1"/>
                  </a:moveTo>
                  <a:cubicBezTo>
                    <a:pt x="2502" y="1"/>
                    <a:pt x="1609" y="205"/>
                    <a:pt x="1207" y="818"/>
                  </a:cubicBezTo>
                  <a:cubicBezTo>
                    <a:pt x="0" y="2656"/>
                    <a:pt x="1008" y="11616"/>
                    <a:pt x="1115" y="15139"/>
                  </a:cubicBezTo>
                  <a:cubicBezTo>
                    <a:pt x="1223" y="18662"/>
                    <a:pt x="2459" y="27840"/>
                    <a:pt x="3296" y="29206"/>
                  </a:cubicBezTo>
                  <a:cubicBezTo>
                    <a:pt x="3593" y="29693"/>
                    <a:pt x="4221" y="29996"/>
                    <a:pt x="4935" y="29996"/>
                  </a:cubicBezTo>
                  <a:cubicBezTo>
                    <a:pt x="5693" y="29996"/>
                    <a:pt x="6548" y="29654"/>
                    <a:pt x="7206" y="28827"/>
                  </a:cubicBezTo>
                  <a:cubicBezTo>
                    <a:pt x="9104" y="26444"/>
                    <a:pt x="8095" y="17767"/>
                    <a:pt x="7828" y="14333"/>
                  </a:cubicBezTo>
                  <a:cubicBezTo>
                    <a:pt x="7560" y="10899"/>
                    <a:pt x="8041" y="818"/>
                    <a:pt x="8041" y="818"/>
                  </a:cubicBezTo>
                  <a:cubicBezTo>
                    <a:pt x="8041" y="818"/>
                    <a:pt x="5539" y="1"/>
                    <a:pt x="35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61;p38">
              <a:extLst>
                <a:ext uri="{FF2B5EF4-FFF2-40B4-BE49-F238E27FC236}">
                  <a16:creationId xmlns:a16="http://schemas.microsoft.com/office/drawing/2014/main" id="{0442CFCA-6E5C-81C2-3394-69917E3A7C10}"/>
                </a:ext>
              </a:extLst>
            </p:cNvPr>
            <p:cNvSpPr/>
            <p:nvPr/>
          </p:nvSpPr>
          <p:spPr>
            <a:xfrm>
              <a:off x="2063750" y="3556250"/>
              <a:ext cx="44725" cy="6625"/>
            </a:xfrm>
            <a:custGeom>
              <a:avLst/>
              <a:gdLst/>
              <a:ahLst/>
              <a:cxnLst/>
              <a:rect l="l" t="t" r="r" b="b"/>
              <a:pathLst>
                <a:path w="1789" h="265" extrusionOk="0">
                  <a:moveTo>
                    <a:pt x="1708" y="0"/>
                  </a:moveTo>
                  <a:cubicBezTo>
                    <a:pt x="1702" y="0"/>
                    <a:pt x="1695" y="1"/>
                    <a:pt x="1688" y="4"/>
                  </a:cubicBezTo>
                  <a:cubicBezTo>
                    <a:pt x="1414" y="94"/>
                    <a:pt x="1138" y="139"/>
                    <a:pt x="862" y="139"/>
                  </a:cubicBezTo>
                  <a:cubicBezTo>
                    <a:pt x="609" y="139"/>
                    <a:pt x="356" y="101"/>
                    <a:pt x="103" y="25"/>
                  </a:cubicBezTo>
                  <a:cubicBezTo>
                    <a:pt x="96" y="23"/>
                    <a:pt x="90" y="22"/>
                    <a:pt x="84" y="22"/>
                  </a:cubicBezTo>
                  <a:cubicBezTo>
                    <a:pt x="21" y="22"/>
                    <a:pt x="1" y="124"/>
                    <a:pt x="71" y="146"/>
                  </a:cubicBezTo>
                  <a:cubicBezTo>
                    <a:pt x="334" y="225"/>
                    <a:pt x="599" y="265"/>
                    <a:pt x="864" y="265"/>
                  </a:cubicBezTo>
                  <a:cubicBezTo>
                    <a:pt x="1151" y="265"/>
                    <a:pt x="1438" y="218"/>
                    <a:pt x="1720" y="125"/>
                  </a:cubicBezTo>
                  <a:cubicBezTo>
                    <a:pt x="1789" y="102"/>
                    <a:pt x="1769" y="0"/>
                    <a:pt x="17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62;p38">
              <a:extLst>
                <a:ext uri="{FF2B5EF4-FFF2-40B4-BE49-F238E27FC236}">
                  <a16:creationId xmlns:a16="http://schemas.microsoft.com/office/drawing/2014/main" id="{5B1A7E73-C79F-AFD2-2478-A167EE5E484D}"/>
                </a:ext>
              </a:extLst>
            </p:cNvPr>
            <p:cNvSpPr/>
            <p:nvPr/>
          </p:nvSpPr>
          <p:spPr>
            <a:xfrm>
              <a:off x="2129400" y="3907900"/>
              <a:ext cx="82600" cy="40775"/>
            </a:xfrm>
            <a:custGeom>
              <a:avLst/>
              <a:gdLst/>
              <a:ahLst/>
              <a:cxnLst/>
              <a:rect l="l" t="t" r="r" b="b"/>
              <a:pathLst>
                <a:path w="3304" h="1631" extrusionOk="0">
                  <a:moveTo>
                    <a:pt x="2984" y="0"/>
                  </a:moveTo>
                  <a:lnTo>
                    <a:pt x="0" y="220"/>
                  </a:lnTo>
                  <a:cubicBezTo>
                    <a:pt x="0" y="220"/>
                    <a:pt x="0" y="1453"/>
                    <a:pt x="128" y="1537"/>
                  </a:cubicBezTo>
                  <a:cubicBezTo>
                    <a:pt x="188" y="1576"/>
                    <a:pt x="763" y="1630"/>
                    <a:pt x="1383" y="1630"/>
                  </a:cubicBezTo>
                  <a:cubicBezTo>
                    <a:pt x="2059" y="1630"/>
                    <a:pt x="2789" y="1566"/>
                    <a:pt x="2966" y="1348"/>
                  </a:cubicBezTo>
                  <a:cubicBezTo>
                    <a:pt x="3304" y="929"/>
                    <a:pt x="2984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63;p38">
              <a:extLst>
                <a:ext uri="{FF2B5EF4-FFF2-40B4-BE49-F238E27FC236}">
                  <a16:creationId xmlns:a16="http://schemas.microsoft.com/office/drawing/2014/main" id="{F0EC0831-22BB-4E6C-07B4-7B3DA1FE2097}"/>
                </a:ext>
              </a:extLst>
            </p:cNvPr>
            <p:cNvSpPr/>
            <p:nvPr/>
          </p:nvSpPr>
          <p:spPr>
            <a:xfrm>
              <a:off x="2129475" y="3909700"/>
              <a:ext cx="75525" cy="19675"/>
            </a:xfrm>
            <a:custGeom>
              <a:avLst/>
              <a:gdLst/>
              <a:ahLst/>
              <a:cxnLst/>
              <a:rect l="l" t="t" r="r" b="b"/>
              <a:pathLst>
                <a:path w="3021" h="787" extrusionOk="0">
                  <a:moveTo>
                    <a:pt x="2939" y="0"/>
                  </a:moveTo>
                  <a:cubicBezTo>
                    <a:pt x="2929" y="0"/>
                    <a:pt x="2920" y="3"/>
                    <a:pt x="2910" y="9"/>
                  </a:cubicBezTo>
                  <a:cubicBezTo>
                    <a:pt x="2199" y="446"/>
                    <a:pt x="1393" y="671"/>
                    <a:pt x="569" y="671"/>
                  </a:cubicBezTo>
                  <a:cubicBezTo>
                    <a:pt x="405" y="671"/>
                    <a:pt x="240" y="662"/>
                    <a:pt x="75" y="644"/>
                  </a:cubicBezTo>
                  <a:cubicBezTo>
                    <a:pt x="72" y="644"/>
                    <a:pt x="70" y="644"/>
                    <a:pt x="68" y="644"/>
                  </a:cubicBezTo>
                  <a:cubicBezTo>
                    <a:pt x="1" y="644"/>
                    <a:pt x="3" y="751"/>
                    <a:pt x="75" y="759"/>
                  </a:cubicBezTo>
                  <a:cubicBezTo>
                    <a:pt x="242" y="777"/>
                    <a:pt x="409" y="786"/>
                    <a:pt x="575" y="786"/>
                  </a:cubicBezTo>
                  <a:cubicBezTo>
                    <a:pt x="1417" y="786"/>
                    <a:pt x="2244" y="553"/>
                    <a:pt x="2968" y="109"/>
                  </a:cubicBezTo>
                  <a:cubicBezTo>
                    <a:pt x="3021" y="77"/>
                    <a:pt x="2988" y="0"/>
                    <a:pt x="29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64;p38">
              <a:extLst>
                <a:ext uri="{FF2B5EF4-FFF2-40B4-BE49-F238E27FC236}">
                  <a16:creationId xmlns:a16="http://schemas.microsoft.com/office/drawing/2014/main" id="{8C45A545-5054-BF64-0702-18AF6A012D6A}"/>
                </a:ext>
              </a:extLst>
            </p:cNvPr>
            <p:cNvSpPr/>
            <p:nvPr/>
          </p:nvSpPr>
          <p:spPr>
            <a:xfrm>
              <a:off x="2189675" y="3225475"/>
              <a:ext cx="28550" cy="676500"/>
            </a:xfrm>
            <a:custGeom>
              <a:avLst/>
              <a:gdLst/>
              <a:ahLst/>
              <a:cxnLst/>
              <a:rect l="l" t="t" r="r" b="b"/>
              <a:pathLst>
                <a:path w="1142" h="27060" extrusionOk="0">
                  <a:moveTo>
                    <a:pt x="1047" y="1"/>
                  </a:moveTo>
                  <a:cubicBezTo>
                    <a:pt x="1022" y="1"/>
                    <a:pt x="996" y="17"/>
                    <a:pt x="994" y="49"/>
                  </a:cubicBezTo>
                  <a:cubicBezTo>
                    <a:pt x="786" y="3748"/>
                    <a:pt x="683" y="7454"/>
                    <a:pt x="688" y="11159"/>
                  </a:cubicBezTo>
                  <a:cubicBezTo>
                    <a:pt x="689" y="13001"/>
                    <a:pt x="718" y="14842"/>
                    <a:pt x="773" y="16682"/>
                  </a:cubicBezTo>
                  <a:cubicBezTo>
                    <a:pt x="826" y="18470"/>
                    <a:pt x="927" y="20256"/>
                    <a:pt x="1002" y="22043"/>
                  </a:cubicBezTo>
                  <a:cubicBezTo>
                    <a:pt x="1074" y="23729"/>
                    <a:pt x="1040" y="25555"/>
                    <a:pt x="27" y="26987"/>
                  </a:cubicBezTo>
                  <a:cubicBezTo>
                    <a:pt x="1" y="27024"/>
                    <a:pt x="36" y="27059"/>
                    <a:pt x="72" y="27059"/>
                  </a:cubicBezTo>
                  <a:cubicBezTo>
                    <a:pt x="88" y="27059"/>
                    <a:pt x="103" y="27053"/>
                    <a:pt x="114" y="27037"/>
                  </a:cubicBezTo>
                  <a:cubicBezTo>
                    <a:pt x="981" y="25810"/>
                    <a:pt x="1141" y="24274"/>
                    <a:pt x="1125" y="22812"/>
                  </a:cubicBezTo>
                  <a:cubicBezTo>
                    <a:pt x="1116" y="21986"/>
                    <a:pt x="1057" y="21164"/>
                    <a:pt x="1017" y="20340"/>
                  </a:cubicBezTo>
                  <a:cubicBezTo>
                    <a:pt x="972" y="19410"/>
                    <a:pt x="933" y="18478"/>
                    <a:pt x="901" y="17548"/>
                  </a:cubicBezTo>
                  <a:cubicBezTo>
                    <a:pt x="773" y="13823"/>
                    <a:pt x="754" y="10093"/>
                    <a:pt x="843" y="6367"/>
                  </a:cubicBezTo>
                  <a:cubicBezTo>
                    <a:pt x="891" y="4260"/>
                    <a:pt x="977" y="2154"/>
                    <a:pt x="1095" y="49"/>
                  </a:cubicBezTo>
                  <a:cubicBezTo>
                    <a:pt x="1096" y="17"/>
                    <a:pt x="1072" y="1"/>
                    <a:pt x="1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65;p38">
              <a:extLst>
                <a:ext uri="{FF2B5EF4-FFF2-40B4-BE49-F238E27FC236}">
                  <a16:creationId xmlns:a16="http://schemas.microsoft.com/office/drawing/2014/main" id="{85AE352A-C4DF-1816-03EA-C45C13CC59B4}"/>
                </a:ext>
              </a:extLst>
            </p:cNvPr>
            <p:cNvSpPr/>
            <p:nvPr/>
          </p:nvSpPr>
          <p:spPr>
            <a:xfrm>
              <a:off x="1924900" y="3875800"/>
              <a:ext cx="68400" cy="117300"/>
            </a:xfrm>
            <a:custGeom>
              <a:avLst/>
              <a:gdLst/>
              <a:ahLst/>
              <a:cxnLst/>
              <a:rect l="l" t="t" r="r" b="b"/>
              <a:pathLst>
                <a:path w="2736" h="4692" extrusionOk="0">
                  <a:moveTo>
                    <a:pt x="2735" y="0"/>
                  </a:moveTo>
                  <a:lnTo>
                    <a:pt x="1" y="436"/>
                  </a:lnTo>
                  <a:lnTo>
                    <a:pt x="899" y="4691"/>
                  </a:lnTo>
                  <a:lnTo>
                    <a:pt x="2735" y="4544"/>
                  </a:lnTo>
                  <a:lnTo>
                    <a:pt x="2735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66;p38">
              <a:extLst>
                <a:ext uri="{FF2B5EF4-FFF2-40B4-BE49-F238E27FC236}">
                  <a16:creationId xmlns:a16="http://schemas.microsoft.com/office/drawing/2014/main" id="{A46F3981-BB08-2B8A-D51D-C2034662044D}"/>
                </a:ext>
              </a:extLst>
            </p:cNvPr>
            <p:cNvSpPr/>
            <p:nvPr/>
          </p:nvSpPr>
          <p:spPr>
            <a:xfrm>
              <a:off x="1841550" y="3957400"/>
              <a:ext cx="157975" cy="86450"/>
            </a:xfrm>
            <a:custGeom>
              <a:avLst/>
              <a:gdLst/>
              <a:ahLst/>
              <a:cxnLst/>
              <a:rect l="l" t="t" r="r" b="b"/>
              <a:pathLst>
                <a:path w="6319" h="3458" extrusionOk="0">
                  <a:moveTo>
                    <a:pt x="3902" y="0"/>
                  </a:moveTo>
                  <a:cubicBezTo>
                    <a:pt x="3883" y="0"/>
                    <a:pt x="3866" y="3"/>
                    <a:pt x="3848" y="9"/>
                  </a:cubicBezTo>
                  <a:cubicBezTo>
                    <a:pt x="3508" y="128"/>
                    <a:pt x="3370" y="1472"/>
                    <a:pt x="3370" y="1472"/>
                  </a:cubicBezTo>
                  <a:cubicBezTo>
                    <a:pt x="3370" y="1472"/>
                    <a:pt x="1519" y="2091"/>
                    <a:pt x="1002" y="2123"/>
                  </a:cubicBezTo>
                  <a:cubicBezTo>
                    <a:pt x="485" y="2156"/>
                    <a:pt x="67" y="2448"/>
                    <a:pt x="1" y="3457"/>
                  </a:cubicBezTo>
                  <a:lnTo>
                    <a:pt x="6318" y="3457"/>
                  </a:lnTo>
                  <a:cubicBezTo>
                    <a:pt x="6318" y="3457"/>
                    <a:pt x="6276" y="1178"/>
                    <a:pt x="6263" y="787"/>
                  </a:cubicBezTo>
                  <a:cubicBezTo>
                    <a:pt x="6260" y="676"/>
                    <a:pt x="6212" y="636"/>
                    <a:pt x="6146" y="636"/>
                  </a:cubicBezTo>
                  <a:cubicBezTo>
                    <a:pt x="5980" y="636"/>
                    <a:pt x="5696" y="886"/>
                    <a:pt x="5696" y="886"/>
                  </a:cubicBezTo>
                  <a:lnTo>
                    <a:pt x="4766" y="999"/>
                  </a:lnTo>
                  <a:cubicBezTo>
                    <a:pt x="4766" y="999"/>
                    <a:pt x="4246" y="0"/>
                    <a:pt x="3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67;p38">
              <a:extLst>
                <a:ext uri="{FF2B5EF4-FFF2-40B4-BE49-F238E27FC236}">
                  <a16:creationId xmlns:a16="http://schemas.microsoft.com/office/drawing/2014/main" id="{AC919A24-70C1-69E2-036C-834C746F9FF4}"/>
                </a:ext>
              </a:extLst>
            </p:cNvPr>
            <p:cNvSpPr/>
            <p:nvPr/>
          </p:nvSpPr>
          <p:spPr>
            <a:xfrm>
              <a:off x="1978775" y="3996400"/>
              <a:ext cx="20100" cy="37575"/>
            </a:xfrm>
            <a:custGeom>
              <a:avLst/>
              <a:gdLst/>
              <a:ahLst/>
              <a:cxnLst/>
              <a:rect l="l" t="t" r="r" b="b"/>
              <a:pathLst>
                <a:path w="804" h="1503" extrusionOk="0">
                  <a:moveTo>
                    <a:pt x="721" y="1"/>
                  </a:moveTo>
                  <a:cubicBezTo>
                    <a:pt x="713" y="1"/>
                    <a:pt x="705" y="3"/>
                    <a:pt x="697" y="8"/>
                  </a:cubicBezTo>
                  <a:cubicBezTo>
                    <a:pt x="207" y="306"/>
                    <a:pt x="0" y="899"/>
                    <a:pt x="336" y="1476"/>
                  </a:cubicBezTo>
                  <a:cubicBezTo>
                    <a:pt x="347" y="1495"/>
                    <a:pt x="362" y="1502"/>
                    <a:pt x="377" y="1502"/>
                  </a:cubicBezTo>
                  <a:cubicBezTo>
                    <a:pt x="409" y="1502"/>
                    <a:pt x="439" y="1466"/>
                    <a:pt x="416" y="1426"/>
                  </a:cubicBezTo>
                  <a:cubicBezTo>
                    <a:pt x="110" y="899"/>
                    <a:pt x="317" y="363"/>
                    <a:pt x="760" y="93"/>
                  </a:cubicBezTo>
                  <a:cubicBezTo>
                    <a:pt x="803" y="67"/>
                    <a:pt x="766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68;p38">
              <a:extLst>
                <a:ext uri="{FF2B5EF4-FFF2-40B4-BE49-F238E27FC236}">
                  <a16:creationId xmlns:a16="http://schemas.microsoft.com/office/drawing/2014/main" id="{56295C4B-5F17-5EF4-1A45-7CAE123636A2}"/>
                </a:ext>
              </a:extLst>
            </p:cNvPr>
            <p:cNvSpPr/>
            <p:nvPr/>
          </p:nvSpPr>
          <p:spPr>
            <a:xfrm>
              <a:off x="1843375" y="4032225"/>
              <a:ext cx="156250" cy="4150"/>
            </a:xfrm>
            <a:custGeom>
              <a:avLst/>
              <a:gdLst/>
              <a:ahLst/>
              <a:cxnLst/>
              <a:rect l="l" t="t" r="r" b="b"/>
              <a:pathLst>
                <a:path w="6250" h="166" extrusionOk="0">
                  <a:moveTo>
                    <a:pt x="6172" y="1"/>
                  </a:moveTo>
                  <a:lnTo>
                    <a:pt x="5019" y="14"/>
                  </a:lnTo>
                  <a:cubicBezTo>
                    <a:pt x="3368" y="30"/>
                    <a:pt x="1716" y="48"/>
                    <a:pt x="65" y="65"/>
                  </a:cubicBezTo>
                  <a:cubicBezTo>
                    <a:pt x="0" y="65"/>
                    <a:pt x="13" y="166"/>
                    <a:pt x="78" y="166"/>
                  </a:cubicBezTo>
                  <a:cubicBezTo>
                    <a:pt x="462" y="161"/>
                    <a:pt x="845" y="158"/>
                    <a:pt x="1230" y="153"/>
                  </a:cubicBezTo>
                  <a:cubicBezTo>
                    <a:pt x="2882" y="137"/>
                    <a:pt x="4533" y="119"/>
                    <a:pt x="6185" y="101"/>
                  </a:cubicBezTo>
                  <a:cubicBezTo>
                    <a:pt x="6250" y="101"/>
                    <a:pt x="6237" y="1"/>
                    <a:pt x="6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69;p38">
              <a:extLst>
                <a:ext uri="{FF2B5EF4-FFF2-40B4-BE49-F238E27FC236}">
                  <a16:creationId xmlns:a16="http://schemas.microsoft.com/office/drawing/2014/main" id="{E99D0AEA-1B0E-8FF2-F552-9357E9FB4528}"/>
                </a:ext>
              </a:extLst>
            </p:cNvPr>
            <p:cNvSpPr/>
            <p:nvPr/>
          </p:nvSpPr>
          <p:spPr>
            <a:xfrm>
              <a:off x="1907050" y="3994200"/>
              <a:ext cx="28375" cy="10500"/>
            </a:xfrm>
            <a:custGeom>
              <a:avLst/>
              <a:gdLst/>
              <a:ahLst/>
              <a:cxnLst/>
              <a:rect l="l" t="t" r="r" b="b"/>
              <a:pathLst>
                <a:path w="1135" h="420" extrusionOk="0">
                  <a:moveTo>
                    <a:pt x="443" y="1"/>
                  </a:moveTo>
                  <a:cubicBezTo>
                    <a:pt x="302" y="1"/>
                    <a:pt x="162" y="47"/>
                    <a:pt x="40" y="147"/>
                  </a:cubicBezTo>
                  <a:cubicBezTo>
                    <a:pt x="1" y="179"/>
                    <a:pt x="36" y="244"/>
                    <a:pt x="76" y="244"/>
                  </a:cubicBezTo>
                  <a:cubicBezTo>
                    <a:pt x="84" y="244"/>
                    <a:pt x="93" y="241"/>
                    <a:pt x="101" y="234"/>
                  </a:cubicBezTo>
                  <a:cubicBezTo>
                    <a:pt x="211" y="144"/>
                    <a:pt x="335" y="101"/>
                    <a:pt x="461" y="101"/>
                  </a:cubicBezTo>
                  <a:cubicBezTo>
                    <a:pt x="661" y="101"/>
                    <a:pt x="864" y="207"/>
                    <a:pt x="1023" y="396"/>
                  </a:cubicBezTo>
                  <a:lnTo>
                    <a:pt x="1023" y="398"/>
                  </a:lnTo>
                  <a:cubicBezTo>
                    <a:pt x="1036" y="413"/>
                    <a:pt x="1052" y="419"/>
                    <a:pt x="1068" y="419"/>
                  </a:cubicBezTo>
                  <a:cubicBezTo>
                    <a:pt x="1104" y="419"/>
                    <a:pt x="1134" y="383"/>
                    <a:pt x="1102" y="346"/>
                  </a:cubicBezTo>
                  <a:cubicBezTo>
                    <a:pt x="919" y="127"/>
                    <a:pt x="678" y="1"/>
                    <a:pt x="4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70;p38">
              <a:extLst>
                <a:ext uri="{FF2B5EF4-FFF2-40B4-BE49-F238E27FC236}">
                  <a16:creationId xmlns:a16="http://schemas.microsoft.com/office/drawing/2014/main" id="{0B1093C6-BDF1-8F76-4DF1-28C4225984BE}"/>
                </a:ext>
              </a:extLst>
            </p:cNvPr>
            <p:cNvSpPr/>
            <p:nvPr/>
          </p:nvSpPr>
          <p:spPr>
            <a:xfrm>
              <a:off x="1893975" y="3998325"/>
              <a:ext cx="28350" cy="10475"/>
            </a:xfrm>
            <a:custGeom>
              <a:avLst/>
              <a:gdLst/>
              <a:ahLst/>
              <a:cxnLst/>
              <a:rect l="l" t="t" r="r" b="b"/>
              <a:pathLst>
                <a:path w="1134" h="419" extrusionOk="0">
                  <a:moveTo>
                    <a:pt x="443" y="0"/>
                  </a:moveTo>
                  <a:cubicBezTo>
                    <a:pt x="301" y="0"/>
                    <a:pt x="162" y="47"/>
                    <a:pt x="39" y="147"/>
                  </a:cubicBezTo>
                  <a:cubicBezTo>
                    <a:pt x="1" y="178"/>
                    <a:pt x="35" y="242"/>
                    <a:pt x="75" y="242"/>
                  </a:cubicBezTo>
                  <a:cubicBezTo>
                    <a:pt x="84" y="242"/>
                    <a:pt x="92" y="239"/>
                    <a:pt x="101" y="233"/>
                  </a:cubicBezTo>
                  <a:cubicBezTo>
                    <a:pt x="210" y="143"/>
                    <a:pt x="334" y="101"/>
                    <a:pt x="460" y="101"/>
                  </a:cubicBezTo>
                  <a:cubicBezTo>
                    <a:pt x="659" y="101"/>
                    <a:pt x="863" y="207"/>
                    <a:pt x="1023" y="396"/>
                  </a:cubicBezTo>
                  <a:cubicBezTo>
                    <a:pt x="1036" y="412"/>
                    <a:pt x="1053" y="419"/>
                    <a:pt x="1068" y="419"/>
                  </a:cubicBezTo>
                  <a:cubicBezTo>
                    <a:pt x="1104" y="419"/>
                    <a:pt x="1134" y="383"/>
                    <a:pt x="1102" y="346"/>
                  </a:cubicBezTo>
                  <a:cubicBezTo>
                    <a:pt x="919" y="127"/>
                    <a:pt x="678" y="0"/>
                    <a:pt x="4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71;p38">
              <a:extLst>
                <a:ext uri="{FF2B5EF4-FFF2-40B4-BE49-F238E27FC236}">
                  <a16:creationId xmlns:a16="http://schemas.microsoft.com/office/drawing/2014/main" id="{9083043A-EB7B-FD37-5F00-7496B015E388}"/>
                </a:ext>
              </a:extLst>
            </p:cNvPr>
            <p:cNvSpPr/>
            <p:nvPr/>
          </p:nvSpPr>
          <p:spPr>
            <a:xfrm>
              <a:off x="1880475" y="4002400"/>
              <a:ext cx="28350" cy="10500"/>
            </a:xfrm>
            <a:custGeom>
              <a:avLst/>
              <a:gdLst/>
              <a:ahLst/>
              <a:cxnLst/>
              <a:rect l="l" t="t" r="r" b="b"/>
              <a:pathLst>
                <a:path w="1134" h="420" extrusionOk="0">
                  <a:moveTo>
                    <a:pt x="442" y="1"/>
                  </a:moveTo>
                  <a:cubicBezTo>
                    <a:pt x="300" y="1"/>
                    <a:pt x="161" y="47"/>
                    <a:pt x="38" y="147"/>
                  </a:cubicBezTo>
                  <a:cubicBezTo>
                    <a:pt x="1" y="179"/>
                    <a:pt x="35" y="244"/>
                    <a:pt x="75" y="244"/>
                  </a:cubicBezTo>
                  <a:cubicBezTo>
                    <a:pt x="84" y="244"/>
                    <a:pt x="93" y="241"/>
                    <a:pt x="101" y="234"/>
                  </a:cubicBezTo>
                  <a:cubicBezTo>
                    <a:pt x="211" y="144"/>
                    <a:pt x="335" y="102"/>
                    <a:pt x="461" y="102"/>
                  </a:cubicBezTo>
                  <a:cubicBezTo>
                    <a:pt x="660" y="102"/>
                    <a:pt x="862" y="208"/>
                    <a:pt x="1022" y="398"/>
                  </a:cubicBezTo>
                  <a:cubicBezTo>
                    <a:pt x="1035" y="413"/>
                    <a:pt x="1051" y="419"/>
                    <a:pt x="1066" y="419"/>
                  </a:cubicBezTo>
                  <a:cubicBezTo>
                    <a:pt x="1102" y="419"/>
                    <a:pt x="1133" y="384"/>
                    <a:pt x="1103" y="347"/>
                  </a:cubicBezTo>
                  <a:cubicBezTo>
                    <a:pt x="918" y="128"/>
                    <a:pt x="677" y="1"/>
                    <a:pt x="4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2;p38">
              <a:extLst>
                <a:ext uri="{FF2B5EF4-FFF2-40B4-BE49-F238E27FC236}">
                  <a16:creationId xmlns:a16="http://schemas.microsoft.com/office/drawing/2014/main" id="{981852FC-54A4-1771-DE07-71510FC2BF04}"/>
                </a:ext>
              </a:extLst>
            </p:cNvPr>
            <p:cNvSpPr/>
            <p:nvPr/>
          </p:nvSpPr>
          <p:spPr>
            <a:xfrm>
              <a:off x="1851250" y="3171175"/>
              <a:ext cx="270950" cy="760300"/>
            </a:xfrm>
            <a:custGeom>
              <a:avLst/>
              <a:gdLst/>
              <a:ahLst/>
              <a:cxnLst/>
              <a:rect l="l" t="t" r="r" b="b"/>
              <a:pathLst>
                <a:path w="10838" h="30412" extrusionOk="0">
                  <a:moveTo>
                    <a:pt x="4414" y="1"/>
                  </a:moveTo>
                  <a:cubicBezTo>
                    <a:pt x="4039" y="1"/>
                    <a:pt x="3757" y="59"/>
                    <a:pt x="3617" y="197"/>
                  </a:cubicBezTo>
                  <a:cubicBezTo>
                    <a:pt x="2748" y="1058"/>
                    <a:pt x="401" y="12241"/>
                    <a:pt x="201" y="14824"/>
                  </a:cubicBezTo>
                  <a:cubicBezTo>
                    <a:pt x="0" y="17408"/>
                    <a:pt x="1301" y="26224"/>
                    <a:pt x="1737" y="27725"/>
                  </a:cubicBezTo>
                  <a:cubicBezTo>
                    <a:pt x="2218" y="29376"/>
                    <a:pt x="3177" y="30411"/>
                    <a:pt x="4294" y="30411"/>
                  </a:cubicBezTo>
                  <a:cubicBezTo>
                    <a:pt x="5033" y="30411"/>
                    <a:pt x="5841" y="29959"/>
                    <a:pt x="6626" y="28935"/>
                  </a:cubicBezTo>
                  <a:cubicBezTo>
                    <a:pt x="8221" y="26854"/>
                    <a:pt x="5614" y="16436"/>
                    <a:pt x="6151" y="15350"/>
                  </a:cubicBezTo>
                  <a:cubicBezTo>
                    <a:pt x="8216" y="11193"/>
                    <a:pt x="10837" y="1578"/>
                    <a:pt x="10837" y="1578"/>
                  </a:cubicBezTo>
                  <a:cubicBezTo>
                    <a:pt x="10837" y="1578"/>
                    <a:pt x="6367" y="1"/>
                    <a:pt x="4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73;p38">
              <a:extLst>
                <a:ext uri="{FF2B5EF4-FFF2-40B4-BE49-F238E27FC236}">
                  <a16:creationId xmlns:a16="http://schemas.microsoft.com/office/drawing/2014/main" id="{95D5335A-0911-C90B-C082-2BE20BAF7A34}"/>
                </a:ext>
              </a:extLst>
            </p:cNvPr>
            <p:cNvSpPr/>
            <p:nvPr/>
          </p:nvSpPr>
          <p:spPr>
            <a:xfrm>
              <a:off x="1858375" y="3546075"/>
              <a:ext cx="44025" cy="11250"/>
            </a:xfrm>
            <a:custGeom>
              <a:avLst/>
              <a:gdLst/>
              <a:ahLst/>
              <a:cxnLst/>
              <a:rect l="l" t="t" r="r" b="b"/>
              <a:pathLst>
                <a:path w="1761" h="450" extrusionOk="0">
                  <a:moveTo>
                    <a:pt x="93" y="0"/>
                  </a:moveTo>
                  <a:cubicBezTo>
                    <a:pt x="37" y="0"/>
                    <a:pt x="1" y="84"/>
                    <a:pt x="61" y="117"/>
                  </a:cubicBezTo>
                  <a:cubicBezTo>
                    <a:pt x="466" y="337"/>
                    <a:pt x="901" y="450"/>
                    <a:pt x="1353" y="450"/>
                  </a:cubicBezTo>
                  <a:cubicBezTo>
                    <a:pt x="1461" y="450"/>
                    <a:pt x="1571" y="443"/>
                    <a:pt x="1681" y="430"/>
                  </a:cubicBezTo>
                  <a:cubicBezTo>
                    <a:pt x="1757" y="422"/>
                    <a:pt x="1760" y="305"/>
                    <a:pt x="1690" y="305"/>
                  </a:cubicBezTo>
                  <a:cubicBezTo>
                    <a:pt x="1687" y="305"/>
                    <a:pt x="1684" y="305"/>
                    <a:pt x="1681" y="306"/>
                  </a:cubicBezTo>
                  <a:cubicBezTo>
                    <a:pt x="1573" y="319"/>
                    <a:pt x="1465" y="325"/>
                    <a:pt x="1359" y="325"/>
                  </a:cubicBezTo>
                  <a:cubicBezTo>
                    <a:pt x="927" y="325"/>
                    <a:pt x="514" y="220"/>
                    <a:pt x="124" y="9"/>
                  </a:cubicBezTo>
                  <a:cubicBezTo>
                    <a:pt x="114" y="3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74;p38">
              <a:extLst>
                <a:ext uri="{FF2B5EF4-FFF2-40B4-BE49-F238E27FC236}">
                  <a16:creationId xmlns:a16="http://schemas.microsoft.com/office/drawing/2014/main" id="{C542DE95-6C5C-33D8-81C1-58CC0FD75420}"/>
                </a:ext>
              </a:extLst>
            </p:cNvPr>
            <p:cNvSpPr/>
            <p:nvPr/>
          </p:nvSpPr>
          <p:spPr>
            <a:xfrm>
              <a:off x="1921725" y="3904150"/>
              <a:ext cx="85775" cy="39750"/>
            </a:xfrm>
            <a:custGeom>
              <a:avLst/>
              <a:gdLst/>
              <a:ahLst/>
              <a:cxnLst/>
              <a:rect l="l" t="t" r="r" b="b"/>
              <a:pathLst>
                <a:path w="3431" h="1590" extrusionOk="0">
                  <a:moveTo>
                    <a:pt x="3111" y="0"/>
                  </a:moveTo>
                  <a:lnTo>
                    <a:pt x="128" y="218"/>
                  </a:lnTo>
                  <a:cubicBezTo>
                    <a:pt x="128" y="218"/>
                    <a:pt x="0" y="1367"/>
                    <a:pt x="128" y="1451"/>
                  </a:cubicBezTo>
                  <a:cubicBezTo>
                    <a:pt x="199" y="1498"/>
                    <a:pt x="1008" y="1590"/>
                    <a:pt x="1768" y="1590"/>
                  </a:cubicBezTo>
                  <a:cubicBezTo>
                    <a:pt x="2371" y="1590"/>
                    <a:pt x="2944" y="1532"/>
                    <a:pt x="3093" y="1347"/>
                  </a:cubicBezTo>
                  <a:cubicBezTo>
                    <a:pt x="3431" y="929"/>
                    <a:pt x="3111" y="0"/>
                    <a:pt x="31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75;p38">
              <a:extLst>
                <a:ext uri="{FF2B5EF4-FFF2-40B4-BE49-F238E27FC236}">
                  <a16:creationId xmlns:a16="http://schemas.microsoft.com/office/drawing/2014/main" id="{1CC8B449-31EE-8AF3-E35B-4522CFF0546C}"/>
                </a:ext>
              </a:extLst>
            </p:cNvPr>
            <p:cNvSpPr/>
            <p:nvPr/>
          </p:nvSpPr>
          <p:spPr>
            <a:xfrm>
              <a:off x="1923700" y="3911800"/>
              <a:ext cx="77175" cy="11225"/>
            </a:xfrm>
            <a:custGeom>
              <a:avLst/>
              <a:gdLst/>
              <a:ahLst/>
              <a:cxnLst/>
              <a:rect l="l" t="t" r="r" b="b"/>
              <a:pathLst>
                <a:path w="3087" h="449" extrusionOk="0">
                  <a:moveTo>
                    <a:pt x="3015" y="0"/>
                  </a:moveTo>
                  <a:cubicBezTo>
                    <a:pt x="3009" y="0"/>
                    <a:pt x="3002" y="2"/>
                    <a:pt x="2995" y="4"/>
                  </a:cubicBezTo>
                  <a:cubicBezTo>
                    <a:pt x="2425" y="223"/>
                    <a:pt x="1828" y="333"/>
                    <a:pt x="1228" y="333"/>
                  </a:cubicBezTo>
                  <a:cubicBezTo>
                    <a:pt x="850" y="333"/>
                    <a:pt x="472" y="289"/>
                    <a:pt x="99" y="201"/>
                  </a:cubicBezTo>
                  <a:cubicBezTo>
                    <a:pt x="93" y="200"/>
                    <a:pt x="88" y="199"/>
                    <a:pt x="83" y="199"/>
                  </a:cubicBezTo>
                  <a:cubicBezTo>
                    <a:pt x="22" y="199"/>
                    <a:pt x="1" y="296"/>
                    <a:pt x="68" y="313"/>
                  </a:cubicBezTo>
                  <a:cubicBezTo>
                    <a:pt x="451" y="403"/>
                    <a:pt x="840" y="448"/>
                    <a:pt x="1228" y="448"/>
                  </a:cubicBezTo>
                  <a:cubicBezTo>
                    <a:pt x="1838" y="448"/>
                    <a:pt x="2446" y="337"/>
                    <a:pt x="3026" y="116"/>
                  </a:cubicBezTo>
                  <a:cubicBezTo>
                    <a:pt x="3087" y="93"/>
                    <a:pt x="3069" y="0"/>
                    <a:pt x="30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76;p38">
              <a:extLst>
                <a:ext uri="{FF2B5EF4-FFF2-40B4-BE49-F238E27FC236}">
                  <a16:creationId xmlns:a16="http://schemas.microsoft.com/office/drawing/2014/main" id="{02F22449-0F6E-8573-90C1-EBAAF9B53035}"/>
                </a:ext>
              </a:extLst>
            </p:cNvPr>
            <p:cNvSpPr/>
            <p:nvPr/>
          </p:nvSpPr>
          <p:spPr>
            <a:xfrm>
              <a:off x="2042575" y="3222950"/>
              <a:ext cx="9500" cy="194200"/>
            </a:xfrm>
            <a:custGeom>
              <a:avLst/>
              <a:gdLst/>
              <a:ahLst/>
              <a:cxnLst/>
              <a:rect l="l" t="t" r="r" b="b"/>
              <a:pathLst>
                <a:path w="380" h="7768" extrusionOk="0">
                  <a:moveTo>
                    <a:pt x="122" y="0"/>
                  </a:moveTo>
                  <a:cubicBezTo>
                    <a:pt x="97" y="0"/>
                    <a:pt x="71" y="16"/>
                    <a:pt x="70" y="49"/>
                  </a:cubicBezTo>
                  <a:cubicBezTo>
                    <a:pt x="1" y="2607"/>
                    <a:pt x="68" y="5169"/>
                    <a:pt x="277" y="7719"/>
                  </a:cubicBezTo>
                  <a:cubicBezTo>
                    <a:pt x="279" y="7752"/>
                    <a:pt x="305" y="7768"/>
                    <a:pt x="331" y="7768"/>
                  </a:cubicBezTo>
                  <a:cubicBezTo>
                    <a:pt x="356" y="7768"/>
                    <a:pt x="379" y="7752"/>
                    <a:pt x="377" y="7719"/>
                  </a:cubicBezTo>
                  <a:cubicBezTo>
                    <a:pt x="169" y="5169"/>
                    <a:pt x="101" y="2607"/>
                    <a:pt x="170" y="49"/>
                  </a:cubicBezTo>
                  <a:cubicBezTo>
                    <a:pt x="172" y="16"/>
                    <a:pt x="147" y="0"/>
                    <a:pt x="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277;p38">
              <a:extLst>
                <a:ext uri="{FF2B5EF4-FFF2-40B4-BE49-F238E27FC236}">
                  <a16:creationId xmlns:a16="http://schemas.microsoft.com/office/drawing/2014/main" id="{9AB878EC-EFF1-2643-465F-4D945603AF34}"/>
                </a:ext>
              </a:extLst>
            </p:cNvPr>
            <p:cNvSpPr/>
            <p:nvPr/>
          </p:nvSpPr>
          <p:spPr>
            <a:xfrm>
              <a:off x="2046775" y="3222950"/>
              <a:ext cx="19925" cy="73725"/>
            </a:xfrm>
            <a:custGeom>
              <a:avLst/>
              <a:gdLst/>
              <a:ahLst/>
              <a:cxnLst/>
              <a:rect l="l" t="t" r="r" b="b"/>
              <a:pathLst>
                <a:path w="797" h="2949" extrusionOk="0">
                  <a:moveTo>
                    <a:pt x="719" y="0"/>
                  </a:moveTo>
                  <a:cubicBezTo>
                    <a:pt x="694" y="0"/>
                    <a:pt x="669" y="16"/>
                    <a:pt x="671" y="49"/>
                  </a:cubicBezTo>
                  <a:cubicBezTo>
                    <a:pt x="692" y="556"/>
                    <a:pt x="687" y="1063"/>
                    <a:pt x="652" y="1570"/>
                  </a:cubicBezTo>
                  <a:cubicBezTo>
                    <a:pt x="624" y="1958"/>
                    <a:pt x="651" y="2848"/>
                    <a:pt x="84" y="2848"/>
                  </a:cubicBezTo>
                  <a:cubicBezTo>
                    <a:pt x="78" y="2848"/>
                    <a:pt x="71" y="2848"/>
                    <a:pt x="65" y="2848"/>
                  </a:cubicBezTo>
                  <a:cubicBezTo>
                    <a:pt x="65" y="2848"/>
                    <a:pt x="64" y="2848"/>
                    <a:pt x="64" y="2848"/>
                  </a:cubicBezTo>
                  <a:cubicBezTo>
                    <a:pt x="1" y="2848"/>
                    <a:pt x="1" y="2946"/>
                    <a:pt x="65" y="2948"/>
                  </a:cubicBezTo>
                  <a:cubicBezTo>
                    <a:pt x="73" y="2948"/>
                    <a:pt x="80" y="2948"/>
                    <a:pt x="88" y="2948"/>
                  </a:cubicBezTo>
                  <a:cubicBezTo>
                    <a:pt x="593" y="2948"/>
                    <a:pt x="680" y="2356"/>
                    <a:pt x="718" y="1966"/>
                  </a:cubicBezTo>
                  <a:cubicBezTo>
                    <a:pt x="782" y="1328"/>
                    <a:pt x="797" y="688"/>
                    <a:pt x="771" y="49"/>
                  </a:cubicBezTo>
                  <a:cubicBezTo>
                    <a:pt x="769" y="16"/>
                    <a:pt x="744" y="0"/>
                    <a:pt x="7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278;p38">
              <a:extLst>
                <a:ext uri="{FF2B5EF4-FFF2-40B4-BE49-F238E27FC236}">
                  <a16:creationId xmlns:a16="http://schemas.microsoft.com/office/drawing/2014/main" id="{52F9A110-B129-C5B5-76BC-CB02C091A286}"/>
                </a:ext>
              </a:extLst>
            </p:cNvPr>
            <p:cNvSpPr/>
            <p:nvPr/>
          </p:nvSpPr>
          <p:spPr>
            <a:xfrm>
              <a:off x="1914825" y="3211775"/>
              <a:ext cx="44175" cy="56025"/>
            </a:xfrm>
            <a:custGeom>
              <a:avLst/>
              <a:gdLst/>
              <a:ahLst/>
              <a:cxnLst/>
              <a:rect l="l" t="t" r="r" b="b"/>
              <a:pathLst>
                <a:path w="1767" h="2241" extrusionOk="0">
                  <a:moveTo>
                    <a:pt x="1706" y="1"/>
                  </a:moveTo>
                  <a:cubicBezTo>
                    <a:pt x="1686" y="1"/>
                    <a:pt x="1667" y="12"/>
                    <a:pt x="1660" y="37"/>
                  </a:cubicBezTo>
                  <a:cubicBezTo>
                    <a:pt x="1444" y="932"/>
                    <a:pt x="854" y="1702"/>
                    <a:pt x="48" y="2146"/>
                  </a:cubicBezTo>
                  <a:cubicBezTo>
                    <a:pt x="0" y="2173"/>
                    <a:pt x="30" y="2240"/>
                    <a:pt x="74" y="2240"/>
                  </a:cubicBezTo>
                  <a:cubicBezTo>
                    <a:pt x="82" y="2240"/>
                    <a:pt x="90" y="2238"/>
                    <a:pt x="98" y="2234"/>
                  </a:cubicBezTo>
                  <a:cubicBezTo>
                    <a:pt x="927" y="1776"/>
                    <a:pt x="1534" y="982"/>
                    <a:pt x="1757" y="63"/>
                  </a:cubicBezTo>
                  <a:cubicBezTo>
                    <a:pt x="1767" y="25"/>
                    <a:pt x="1736" y="1"/>
                    <a:pt x="17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79;p38">
              <a:extLst>
                <a:ext uri="{FF2B5EF4-FFF2-40B4-BE49-F238E27FC236}">
                  <a16:creationId xmlns:a16="http://schemas.microsoft.com/office/drawing/2014/main" id="{3A691F22-DBC8-90E5-FC20-618C06B61A09}"/>
                </a:ext>
              </a:extLst>
            </p:cNvPr>
            <p:cNvSpPr/>
            <p:nvPr/>
          </p:nvSpPr>
          <p:spPr>
            <a:xfrm>
              <a:off x="1963425" y="3378775"/>
              <a:ext cx="82375" cy="490050"/>
            </a:xfrm>
            <a:custGeom>
              <a:avLst/>
              <a:gdLst/>
              <a:ahLst/>
              <a:cxnLst/>
              <a:rect l="l" t="t" r="r" b="b"/>
              <a:pathLst>
                <a:path w="3295" h="19602" extrusionOk="0">
                  <a:moveTo>
                    <a:pt x="3225" y="1"/>
                  </a:moveTo>
                  <a:cubicBezTo>
                    <a:pt x="3210" y="1"/>
                    <a:pt x="3195" y="8"/>
                    <a:pt x="3184" y="25"/>
                  </a:cubicBezTo>
                  <a:cubicBezTo>
                    <a:pt x="1786" y="2218"/>
                    <a:pt x="329" y="4533"/>
                    <a:pt x="110" y="7193"/>
                  </a:cubicBezTo>
                  <a:cubicBezTo>
                    <a:pt x="1" y="8524"/>
                    <a:pt x="301" y="9797"/>
                    <a:pt x="707" y="11054"/>
                  </a:cubicBezTo>
                  <a:cubicBezTo>
                    <a:pt x="1117" y="12328"/>
                    <a:pt x="1537" y="13583"/>
                    <a:pt x="1774" y="14905"/>
                  </a:cubicBezTo>
                  <a:cubicBezTo>
                    <a:pt x="2049" y="16436"/>
                    <a:pt x="2136" y="17999"/>
                    <a:pt x="2039" y="19553"/>
                  </a:cubicBezTo>
                  <a:cubicBezTo>
                    <a:pt x="2037" y="19586"/>
                    <a:pt x="2061" y="19602"/>
                    <a:pt x="2086" y="19602"/>
                  </a:cubicBezTo>
                  <a:cubicBezTo>
                    <a:pt x="2111" y="19602"/>
                    <a:pt x="2137" y="19586"/>
                    <a:pt x="2139" y="19553"/>
                  </a:cubicBezTo>
                  <a:cubicBezTo>
                    <a:pt x="2222" y="18222"/>
                    <a:pt x="2170" y="16885"/>
                    <a:pt x="1981" y="15565"/>
                  </a:cubicBezTo>
                  <a:cubicBezTo>
                    <a:pt x="1792" y="14242"/>
                    <a:pt x="1445" y="12966"/>
                    <a:pt x="1025" y="11702"/>
                  </a:cubicBezTo>
                  <a:cubicBezTo>
                    <a:pt x="608" y="10445"/>
                    <a:pt x="186" y="9172"/>
                    <a:pt x="185" y="7835"/>
                  </a:cubicBezTo>
                  <a:cubicBezTo>
                    <a:pt x="183" y="6500"/>
                    <a:pt x="540" y="5185"/>
                    <a:pt x="1068" y="3969"/>
                  </a:cubicBezTo>
                  <a:cubicBezTo>
                    <a:pt x="1663" y="2598"/>
                    <a:pt x="2469" y="1333"/>
                    <a:pt x="3270" y="75"/>
                  </a:cubicBezTo>
                  <a:cubicBezTo>
                    <a:pt x="3295" y="37"/>
                    <a:pt x="3260" y="1"/>
                    <a:pt x="3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80;p38">
              <a:extLst>
                <a:ext uri="{FF2B5EF4-FFF2-40B4-BE49-F238E27FC236}">
                  <a16:creationId xmlns:a16="http://schemas.microsoft.com/office/drawing/2014/main" id="{5E89ED66-BBB8-19F2-8B70-5C9C49F99B0B}"/>
                </a:ext>
              </a:extLst>
            </p:cNvPr>
            <p:cNvSpPr/>
            <p:nvPr/>
          </p:nvSpPr>
          <p:spPr>
            <a:xfrm>
              <a:off x="1921400" y="2704100"/>
              <a:ext cx="325000" cy="331975"/>
            </a:xfrm>
            <a:custGeom>
              <a:avLst/>
              <a:gdLst/>
              <a:ahLst/>
              <a:cxnLst/>
              <a:rect l="l" t="t" r="r" b="b"/>
              <a:pathLst>
                <a:path w="13000" h="13279" extrusionOk="0">
                  <a:moveTo>
                    <a:pt x="7274" y="1"/>
                  </a:moveTo>
                  <a:lnTo>
                    <a:pt x="4718" y="642"/>
                  </a:lnTo>
                  <a:cubicBezTo>
                    <a:pt x="4718" y="642"/>
                    <a:pt x="4575" y="717"/>
                    <a:pt x="4342" y="839"/>
                  </a:cubicBezTo>
                  <a:cubicBezTo>
                    <a:pt x="4321" y="849"/>
                    <a:pt x="4300" y="862"/>
                    <a:pt x="4277" y="873"/>
                  </a:cubicBezTo>
                  <a:cubicBezTo>
                    <a:pt x="4250" y="888"/>
                    <a:pt x="4221" y="902"/>
                    <a:pt x="4192" y="918"/>
                  </a:cubicBezTo>
                  <a:cubicBezTo>
                    <a:pt x="3198" y="1442"/>
                    <a:pt x="1108" y="2564"/>
                    <a:pt x="646" y="2970"/>
                  </a:cubicBezTo>
                  <a:cubicBezTo>
                    <a:pt x="34" y="3505"/>
                    <a:pt x="0" y="5832"/>
                    <a:pt x="312" y="7664"/>
                  </a:cubicBezTo>
                  <a:cubicBezTo>
                    <a:pt x="624" y="9496"/>
                    <a:pt x="34" y="12461"/>
                    <a:pt x="34" y="12461"/>
                  </a:cubicBezTo>
                  <a:lnTo>
                    <a:pt x="36" y="12461"/>
                  </a:lnTo>
                  <a:cubicBezTo>
                    <a:pt x="1089" y="13074"/>
                    <a:pt x="2849" y="13278"/>
                    <a:pt x="4728" y="13278"/>
                  </a:cubicBezTo>
                  <a:cubicBezTo>
                    <a:pt x="8485" y="13278"/>
                    <a:pt x="12717" y="12461"/>
                    <a:pt x="12717" y="12461"/>
                  </a:cubicBezTo>
                  <a:cubicBezTo>
                    <a:pt x="12717" y="12461"/>
                    <a:pt x="13000" y="3637"/>
                    <a:pt x="12208" y="2721"/>
                  </a:cubicBezTo>
                  <a:cubicBezTo>
                    <a:pt x="11586" y="1999"/>
                    <a:pt x="9802" y="1044"/>
                    <a:pt x="8248" y="385"/>
                  </a:cubicBezTo>
                  <a:cubicBezTo>
                    <a:pt x="8203" y="366"/>
                    <a:pt x="8157" y="348"/>
                    <a:pt x="8112" y="329"/>
                  </a:cubicBezTo>
                  <a:cubicBezTo>
                    <a:pt x="8088" y="319"/>
                    <a:pt x="8062" y="308"/>
                    <a:pt x="8036" y="298"/>
                  </a:cubicBezTo>
                  <a:cubicBezTo>
                    <a:pt x="7771" y="188"/>
                    <a:pt x="7514" y="88"/>
                    <a:pt x="7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81;p38">
              <a:extLst>
                <a:ext uri="{FF2B5EF4-FFF2-40B4-BE49-F238E27FC236}">
                  <a16:creationId xmlns:a16="http://schemas.microsoft.com/office/drawing/2014/main" id="{3E67D66F-FD84-02CE-F556-B0B0435D0F1C}"/>
                </a:ext>
              </a:extLst>
            </p:cNvPr>
            <p:cNvSpPr/>
            <p:nvPr/>
          </p:nvSpPr>
          <p:spPr>
            <a:xfrm>
              <a:off x="2022600" y="2704075"/>
              <a:ext cx="99750" cy="60800"/>
            </a:xfrm>
            <a:custGeom>
              <a:avLst/>
              <a:gdLst/>
              <a:ahLst/>
              <a:cxnLst/>
              <a:rect l="l" t="t" r="r" b="b"/>
              <a:pathLst>
                <a:path w="3990" h="2432" extrusionOk="0">
                  <a:moveTo>
                    <a:pt x="3226" y="0"/>
                  </a:moveTo>
                  <a:lnTo>
                    <a:pt x="670" y="643"/>
                  </a:lnTo>
                  <a:cubicBezTo>
                    <a:pt x="670" y="643"/>
                    <a:pt x="527" y="718"/>
                    <a:pt x="296" y="839"/>
                  </a:cubicBezTo>
                  <a:cubicBezTo>
                    <a:pt x="275" y="850"/>
                    <a:pt x="252" y="861"/>
                    <a:pt x="229" y="874"/>
                  </a:cubicBezTo>
                  <a:cubicBezTo>
                    <a:pt x="202" y="889"/>
                    <a:pt x="173" y="903"/>
                    <a:pt x="144" y="919"/>
                  </a:cubicBezTo>
                  <a:cubicBezTo>
                    <a:pt x="1" y="1491"/>
                    <a:pt x="84" y="2432"/>
                    <a:pt x="994" y="2432"/>
                  </a:cubicBezTo>
                  <a:cubicBezTo>
                    <a:pt x="1141" y="2432"/>
                    <a:pt x="1310" y="2407"/>
                    <a:pt x="1504" y="2352"/>
                  </a:cubicBezTo>
                  <a:cubicBezTo>
                    <a:pt x="2932" y="1947"/>
                    <a:pt x="3726" y="774"/>
                    <a:pt x="3990" y="299"/>
                  </a:cubicBezTo>
                  <a:cubicBezTo>
                    <a:pt x="3723" y="189"/>
                    <a:pt x="3466" y="89"/>
                    <a:pt x="32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82;p38">
              <a:extLst>
                <a:ext uri="{FF2B5EF4-FFF2-40B4-BE49-F238E27FC236}">
                  <a16:creationId xmlns:a16="http://schemas.microsoft.com/office/drawing/2014/main" id="{4C843E63-5C9D-F751-3002-ACFDB03AB846}"/>
                </a:ext>
              </a:extLst>
            </p:cNvPr>
            <p:cNvSpPr/>
            <p:nvPr/>
          </p:nvSpPr>
          <p:spPr>
            <a:xfrm>
              <a:off x="2037975" y="2704375"/>
              <a:ext cx="75" cy="75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1"/>
                  </a:moveTo>
                  <a:cubicBezTo>
                    <a:pt x="1" y="1"/>
                    <a:pt x="0" y="2"/>
                    <a:pt x="0" y="3"/>
                  </a:cubicBezTo>
                  <a:lnTo>
                    <a:pt x="2" y="3"/>
                  </a:ln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416B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83;p38">
              <a:extLst>
                <a:ext uri="{FF2B5EF4-FFF2-40B4-BE49-F238E27FC236}">
                  <a16:creationId xmlns:a16="http://schemas.microsoft.com/office/drawing/2014/main" id="{ABFA59CA-F274-2E32-F13B-8E3F9EBB5216}"/>
                </a:ext>
              </a:extLst>
            </p:cNvPr>
            <p:cNvSpPr/>
            <p:nvPr/>
          </p:nvSpPr>
          <p:spPr>
            <a:xfrm>
              <a:off x="1889850" y="2944350"/>
              <a:ext cx="376750" cy="284200"/>
            </a:xfrm>
            <a:custGeom>
              <a:avLst/>
              <a:gdLst/>
              <a:ahLst/>
              <a:cxnLst/>
              <a:rect l="l" t="t" r="r" b="b"/>
              <a:pathLst>
                <a:path w="15070" h="11368" extrusionOk="0">
                  <a:moveTo>
                    <a:pt x="1647" y="0"/>
                  </a:moveTo>
                  <a:cubicBezTo>
                    <a:pt x="1556" y="769"/>
                    <a:pt x="1456" y="1670"/>
                    <a:pt x="1335" y="2649"/>
                  </a:cubicBezTo>
                  <a:cubicBezTo>
                    <a:pt x="1325" y="2719"/>
                    <a:pt x="1317" y="2788"/>
                    <a:pt x="1307" y="2858"/>
                  </a:cubicBezTo>
                  <a:cubicBezTo>
                    <a:pt x="1041" y="4988"/>
                    <a:pt x="671" y="7468"/>
                    <a:pt x="83" y="9763"/>
                  </a:cubicBezTo>
                  <a:cubicBezTo>
                    <a:pt x="1" y="10088"/>
                    <a:pt x="684" y="10451"/>
                    <a:pt x="1755" y="10748"/>
                  </a:cubicBezTo>
                  <a:lnTo>
                    <a:pt x="1755" y="10750"/>
                  </a:lnTo>
                  <a:cubicBezTo>
                    <a:pt x="1787" y="10758"/>
                    <a:pt x="1819" y="10768"/>
                    <a:pt x="1852" y="10776"/>
                  </a:cubicBezTo>
                  <a:cubicBezTo>
                    <a:pt x="2436" y="10934"/>
                    <a:pt x="3128" y="11071"/>
                    <a:pt x="3869" y="11175"/>
                  </a:cubicBezTo>
                  <a:cubicBezTo>
                    <a:pt x="3902" y="11178"/>
                    <a:pt x="3935" y="11183"/>
                    <a:pt x="3969" y="11188"/>
                  </a:cubicBezTo>
                  <a:cubicBezTo>
                    <a:pt x="4804" y="11299"/>
                    <a:pt x="5698" y="11367"/>
                    <a:pt x="6570" y="11367"/>
                  </a:cubicBezTo>
                  <a:cubicBezTo>
                    <a:pt x="6580" y="11367"/>
                    <a:pt x="6590" y="11367"/>
                    <a:pt x="6601" y="11367"/>
                  </a:cubicBezTo>
                  <a:cubicBezTo>
                    <a:pt x="6636" y="11367"/>
                    <a:pt x="6670" y="11367"/>
                    <a:pt x="6704" y="11365"/>
                  </a:cubicBezTo>
                  <a:cubicBezTo>
                    <a:pt x="7082" y="11364"/>
                    <a:pt x="7455" y="11348"/>
                    <a:pt x="7815" y="11317"/>
                  </a:cubicBezTo>
                  <a:cubicBezTo>
                    <a:pt x="8595" y="11252"/>
                    <a:pt x="9292" y="11223"/>
                    <a:pt x="9910" y="11215"/>
                  </a:cubicBezTo>
                  <a:cubicBezTo>
                    <a:pt x="9944" y="11215"/>
                    <a:pt x="9978" y="11214"/>
                    <a:pt x="10012" y="11214"/>
                  </a:cubicBezTo>
                  <a:cubicBezTo>
                    <a:pt x="10107" y="11213"/>
                    <a:pt x="10200" y="11212"/>
                    <a:pt x="10292" y="11212"/>
                  </a:cubicBezTo>
                  <a:cubicBezTo>
                    <a:pt x="11332" y="11212"/>
                    <a:pt x="12136" y="11268"/>
                    <a:pt x="12740" y="11296"/>
                  </a:cubicBezTo>
                  <a:cubicBezTo>
                    <a:pt x="12776" y="11298"/>
                    <a:pt x="12810" y="11299"/>
                    <a:pt x="12844" y="11301"/>
                  </a:cubicBezTo>
                  <a:cubicBezTo>
                    <a:pt x="12998" y="11307"/>
                    <a:pt x="13139" y="11311"/>
                    <a:pt x="13266" y="11311"/>
                  </a:cubicBezTo>
                  <a:cubicBezTo>
                    <a:pt x="13612" y="11311"/>
                    <a:pt x="13862" y="11282"/>
                    <a:pt x="14029" y="11193"/>
                  </a:cubicBezTo>
                  <a:cubicBezTo>
                    <a:pt x="15069" y="10635"/>
                    <a:pt x="14031" y="1131"/>
                    <a:pt x="14031" y="1131"/>
                  </a:cubicBezTo>
                  <a:lnTo>
                    <a:pt x="14016" y="1129"/>
                  </a:lnTo>
                  <a:lnTo>
                    <a:pt x="12364" y="979"/>
                  </a:lnTo>
                  <a:lnTo>
                    <a:pt x="12265" y="969"/>
                  </a:lnTo>
                  <a:lnTo>
                    <a:pt x="9637" y="730"/>
                  </a:lnTo>
                  <a:lnTo>
                    <a:pt x="9536" y="721"/>
                  </a:lnTo>
                  <a:lnTo>
                    <a:pt x="7423" y="528"/>
                  </a:lnTo>
                  <a:lnTo>
                    <a:pt x="7323" y="519"/>
                  </a:lnTo>
                  <a:lnTo>
                    <a:pt x="4546" y="265"/>
                  </a:lnTo>
                  <a:lnTo>
                    <a:pt x="4447" y="255"/>
                  </a:lnTo>
                  <a:lnTo>
                    <a:pt x="2520" y="81"/>
                  </a:lnTo>
                  <a:lnTo>
                    <a:pt x="2420" y="71"/>
                  </a:lnTo>
                  <a:lnTo>
                    <a:pt x="16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84;p38">
              <a:extLst>
                <a:ext uri="{FF2B5EF4-FFF2-40B4-BE49-F238E27FC236}">
                  <a16:creationId xmlns:a16="http://schemas.microsoft.com/office/drawing/2014/main" id="{3933D689-A34A-4DB0-B1BF-6840057E4220}"/>
                </a:ext>
              </a:extLst>
            </p:cNvPr>
            <p:cNvSpPr/>
            <p:nvPr/>
          </p:nvSpPr>
          <p:spPr>
            <a:xfrm>
              <a:off x="1918200" y="2892050"/>
              <a:ext cx="13550" cy="131700"/>
            </a:xfrm>
            <a:custGeom>
              <a:avLst/>
              <a:gdLst/>
              <a:ahLst/>
              <a:cxnLst/>
              <a:rect l="l" t="t" r="r" b="b"/>
              <a:pathLst>
                <a:path w="542" h="5268" extrusionOk="0">
                  <a:moveTo>
                    <a:pt x="449" y="0"/>
                  </a:moveTo>
                  <a:cubicBezTo>
                    <a:pt x="424" y="0"/>
                    <a:pt x="399" y="17"/>
                    <a:pt x="400" y="49"/>
                  </a:cubicBezTo>
                  <a:cubicBezTo>
                    <a:pt x="442" y="1776"/>
                    <a:pt x="311" y="3504"/>
                    <a:pt x="7" y="5205"/>
                  </a:cubicBezTo>
                  <a:cubicBezTo>
                    <a:pt x="0" y="5243"/>
                    <a:pt x="32" y="5268"/>
                    <a:pt x="62" y="5268"/>
                  </a:cubicBezTo>
                  <a:cubicBezTo>
                    <a:pt x="81" y="5268"/>
                    <a:pt x="99" y="5257"/>
                    <a:pt x="104" y="5231"/>
                  </a:cubicBezTo>
                  <a:cubicBezTo>
                    <a:pt x="408" y="3522"/>
                    <a:pt x="542" y="1785"/>
                    <a:pt x="500" y="49"/>
                  </a:cubicBezTo>
                  <a:cubicBezTo>
                    <a:pt x="500" y="17"/>
                    <a:pt x="474" y="0"/>
                    <a:pt x="4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85;p38">
              <a:extLst>
                <a:ext uri="{FF2B5EF4-FFF2-40B4-BE49-F238E27FC236}">
                  <a16:creationId xmlns:a16="http://schemas.microsoft.com/office/drawing/2014/main" id="{332491FA-3DBA-FBDF-C047-F66D5AF4E744}"/>
                </a:ext>
              </a:extLst>
            </p:cNvPr>
            <p:cNvSpPr/>
            <p:nvPr/>
          </p:nvSpPr>
          <p:spPr>
            <a:xfrm>
              <a:off x="2189975" y="2756275"/>
              <a:ext cx="26825" cy="470600"/>
            </a:xfrm>
            <a:custGeom>
              <a:avLst/>
              <a:gdLst/>
              <a:ahLst/>
              <a:cxnLst/>
              <a:rect l="l" t="t" r="r" b="b"/>
              <a:pathLst>
                <a:path w="1073" h="18824" extrusionOk="0">
                  <a:moveTo>
                    <a:pt x="724" y="1"/>
                  </a:moveTo>
                  <a:cubicBezTo>
                    <a:pt x="357" y="1190"/>
                    <a:pt x="165" y="2429"/>
                    <a:pt x="92" y="3674"/>
                  </a:cubicBezTo>
                  <a:cubicBezTo>
                    <a:pt x="0" y="5286"/>
                    <a:pt x="100" y="6892"/>
                    <a:pt x="260" y="8492"/>
                  </a:cubicBezTo>
                  <a:cubicBezTo>
                    <a:pt x="330" y="9203"/>
                    <a:pt x="412" y="9914"/>
                    <a:pt x="493" y="10625"/>
                  </a:cubicBezTo>
                  <a:cubicBezTo>
                    <a:pt x="577" y="11350"/>
                    <a:pt x="659" y="12077"/>
                    <a:pt x="727" y="12804"/>
                  </a:cubicBezTo>
                  <a:cubicBezTo>
                    <a:pt x="916" y="14794"/>
                    <a:pt x="1008" y="16835"/>
                    <a:pt x="735" y="18819"/>
                  </a:cubicBezTo>
                  <a:cubicBezTo>
                    <a:pt x="771" y="18821"/>
                    <a:pt x="805" y="18822"/>
                    <a:pt x="839" y="18824"/>
                  </a:cubicBezTo>
                  <a:cubicBezTo>
                    <a:pt x="921" y="18220"/>
                    <a:pt x="971" y="17612"/>
                    <a:pt x="994" y="17003"/>
                  </a:cubicBezTo>
                  <a:cubicBezTo>
                    <a:pt x="1073" y="14860"/>
                    <a:pt x="831" y="12734"/>
                    <a:pt x="588" y="10608"/>
                  </a:cubicBezTo>
                  <a:cubicBezTo>
                    <a:pt x="508" y="9907"/>
                    <a:pt x="427" y="9205"/>
                    <a:pt x="359" y="8502"/>
                  </a:cubicBezTo>
                  <a:cubicBezTo>
                    <a:pt x="336" y="8281"/>
                    <a:pt x="315" y="8060"/>
                    <a:pt x="296" y="7840"/>
                  </a:cubicBezTo>
                  <a:cubicBezTo>
                    <a:pt x="73" y="5247"/>
                    <a:pt x="46" y="2563"/>
                    <a:pt x="810" y="61"/>
                  </a:cubicBezTo>
                  <a:cubicBezTo>
                    <a:pt x="781" y="41"/>
                    <a:pt x="753" y="22"/>
                    <a:pt x="72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86;p38">
              <a:extLst>
                <a:ext uri="{FF2B5EF4-FFF2-40B4-BE49-F238E27FC236}">
                  <a16:creationId xmlns:a16="http://schemas.microsoft.com/office/drawing/2014/main" id="{96E1812B-C2AF-F43C-7297-36264A658C39}"/>
                </a:ext>
              </a:extLst>
            </p:cNvPr>
            <p:cNvSpPr/>
            <p:nvPr/>
          </p:nvSpPr>
          <p:spPr>
            <a:xfrm>
              <a:off x="2127650" y="2726575"/>
              <a:ext cx="30450" cy="498175"/>
            </a:xfrm>
            <a:custGeom>
              <a:avLst/>
              <a:gdLst/>
              <a:ahLst/>
              <a:cxnLst/>
              <a:rect l="l" t="t" r="r" b="b"/>
              <a:pathLst>
                <a:path w="1218" h="19927" extrusionOk="0">
                  <a:moveTo>
                    <a:pt x="1125" y="0"/>
                  </a:moveTo>
                  <a:cubicBezTo>
                    <a:pt x="755" y="1371"/>
                    <a:pt x="476" y="2767"/>
                    <a:pt x="288" y="4177"/>
                  </a:cubicBezTo>
                  <a:cubicBezTo>
                    <a:pt x="95" y="5639"/>
                    <a:pt x="1" y="7112"/>
                    <a:pt x="7" y="8587"/>
                  </a:cubicBezTo>
                  <a:cubicBezTo>
                    <a:pt x="9" y="8868"/>
                    <a:pt x="14" y="9151"/>
                    <a:pt x="24" y="9432"/>
                  </a:cubicBezTo>
                  <a:cubicBezTo>
                    <a:pt x="54" y="10346"/>
                    <a:pt x="125" y="11257"/>
                    <a:pt x="211" y="12168"/>
                  </a:cubicBezTo>
                  <a:cubicBezTo>
                    <a:pt x="235" y="12430"/>
                    <a:pt x="261" y="12691"/>
                    <a:pt x="288" y="12953"/>
                  </a:cubicBezTo>
                  <a:cubicBezTo>
                    <a:pt x="521" y="15260"/>
                    <a:pt x="776" y="17631"/>
                    <a:pt x="398" y="19926"/>
                  </a:cubicBezTo>
                  <a:cubicBezTo>
                    <a:pt x="432" y="19926"/>
                    <a:pt x="466" y="19925"/>
                    <a:pt x="500" y="19925"/>
                  </a:cubicBezTo>
                  <a:cubicBezTo>
                    <a:pt x="665" y="18921"/>
                    <a:pt x="710" y="17899"/>
                    <a:pt x="687" y="16881"/>
                  </a:cubicBezTo>
                  <a:cubicBezTo>
                    <a:pt x="654" y="15431"/>
                    <a:pt x="490" y="13988"/>
                    <a:pt x="347" y="12546"/>
                  </a:cubicBezTo>
                  <a:cubicBezTo>
                    <a:pt x="335" y="12417"/>
                    <a:pt x="322" y="12287"/>
                    <a:pt x="309" y="12158"/>
                  </a:cubicBezTo>
                  <a:cubicBezTo>
                    <a:pt x="224" y="11254"/>
                    <a:pt x="156" y="10348"/>
                    <a:pt x="125" y="9441"/>
                  </a:cubicBezTo>
                  <a:cubicBezTo>
                    <a:pt x="111" y="9018"/>
                    <a:pt x="104" y="8597"/>
                    <a:pt x="108" y="8173"/>
                  </a:cubicBezTo>
                  <a:cubicBezTo>
                    <a:pt x="132" y="5429"/>
                    <a:pt x="507" y="2693"/>
                    <a:pt x="1217" y="44"/>
                  </a:cubicBezTo>
                  <a:cubicBezTo>
                    <a:pt x="1187" y="29"/>
                    <a:pt x="1156" y="15"/>
                    <a:pt x="11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87;p38">
              <a:extLst>
                <a:ext uri="{FF2B5EF4-FFF2-40B4-BE49-F238E27FC236}">
                  <a16:creationId xmlns:a16="http://schemas.microsoft.com/office/drawing/2014/main" id="{E56653B7-8D22-75C5-4C72-26F1DCE63895}"/>
                </a:ext>
              </a:extLst>
            </p:cNvPr>
            <p:cNvSpPr/>
            <p:nvPr/>
          </p:nvSpPr>
          <p:spPr>
            <a:xfrm>
              <a:off x="2054850" y="2704425"/>
              <a:ext cx="51750" cy="524100"/>
            </a:xfrm>
            <a:custGeom>
              <a:avLst/>
              <a:gdLst/>
              <a:ahLst/>
              <a:cxnLst/>
              <a:rect l="l" t="t" r="r" b="b"/>
              <a:pathLst>
                <a:path w="2070" h="20964" extrusionOk="0">
                  <a:moveTo>
                    <a:pt x="1974" y="1"/>
                  </a:moveTo>
                  <a:cubicBezTo>
                    <a:pt x="1330" y="1178"/>
                    <a:pt x="1005" y="2500"/>
                    <a:pt x="847" y="3831"/>
                  </a:cubicBezTo>
                  <a:cubicBezTo>
                    <a:pt x="676" y="5265"/>
                    <a:pt x="677" y="6717"/>
                    <a:pt x="690" y="8160"/>
                  </a:cubicBezTo>
                  <a:cubicBezTo>
                    <a:pt x="697" y="8812"/>
                    <a:pt x="710" y="9463"/>
                    <a:pt x="723" y="10116"/>
                  </a:cubicBezTo>
                  <a:cubicBezTo>
                    <a:pt x="740" y="11015"/>
                    <a:pt x="760" y="11914"/>
                    <a:pt x="766" y="12813"/>
                  </a:cubicBezTo>
                  <a:cubicBezTo>
                    <a:pt x="768" y="12952"/>
                    <a:pt x="768" y="13093"/>
                    <a:pt x="768" y="13232"/>
                  </a:cubicBezTo>
                  <a:cubicBezTo>
                    <a:pt x="773" y="15827"/>
                    <a:pt x="640" y="18444"/>
                    <a:pt x="1" y="20964"/>
                  </a:cubicBezTo>
                  <a:cubicBezTo>
                    <a:pt x="36" y="20964"/>
                    <a:pt x="70" y="20964"/>
                    <a:pt x="104" y="20962"/>
                  </a:cubicBezTo>
                  <a:cubicBezTo>
                    <a:pt x="435" y="19654"/>
                    <a:pt x="634" y="18313"/>
                    <a:pt x="744" y="16966"/>
                  </a:cubicBezTo>
                  <a:cubicBezTo>
                    <a:pt x="844" y="15721"/>
                    <a:pt x="873" y="14474"/>
                    <a:pt x="870" y="13227"/>
                  </a:cubicBezTo>
                  <a:cubicBezTo>
                    <a:pt x="868" y="12193"/>
                    <a:pt x="844" y="11159"/>
                    <a:pt x="823" y="10125"/>
                  </a:cubicBezTo>
                  <a:cubicBezTo>
                    <a:pt x="807" y="9355"/>
                    <a:pt x="792" y="8584"/>
                    <a:pt x="789" y="7814"/>
                  </a:cubicBezTo>
                  <a:cubicBezTo>
                    <a:pt x="774" y="5212"/>
                    <a:pt x="778" y="2371"/>
                    <a:pt x="2070" y="36"/>
                  </a:cubicBezTo>
                  <a:cubicBezTo>
                    <a:pt x="2037" y="24"/>
                    <a:pt x="2005" y="12"/>
                    <a:pt x="19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88;p38">
              <a:extLst>
                <a:ext uri="{FF2B5EF4-FFF2-40B4-BE49-F238E27FC236}">
                  <a16:creationId xmlns:a16="http://schemas.microsoft.com/office/drawing/2014/main" id="{E9F8A05E-1BE2-D0EA-21AC-CA0EBAC8D72B}"/>
                </a:ext>
              </a:extLst>
            </p:cNvPr>
            <p:cNvSpPr/>
            <p:nvPr/>
          </p:nvSpPr>
          <p:spPr>
            <a:xfrm>
              <a:off x="1986575" y="2720875"/>
              <a:ext cx="51425" cy="503175"/>
            </a:xfrm>
            <a:custGeom>
              <a:avLst/>
              <a:gdLst/>
              <a:ahLst/>
              <a:cxnLst/>
              <a:rect l="l" t="t" r="r" b="b"/>
              <a:pathLst>
                <a:path w="2057" h="20127" extrusionOk="0">
                  <a:moveTo>
                    <a:pt x="2056" y="0"/>
                  </a:moveTo>
                  <a:lnTo>
                    <a:pt x="2056" y="0"/>
                  </a:lnTo>
                  <a:cubicBezTo>
                    <a:pt x="2024" y="16"/>
                    <a:pt x="1979" y="41"/>
                    <a:pt x="1922" y="70"/>
                  </a:cubicBezTo>
                  <a:cubicBezTo>
                    <a:pt x="1425" y="1370"/>
                    <a:pt x="1103" y="2732"/>
                    <a:pt x="903" y="4113"/>
                  </a:cubicBezTo>
                  <a:cubicBezTo>
                    <a:pt x="661" y="5798"/>
                    <a:pt x="593" y="7497"/>
                    <a:pt x="578" y="9196"/>
                  </a:cubicBezTo>
                  <a:cubicBezTo>
                    <a:pt x="569" y="10315"/>
                    <a:pt x="583" y="11436"/>
                    <a:pt x="585" y="12554"/>
                  </a:cubicBezTo>
                  <a:cubicBezTo>
                    <a:pt x="585" y="12664"/>
                    <a:pt x="585" y="12774"/>
                    <a:pt x="585" y="12884"/>
                  </a:cubicBezTo>
                  <a:cubicBezTo>
                    <a:pt x="583" y="15300"/>
                    <a:pt x="506" y="17746"/>
                    <a:pt x="0" y="20114"/>
                  </a:cubicBezTo>
                  <a:cubicBezTo>
                    <a:pt x="33" y="20117"/>
                    <a:pt x="66" y="20122"/>
                    <a:pt x="100" y="20127"/>
                  </a:cubicBezTo>
                  <a:cubicBezTo>
                    <a:pt x="320" y="19101"/>
                    <a:pt x="461" y="18058"/>
                    <a:pt x="546" y="17011"/>
                  </a:cubicBezTo>
                  <a:cubicBezTo>
                    <a:pt x="669" y="15530"/>
                    <a:pt x="687" y="14045"/>
                    <a:pt x="683" y="12562"/>
                  </a:cubicBezTo>
                  <a:cubicBezTo>
                    <a:pt x="682" y="11443"/>
                    <a:pt x="667" y="10324"/>
                    <a:pt x="677" y="9204"/>
                  </a:cubicBezTo>
                  <a:cubicBezTo>
                    <a:pt x="680" y="8831"/>
                    <a:pt x="685" y="8456"/>
                    <a:pt x="695" y="8082"/>
                  </a:cubicBezTo>
                  <a:cubicBezTo>
                    <a:pt x="767" y="5344"/>
                    <a:pt x="1053" y="2565"/>
                    <a:pt x="205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289;p38">
              <a:extLst>
                <a:ext uri="{FF2B5EF4-FFF2-40B4-BE49-F238E27FC236}">
                  <a16:creationId xmlns:a16="http://schemas.microsoft.com/office/drawing/2014/main" id="{6DEDFAA9-3F49-9688-1143-9915B4E30298}"/>
                </a:ext>
              </a:extLst>
            </p:cNvPr>
            <p:cNvSpPr/>
            <p:nvPr/>
          </p:nvSpPr>
          <p:spPr>
            <a:xfrm>
              <a:off x="1933700" y="2752175"/>
              <a:ext cx="46100" cy="461575"/>
            </a:xfrm>
            <a:custGeom>
              <a:avLst/>
              <a:gdLst/>
              <a:ahLst/>
              <a:cxnLst/>
              <a:rect l="l" t="t" r="r" b="b"/>
              <a:pathLst>
                <a:path w="1844" h="18463" extrusionOk="0">
                  <a:moveTo>
                    <a:pt x="1844" y="0"/>
                  </a:moveTo>
                  <a:cubicBezTo>
                    <a:pt x="1795" y="26"/>
                    <a:pt x="1749" y="53"/>
                    <a:pt x="1700" y="81"/>
                  </a:cubicBezTo>
                  <a:cubicBezTo>
                    <a:pt x="1579" y="368"/>
                    <a:pt x="1484" y="667"/>
                    <a:pt x="1404" y="969"/>
                  </a:cubicBezTo>
                  <a:cubicBezTo>
                    <a:pt x="1199" y="1733"/>
                    <a:pt x="1057" y="2514"/>
                    <a:pt x="951" y="3297"/>
                  </a:cubicBezTo>
                  <a:cubicBezTo>
                    <a:pt x="747" y="4777"/>
                    <a:pt x="684" y="6266"/>
                    <a:pt x="666" y="7758"/>
                  </a:cubicBezTo>
                  <a:cubicBezTo>
                    <a:pt x="653" y="8834"/>
                    <a:pt x="663" y="9910"/>
                    <a:pt x="661" y="10984"/>
                  </a:cubicBezTo>
                  <a:cubicBezTo>
                    <a:pt x="661" y="11234"/>
                    <a:pt x="660" y="11485"/>
                    <a:pt x="658" y="11734"/>
                  </a:cubicBezTo>
                  <a:cubicBezTo>
                    <a:pt x="639" y="13980"/>
                    <a:pt x="529" y="16251"/>
                    <a:pt x="1" y="18437"/>
                  </a:cubicBezTo>
                  <a:cubicBezTo>
                    <a:pt x="33" y="18445"/>
                    <a:pt x="65" y="18455"/>
                    <a:pt x="98" y="18463"/>
                  </a:cubicBezTo>
                  <a:cubicBezTo>
                    <a:pt x="325" y="17529"/>
                    <a:pt x="477" y="16578"/>
                    <a:pt x="576" y="15620"/>
                  </a:cubicBezTo>
                  <a:cubicBezTo>
                    <a:pt x="733" y="14089"/>
                    <a:pt x="762" y="12549"/>
                    <a:pt x="763" y="11010"/>
                  </a:cubicBezTo>
                  <a:cubicBezTo>
                    <a:pt x="765" y="9929"/>
                    <a:pt x="754" y="8847"/>
                    <a:pt x="768" y="7768"/>
                  </a:cubicBezTo>
                  <a:cubicBezTo>
                    <a:pt x="770" y="7579"/>
                    <a:pt x="773" y="7390"/>
                    <a:pt x="776" y="7203"/>
                  </a:cubicBezTo>
                  <a:cubicBezTo>
                    <a:pt x="805" y="5786"/>
                    <a:pt x="884" y="4369"/>
                    <a:pt x="1098" y="2969"/>
                  </a:cubicBezTo>
                  <a:cubicBezTo>
                    <a:pt x="1203" y="2287"/>
                    <a:pt x="1333" y="1607"/>
                    <a:pt x="1514" y="942"/>
                  </a:cubicBezTo>
                  <a:cubicBezTo>
                    <a:pt x="1602" y="620"/>
                    <a:pt x="1707" y="302"/>
                    <a:pt x="18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290;p38">
              <a:extLst>
                <a:ext uri="{FF2B5EF4-FFF2-40B4-BE49-F238E27FC236}">
                  <a16:creationId xmlns:a16="http://schemas.microsoft.com/office/drawing/2014/main" id="{097D4ED6-DC58-C897-A49A-CEA11EC20324}"/>
                </a:ext>
              </a:extLst>
            </p:cNvPr>
            <p:cNvSpPr/>
            <p:nvPr/>
          </p:nvSpPr>
          <p:spPr>
            <a:xfrm>
              <a:off x="2207900" y="2830950"/>
              <a:ext cx="213200" cy="415400"/>
            </a:xfrm>
            <a:custGeom>
              <a:avLst/>
              <a:gdLst/>
              <a:ahLst/>
              <a:cxnLst/>
              <a:rect l="l" t="t" r="r" b="b"/>
              <a:pathLst>
                <a:path w="8528" h="16616" extrusionOk="0">
                  <a:moveTo>
                    <a:pt x="2961" y="1"/>
                  </a:moveTo>
                  <a:lnTo>
                    <a:pt x="189" y="3809"/>
                  </a:lnTo>
                  <a:lnTo>
                    <a:pt x="188" y="3809"/>
                  </a:lnTo>
                  <a:cubicBezTo>
                    <a:pt x="188" y="3809"/>
                    <a:pt x="3746" y="7179"/>
                    <a:pt x="4048" y="8038"/>
                  </a:cubicBezTo>
                  <a:cubicBezTo>
                    <a:pt x="4284" y="8715"/>
                    <a:pt x="1" y="15076"/>
                    <a:pt x="1" y="15076"/>
                  </a:cubicBezTo>
                  <a:lnTo>
                    <a:pt x="1165" y="16615"/>
                  </a:lnTo>
                  <a:cubicBezTo>
                    <a:pt x="1165" y="16615"/>
                    <a:pt x="8528" y="9274"/>
                    <a:pt x="7888" y="7240"/>
                  </a:cubicBezTo>
                  <a:cubicBezTo>
                    <a:pt x="7612" y="6360"/>
                    <a:pt x="5919" y="2327"/>
                    <a:pt x="2961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291;p38">
              <a:extLst>
                <a:ext uri="{FF2B5EF4-FFF2-40B4-BE49-F238E27FC236}">
                  <a16:creationId xmlns:a16="http://schemas.microsoft.com/office/drawing/2014/main" id="{F40561FA-EB03-76C6-0A73-FC9FA5B57E5F}"/>
                </a:ext>
              </a:extLst>
            </p:cNvPr>
            <p:cNvSpPr/>
            <p:nvPr/>
          </p:nvSpPr>
          <p:spPr>
            <a:xfrm>
              <a:off x="2216025" y="3180700"/>
              <a:ext cx="50725" cy="48925"/>
            </a:xfrm>
            <a:custGeom>
              <a:avLst/>
              <a:gdLst/>
              <a:ahLst/>
              <a:cxnLst/>
              <a:rect l="l" t="t" r="r" b="b"/>
              <a:pathLst>
                <a:path w="2029" h="1957" extrusionOk="0">
                  <a:moveTo>
                    <a:pt x="351" y="0"/>
                  </a:moveTo>
                  <a:lnTo>
                    <a:pt x="0" y="535"/>
                  </a:lnTo>
                  <a:cubicBezTo>
                    <a:pt x="0" y="535"/>
                    <a:pt x="1176" y="1168"/>
                    <a:pt x="1565" y="1957"/>
                  </a:cubicBezTo>
                  <a:cubicBezTo>
                    <a:pt x="1565" y="1957"/>
                    <a:pt x="2016" y="1703"/>
                    <a:pt x="2029" y="1394"/>
                  </a:cubicBezTo>
                  <a:cubicBezTo>
                    <a:pt x="2029" y="1394"/>
                    <a:pt x="1346" y="251"/>
                    <a:pt x="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292;p38">
              <a:extLst>
                <a:ext uri="{FF2B5EF4-FFF2-40B4-BE49-F238E27FC236}">
                  <a16:creationId xmlns:a16="http://schemas.microsoft.com/office/drawing/2014/main" id="{40C294BD-1DE9-891F-58C9-2074592D8684}"/>
                </a:ext>
              </a:extLst>
            </p:cNvPr>
            <p:cNvSpPr/>
            <p:nvPr/>
          </p:nvSpPr>
          <p:spPr>
            <a:xfrm>
              <a:off x="2235650" y="3192475"/>
              <a:ext cx="29825" cy="30725"/>
            </a:xfrm>
            <a:custGeom>
              <a:avLst/>
              <a:gdLst/>
              <a:ahLst/>
              <a:cxnLst/>
              <a:rect l="l" t="t" r="r" b="b"/>
              <a:pathLst>
                <a:path w="1193" h="1229" extrusionOk="0">
                  <a:moveTo>
                    <a:pt x="732" y="1"/>
                  </a:moveTo>
                  <a:cubicBezTo>
                    <a:pt x="553" y="1"/>
                    <a:pt x="351" y="110"/>
                    <a:pt x="209" y="302"/>
                  </a:cubicBezTo>
                  <a:cubicBezTo>
                    <a:pt x="2" y="579"/>
                    <a:pt x="0" y="928"/>
                    <a:pt x="204" y="1079"/>
                  </a:cubicBezTo>
                  <a:lnTo>
                    <a:pt x="407" y="1229"/>
                  </a:lnTo>
                  <a:lnTo>
                    <a:pt x="473" y="1146"/>
                  </a:lnTo>
                  <a:lnTo>
                    <a:pt x="1102" y="366"/>
                  </a:lnTo>
                  <a:lnTo>
                    <a:pt x="1192" y="253"/>
                  </a:lnTo>
                  <a:lnTo>
                    <a:pt x="952" y="71"/>
                  </a:lnTo>
                  <a:cubicBezTo>
                    <a:pt x="888" y="23"/>
                    <a:pt x="812" y="1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293;p38">
              <a:extLst>
                <a:ext uri="{FF2B5EF4-FFF2-40B4-BE49-F238E27FC236}">
                  <a16:creationId xmlns:a16="http://schemas.microsoft.com/office/drawing/2014/main" id="{1906B90D-26E2-2878-28AC-F0CAC71288F1}"/>
                </a:ext>
              </a:extLst>
            </p:cNvPr>
            <p:cNvSpPr/>
            <p:nvPr/>
          </p:nvSpPr>
          <p:spPr>
            <a:xfrm>
              <a:off x="2240700" y="3196225"/>
              <a:ext cx="28900" cy="28725"/>
            </a:xfrm>
            <a:custGeom>
              <a:avLst/>
              <a:gdLst/>
              <a:ahLst/>
              <a:cxnLst/>
              <a:rect l="l" t="t" r="r" b="b"/>
              <a:pathLst>
                <a:path w="1156" h="1149" extrusionOk="0">
                  <a:moveTo>
                    <a:pt x="732" y="0"/>
                  </a:moveTo>
                  <a:cubicBezTo>
                    <a:pt x="553" y="0"/>
                    <a:pt x="351" y="109"/>
                    <a:pt x="208" y="302"/>
                  </a:cubicBezTo>
                  <a:cubicBezTo>
                    <a:pt x="3" y="580"/>
                    <a:pt x="0" y="929"/>
                    <a:pt x="205" y="1079"/>
                  </a:cubicBezTo>
                  <a:cubicBezTo>
                    <a:pt x="269" y="1126"/>
                    <a:pt x="345" y="1148"/>
                    <a:pt x="425" y="1148"/>
                  </a:cubicBezTo>
                  <a:cubicBezTo>
                    <a:pt x="604" y="1148"/>
                    <a:pt x="805" y="1039"/>
                    <a:pt x="947" y="848"/>
                  </a:cubicBezTo>
                  <a:cubicBezTo>
                    <a:pt x="1153" y="568"/>
                    <a:pt x="1155" y="221"/>
                    <a:pt x="952" y="69"/>
                  </a:cubicBezTo>
                  <a:cubicBezTo>
                    <a:pt x="888" y="23"/>
                    <a:pt x="812" y="0"/>
                    <a:pt x="732" y="0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294;p38">
              <a:extLst>
                <a:ext uri="{FF2B5EF4-FFF2-40B4-BE49-F238E27FC236}">
                  <a16:creationId xmlns:a16="http://schemas.microsoft.com/office/drawing/2014/main" id="{0C399660-8505-3790-C5FC-4C55AF2ACBB6}"/>
                </a:ext>
              </a:extLst>
            </p:cNvPr>
            <p:cNvSpPr/>
            <p:nvPr/>
          </p:nvSpPr>
          <p:spPr>
            <a:xfrm>
              <a:off x="2246700" y="3201950"/>
              <a:ext cx="18850" cy="18750"/>
            </a:xfrm>
            <a:custGeom>
              <a:avLst/>
              <a:gdLst/>
              <a:ahLst/>
              <a:cxnLst/>
              <a:rect l="l" t="t" r="r" b="b"/>
              <a:pathLst>
                <a:path w="754" h="750" extrusionOk="0">
                  <a:moveTo>
                    <a:pt x="478" y="0"/>
                  </a:moveTo>
                  <a:cubicBezTo>
                    <a:pt x="361" y="0"/>
                    <a:pt x="229" y="71"/>
                    <a:pt x="136" y="197"/>
                  </a:cubicBezTo>
                  <a:cubicBezTo>
                    <a:pt x="2" y="378"/>
                    <a:pt x="1" y="606"/>
                    <a:pt x="135" y="704"/>
                  </a:cubicBezTo>
                  <a:cubicBezTo>
                    <a:pt x="176" y="735"/>
                    <a:pt x="225" y="750"/>
                    <a:pt x="278" y="750"/>
                  </a:cubicBezTo>
                  <a:cubicBezTo>
                    <a:pt x="394" y="750"/>
                    <a:pt x="525" y="678"/>
                    <a:pt x="618" y="553"/>
                  </a:cubicBezTo>
                  <a:cubicBezTo>
                    <a:pt x="753" y="372"/>
                    <a:pt x="753" y="144"/>
                    <a:pt x="621" y="45"/>
                  </a:cubicBezTo>
                  <a:cubicBezTo>
                    <a:pt x="580" y="15"/>
                    <a:pt x="530" y="0"/>
                    <a:pt x="4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295;p38">
              <a:extLst>
                <a:ext uri="{FF2B5EF4-FFF2-40B4-BE49-F238E27FC236}">
                  <a16:creationId xmlns:a16="http://schemas.microsoft.com/office/drawing/2014/main" id="{33B8EB55-702B-7B16-1BE6-C67EE55CDF51}"/>
                </a:ext>
              </a:extLst>
            </p:cNvPr>
            <p:cNvSpPr/>
            <p:nvPr/>
          </p:nvSpPr>
          <p:spPr>
            <a:xfrm>
              <a:off x="2308575" y="3007475"/>
              <a:ext cx="38525" cy="25000"/>
            </a:xfrm>
            <a:custGeom>
              <a:avLst/>
              <a:gdLst/>
              <a:ahLst/>
              <a:cxnLst/>
              <a:rect l="l" t="t" r="r" b="b"/>
              <a:pathLst>
                <a:path w="1541" h="1000" extrusionOk="0">
                  <a:moveTo>
                    <a:pt x="1435" y="0"/>
                  </a:moveTo>
                  <a:cubicBezTo>
                    <a:pt x="1429" y="0"/>
                    <a:pt x="1421" y="1"/>
                    <a:pt x="1414" y="3"/>
                  </a:cubicBezTo>
                  <a:cubicBezTo>
                    <a:pt x="881" y="147"/>
                    <a:pt x="406" y="446"/>
                    <a:pt x="47" y="867"/>
                  </a:cubicBezTo>
                  <a:cubicBezTo>
                    <a:pt x="1" y="924"/>
                    <a:pt x="50" y="999"/>
                    <a:pt x="104" y="999"/>
                  </a:cubicBezTo>
                  <a:cubicBezTo>
                    <a:pt x="121" y="999"/>
                    <a:pt x="139" y="992"/>
                    <a:pt x="154" y="974"/>
                  </a:cubicBezTo>
                  <a:cubicBezTo>
                    <a:pt x="496" y="572"/>
                    <a:pt x="944" y="286"/>
                    <a:pt x="1454" y="149"/>
                  </a:cubicBezTo>
                  <a:cubicBezTo>
                    <a:pt x="1540" y="125"/>
                    <a:pt x="1513" y="0"/>
                    <a:pt x="1435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296;p38">
              <a:extLst>
                <a:ext uri="{FF2B5EF4-FFF2-40B4-BE49-F238E27FC236}">
                  <a16:creationId xmlns:a16="http://schemas.microsoft.com/office/drawing/2014/main" id="{9406110D-6135-7C9B-FE07-67397D98B202}"/>
                </a:ext>
              </a:extLst>
            </p:cNvPr>
            <p:cNvSpPr/>
            <p:nvPr/>
          </p:nvSpPr>
          <p:spPr>
            <a:xfrm>
              <a:off x="2314825" y="2999775"/>
              <a:ext cx="15650" cy="24575"/>
            </a:xfrm>
            <a:custGeom>
              <a:avLst/>
              <a:gdLst/>
              <a:ahLst/>
              <a:cxnLst/>
              <a:rect l="l" t="t" r="r" b="b"/>
              <a:pathLst>
                <a:path w="626" h="983" extrusionOk="0">
                  <a:moveTo>
                    <a:pt x="519" y="1"/>
                  </a:moveTo>
                  <a:cubicBezTo>
                    <a:pt x="496" y="1"/>
                    <a:pt x="473" y="10"/>
                    <a:pt x="456" y="33"/>
                  </a:cubicBezTo>
                  <a:cubicBezTo>
                    <a:pt x="262" y="295"/>
                    <a:pt x="117" y="581"/>
                    <a:pt x="19" y="891"/>
                  </a:cubicBezTo>
                  <a:cubicBezTo>
                    <a:pt x="0" y="946"/>
                    <a:pt x="45" y="982"/>
                    <a:pt x="90" y="982"/>
                  </a:cubicBezTo>
                  <a:cubicBezTo>
                    <a:pt x="121" y="982"/>
                    <a:pt x="151" y="967"/>
                    <a:pt x="162" y="930"/>
                  </a:cubicBezTo>
                  <a:cubicBezTo>
                    <a:pt x="259" y="633"/>
                    <a:pt x="400" y="361"/>
                    <a:pt x="585" y="109"/>
                  </a:cubicBezTo>
                  <a:cubicBezTo>
                    <a:pt x="625" y="55"/>
                    <a:pt x="573" y="1"/>
                    <a:pt x="519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297;p38">
              <a:extLst>
                <a:ext uri="{FF2B5EF4-FFF2-40B4-BE49-F238E27FC236}">
                  <a16:creationId xmlns:a16="http://schemas.microsoft.com/office/drawing/2014/main" id="{12357F4D-760D-BB9E-E059-34D0425DBD84}"/>
                </a:ext>
              </a:extLst>
            </p:cNvPr>
            <p:cNvSpPr/>
            <p:nvPr/>
          </p:nvSpPr>
          <p:spPr>
            <a:xfrm>
              <a:off x="2143000" y="3196900"/>
              <a:ext cx="97600" cy="92050"/>
            </a:xfrm>
            <a:custGeom>
              <a:avLst/>
              <a:gdLst/>
              <a:ahLst/>
              <a:cxnLst/>
              <a:rect l="l" t="t" r="r" b="b"/>
              <a:pathLst>
                <a:path w="3904" h="3682" extrusionOk="0">
                  <a:moveTo>
                    <a:pt x="2889" y="0"/>
                  </a:moveTo>
                  <a:cubicBezTo>
                    <a:pt x="2889" y="0"/>
                    <a:pt x="1325" y="280"/>
                    <a:pt x="170" y="1265"/>
                  </a:cubicBezTo>
                  <a:cubicBezTo>
                    <a:pt x="1" y="1410"/>
                    <a:pt x="31" y="1461"/>
                    <a:pt x="157" y="1461"/>
                  </a:cubicBezTo>
                  <a:cubicBezTo>
                    <a:pt x="462" y="1461"/>
                    <a:pt x="1324" y="1167"/>
                    <a:pt x="1324" y="1166"/>
                  </a:cubicBezTo>
                  <a:lnTo>
                    <a:pt x="1324" y="1166"/>
                  </a:lnTo>
                  <a:lnTo>
                    <a:pt x="718" y="1682"/>
                  </a:lnTo>
                  <a:cubicBezTo>
                    <a:pt x="718" y="1682"/>
                    <a:pt x="753" y="1756"/>
                    <a:pt x="816" y="1877"/>
                  </a:cubicBezTo>
                  <a:lnTo>
                    <a:pt x="816" y="1879"/>
                  </a:lnTo>
                  <a:cubicBezTo>
                    <a:pt x="1303" y="2536"/>
                    <a:pt x="1860" y="3142"/>
                    <a:pt x="2474" y="3681"/>
                  </a:cubicBezTo>
                  <a:cubicBezTo>
                    <a:pt x="3144" y="3417"/>
                    <a:pt x="3903" y="1855"/>
                    <a:pt x="3903" y="1855"/>
                  </a:cubicBezTo>
                  <a:lnTo>
                    <a:pt x="2889" y="0"/>
                  </a:ln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298;p38">
              <a:extLst>
                <a:ext uri="{FF2B5EF4-FFF2-40B4-BE49-F238E27FC236}">
                  <a16:creationId xmlns:a16="http://schemas.microsoft.com/office/drawing/2014/main" id="{37549FFF-BD11-3B32-0D01-9EC75FF02C61}"/>
                </a:ext>
              </a:extLst>
            </p:cNvPr>
            <p:cNvSpPr/>
            <p:nvPr/>
          </p:nvSpPr>
          <p:spPr>
            <a:xfrm>
              <a:off x="2156000" y="3233350"/>
              <a:ext cx="55125" cy="61350"/>
            </a:xfrm>
            <a:custGeom>
              <a:avLst/>
              <a:gdLst/>
              <a:ahLst/>
              <a:cxnLst/>
              <a:rect l="l" t="t" r="r" b="b"/>
              <a:pathLst>
                <a:path w="2205" h="2454" extrusionOk="0">
                  <a:moveTo>
                    <a:pt x="68" y="0"/>
                  </a:moveTo>
                  <a:cubicBezTo>
                    <a:pt x="35" y="0"/>
                    <a:pt x="1" y="36"/>
                    <a:pt x="22" y="75"/>
                  </a:cubicBezTo>
                  <a:lnTo>
                    <a:pt x="20" y="75"/>
                  </a:lnTo>
                  <a:cubicBezTo>
                    <a:pt x="529" y="1014"/>
                    <a:pt x="1245" y="1823"/>
                    <a:pt x="2112" y="2445"/>
                  </a:cubicBezTo>
                  <a:cubicBezTo>
                    <a:pt x="2121" y="2451"/>
                    <a:pt x="2130" y="2454"/>
                    <a:pt x="2138" y="2454"/>
                  </a:cubicBezTo>
                  <a:cubicBezTo>
                    <a:pt x="2178" y="2454"/>
                    <a:pt x="2205" y="2390"/>
                    <a:pt x="2162" y="2358"/>
                  </a:cubicBezTo>
                  <a:cubicBezTo>
                    <a:pt x="1309" y="1747"/>
                    <a:pt x="608" y="947"/>
                    <a:pt x="107" y="25"/>
                  </a:cubicBezTo>
                  <a:cubicBezTo>
                    <a:pt x="98" y="7"/>
                    <a:pt x="83" y="0"/>
                    <a:pt x="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299;p38">
              <a:extLst>
                <a:ext uri="{FF2B5EF4-FFF2-40B4-BE49-F238E27FC236}">
                  <a16:creationId xmlns:a16="http://schemas.microsoft.com/office/drawing/2014/main" id="{6F0425B3-6DF0-588D-A74A-AA903C67F716}"/>
                </a:ext>
              </a:extLst>
            </p:cNvPr>
            <p:cNvSpPr/>
            <p:nvPr/>
          </p:nvSpPr>
          <p:spPr>
            <a:xfrm>
              <a:off x="2157425" y="2745100"/>
              <a:ext cx="174675" cy="217450"/>
            </a:xfrm>
            <a:custGeom>
              <a:avLst/>
              <a:gdLst/>
              <a:ahLst/>
              <a:cxnLst/>
              <a:rect l="l" t="t" r="r" b="b"/>
              <a:pathLst>
                <a:path w="6987" h="8698" extrusionOk="0">
                  <a:moveTo>
                    <a:pt x="1327" y="0"/>
                  </a:moveTo>
                  <a:cubicBezTo>
                    <a:pt x="1327" y="0"/>
                    <a:pt x="0" y="2467"/>
                    <a:pt x="608" y="5213"/>
                  </a:cubicBezTo>
                  <a:cubicBezTo>
                    <a:pt x="1160" y="7710"/>
                    <a:pt x="2809" y="8697"/>
                    <a:pt x="2809" y="8697"/>
                  </a:cubicBezTo>
                  <a:lnTo>
                    <a:pt x="6986" y="4738"/>
                  </a:lnTo>
                  <a:cubicBezTo>
                    <a:pt x="5896" y="3134"/>
                    <a:pt x="3796" y="810"/>
                    <a:pt x="13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300;p38">
              <a:extLst>
                <a:ext uri="{FF2B5EF4-FFF2-40B4-BE49-F238E27FC236}">
                  <a16:creationId xmlns:a16="http://schemas.microsoft.com/office/drawing/2014/main" id="{FC617006-CC36-DF45-BD6B-8A474B52DD87}"/>
                </a:ext>
              </a:extLst>
            </p:cNvPr>
            <p:cNvSpPr/>
            <p:nvPr/>
          </p:nvSpPr>
          <p:spPr>
            <a:xfrm>
              <a:off x="2212600" y="2851125"/>
              <a:ext cx="106350" cy="101475"/>
            </a:xfrm>
            <a:custGeom>
              <a:avLst/>
              <a:gdLst/>
              <a:ahLst/>
              <a:cxnLst/>
              <a:rect l="l" t="t" r="r" b="b"/>
              <a:pathLst>
                <a:path w="4254" h="4059" extrusionOk="0">
                  <a:moveTo>
                    <a:pt x="4178" y="0"/>
                  </a:moveTo>
                  <a:cubicBezTo>
                    <a:pt x="4167" y="0"/>
                    <a:pt x="4155" y="5"/>
                    <a:pt x="4145" y="14"/>
                  </a:cubicBezTo>
                  <a:cubicBezTo>
                    <a:pt x="2717" y="1271"/>
                    <a:pt x="1358" y="2607"/>
                    <a:pt x="35" y="3973"/>
                  </a:cubicBezTo>
                  <a:cubicBezTo>
                    <a:pt x="0" y="4008"/>
                    <a:pt x="35" y="4059"/>
                    <a:pt x="74" y="4059"/>
                  </a:cubicBezTo>
                  <a:cubicBezTo>
                    <a:pt x="85" y="4059"/>
                    <a:pt x="96" y="4054"/>
                    <a:pt x="106" y="4044"/>
                  </a:cubicBezTo>
                  <a:cubicBezTo>
                    <a:pt x="1429" y="2678"/>
                    <a:pt x="2788" y="1342"/>
                    <a:pt x="4216" y="85"/>
                  </a:cubicBezTo>
                  <a:cubicBezTo>
                    <a:pt x="4254" y="51"/>
                    <a:pt x="4219" y="0"/>
                    <a:pt x="41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301;p38">
              <a:extLst>
                <a:ext uri="{FF2B5EF4-FFF2-40B4-BE49-F238E27FC236}">
                  <a16:creationId xmlns:a16="http://schemas.microsoft.com/office/drawing/2014/main" id="{473232DC-A589-081E-98CA-93FB8B03A781}"/>
                </a:ext>
              </a:extLst>
            </p:cNvPr>
            <p:cNvSpPr/>
            <p:nvPr/>
          </p:nvSpPr>
          <p:spPr>
            <a:xfrm>
              <a:off x="2155850" y="2830475"/>
              <a:ext cx="73750" cy="134450"/>
            </a:xfrm>
            <a:custGeom>
              <a:avLst/>
              <a:gdLst/>
              <a:ahLst/>
              <a:cxnLst/>
              <a:rect l="l" t="t" r="r" b="b"/>
              <a:pathLst>
                <a:path w="2950" h="5378" extrusionOk="0">
                  <a:moveTo>
                    <a:pt x="50" y="0"/>
                  </a:moveTo>
                  <a:cubicBezTo>
                    <a:pt x="25" y="0"/>
                    <a:pt x="0" y="16"/>
                    <a:pt x="2" y="49"/>
                  </a:cubicBezTo>
                  <a:cubicBezTo>
                    <a:pt x="112" y="2111"/>
                    <a:pt x="1297" y="4043"/>
                    <a:pt x="2840" y="5365"/>
                  </a:cubicBezTo>
                  <a:cubicBezTo>
                    <a:pt x="2850" y="5374"/>
                    <a:pt x="2862" y="5377"/>
                    <a:pt x="2873" y="5377"/>
                  </a:cubicBezTo>
                  <a:cubicBezTo>
                    <a:pt x="2914" y="5377"/>
                    <a:pt x="2949" y="5326"/>
                    <a:pt x="2911" y="5293"/>
                  </a:cubicBezTo>
                  <a:cubicBezTo>
                    <a:pt x="1388" y="3992"/>
                    <a:pt x="210" y="2086"/>
                    <a:pt x="102" y="49"/>
                  </a:cubicBezTo>
                  <a:cubicBezTo>
                    <a:pt x="101" y="16"/>
                    <a:pt x="75" y="0"/>
                    <a:pt x="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302;p38">
              <a:extLst>
                <a:ext uri="{FF2B5EF4-FFF2-40B4-BE49-F238E27FC236}">
                  <a16:creationId xmlns:a16="http://schemas.microsoft.com/office/drawing/2014/main" id="{9AA2EE3E-99D7-B187-D9CC-3F9FD1B24185}"/>
                </a:ext>
              </a:extLst>
            </p:cNvPr>
            <p:cNvSpPr/>
            <p:nvPr/>
          </p:nvSpPr>
          <p:spPr>
            <a:xfrm>
              <a:off x="2061750" y="2602600"/>
              <a:ext cx="52375" cy="75825"/>
            </a:xfrm>
            <a:custGeom>
              <a:avLst/>
              <a:gdLst/>
              <a:ahLst/>
              <a:cxnLst/>
              <a:rect l="l" t="t" r="r" b="b"/>
              <a:pathLst>
                <a:path w="2095" h="3033" extrusionOk="0">
                  <a:moveTo>
                    <a:pt x="721" y="0"/>
                  </a:moveTo>
                  <a:lnTo>
                    <a:pt x="1" y="2016"/>
                  </a:lnTo>
                  <a:cubicBezTo>
                    <a:pt x="1" y="2016"/>
                    <a:pt x="462" y="3033"/>
                    <a:pt x="988" y="3033"/>
                  </a:cubicBezTo>
                  <a:cubicBezTo>
                    <a:pt x="1020" y="3033"/>
                    <a:pt x="1053" y="3029"/>
                    <a:pt x="1086" y="3021"/>
                  </a:cubicBezTo>
                  <a:cubicBezTo>
                    <a:pt x="1652" y="2877"/>
                    <a:pt x="1388" y="2223"/>
                    <a:pt x="1388" y="2223"/>
                  </a:cubicBezTo>
                  <a:lnTo>
                    <a:pt x="1388" y="2223"/>
                  </a:lnTo>
                  <a:cubicBezTo>
                    <a:pt x="1388" y="2223"/>
                    <a:pt x="1496" y="2327"/>
                    <a:pt x="1632" y="2327"/>
                  </a:cubicBezTo>
                  <a:cubicBezTo>
                    <a:pt x="1706" y="2327"/>
                    <a:pt x="1789" y="2296"/>
                    <a:pt x="1868" y="2202"/>
                  </a:cubicBezTo>
                  <a:cubicBezTo>
                    <a:pt x="2094" y="1932"/>
                    <a:pt x="1522" y="1258"/>
                    <a:pt x="1522" y="1258"/>
                  </a:cubicBezTo>
                  <a:lnTo>
                    <a:pt x="1522" y="1258"/>
                  </a:lnTo>
                  <a:cubicBezTo>
                    <a:pt x="1523" y="1258"/>
                    <a:pt x="1525" y="1258"/>
                    <a:pt x="1526" y="1258"/>
                  </a:cubicBezTo>
                  <a:cubicBezTo>
                    <a:pt x="1897" y="1258"/>
                    <a:pt x="2072" y="688"/>
                    <a:pt x="1655" y="430"/>
                  </a:cubicBezTo>
                  <a:cubicBezTo>
                    <a:pt x="1237" y="171"/>
                    <a:pt x="721" y="0"/>
                    <a:pt x="7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303;p38">
              <a:extLst>
                <a:ext uri="{FF2B5EF4-FFF2-40B4-BE49-F238E27FC236}">
                  <a16:creationId xmlns:a16="http://schemas.microsoft.com/office/drawing/2014/main" id="{A2295A13-877C-9B0E-1A85-ABCC504EB908}"/>
                </a:ext>
              </a:extLst>
            </p:cNvPr>
            <p:cNvSpPr/>
            <p:nvPr/>
          </p:nvSpPr>
          <p:spPr>
            <a:xfrm>
              <a:off x="2027925" y="2638850"/>
              <a:ext cx="84175" cy="108850"/>
            </a:xfrm>
            <a:custGeom>
              <a:avLst/>
              <a:gdLst/>
              <a:ahLst/>
              <a:cxnLst/>
              <a:rect l="l" t="t" r="r" b="b"/>
              <a:pathLst>
                <a:path w="3367" h="4354" extrusionOk="0">
                  <a:moveTo>
                    <a:pt x="2212" y="1"/>
                  </a:moveTo>
                  <a:lnTo>
                    <a:pt x="0" y="1214"/>
                  </a:lnTo>
                  <a:lnTo>
                    <a:pt x="34" y="1853"/>
                  </a:lnTo>
                  <a:lnTo>
                    <a:pt x="83" y="2766"/>
                  </a:lnTo>
                  <a:lnTo>
                    <a:pt x="157" y="4149"/>
                  </a:lnTo>
                  <a:cubicBezTo>
                    <a:pt x="494" y="4293"/>
                    <a:pt x="807" y="4354"/>
                    <a:pt x="1095" y="4354"/>
                  </a:cubicBezTo>
                  <a:cubicBezTo>
                    <a:pt x="2557" y="4354"/>
                    <a:pt x="3366" y="2792"/>
                    <a:pt x="3366" y="2792"/>
                  </a:cubicBezTo>
                  <a:cubicBezTo>
                    <a:pt x="2869" y="2033"/>
                    <a:pt x="2473" y="1118"/>
                    <a:pt x="2212" y="1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304;p38">
              <a:extLst>
                <a:ext uri="{FF2B5EF4-FFF2-40B4-BE49-F238E27FC236}">
                  <a16:creationId xmlns:a16="http://schemas.microsoft.com/office/drawing/2014/main" id="{AB5AA83C-6BC8-F202-E87A-1FB292915882}"/>
                </a:ext>
              </a:extLst>
            </p:cNvPr>
            <p:cNvSpPr/>
            <p:nvPr/>
          </p:nvSpPr>
          <p:spPr>
            <a:xfrm>
              <a:off x="2028775" y="2665350"/>
              <a:ext cx="48100" cy="51375"/>
            </a:xfrm>
            <a:custGeom>
              <a:avLst/>
              <a:gdLst/>
              <a:ahLst/>
              <a:cxnLst/>
              <a:rect l="l" t="t" r="r" b="b"/>
              <a:pathLst>
                <a:path w="1924" h="2055" extrusionOk="0">
                  <a:moveTo>
                    <a:pt x="1924" y="0"/>
                  </a:moveTo>
                  <a:lnTo>
                    <a:pt x="0" y="793"/>
                  </a:lnTo>
                  <a:lnTo>
                    <a:pt x="68" y="2053"/>
                  </a:lnTo>
                  <a:cubicBezTo>
                    <a:pt x="75" y="2054"/>
                    <a:pt x="83" y="2054"/>
                    <a:pt x="91" y="2054"/>
                  </a:cubicBezTo>
                  <a:cubicBezTo>
                    <a:pt x="455" y="2054"/>
                    <a:pt x="1317" y="1575"/>
                    <a:pt x="1924" y="0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1305;p38">
              <a:extLst>
                <a:ext uri="{FF2B5EF4-FFF2-40B4-BE49-F238E27FC236}">
                  <a16:creationId xmlns:a16="http://schemas.microsoft.com/office/drawing/2014/main" id="{80E2EE83-7A9D-7B19-F6C9-0B57A6AB3A6C}"/>
                </a:ext>
              </a:extLst>
            </p:cNvPr>
            <p:cNvSpPr/>
            <p:nvPr/>
          </p:nvSpPr>
          <p:spPr>
            <a:xfrm>
              <a:off x="1970175" y="2601150"/>
              <a:ext cx="16450" cy="33725"/>
            </a:xfrm>
            <a:custGeom>
              <a:avLst/>
              <a:gdLst/>
              <a:ahLst/>
              <a:cxnLst/>
              <a:rect l="l" t="t" r="r" b="b"/>
              <a:pathLst>
                <a:path w="658" h="1349" extrusionOk="0">
                  <a:moveTo>
                    <a:pt x="0" y="0"/>
                  </a:moveTo>
                  <a:cubicBezTo>
                    <a:pt x="0" y="0"/>
                    <a:pt x="5" y="428"/>
                    <a:pt x="115" y="733"/>
                  </a:cubicBezTo>
                  <a:cubicBezTo>
                    <a:pt x="225" y="1037"/>
                    <a:pt x="629" y="1349"/>
                    <a:pt x="629" y="1349"/>
                  </a:cubicBezTo>
                  <a:cubicBezTo>
                    <a:pt x="629" y="1349"/>
                    <a:pt x="658" y="20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1306;p38">
              <a:extLst>
                <a:ext uri="{FF2B5EF4-FFF2-40B4-BE49-F238E27FC236}">
                  <a16:creationId xmlns:a16="http://schemas.microsoft.com/office/drawing/2014/main" id="{CA7E6457-A49C-677C-8D2F-54AE7647E157}"/>
                </a:ext>
              </a:extLst>
            </p:cNvPr>
            <p:cNvSpPr/>
            <p:nvPr/>
          </p:nvSpPr>
          <p:spPr>
            <a:xfrm>
              <a:off x="1968275" y="2554225"/>
              <a:ext cx="117775" cy="141600"/>
            </a:xfrm>
            <a:custGeom>
              <a:avLst/>
              <a:gdLst/>
              <a:ahLst/>
              <a:cxnLst/>
              <a:rect l="l" t="t" r="r" b="b"/>
              <a:pathLst>
                <a:path w="4711" h="5664" extrusionOk="0">
                  <a:moveTo>
                    <a:pt x="2642" y="0"/>
                  </a:moveTo>
                  <a:cubicBezTo>
                    <a:pt x="2523" y="0"/>
                    <a:pt x="2396" y="9"/>
                    <a:pt x="2260" y="26"/>
                  </a:cubicBezTo>
                  <a:cubicBezTo>
                    <a:pt x="2218" y="32"/>
                    <a:pt x="2176" y="39"/>
                    <a:pt x="2134" y="45"/>
                  </a:cubicBezTo>
                  <a:cubicBezTo>
                    <a:pt x="2115" y="49"/>
                    <a:pt x="2097" y="52"/>
                    <a:pt x="2078" y="55"/>
                  </a:cubicBezTo>
                  <a:cubicBezTo>
                    <a:pt x="2052" y="60"/>
                    <a:pt x="2024" y="65"/>
                    <a:pt x="1999" y="70"/>
                  </a:cubicBezTo>
                  <a:cubicBezTo>
                    <a:pt x="1989" y="71"/>
                    <a:pt x="1979" y="73"/>
                    <a:pt x="1970" y="76"/>
                  </a:cubicBezTo>
                  <a:cubicBezTo>
                    <a:pt x="1945" y="81"/>
                    <a:pt x="1923" y="86"/>
                    <a:pt x="1898" y="92"/>
                  </a:cubicBezTo>
                  <a:cubicBezTo>
                    <a:pt x="1793" y="115"/>
                    <a:pt x="1685" y="142"/>
                    <a:pt x="1572" y="175"/>
                  </a:cubicBezTo>
                  <a:cubicBezTo>
                    <a:pt x="991" y="346"/>
                    <a:pt x="485" y="727"/>
                    <a:pt x="185" y="1252"/>
                  </a:cubicBezTo>
                  <a:cubicBezTo>
                    <a:pt x="172" y="1275"/>
                    <a:pt x="159" y="1297"/>
                    <a:pt x="146" y="1320"/>
                  </a:cubicBezTo>
                  <a:cubicBezTo>
                    <a:pt x="0" y="1780"/>
                    <a:pt x="435" y="2263"/>
                    <a:pt x="627" y="3295"/>
                  </a:cubicBezTo>
                  <a:cubicBezTo>
                    <a:pt x="888" y="4703"/>
                    <a:pt x="1239" y="5664"/>
                    <a:pt x="2299" y="5664"/>
                  </a:cubicBezTo>
                  <a:cubicBezTo>
                    <a:pt x="2491" y="5664"/>
                    <a:pt x="2706" y="5632"/>
                    <a:pt x="2948" y="5566"/>
                  </a:cubicBezTo>
                  <a:cubicBezTo>
                    <a:pt x="3543" y="5405"/>
                    <a:pt x="4108" y="5051"/>
                    <a:pt x="4347" y="4452"/>
                  </a:cubicBezTo>
                  <a:cubicBezTo>
                    <a:pt x="4499" y="4072"/>
                    <a:pt x="4607" y="3785"/>
                    <a:pt x="4661" y="3521"/>
                  </a:cubicBezTo>
                  <a:cubicBezTo>
                    <a:pt x="4701" y="3321"/>
                    <a:pt x="4711" y="3135"/>
                    <a:pt x="4686" y="2930"/>
                  </a:cubicBezTo>
                  <a:cubicBezTo>
                    <a:pt x="4675" y="2843"/>
                    <a:pt x="4657" y="2751"/>
                    <a:pt x="4633" y="2654"/>
                  </a:cubicBezTo>
                  <a:cubicBezTo>
                    <a:pt x="4554" y="2336"/>
                    <a:pt x="4510" y="1799"/>
                    <a:pt x="4341" y="1291"/>
                  </a:cubicBezTo>
                  <a:cubicBezTo>
                    <a:pt x="4118" y="620"/>
                    <a:pt x="3675" y="0"/>
                    <a:pt x="2642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307;p38">
              <a:extLst>
                <a:ext uri="{FF2B5EF4-FFF2-40B4-BE49-F238E27FC236}">
                  <a16:creationId xmlns:a16="http://schemas.microsoft.com/office/drawing/2014/main" id="{2BE710DC-5A97-50BC-0767-71A593CF8A77}"/>
                </a:ext>
              </a:extLst>
            </p:cNvPr>
            <p:cNvSpPr/>
            <p:nvPr/>
          </p:nvSpPr>
          <p:spPr>
            <a:xfrm>
              <a:off x="2016075" y="2617225"/>
              <a:ext cx="7225" cy="7850"/>
            </a:xfrm>
            <a:custGeom>
              <a:avLst/>
              <a:gdLst/>
              <a:ahLst/>
              <a:cxnLst/>
              <a:rect l="l" t="t" r="r" b="b"/>
              <a:pathLst>
                <a:path w="289" h="314" extrusionOk="0">
                  <a:moveTo>
                    <a:pt x="120" y="1"/>
                  </a:moveTo>
                  <a:cubicBezTo>
                    <a:pt x="109" y="1"/>
                    <a:pt x="98" y="3"/>
                    <a:pt x="88" y="6"/>
                  </a:cubicBezTo>
                  <a:cubicBezTo>
                    <a:pt x="25" y="31"/>
                    <a:pt x="1" y="116"/>
                    <a:pt x="32" y="200"/>
                  </a:cubicBezTo>
                  <a:cubicBezTo>
                    <a:pt x="57" y="268"/>
                    <a:pt x="113" y="313"/>
                    <a:pt x="167" y="313"/>
                  </a:cubicBezTo>
                  <a:cubicBezTo>
                    <a:pt x="179" y="313"/>
                    <a:pt x="190" y="311"/>
                    <a:pt x="201" y="307"/>
                  </a:cubicBezTo>
                  <a:cubicBezTo>
                    <a:pt x="263" y="284"/>
                    <a:pt x="288" y="197"/>
                    <a:pt x="258" y="115"/>
                  </a:cubicBezTo>
                  <a:cubicBezTo>
                    <a:pt x="231" y="46"/>
                    <a:pt x="174" y="1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308;p38">
              <a:extLst>
                <a:ext uri="{FF2B5EF4-FFF2-40B4-BE49-F238E27FC236}">
                  <a16:creationId xmlns:a16="http://schemas.microsoft.com/office/drawing/2014/main" id="{E11859B0-FE79-0469-C6F2-341B47C0EE4B}"/>
                </a:ext>
              </a:extLst>
            </p:cNvPr>
            <p:cNvSpPr/>
            <p:nvPr/>
          </p:nvSpPr>
          <p:spPr>
            <a:xfrm>
              <a:off x="1990400" y="2624725"/>
              <a:ext cx="7225" cy="7825"/>
            </a:xfrm>
            <a:custGeom>
              <a:avLst/>
              <a:gdLst/>
              <a:ahLst/>
              <a:cxnLst/>
              <a:rect l="l" t="t" r="r" b="b"/>
              <a:pathLst>
                <a:path w="289" h="313" extrusionOk="0">
                  <a:moveTo>
                    <a:pt x="121" y="1"/>
                  </a:moveTo>
                  <a:cubicBezTo>
                    <a:pt x="110" y="1"/>
                    <a:pt x="99" y="3"/>
                    <a:pt x="88" y="7"/>
                  </a:cubicBezTo>
                  <a:cubicBezTo>
                    <a:pt x="25" y="29"/>
                    <a:pt x="1" y="117"/>
                    <a:pt x="31" y="199"/>
                  </a:cubicBezTo>
                  <a:cubicBezTo>
                    <a:pt x="58" y="269"/>
                    <a:pt x="114" y="313"/>
                    <a:pt x="168" y="313"/>
                  </a:cubicBezTo>
                  <a:cubicBezTo>
                    <a:pt x="179" y="313"/>
                    <a:pt x="190" y="311"/>
                    <a:pt x="201" y="307"/>
                  </a:cubicBezTo>
                  <a:cubicBezTo>
                    <a:pt x="262" y="283"/>
                    <a:pt x="288" y="197"/>
                    <a:pt x="257" y="115"/>
                  </a:cubicBezTo>
                  <a:cubicBezTo>
                    <a:pt x="231" y="46"/>
                    <a:pt x="174" y="1"/>
                    <a:pt x="121" y="1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309;p38">
              <a:extLst>
                <a:ext uri="{FF2B5EF4-FFF2-40B4-BE49-F238E27FC236}">
                  <a16:creationId xmlns:a16="http://schemas.microsoft.com/office/drawing/2014/main" id="{ACF5CC54-A79C-C939-C031-7BF552758326}"/>
                </a:ext>
              </a:extLst>
            </p:cNvPr>
            <p:cNvSpPr/>
            <p:nvPr/>
          </p:nvSpPr>
          <p:spPr>
            <a:xfrm>
              <a:off x="2025975" y="2625625"/>
              <a:ext cx="16225" cy="8750"/>
            </a:xfrm>
            <a:custGeom>
              <a:avLst/>
              <a:gdLst/>
              <a:ahLst/>
              <a:cxnLst/>
              <a:rect l="l" t="t" r="r" b="b"/>
              <a:pathLst>
                <a:path w="649" h="350" extrusionOk="0">
                  <a:moveTo>
                    <a:pt x="421" y="0"/>
                  </a:moveTo>
                  <a:cubicBezTo>
                    <a:pt x="379" y="0"/>
                    <a:pt x="332" y="6"/>
                    <a:pt x="285" y="18"/>
                  </a:cubicBezTo>
                  <a:cubicBezTo>
                    <a:pt x="119" y="60"/>
                    <a:pt x="1" y="165"/>
                    <a:pt x="22" y="252"/>
                  </a:cubicBezTo>
                  <a:cubicBezTo>
                    <a:pt x="38" y="313"/>
                    <a:pt x="122" y="350"/>
                    <a:pt x="230" y="350"/>
                  </a:cubicBezTo>
                  <a:cubicBezTo>
                    <a:pt x="272" y="350"/>
                    <a:pt x="317" y="344"/>
                    <a:pt x="364" y="333"/>
                  </a:cubicBezTo>
                  <a:cubicBezTo>
                    <a:pt x="531" y="291"/>
                    <a:pt x="648" y="186"/>
                    <a:pt x="627" y="98"/>
                  </a:cubicBezTo>
                  <a:cubicBezTo>
                    <a:pt x="611" y="36"/>
                    <a:pt x="528" y="0"/>
                    <a:pt x="421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310;p38">
              <a:extLst>
                <a:ext uri="{FF2B5EF4-FFF2-40B4-BE49-F238E27FC236}">
                  <a16:creationId xmlns:a16="http://schemas.microsoft.com/office/drawing/2014/main" id="{88E89202-F3A6-1E0A-CB70-EBD132CF340B}"/>
                </a:ext>
              </a:extLst>
            </p:cNvPr>
            <p:cNvSpPr/>
            <p:nvPr/>
          </p:nvSpPr>
          <p:spPr>
            <a:xfrm>
              <a:off x="1984950" y="2638750"/>
              <a:ext cx="14575" cy="8750"/>
            </a:xfrm>
            <a:custGeom>
              <a:avLst/>
              <a:gdLst/>
              <a:ahLst/>
              <a:cxnLst/>
              <a:rect l="l" t="t" r="r" b="b"/>
              <a:pathLst>
                <a:path w="583" h="350" extrusionOk="0">
                  <a:moveTo>
                    <a:pt x="354" y="0"/>
                  </a:moveTo>
                  <a:cubicBezTo>
                    <a:pt x="311" y="0"/>
                    <a:pt x="265" y="6"/>
                    <a:pt x="217" y="18"/>
                  </a:cubicBezTo>
                  <a:cubicBezTo>
                    <a:pt x="125" y="40"/>
                    <a:pt x="49" y="82"/>
                    <a:pt x="1" y="131"/>
                  </a:cubicBezTo>
                  <a:lnTo>
                    <a:pt x="43" y="331"/>
                  </a:lnTo>
                  <a:cubicBezTo>
                    <a:pt x="77" y="343"/>
                    <a:pt x="118" y="350"/>
                    <a:pt x="163" y="350"/>
                  </a:cubicBezTo>
                  <a:cubicBezTo>
                    <a:pt x="205" y="350"/>
                    <a:pt x="250" y="344"/>
                    <a:pt x="296" y="333"/>
                  </a:cubicBezTo>
                  <a:cubicBezTo>
                    <a:pt x="464" y="291"/>
                    <a:pt x="582" y="186"/>
                    <a:pt x="559" y="98"/>
                  </a:cubicBezTo>
                  <a:cubicBezTo>
                    <a:pt x="543" y="36"/>
                    <a:pt x="461" y="0"/>
                    <a:pt x="354" y="0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311;p38">
              <a:extLst>
                <a:ext uri="{FF2B5EF4-FFF2-40B4-BE49-F238E27FC236}">
                  <a16:creationId xmlns:a16="http://schemas.microsoft.com/office/drawing/2014/main" id="{780A08AF-E7ED-DC53-0CE2-ECA0F62C3869}"/>
                </a:ext>
              </a:extLst>
            </p:cNvPr>
            <p:cNvSpPr/>
            <p:nvPr/>
          </p:nvSpPr>
          <p:spPr>
            <a:xfrm>
              <a:off x="2009900" y="2601125"/>
              <a:ext cx="20950" cy="10650"/>
            </a:xfrm>
            <a:custGeom>
              <a:avLst/>
              <a:gdLst/>
              <a:ahLst/>
              <a:cxnLst/>
              <a:rect l="l" t="t" r="r" b="b"/>
              <a:pathLst>
                <a:path w="838" h="426" extrusionOk="0">
                  <a:moveTo>
                    <a:pt x="385" y="1"/>
                  </a:moveTo>
                  <a:cubicBezTo>
                    <a:pt x="286" y="1"/>
                    <a:pt x="185" y="30"/>
                    <a:pt x="96" y="93"/>
                  </a:cubicBezTo>
                  <a:cubicBezTo>
                    <a:pt x="33" y="137"/>
                    <a:pt x="1" y="216"/>
                    <a:pt x="43" y="289"/>
                  </a:cubicBezTo>
                  <a:cubicBezTo>
                    <a:pt x="67" y="331"/>
                    <a:pt x="121" y="362"/>
                    <a:pt x="172" y="362"/>
                  </a:cubicBezTo>
                  <a:cubicBezTo>
                    <a:pt x="196" y="362"/>
                    <a:pt x="218" y="356"/>
                    <a:pt x="238" y="342"/>
                  </a:cubicBezTo>
                  <a:cubicBezTo>
                    <a:pt x="285" y="310"/>
                    <a:pt x="347" y="286"/>
                    <a:pt x="405" y="286"/>
                  </a:cubicBezTo>
                  <a:cubicBezTo>
                    <a:pt x="458" y="286"/>
                    <a:pt x="508" y="305"/>
                    <a:pt x="544" y="355"/>
                  </a:cubicBezTo>
                  <a:cubicBezTo>
                    <a:pt x="574" y="397"/>
                    <a:pt x="621" y="426"/>
                    <a:pt x="672" y="426"/>
                  </a:cubicBezTo>
                  <a:cubicBezTo>
                    <a:pt x="694" y="426"/>
                    <a:pt x="717" y="420"/>
                    <a:pt x="739" y="408"/>
                  </a:cubicBezTo>
                  <a:cubicBezTo>
                    <a:pt x="800" y="373"/>
                    <a:pt x="838" y="277"/>
                    <a:pt x="792" y="213"/>
                  </a:cubicBezTo>
                  <a:cubicBezTo>
                    <a:pt x="694" y="75"/>
                    <a:pt x="541" y="1"/>
                    <a:pt x="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312;p38">
              <a:extLst>
                <a:ext uri="{FF2B5EF4-FFF2-40B4-BE49-F238E27FC236}">
                  <a16:creationId xmlns:a16="http://schemas.microsoft.com/office/drawing/2014/main" id="{4F598A7F-210F-4F86-BD81-F7A3F4C201DF}"/>
                </a:ext>
              </a:extLst>
            </p:cNvPr>
            <p:cNvSpPr/>
            <p:nvPr/>
          </p:nvSpPr>
          <p:spPr>
            <a:xfrm>
              <a:off x="1979875" y="2608275"/>
              <a:ext cx="18975" cy="13425"/>
            </a:xfrm>
            <a:custGeom>
              <a:avLst/>
              <a:gdLst/>
              <a:ahLst/>
              <a:cxnLst/>
              <a:rect l="l" t="t" r="r" b="b"/>
              <a:pathLst>
                <a:path w="759" h="537" extrusionOk="0">
                  <a:moveTo>
                    <a:pt x="570" y="1"/>
                  </a:moveTo>
                  <a:cubicBezTo>
                    <a:pt x="345" y="1"/>
                    <a:pt x="156" y="114"/>
                    <a:pt x="57" y="318"/>
                  </a:cubicBezTo>
                  <a:cubicBezTo>
                    <a:pt x="1" y="431"/>
                    <a:pt x="101" y="537"/>
                    <a:pt x="194" y="537"/>
                  </a:cubicBezTo>
                  <a:cubicBezTo>
                    <a:pt x="236" y="537"/>
                    <a:pt x="277" y="515"/>
                    <a:pt x="302" y="465"/>
                  </a:cubicBezTo>
                  <a:cubicBezTo>
                    <a:pt x="358" y="351"/>
                    <a:pt x="436" y="287"/>
                    <a:pt x="564" y="287"/>
                  </a:cubicBezTo>
                  <a:cubicBezTo>
                    <a:pt x="565" y="287"/>
                    <a:pt x="567" y="287"/>
                    <a:pt x="569" y="287"/>
                  </a:cubicBezTo>
                  <a:cubicBezTo>
                    <a:pt x="569" y="287"/>
                    <a:pt x="570" y="287"/>
                    <a:pt x="570" y="287"/>
                  </a:cubicBezTo>
                  <a:cubicBezTo>
                    <a:pt x="753" y="287"/>
                    <a:pt x="759" y="1"/>
                    <a:pt x="575" y="1"/>
                  </a:cubicBezTo>
                  <a:cubicBezTo>
                    <a:pt x="574" y="1"/>
                    <a:pt x="572" y="1"/>
                    <a:pt x="5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1313;p38">
              <a:extLst>
                <a:ext uri="{FF2B5EF4-FFF2-40B4-BE49-F238E27FC236}">
                  <a16:creationId xmlns:a16="http://schemas.microsoft.com/office/drawing/2014/main" id="{113278FE-51D8-BA53-4F72-3EB99E1EFD1A}"/>
                </a:ext>
              </a:extLst>
            </p:cNvPr>
            <p:cNvSpPr/>
            <p:nvPr/>
          </p:nvSpPr>
          <p:spPr>
            <a:xfrm>
              <a:off x="2003075" y="2624250"/>
              <a:ext cx="10975" cy="16275"/>
            </a:xfrm>
            <a:custGeom>
              <a:avLst/>
              <a:gdLst/>
              <a:ahLst/>
              <a:cxnLst/>
              <a:rect l="l" t="t" r="r" b="b"/>
              <a:pathLst>
                <a:path w="439" h="651" extrusionOk="0">
                  <a:moveTo>
                    <a:pt x="131" y="1"/>
                  </a:moveTo>
                  <a:cubicBezTo>
                    <a:pt x="128" y="1"/>
                    <a:pt x="125" y="1"/>
                    <a:pt x="122" y="2"/>
                  </a:cubicBezTo>
                  <a:cubicBezTo>
                    <a:pt x="93" y="8"/>
                    <a:pt x="74" y="35"/>
                    <a:pt x="78" y="63"/>
                  </a:cubicBezTo>
                  <a:cubicBezTo>
                    <a:pt x="80" y="66"/>
                    <a:pt x="132" y="376"/>
                    <a:pt x="12" y="541"/>
                  </a:cubicBezTo>
                  <a:cubicBezTo>
                    <a:pt x="4" y="554"/>
                    <a:pt x="1" y="570"/>
                    <a:pt x="4" y="585"/>
                  </a:cubicBezTo>
                  <a:cubicBezTo>
                    <a:pt x="9" y="601"/>
                    <a:pt x="20" y="614"/>
                    <a:pt x="35" y="620"/>
                  </a:cubicBezTo>
                  <a:cubicBezTo>
                    <a:pt x="38" y="621"/>
                    <a:pt x="105" y="651"/>
                    <a:pt x="211" y="651"/>
                  </a:cubicBezTo>
                  <a:cubicBezTo>
                    <a:pt x="263" y="651"/>
                    <a:pt x="326" y="643"/>
                    <a:pt x="395" y="622"/>
                  </a:cubicBezTo>
                  <a:cubicBezTo>
                    <a:pt x="397" y="620"/>
                    <a:pt x="400" y="620"/>
                    <a:pt x="401" y="619"/>
                  </a:cubicBezTo>
                  <a:cubicBezTo>
                    <a:pt x="426" y="609"/>
                    <a:pt x="439" y="581"/>
                    <a:pt x="431" y="556"/>
                  </a:cubicBezTo>
                  <a:cubicBezTo>
                    <a:pt x="424" y="532"/>
                    <a:pt x="402" y="518"/>
                    <a:pt x="380" y="518"/>
                  </a:cubicBezTo>
                  <a:cubicBezTo>
                    <a:pt x="375" y="518"/>
                    <a:pt x="369" y="519"/>
                    <a:pt x="364" y="520"/>
                  </a:cubicBezTo>
                  <a:cubicBezTo>
                    <a:pt x="307" y="538"/>
                    <a:pt x="256" y="544"/>
                    <a:pt x="213" y="544"/>
                  </a:cubicBezTo>
                  <a:cubicBezTo>
                    <a:pt x="183" y="544"/>
                    <a:pt x="157" y="541"/>
                    <a:pt x="137" y="538"/>
                  </a:cubicBezTo>
                  <a:cubicBezTo>
                    <a:pt x="233" y="336"/>
                    <a:pt x="185" y="58"/>
                    <a:pt x="183" y="45"/>
                  </a:cubicBezTo>
                  <a:cubicBezTo>
                    <a:pt x="179" y="19"/>
                    <a:pt x="157" y="1"/>
                    <a:pt x="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1314;p38">
              <a:extLst>
                <a:ext uri="{FF2B5EF4-FFF2-40B4-BE49-F238E27FC236}">
                  <a16:creationId xmlns:a16="http://schemas.microsoft.com/office/drawing/2014/main" id="{1A1C5794-1A23-1C75-6196-870F1EC454EC}"/>
                </a:ext>
              </a:extLst>
            </p:cNvPr>
            <p:cNvSpPr/>
            <p:nvPr/>
          </p:nvSpPr>
          <p:spPr>
            <a:xfrm>
              <a:off x="2072650" y="2627475"/>
              <a:ext cx="13400" cy="14800"/>
            </a:xfrm>
            <a:custGeom>
              <a:avLst/>
              <a:gdLst/>
              <a:ahLst/>
              <a:cxnLst/>
              <a:rect l="l" t="t" r="r" b="b"/>
              <a:pathLst>
                <a:path w="536" h="592" extrusionOk="0">
                  <a:moveTo>
                    <a:pt x="511" y="0"/>
                  </a:moveTo>
                  <a:cubicBezTo>
                    <a:pt x="393" y="147"/>
                    <a:pt x="225" y="260"/>
                    <a:pt x="1" y="314"/>
                  </a:cubicBezTo>
                  <a:cubicBezTo>
                    <a:pt x="143" y="467"/>
                    <a:pt x="308" y="553"/>
                    <a:pt x="486" y="591"/>
                  </a:cubicBezTo>
                  <a:cubicBezTo>
                    <a:pt x="526" y="391"/>
                    <a:pt x="536" y="205"/>
                    <a:pt x="511" y="0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315;p38">
              <a:extLst>
                <a:ext uri="{FF2B5EF4-FFF2-40B4-BE49-F238E27FC236}">
                  <a16:creationId xmlns:a16="http://schemas.microsoft.com/office/drawing/2014/main" id="{4259DF68-66B6-AD1C-5F42-D28A77B74563}"/>
                </a:ext>
              </a:extLst>
            </p:cNvPr>
            <p:cNvSpPr/>
            <p:nvPr/>
          </p:nvSpPr>
          <p:spPr>
            <a:xfrm>
              <a:off x="1971950" y="2554250"/>
              <a:ext cx="104850" cy="67425"/>
            </a:xfrm>
            <a:custGeom>
              <a:avLst/>
              <a:gdLst/>
              <a:ahLst/>
              <a:cxnLst/>
              <a:rect l="l" t="t" r="r" b="b"/>
              <a:pathLst>
                <a:path w="4194" h="2697" extrusionOk="0">
                  <a:moveTo>
                    <a:pt x="2495" y="1"/>
                  </a:moveTo>
                  <a:cubicBezTo>
                    <a:pt x="2376" y="1"/>
                    <a:pt x="2249" y="9"/>
                    <a:pt x="2113" y="27"/>
                  </a:cubicBezTo>
                  <a:cubicBezTo>
                    <a:pt x="2071" y="31"/>
                    <a:pt x="2029" y="36"/>
                    <a:pt x="1987" y="44"/>
                  </a:cubicBezTo>
                  <a:cubicBezTo>
                    <a:pt x="1968" y="48"/>
                    <a:pt x="1950" y="51"/>
                    <a:pt x="1931" y="54"/>
                  </a:cubicBezTo>
                  <a:cubicBezTo>
                    <a:pt x="1905" y="59"/>
                    <a:pt x="1879" y="64"/>
                    <a:pt x="1852" y="69"/>
                  </a:cubicBezTo>
                  <a:cubicBezTo>
                    <a:pt x="1842" y="70"/>
                    <a:pt x="1832" y="73"/>
                    <a:pt x="1823" y="75"/>
                  </a:cubicBezTo>
                  <a:cubicBezTo>
                    <a:pt x="1800" y="80"/>
                    <a:pt x="1776" y="85"/>
                    <a:pt x="1751" y="91"/>
                  </a:cubicBezTo>
                  <a:cubicBezTo>
                    <a:pt x="1646" y="114"/>
                    <a:pt x="1538" y="141"/>
                    <a:pt x="1427" y="174"/>
                  </a:cubicBezTo>
                  <a:cubicBezTo>
                    <a:pt x="844" y="345"/>
                    <a:pt x="340" y="726"/>
                    <a:pt x="38" y="1251"/>
                  </a:cubicBezTo>
                  <a:cubicBezTo>
                    <a:pt x="25" y="1274"/>
                    <a:pt x="12" y="1296"/>
                    <a:pt x="0" y="1319"/>
                  </a:cubicBezTo>
                  <a:cubicBezTo>
                    <a:pt x="212" y="1325"/>
                    <a:pt x="310" y="1512"/>
                    <a:pt x="621" y="1512"/>
                  </a:cubicBezTo>
                  <a:cubicBezTo>
                    <a:pt x="722" y="1512"/>
                    <a:pt x="844" y="1493"/>
                    <a:pt x="999" y="1442"/>
                  </a:cubicBezTo>
                  <a:cubicBezTo>
                    <a:pt x="1372" y="1319"/>
                    <a:pt x="1230" y="1186"/>
                    <a:pt x="2052" y="931"/>
                  </a:cubicBezTo>
                  <a:cubicBezTo>
                    <a:pt x="2103" y="915"/>
                    <a:pt x="2151" y="908"/>
                    <a:pt x="2195" y="908"/>
                  </a:cubicBezTo>
                  <a:cubicBezTo>
                    <a:pt x="2855" y="908"/>
                    <a:pt x="2737" y="2592"/>
                    <a:pt x="3084" y="2690"/>
                  </a:cubicBezTo>
                  <a:cubicBezTo>
                    <a:pt x="3101" y="2695"/>
                    <a:pt x="3116" y="2697"/>
                    <a:pt x="3130" y="2697"/>
                  </a:cubicBezTo>
                  <a:cubicBezTo>
                    <a:pt x="3437" y="2697"/>
                    <a:pt x="3274" y="1685"/>
                    <a:pt x="3835" y="1369"/>
                  </a:cubicBezTo>
                  <a:cubicBezTo>
                    <a:pt x="3938" y="1311"/>
                    <a:pt x="4036" y="1285"/>
                    <a:pt x="4126" y="1285"/>
                  </a:cubicBezTo>
                  <a:cubicBezTo>
                    <a:pt x="4149" y="1285"/>
                    <a:pt x="4172" y="1286"/>
                    <a:pt x="4194" y="1290"/>
                  </a:cubicBezTo>
                  <a:cubicBezTo>
                    <a:pt x="3971" y="621"/>
                    <a:pt x="3528" y="1"/>
                    <a:pt x="2495" y="1"/>
                  </a:cubicBezTo>
                  <a:close/>
                </a:path>
              </a:pathLst>
            </a:custGeom>
            <a:solidFill>
              <a:srgbClr val="201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316;p38">
              <a:extLst>
                <a:ext uri="{FF2B5EF4-FFF2-40B4-BE49-F238E27FC236}">
                  <a16:creationId xmlns:a16="http://schemas.microsoft.com/office/drawing/2014/main" id="{1A8B9E84-383B-6B65-95CC-F25521FC62AF}"/>
                </a:ext>
              </a:extLst>
            </p:cNvPr>
            <p:cNvSpPr/>
            <p:nvPr/>
          </p:nvSpPr>
          <p:spPr>
            <a:xfrm>
              <a:off x="2032250" y="2569650"/>
              <a:ext cx="57025" cy="57675"/>
            </a:xfrm>
            <a:custGeom>
              <a:avLst/>
              <a:gdLst/>
              <a:ahLst/>
              <a:cxnLst/>
              <a:rect l="l" t="t" r="r" b="b"/>
              <a:pathLst>
                <a:path w="2281" h="2307" extrusionOk="0">
                  <a:moveTo>
                    <a:pt x="1441" y="0"/>
                  </a:moveTo>
                  <a:cubicBezTo>
                    <a:pt x="926" y="0"/>
                    <a:pt x="378" y="197"/>
                    <a:pt x="0" y="367"/>
                  </a:cubicBezTo>
                  <a:cubicBezTo>
                    <a:pt x="420" y="696"/>
                    <a:pt x="368" y="1989"/>
                    <a:pt x="672" y="2073"/>
                  </a:cubicBezTo>
                  <a:lnTo>
                    <a:pt x="672" y="2074"/>
                  </a:lnTo>
                  <a:cubicBezTo>
                    <a:pt x="689" y="2079"/>
                    <a:pt x="704" y="2081"/>
                    <a:pt x="719" y="2081"/>
                  </a:cubicBezTo>
                  <a:cubicBezTo>
                    <a:pt x="1026" y="2081"/>
                    <a:pt x="862" y="1069"/>
                    <a:pt x="1423" y="753"/>
                  </a:cubicBezTo>
                  <a:cubicBezTo>
                    <a:pt x="1526" y="695"/>
                    <a:pt x="1623" y="669"/>
                    <a:pt x="1714" y="669"/>
                  </a:cubicBezTo>
                  <a:cubicBezTo>
                    <a:pt x="1737" y="669"/>
                    <a:pt x="1759" y="670"/>
                    <a:pt x="1782" y="674"/>
                  </a:cubicBezTo>
                  <a:cubicBezTo>
                    <a:pt x="1951" y="1182"/>
                    <a:pt x="1993" y="1719"/>
                    <a:pt x="2074" y="2037"/>
                  </a:cubicBezTo>
                  <a:cubicBezTo>
                    <a:pt x="2098" y="2132"/>
                    <a:pt x="2114" y="2221"/>
                    <a:pt x="2126" y="2307"/>
                  </a:cubicBezTo>
                  <a:cubicBezTo>
                    <a:pt x="2203" y="1588"/>
                    <a:pt x="2281" y="745"/>
                    <a:pt x="2255" y="404"/>
                  </a:cubicBezTo>
                  <a:cubicBezTo>
                    <a:pt x="2250" y="334"/>
                    <a:pt x="2239" y="271"/>
                    <a:pt x="2224" y="212"/>
                  </a:cubicBezTo>
                  <a:cubicBezTo>
                    <a:pt x="2207" y="199"/>
                    <a:pt x="2187" y="187"/>
                    <a:pt x="2168" y="176"/>
                  </a:cubicBezTo>
                  <a:cubicBezTo>
                    <a:pt x="2084" y="128"/>
                    <a:pt x="1995" y="89"/>
                    <a:pt x="1901" y="61"/>
                  </a:cubicBezTo>
                  <a:cubicBezTo>
                    <a:pt x="1756" y="18"/>
                    <a:pt x="1599" y="0"/>
                    <a:pt x="1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1317;p38">
              <a:extLst>
                <a:ext uri="{FF2B5EF4-FFF2-40B4-BE49-F238E27FC236}">
                  <a16:creationId xmlns:a16="http://schemas.microsoft.com/office/drawing/2014/main" id="{A376BA8C-1CCC-539C-2205-0CA5A95B4193}"/>
                </a:ext>
              </a:extLst>
            </p:cNvPr>
            <p:cNvSpPr/>
            <p:nvPr/>
          </p:nvSpPr>
          <p:spPr>
            <a:xfrm>
              <a:off x="1964350" y="2528850"/>
              <a:ext cx="120825" cy="53775"/>
            </a:xfrm>
            <a:custGeom>
              <a:avLst/>
              <a:gdLst/>
              <a:ahLst/>
              <a:cxnLst/>
              <a:rect l="l" t="t" r="r" b="b"/>
              <a:pathLst>
                <a:path w="4833" h="2151" extrusionOk="0">
                  <a:moveTo>
                    <a:pt x="2457" y="1"/>
                  </a:moveTo>
                  <a:cubicBezTo>
                    <a:pt x="2346" y="1"/>
                    <a:pt x="2234" y="7"/>
                    <a:pt x="2122" y="18"/>
                  </a:cubicBezTo>
                  <a:cubicBezTo>
                    <a:pt x="2086" y="22"/>
                    <a:pt x="2052" y="27"/>
                    <a:pt x="2017" y="31"/>
                  </a:cubicBezTo>
                  <a:cubicBezTo>
                    <a:pt x="1807" y="60"/>
                    <a:pt x="1597" y="112"/>
                    <a:pt x="1392" y="186"/>
                  </a:cubicBezTo>
                  <a:cubicBezTo>
                    <a:pt x="1337" y="207"/>
                    <a:pt x="1285" y="228"/>
                    <a:pt x="1235" y="251"/>
                  </a:cubicBezTo>
                  <a:cubicBezTo>
                    <a:pt x="1177" y="277"/>
                    <a:pt x="1120" y="304"/>
                    <a:pt x="1069" y="335"/>
                  </a:cubicBezTo>
                  <a:cubicBezTo>
                    <a:pt x="1" y="934"/>
                    <a:pt x="136" y="2151"/>
                    <a:pt x="136" y="2151"/>
                  </a:cubicBezTo>
                  <a:lnTo>
                    <a:pt x="4832" y="1705"/>
                  </a:lnTo>
                  <a:cubicBezTo>
                    <a:pt x="4787" y="1030"/>
                    <a:pt x="4299" y="508"/>
                    <a:pt x="3632" y="228"/>
                  </a:cubicBezTo>
                  <a:cubicBezTo>
                    <a:pt x="3571" y="203"/>
                    <a:pt x="3509" y="180"/>
                    <a:pt x="3448" y="159"/>
                  </a:cubicBezTo>
                  <a:cubicBezTo>
                    <a:pt x="3252" y="93"/>
                    <a:pt x="3044" y="46"/>
                    <a:pt x="2829" y="22"/>
                  </a:cubicBezTo>
                  <a:cubicBezTo>
                    <a:pt x="2789" y="17"/>
                    <a:pt x="2748" y="14"/>
                    <a:pt x="2708" y="10"/>
                  </a:cubicBezTo>
                  <a:cubicBezTo>
                    <a:pt x="2625" y="4"/>
                    <a:pt x="2541" y="1"/>
                    <a:pt x="2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1318;p38">
              <a:extLst>
                <a:ext uri="{FF2B5EF4-FFF2-40B4-BE49-F238E27FC236}">
                  <a16:creationId xmlns:a16="http://schemas.microsoft.com/office/drawing/2014/main" id="{35BAF542-F66D-93D2-343B-9C9803D8EB09}"/>
                </a:ext>
              </a:extLst>
            </p:cNvPr>
            <p:cNvSpPr/>
            <p:nvPr/>
          </p:nvSpPr>
          <p:spPr>
            <a:xfrm>
              <a:off x="2050525" y="2532800"/>
              <a:ext cx="19275" cy="39175"/>
            </a:xfrm>
            <a:custGeom>
              <a:avLst/>
              <a:gdLst/>
              <a:ahLst/>
              <a:cxnLst/>
              <a:rect l="l" t="t" r="r" b="b"/>
              <a:pathLst>
                <a:path w="771" h="1567" extrusionOk="0">
                  <a:moveTo>
                    <a:pt x="1" y="1"/>
                  </a:moveTo>
                  <a:lnTo>
                    <a:pt x="1" y="1"/>
                  </a:lnTo>
                  <a:cubicBezTo>
                    <a:pt x="358" y="431"/>
                    <a:pt x="594" y="972"/>
                    <a:pt x="663" y="1519"/>
                  </a:cubicBezTo>
                  <a:cubicBezTo>
                    <a:pt x="667" y="1551"/>
                    <a:pt x="693" y="1567"/>
                    <a:pt x="718" y="1567"/>
                  </a:cubicBezTo>
                  <a:cubicBezTo>
                    <a:pt x="745" y="1567"/>
                    <a:pt x="771" y="1549"/>
                    <a:pt x="766" y="1516"/>
                  </a:cubicBezTo>
                  <a:cubicBezTo>
                    <a:pt x="702" y="999"/>
                    <a:pt x="497" y="494"/>
                    <a:pt x="185" y="70"/>
                  </a:cubicBezTo>
                  <a:cubicBezTo>
                    <a:pt x="124" y="45"/>
                    <a:pt x="62" y="22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319;p38">
              <a:extLst>
                <a:ext uri="{FF2B5EF4-FFF2-40B4-BE49-F238E27FC236}">
                  <a16:creationId xmlns:a16="http://schemas.microsoft.com/office/drawing/2014/main" id="{F604C00C-FF8D-DBB7-8069-78D418AF1C9D}"/>
                </a:ext>
              </a:extLst>
            </p:cNvPr>
            <p:cNvSpPr/>
            <p:nvPr/>
          </p:nvSpPr>
          <p:spPr>
            <a:xfrm>
              <a:off x="2032050" y="2529100"/>
              <a:ext cx="11350" cy="40650"/>
            </a:xfrm>
            <a:custGeom>
              <a:avLst/>
              <a:gdLst/>
              <a:ahLst/>
              <a:cxnLst/>
              <a:rect l="l" t="t" r="r" b="b"/>
              <a:pathLst>
                <a:path w="454" h="1626" extrusionOk="0">
                  <a:moveTo>
                    <a:pt x="0" y="0"/>
                  </a:moveTo>
                  <a:lnTo>
                    <a:pt x="0" y="0"/>
                  </a:lnTo>
                  <a:cubicBezTo>
                    <a:pt x="241" y="475"/>
                    <a:pt x="352" y="1039"/>
                    <a:pt x="300" y="1564"/>
                  </a:cubicBezTo>
                  <a:cubicBezTo>
                    <a:pt x="298" y="1602"/>
                    <a:pt x="331" y="1625"/>
                    <a:pt x="360" y="1625"/>
                  </a:cubicBezTo>
                  <a:cubicBezTo>
                    <a:pt x="381" y="1625"/>
                    <a:pt x="400" y="1613"/>
                    <a:pt x="402" y="1587"/>
                  </a:cubicBezTo>
                  <a:cubicBezTo>
                    <a:pt x="454" y="1057"/>
                    <a:pt x="352" y="496"/>
                    <a:pt x="121" y="12"/>
                  </a:cubicBezTo>
                  <a:cubicBezTo>
                    <a:pt x="81" y="7"/>
                    <a:pt x="40" y="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320;p38">
              <a:extLst>
                <a:ext uri="{FF2B5EF4-FFF2-40B4-BE49-F238E27FC236}">
                  <a16:creationId xmlns:a16="http://schemas.microsoft.com/office/drawing/2014/main" id="{95FF1629-EBBE-98EB-FE70-EF95096DBD59}"/>
                </a:ext>
              </a:extLst>
            </p:cNvPr>
            <p:cNvSpPr/>
            <p:nvPr/>
          </p:nvSpPr>
          <p:spPr>
            <a:xfrm>
              <a:off x="2013775" y="2529300"/>
              <a:ext cx="4525" cy="41450"/>
            </a:xfrm>
            <a:custGeom>
              <a:avLst/>
              <a:gdLst/>
              <a:ahLst/>
              <a:cxnLst/>
              <a:rect l="l" t="t" r="r" b="b"/>
              <a:pathLst>
                <a:path w="181" h="1658" extrusionOk="0">
                  <a:moveTo>
                    <a:pt x="145" y="0"/>
                  </a:moveTo>
                  <a:lnTo>
                    <a:pt x="145" y="0"/>
                  </a:lnTo>
                  <a:cubicBezTo>
                    <a:pt x="109" y="4"/>
                    <a:pt x="75" y="9"/>
                    <a:pt x="40" y="13"/>
                  </a:cubicBezTo>
                  <a:cubicBezTo>
                    <a:pt x="1" y="546"/>
                    <a:pt x="77" y="1078"/>
                    <a:pt x="49" y="1611"/>
                  </a:cubicBezTo>
                  <a:cubicBezTo>
                    <a:pt x="48" y="1643"/>
                    <a:pt x="71" y="1658"/>
                    <a:pt x="96" y="1658"/>
                  </a:cubicBezTo>
                  <a:cubicBezTo>
                    <a:pt x="122" y="1658"/>
                    <a:pt x="151" y="1640"/>
                    <a:pt x="153" y="1608"/>
                  </a:cubicBezTo>
                  <a:cubicBezTo>
                    <a:pt x="180" y="1071"/>
                    <a:pt x="99" y="535"/>
                    <a:pt x="1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321;p38">
              <a:extLst>
                <a:ext uri="{FF2B5EF4-FFF2-40B4-BE49-F238E27FC236}">
                  <a16:creationId xmlns:a16="http://schemas.microsoft.com/office/drawing/2014/main" id="{9A115B10-E0CE-8F7B-48E4-64D02B228D8E}"/>
                </a:ext>
              </a:extLst>
            </p:cNvPr>
            <p:cNvSpPr/>
            <p:nvPr/>
          </p:nvSpPr>
          <p:spPr>
            <a:xfrm>
              <a:off x="1982525" y="2535125"/>
              <a:ext cx="12700" cy="43550"/>
            </a:xfrm>
            <a:custGeom>
              <a:avLst/>
              <a:gdLst/>
              <a:ahLst/>
              <a:cxnLst/>
              <a:rect l="l" t="t" r="r" b="b"/>
              <a:pathLst>
                <a:path w="508" h="1742" extrusionOk="0">
                  <a:moveTo>
                    <a:pt x="508" y="0"/>
                  </a:moveTo>
                  <a:lnTo>
                    <a:pt x="508" y="0"/>
                  </a:lnTo>
                  <a:cubicBezTo>
                    <a:pt x="450" y="26"/>
                    <a:pt x="393" y="53"/>
                    <a:pt x="342" y="84"/>
                  </a:cubicBezTo>
                  <a:cubicBezTo>
                    <a:pt x="85" y="577"/>
                    <a:pt x="1" y="1176"/>
                    <a:pt x="120" y="1707"/>
                  </a:cubicBezTo>
                  <a:cubicBezTo>
                    <a:pt x="126" y="1732"/>
                    <a:pt x="144" y="1742"/>
                    <a:pt x="163" y="1742"/>
                  </a:cubicBezTo>
                  <a:cubicBezTo>
                    <a:pt x="194" y="1742"/>
                    <a:pt x="228" y="1715"/>
                    <a:pt x="219" y="1675"/>
                  </a:cubicBezTo>
                  <a:cubicBezTo>
                    <a:pt x="94" y="1121"/>
                    <a:pt x="207" y="491"/>
                    <a:pt x="5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322;p38">
              <a:extLst>
                <a:ext uri="{FF2B5EF4-FFF2-40B4-BE49-F238E27FC236}">
                  <a16:creationId xmlns:a16="http://schemas.microsoft.com/office/drawing/2014/main" id="{9D008C89-DD18-B621-DFD4-D3B0393AD923}"/>
                </a:ext>
              </a:extLst>
            </p:cNvPr>
            <p:cNvSpPr/>
            <p:nvPr/>
          </p:nvSpPr>
          <p:spPr>
            <a:xfrm>
              <a:off x="1962050" y="2560925"/>
              <a:ext cx="131550" cy="44725"/>
            </a:xfrm>
            <a:custGeom>
              <a:avLst/>
              <a:gdLst/>
              <a:ahLst/>
              <a:cxnLst/>
              <a:rect l="l" t="t" r="r" b="b"/>
              <a:pathLst>
                <a:path w="5262" h="1789" extrusionOk="0">
                  <a:moveTo>
                    <a:pt x="3058" y="1"/>
                  </a:moveTo>
                  <a:cubicBezTo>
                    <a:pt x="1526" y="1"/>
                    <a:pt x="188" y="612"/>
                    <a:pt x="188" y="612"/>
                  </a:cubicBezTo>
                  <a:cubicBezTo>
                    <a:pt x="85" y="758"/>
                    <a:pt x="1" y="1609"/>
                    <a:pt x="333" y="1780"/>
                  </a:cubicBezTo>
                  <a:cubicBezTo>
                    <a:pt x="344" y="1786"/>
                    <a:pt x="355" y="1788"/>
                    <a:pt x="368" y="1788"/>
                  </a:cubicBezTo>
                  <a:cubicBezTo>
                    <a:pt x="553" y="1788"/>
                    <a:pt x="997" y="1249"/>
                    <a:pt x="2070" y="1071"/>
                  </a:cubicBezTo>
                  <a:cubicBezTo>
                    <a:pt x="2247" y="1042"/>
                    <a:pt x="2440" y="1029"/>
                    <a:pt x="2640" y="1029"/>
                  </a:cubicBezTo>
                  <a:cubicBezTo>
                    <a:pt x="3734" y="1029"/>
                    <a:pt x="5032" y="1402"/>
                    <a:pt x="5032" y="1402"/>
                  </a:cubicBezTo>
                  <a:cubicBezTo>
                    <a:pt x="5262" y="1304"/>
                    <a:pt x="5048" y="433"/>
                    <a:pt x="4924" y="377"/>
                  </a:cubicBezTo>
                  <a:cubicBezTo>
                    <a:pt x="4320" y="100"/>
                    <a:pt x="3673" y="1"/>
                    <a:pt x="30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1323;p38">
              <a:extLst>
                <a:ext uri="{FF2B5EF4-FFF2-40B4-BE49-F238E27FC236}">
                  <a16:creationId xmlns:a16="http://schemas.microsoft.com/office/drawing/2014/main" id="{C0FF8C63-2121-46ED-B8FA-83E097AA8771}"/>
                </a:ext>
              </a:extLst>
            </p:cNvPr>
            <p:cNvSpPr/>
            <p:nvPr/>
          </p:nvSpPr>
          <p:spPr>
            <a:xfrm>
              <a:off x="2000050" y="2645750"/>
              <a:ext cx="30600" cy="23600"/>
            </a:xfrm>
            <a:custGeom>
              <a:avLst/>
              <a:gdLst/>
              <a:ahLst/>
              <a:cxnLst/>
              <a:rect l="l" t="t" r="r" b="b"/>
              <a:pathLst>
                <a:path w="1224" h="944" extrusionOk="0">
                  <a:moveTo>
                    <a:pt x="1073" y="1"/>
                  </a:moveTo>
                  <a:lnTo>
                    <a:pt x="1073" y="1"/>
                  </a:lnTo>
                  <a:cubicBezTo>
                    <a:pt x="363" y="261"/>
                    <a:pt x="1" y="393"/>
                    <a:pt x="1" y="393"/>
                  </a:cubicBezTo>
                  <a:cubicBezTo>
                    <a:pt x="1" y="393"/>
                    <a:pt x="202" y="944"/>
                    <a:pt x="588" y="944"/>
                  </a:cubicBezTo>
                  <a:cubicBezTo>
                    <a:pt x="621" y="944"/>
                    <a:pt x="655" y="940"/>
                    <a:pt x="690" y="931"/>
                  </a:cubicBezTo>
                  <a:cubicBezTo>
                    <a:pt x="1223" y="800"/>
                    <a:pt x="1073" y="1"/>
                    <a:pt x="1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1324;p38">
              <a:extLst>
                <a:ext uri="{FF2B5EF4-FFF2-40B4-BE49-F238E27FC236}">
                  <a16:creationId xmlns:a16="http://schemas.microsoft.com/office/drawing/2014/main" id="{99CA8FDE-A9D2-E62C-55DD-6865A85658AD}"/>
                </a:ext>
              </a:extLst>
            </p:cNvPr>
            <p:cNvSpPr/>
            <p:nvPr/>
          </p:nvSpPr>
          <p:spPr>
            <a:xfrm>
              <a:off x="2015150" y="2670975"/>
              <a:ext cx="10625" cy="5500"/>
            </a:xfrm>
            <a:custGeom>
              <a:avLst/>
              <a:gdLst/>
              <a:ahLst/>
              <a:cxnLst/>
              <a:rect l="l" t="t" r="r" b="b"/>
              <a:pathLst>
                <a:path w="425" h="220" extrusionOk="0">
                  <a:moveTo>
                    <a:pt x="350" y="1"/>
                  </a:moveTo>
                  <a:cubicBezTo>
                    <a:pt x="333" y="1"/>
                    <a:pt x="317" y="8"/>
                    <a:pt x="306" y="26"/>
                  </a:cubicBezTo>
                  <a:cubicBezTo>
                    <a:pt x="264" y="93"/>
                    <a:pt x="192" y="112"/>
                    <a:pt x="118" y="112"/>
                  </a:cubicBezTo>
                  <a:cubicBezTo>
                    <a:pt x="102" y="112"/>
                    <a:pt x="86" y="111"/>
                    <a:pt x="70" y="110"/>
                  </a:cubicBezTo>
                  <a:cubicBezTo>
                    <a:pt x="69" y="110"/>
                    <a:pt x="67" y="110"/>
                    <a:pt x="66" y="110"/>
                  </a:cubicBezTo>
                  <a:cubicBezTo>
                    <a:pt x="1" y="110"/>
                    <a:pt x="1" y="213"/>
                    <a:pt x="67" y="218"/>
                  </a:cubicBezTo>
                  <a:cubicBezTo>
                    <a:pt x="81" y="219"/>
                    <a:pt x="96" y="220"/>
                    <a:pt x="110" y="220"/>
                  </a:cubicBezTo>
                  <a:cubicBezTo>
                    <a:pt x="225" y="220"/>
                    <a:pt x="333" y="183"/>
                    <a:pt x="398" y="81"/>
                  </a:cubicBezTo>
                  <a:cubicBezTo>
                    <a:pt x="424" y="40"/>
                    <a:pt x="387" y="1"/>
                    <a:pt x="350" y="1"/>
                  </a:cubicBezTo>
                  <a:close/>
                </a:path>
              </a:pathLst>
            </a:custGeom>
            <a:solidFill>
              <a:srgbClr val="994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325;p38">
              <a:extLst>
                <a:ext uri="{FF2B5EF4-FFF2-40B4-BE49-F238E27FC236}">
                  <a16:creationId xmlns:a16="http://schemas.microsoft.com/office/drawing/2014/main" id="{7C268887-2B1A-943B-7A9B-CC5F8D4C57BF}"/>
                </a:ext>
              </a:extLst>
            </p:cNvPr>
            <p:cNvSpPr/>
            <p:nvPr/>
          </p:nvSpPr>
          <p:spPr>
            <a:xfrm>
              <a:off x="2053275" y="2586000"/>
              <a:ext cx="40250" cy="50750"/>
            </a:xfrm>
            <a:custGeom>
              <a:avLst/>
              <a:gdLst/>
              <a:ahLst/>
              <a:cxnLst/>
              <a:rect l="l" t="t" r="r" b="b"/>
              <a:pathLst>
                <a:path w="1610" h="2030" extrusionOk="0">
                  <a:moveTo>
                    <a:pt x="887" y="0"/>
                  </a:moveTo>
                  <a:cubicBezTo>
                    <a:pt x="859" y="0"/>
                    <a:pt x="829" y="2"/>
                    <a:pt x="799" y="5"/>
                  </a:cubicBezTo>
                  <a:cubicBezTo>
                    <a:pt x="448" y="42"/>
                    <a:pt x="209" y="580"/>
                    <a:pt x="91" y="919"/>
                  </a:cubicBezTo>
                  <a:cubicBezTo>
                    <a:pt x="1" y="1181"/>
                    <a:pt x="23" y="1473"/>
                    <a:pt x="173" y="1706"/>
                  </a:cubicBezTo>
                  <a:cubicBezTo>
                    <a:pt x="286" y="1881"/>
                    <a:pt x="465" y="2030"/>
                    <a:pt x="742" y="2030"/>
                  </a:cubicBezTo>
                  <a:cubicBezTo>
                    <a:pt x="767" y="2030"/>
                    <a:pt x="793" y="2028"/>
                    <a:pt x="820" y="2026"/>
                  </a:cubicBezTo>
                  <a:cubicBezTo>
                    <a:pt x="1462" y="1966"/>
                    <a:pt x="1609" y="1302"/>
                    <a:pt x="1546" y="839"/>
                  </a:cubicBezTo>
                  <a:cubicBezTo>
                    <a:pt x="1486" y="404"/>
                    <a:pt x="1331" y="0"/>
                    <a:pt x="887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326;p38">
              <a:extLst>
                <a:ext uri="{FF2B5EF4-FFF2-40B4-BE49-F238E27FC236}">
                  <a16:creationId xmlns:a16="http://schemas.microsoft.com/office/drawing/2014/main" id="{CAE1EAF0-A5CE-E358-E552-B59D809A65DB}"/>
                </a:ext>
              </a:extLst>
            </p:cNvPr>
            <p:cNvSpPr/>
            <p:nvPr/>
          </p:nvSpPr>
          <p:spPr>
            <a:xfrm>
              <a:off x="2064700" y="2594575"/>
              <a:ext cx="16050" cy="30350"/>
            </a:xfrm>
            <a:custGeom>
              <a:avLst/>
              <a:gdLst/>
              <a:ahLst/>
              <a:cxnLst/>
              <a:rect l="l" t="t" r="r" b="b"/>
              <a:pathLst>
                <a:path w="642" h="1214" extrusionOk="0">
                  <a:moveTo>
                    <a:pt x="541" y="0"/>
                  </a:moveTo>
                  <a:cubicBezTo>
                    <a:pt x="338" y="0"/>
                    <a:pt x="188" y="159"/>
                    <a:pt x="114" y="342"/>
                  </a:cubicBezTo>
                  <a:cubicBezTo>
                    <a:pt x="1" y="617"/>
                    <a:pt x="72" y="912"/>
                    <a:pt x="177" y="1177"/>
                  </a:cubicBezTo>
                  <a:cubicBezTo>
                    <a:pt x="187" y="1203"/>
                    <a:pt x="208" y="1213"/>
                    <a:pt x="229" y="1213"/>
                  </a:cubicBezTo>
                  <a:cubicBezTo>
                    <a:pt x="267" y="1213"/>
                    <a:pt x="305" y="1180"/>
                    <a:pt x="287" y="1135"/>
                  </a:cubicBezTo>
                  <a:cubicBezTo>
                    <a:pt x="216" y="953"/>
                    <a:pt x="154" y="759"/>
                    <a:pt x="178" y="560"/>
                  </a:cubicBezTo>
                  <a:cubicBezTo>
                    <a:pt x="200" y="387"/>
                    <a:pt x="316" y="117"/>
                    <a:pt x="528" y="117"/>
                  </a:cubicBezTo>
                  <a:cubicBezTo>
                    <a:pt x="534" y="117"/>
                    <a:pt x="541" y="117"/>
                    <a:pt x="547" y="118"/>
                  </a:cubicBezTo>
                  <a:cubicBezTo>
                    <a:pt x="549" y="118"/>
                    <a:pt x="551" y="118"/>
                    <a:pt x="553" y="118"/>
                  </a:cubicBezTo>
                  <a:cubicBezTo>
                    <a:pt x="624" y="118"/>
                    <a:pt x="642" y="8"/>
                    <a:pt x="568" y="1"/>
                  </a:cubicBezTo>
                  <a:cubicBezTo>
                    <a:pt x="559" y="1"/>
                    <a:pt x="550" y="0"/>
                    <a:pt x="5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327;p38">
              <a:extLst>
                <a:ext uri="{FF2B5EF4-FFF2-40B4-BE49-F238E27FC236}">
                  <a16:creationId xmlns:a16="http://schemas.microsoft.com/office/drawing/2014/main" id="{177C36AC-E64B-FF03-1657-567E5085339E}"/>
                </a:ext>
              </a:extLst>
            </p:cNvPr>
            <p:cNvSpPr/>
            <p:nvPr/>
          </p:nvSpPr>
          <p:spPr>
            <a:xfrm>
              <a:off x="1624675" y="2814675"/>
              <a:ext cx="312400" cy="58950"/>
            </a:xfrm>
            <a:custGeom>
              <a:avLst/>
              <a:gdLst/>
              <a:ahLst/>
              <a:cxnLst/>
              <a:rect l="l" t="t" r="r" b="b"/>
              <a:pathLst>
                <a:path w="12496" h="2358" extrusionOk="0">
                  <a:moveTo>
                    <a:pt x="0" y="1"/>
                  </a:moveTo>
                  <a:lnTo>
                    <a:pt x="239" y="1207"/>
                  </a:lnTo>
                  <a:lnTo>
                    <a:pt x="12496" y="2357"/>
                  </a:lnTo>
                  <a:lnTo>
                    <a:pt x="12257" y="114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328;p38">
              <a:extLst>
                <a:ext uri="{FF2B5EF4-FFF2-40B4-BE49-F238E27FC236}">
                  <a16:creationId xmlns:a16="http://schemas.microsoft.com/office/drawing/2014/main" id="{F061C0F8-C842-2165-9014-1ADC8FD576C7}"/>
                </a:ext>
              </a:extLst>
            </p:cNvPr>
            <p:cNvSpPr/>
            <p:nvPr/>
          </p:nvSpPr>
          <p:spPr>
            <a:xfrm>
              <a:off x="1616100" y="2672300"/>
              <a:ext cx="227200" cy="175400"/>
            </a:xfrm>
            <a:custGeom>
              <a:avLst/>
              <a:gdLst/>
              <a:ahLst/>
              <a:cxnLst/>
              <a:rect l="l" t="t" r="r" b="b"/>
              <a:pathLst>
                <a:path w="9088" h="7016" extrusionOk="0">
                  <a:moveTo>
                    <a:pt x="578" y="1"/>
                  </a:moveTo>
                  <a:cubicBezTo>
                    <a:pt x="254" y="1"/>
                    <a:pt x="0" y="294"/>
                    <a:pt x="56" y="620"/>
                  </a:cubicBezTo>
                  <a:lnTo>
                    <a:pt x="938" y="5927"/>
                  </a:lnTo>
                  <a:cubicBezTo>
                    <a:pt x="978" y="6164"/>
                    <a:pt x="1173" y="6347"/>
                    <a:pt x="1414" y="6369"/>
                  </a:cubicBezTo>
                  <a:lnTo>
                    <a:pt x="8266" y="7012"/>
                  </a:lnTo>
                  <a:cubicBezTo>
                    <a:pt x="8288" y="7014"/>
                    <a:pt x="8310" y="7015"/>
                    <a:pt x="8332" y="7015"/>
                  </a:cubicBezTo>
                  <a:cubicBezTo>
                    <a:pt x="8755" y="7015"/>
                    <a:pt x="9088" y="6633"/>
                    <a:pt x="9017" y="6206"/>
                  </a:cubicBezTo>
                  <a:lnTo>
                    <a:pt x="8189" y="1231"/>
                  </a:lnTo>
                  <a:cubicBezTo>
                    <a:pt x="8137" y="921"/>
                    <a:pt x="7882" y="683"/>
                    <a:pt x="7568" y="654"/>
                  </a:cubicBezTo>
                  <a:lnTo>
                    <a:pt x="631" y="3"/>
                  </a:lnTo>
                  <a:cubicBezTo>
                    <a:pt x="613" y="2"/>
                    <a:pt x="595" y="1"/>
                    <a:pt x="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329;p38">
              <a:extLst>
                <a:ext uri="{FF2B5EF4-FFF2-40B4-BE49-F238E27FC236}">
                  <a16:creationId xmlns:a16="http://schemas.microsoft.com/office/drawing/2014/main" id="{B48C9DCF-A486-5F7D-4268-6DD8FC3AB09A}"/>
                </a:ext>
              </a:extLst>
            </p:cNvPr>
            <p:cNvSpPr/>
            <p:nvPr/>
          </p:nvSpPr>
          <p:spPr>
            <a:xfrm>
              <a:off x="1602000" y="2670975"/>
              <a:ext cx="227200" cy="175400"/>
            </a:xfrm>
            <a:custGeom>
              <a:avLst/>
              <a:gdLst/>
              <a:ahLst/>
              <a:cxnLst/>
              <a:rect l="l" t="t" r="r" b="b"/>
              <a:pathLst>
                <a:path w="9088" h="7016" extrusionOk="0">
                  <a:moveTo>
                    <a:pt x="580" y="1"/>
                  </a:moveTo>
                  <a:cubicBezTo>
                    <a:pt x="257" y="1"/>
                    <a:pt x="1" y="293"/>
                    <a:pt x="56" y="620"/>
                  </a:cubicBezTo>
                  <a:lnTo>
                    <a:pt x="939" y="5926"/>
                  </a:lnTo>
                  <a:cubicBezTo>
                    <a:pt x="978" y="6165"/>
                    <a:pt x="1174" y="6346"/>
                    <a:pt x="1414" y="6369"/>
                  </a:cubicBezTo>
                  <a:lnTo>
                    <a:pt x="8266" y="7012"/>
                  </a:lnTo>
                  <a:cubicBezTo>
                    <a:pt x="8289" y="7014"/>
                    <a:pt x="8312" y="7015"/>
                    <a:pt x="8334" y="7015"/>
                  </a:cubicBezTo>
                  <a:cubicBezTo>
                    <a:pt x="8757" y="7015"/>
                    <a:pt x="9088" y="6634"/>
                    <a:pt x="9017" y="6206"/>
                  </a:cubicBezTo>
                  <a:lnTo>
                    <a:pt x="8189" y="1232"/>
                  </a:lnTo>
                  <a:cubicBezTo>
                    <a:pt x="8137" y="921"/>
                    <a:pt x="7882" y="683"/>
                    <a:pt x="7569" y="654"/>
                  </a:cubicBezTo>
                  <a:lnTo>
                    <a:pt x="631" y="3"/>
                  </a:lnTo>
                  <a:cubicBezTo>
                    <a:pt x="614" y="1"/>
                    <a:pt x="597" y="1"/>
                    <a:pt x="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330;p38">
              <a:extLst>
                <a:ext uri="{FF2B5EF4-FFF2-40B4-BE49-F238E27FC236}">
                  <a16:creationId xmlns:a16="http://schemas.microsoft.com/office/drawing/2014/main" id="{B4A1C250-BCD7-2270-6963-FD1012D150EF}"/>
                </a:ext>
              </a:extLst>
            </p:cNvPr>
            <p:cNvSpPr/>
            <p:nvPr/>
          </p:nvSpPr>
          <p:spPr>
            <a:xfrm>
              <a:off x="1695250" y="2748975"/>
              <a:ext cx="38300" cy="38900"/>
            </a:xfrm>
            <a:custGeom>
              <a:avLst/>
              <a:gdLst/>
              <a:ahLst/>
              <a:cxnLst/>
              <a:rect l="l" t="t" r="r" b="b"/>
              <a:pathLst>
                <a:path w="1532" h="1556" extrusionOk="0">
                  <a:moveTo>
                    <a:pt x="640" y="1"/>
                  </a:moveTo>
                  <a:cubicBezTo>
                    <a:pt x="269" y="1"/>
                    <a:pt x="1" y="305"/>
                    <a:pt x="33" y="710"/>
                  </a:cubicBezTo>
                  <a:cubicBezTo>
                    <a:pt x="65" y="1136"/>
                    <a:pt x="422" y="1514"/>
                    <a:pt x="826" y="1553"/>
                  </a:cubicBezTo>
                  <a:cubicBezTo>
                    <a:pt x="848" y="1555"/>
                    <a:pt x="869" y="1556"/>
                    <a:pt x="890" y="1556"/>
                  </a:cubicBezTo>
                  <a:cubicBezTo>
                    <a:pt x="1263" y="1556"/>
                    <a:pt x="1532" y="1252"/>
                    <a:pt x="1500" y="847"/>
                  </a:cubicBezTo>
                  <a:cubicBezTo>
                    <a:pt x="1467" y="419"/>
                    <a:pt x="1112" y="41"/>
                    <a:pt x="707" y="4"/>
                  </a:cubicBezTo>
                  <a:cubicBezTo>
                    <a:pt x="684" y="2"/>
                    <a:pt x="662" y="1"/>
                    <a:pt x="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331;p38">
              <a:extLst>
                <a:ext uri="{FF2B5EF4-FFF2-40B4-BE49-F238E27FC236}">
                  <a16:creationId xmlns:a16="http://schemas.microsoft.com/office/drawing/2014/main" id="{CAFD5AA0-30E7-EF82-D115-B5471B4B2CD8}"/>
                </a:ext>
              </a:extLst>
            </p:cNvPr>
            <p:cNvSpPr/>
            <p:nvPr/>
          </p:nvSpPr>
          <p:spPr>
            <a:xfrm>
              <a:off x="1804625" y="2699325"/>
              <a:ext cx="25025" cy="136125"/>
            </a:xfrm>
            <a:custGeom>
              <a:avLst/>
              <a:gdLst/>
              <a:ahLst/>
              <a:cxnLst/>
              <a:rect l="l" t="t" r="r" b="b"/>
              <a:pathLst>
                <a:path w="1001" h="5445" extrusionOk="0">
                  <a:moveTo>
                    <a:pt x="73" y="1"/>
                  </a:moveTo>
                  <a:cubicBezTo>
                    <a:pt x="37" y="1"/>
                    <a:pt x="1" y="27"/>
                    <a:pt x="8" y="72"/>
                  </a:cubicBezTo>
                  <a:cubicBezTo>
                    <a:pt x="295" y="1846"/>
                    <a:pt x="583" y="3620"/>
                    <a:pt x="870" y="5395"/>
                  </a:cubicBezTo>
                  <a:cubicBezTo>
                    <a:pt x="876" y="5429"/>
                    <a:pt x="902" y="5444"/>
                    <a:pt x="928" y="5444"/>
                  </a:cubicBezTo>
                  <a:cubicBezTo>
                    <a:pt x="964" y="5444"/>
                    <a:pt x="1001" y="5417"/>
                    <a:pt x="993" y="5372"/>
                  </a:cubicBezTo>
                  <a:cubicBezTo>
                    <a:pt x="706" y="3599"/>
                    <a:pt x="418" y="1825"/>
                    <a:pt x="131" y="50"/>
                  </a:cubicBezTo>
                  <a:cubicBezTo>
                    <a:pt x="125" y="16"/>
                    <a:pt x="99" y="1"/>
                    <a:pt x="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332;p38">
              <a:extLst>
                <a:ext uri="{FF2B5EF4-FFF2-40B4-BE49-F238E27FC236}">
                  <a16:creationId xmlns:a16="http://schemas.microsoft.com/office/drawing/2014/main" id="{EC5DDFBA-7BB9-48E7-D0C5-DCA40E993566}"/>
                </a:ext>
              </a:extLst>
            </p:cNvPr>
            <p:cNvSpPr/>
            <p:nvPr/>
          </p:nvSpPr>
          <p:spPr>
            <a:xfrm>
              <a:off x="1698925" y="2820625"/>
              <a:ext cx="70850" cy="46975"/>
            </a:xfrm>
            <a:custGeom>
              <a:avLst/>
              <a:gdLst/>
              <a:ahLst/>
              <a:cxnLst/>
              <a:rect l="l" t="t" r="r" b="b"/>
              <a:pathLst>
                <a:path w="2834" h="1879" extrusionOk="0">
                  <a:moveTo>
                    <a:pt x="1698" y="0"/>
                  </a:moveTo>
                  <a:cubicBezTo>
                    <a:pt x="1692" y="0"/>
                    <a:pt x="1686" y="1"/>
                    <a:pt x="1681" y="2"/>
                  </a:cubicBezTo>
                  <a:cubicBezTo>
                    <a:pt x="1401" y="50"/>
                    <a:pt x="941" y="1047"/>
                    <a:pt x="941" y="1047"/>
                  </a:cubicBezTo>
                  <a:lnTo>
                    <a:pt x="941" y="1045"/>
                  </a:lnTo>
                  <a:cubicBezTo>
                    <a:pt x="941" y="1045"/>
                    <a:pt x="621" y="1003"/>
                    <a:pt x="656" y="918"/>
                  </a:cubicBezTo>
                  <a:cubicBezTo>
                    <a:pt x="692" y="832"/>
                    <a:pt x="1073" y="556"/>
                    <a:pt x="1044" y="317"/>
                  </a:cubicBezTo>
                  <a:cubicBezTo>
                    <a:pt x="1029" y="192"/>
                    <a:pt x="971" y="162"/>
                    <a:pt x="919" y="162"/>
                  </a:cubicBezTo>
                  <a:cubicBezTo>
                    <a:pt x="872" y="162"/>
                    <a:pt x="829" y="187"/>
                    <a:pt x="829" y="187"/>
                  </a:cubicBezTo>
                  <a:cubicBezTo>
                    <a:pt x="589" y="470"/>
                    <a:pt x="7" y="607"/>
                    <a:pt x="17" y="863"/>
                  </a:cubicBezTo>
                  <a:cubicBezTo>
                    <a:pt x="26" y="1116"/>
                    <a:pt x="1" y="1512"/>
                    <a:pt x="206" y="1560"/>
                  </a:cubicBezTo>
                  <a:cubicBezTo>
                    <a:pt x="413" y="1610"/>
                    <a:pt x="800" y="1630"/>
                    <a:pt x="800" y="1630"/>
                  </a:cubicBezTo>
                  <a:cubicBezTo>
                    <a:pt x="800" y="1630"/>
                    <a:pt x="858" y="1764"/>
                    <a:pt x="1057" y="1790"/>
                  </a:cubicBezTo>
                  <a:cubicBezTo>
                    <a:pt x="1073" y="1792"/>
                    <a:pt x="1088" y="1793"/>
                    <a:pt x="1103" y="1793"/>
                  </a:cubicBezTo>
                  <a:cubicBezTo>
                    <a:pt x="1275" y="1793"/>
                    <a:pt x="1375" y="1659"/>
                    <a:pt x="1375" y="1659"/>
                  </a:cubicBezTo>
                  <a:cubicBezTo>
                    <a:pt x="1375" y="1659"/>
                    <a:pt x="1416" y="1809"/>
                    <a:pt x="1563" y="1869"/>
                  </a:cubicBezTo>
                  <a:cubicBezTo>
                    <a:pt x="1578" y="1875"/>
                    <a:pt x="1595" y="1878"/>
                    <a:pt x="1614" y="1878"/>
                  </a:cubicBezTo>
                  <a:cubicBezTo>
                    <a:pt x="1781" y="1878"/>
                    <a:pt x="2081" y="1662"/>
                    <a:pt x="2081" y="1662"/>
                  </a:cubicBezTo>
                  <a:cubicBezTo>
                    <a:pt x="2081" y="1662"/>
                    <a:pt x="2225" y="1813"/>
                    <a:pt x="2348" y="1813"/>
                  </a:cubicBezTo>
                  <a:cubicBezTo>
                    <a:pt x="2361" y="1813"/>
                    <a:pt x="2374" y="1811"/>
                    <a:pt x="2386" y="1808"/>
                  </a:cubicBezTo>
                  <a:cubicBezTo>
                    <a:pt x="2514" y="1767"/>
                    <a:pt x="2709" y="1602"/>
                    <a:pt x="2771" y="1363"/>
                  </a:cubicBezTo>
                  <a:cubicBezTo>
                    <a:pt x="2832" y="1124"/>
                    <a:pt x="2834" y="939"/>
                    <a:pt x="2616" y="842"/>
                  </a:cubicBezTo>
                  <a:cubicBezTo>
                    <a:pt x="2591" y="831"/>
                    <a:pt x="2567" y="826"/>
                    <a:pt x="2543" y="826"/>
                  </a:cubicBezTo>
                  <a:cubicBezTo>
                    <a:pt x="2355" y="826"/>
                    <a:pt x="2193" y="1126"/>
                    <a:pt x="2193" y="1126"/>
                  </a:cubicBezTo>
                  <a:cubicBezTo>
                    <a:pt x="2193" y="1126"/>
                    <a:pt x="2338" y="367"/>
                    <a:pt x="2163" y="367"/>
                  </a:cubicBezTo>
                  <a:cubicBezTo>
                    <a:pt x="2155" y="367"/>
                    <a:pt x="2147" y="369"/>
                    <a:pt x="2138" y="372"/>
                  </a:cubicBezTo>
                  <a:cubicBezTo>
                    <a:pt x="1924" y="444"/>
                    <a:pt x="1639" y="1026"/>
                    <a:pt x="1639" y="1026"/>
                  </a:cubicBezTo>
                  <a:cubicBezTo>
                    <a:pt x="1639" y="1026"/>
                    <a:pt x="1946" y="0"/>
                    <a:pt x="1698" y="0"/>
                  </a:cubicBezTo>
                  <a:close/>
                </a:path>
              </a:pathLst>
            </a:custGeom>
            <a:solidFill>
              <a:srgbClr val="D17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333;p38">
              <a:extLst>
                <a:ext uri="{FF2B5EF4-FFF2-40B4-BE49-F238E27FC236}">
                  <a16:creationId xmlns:a16="http://schemas.microsoft.com/office/drawing/2014/main" id="{2B399AC3-E7AC-46B6-5C15-62C89B1D8FE9}"/>
                </a:ext>
              </a:extLst>
            </p:cNvPr>
            <p:cNvSpPr/>
            <p:nvPr/>
          </p:nvSpPr>
          <p:spPr>
            <a:xfrm>
              <a:off x="715100" y="4043825"/>
              <a:ext cx="1684875" cy="6000"/>
            </a:xfrm>
            <a:custGeom>
              <a:avLst/>
              <a:gdLst/>
              <a:ahLst/>
              <a:cxnLst/>
              <a:rect l="l" t="t" r="r" b="b"/>
              <a:pathLst>
                <a:path w="67395" h="240" extrusionOk="0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lnTo>
                    <a:pt x="1" y="228"/>
                  </a:lnTo>
                  <a:cubicBezTo>
                    <a:pt x="1" y="235"/>
                    <a:pt x="7" y="240"/>
                    <a:pt x="12" y="240"/>
                  </a:cubicBezTo>
                  <a:lnTo>
                    <a:pt x="67385" y="240"/>
                  </a:lnTo>
                  <a:cubicBezTo>
                    <a:pt x="67390" y="240"/>
                    <a:pt x="67395" y="235"/>
                    <a:pt x="67395" y="228"/>
                  </a:cubicBezTo>
                  <a:lnTo>
                    <a:pt x="67395" y="12"/>
                  </a:lnTo>
                  <a:cubicBezTo>
                    <a:pt x="67395" y="5"/>
                    <a:pt x="67390" y="0"/>
                    <a:pt x="673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334;p38">
              <a:extLst>
                <a:ext uri="{FF2B5EF4-FFF2-40B4-BE49-F238E27FC236}">
                  <a16:creationId xmlns:a16="http://schemas.microsoft.com/office/drawing/2014/main" id="{918D9683-48FB-AF49-136E-A987A22C3AF5}"/>
                </a:ext>
              </a:extLst>
            </p:cNvPr>
            <p:cNvSpPr/>
            <p:nvPr/>
          </p:nvSpPr>
          <p:spPr>
            <a:xfrm>
              <a:off x="833375" y="2982075"/>
              <a:ext cx="503475" cy="451500"/>
            </a:xfrm>
            <a:custGeom>
              <a:avLst/>
              <a:gdLst/>
              <a:ahLst/>
              <a:cxnLst/>
              <a:rect l="l" t="t" r="r" b="b"/>
              <a:pathLst>
                <a:path w="20139" h="18060" extrusionOk="0">
                  <a:moveTo>
                    <a:pt x="10079" y="1545"/>
                  </a:moveTo>
                  <a:cubicBezTo>
                    <a:pt x="10783" y="1545"/>
                    <a:pt x="11492" y="1646"/>
                    <a:pt x="12187" y="1851"/>
                  </a:cubicBezTo>
                  <a:cubicBezTo>
                    <a:pt x="14084" y="2410"/>
                    <a:pt x="15651" y="3676"/>
                    <a:pt x="16599" y="5414"/>
                  </a:cubicBezTo>
                  <a:cubicBezTo>
                    <a:pt x="17546" y="7152"/>
                    <a:pt x="17759" y="9155"/>
                    <a:pt x="17199" y="11055"/>
                  </a:cubicBezTo>
                  <a:cubicBezTo>
                    <a:pt x="16640" y="12953"/>
                    <a:pt x="15373" y="14520"/>
                    <a:pt x="13635" y="15468"/>
                  </a:cubicBezTo>
                  <a:cubicBezTo>
                    <a:pt x="12533" y="16068"/>
                    <a:pt x="11324" y="16374"/>
                    <a:pt x="10102" y="16374"/>
                  </a:cubicBezTo>
                  <a:cubicBezTo>
                    <a:pt x="9398" y="16374"/>
                    <a:pt x="8690" y="16272"/>
                    <a:pt x="7995" y="16067"/>
                  </a:cubicBezTo>
                  <a:cubicBezTo>
                    <a:pt x="6097" y="15507"/>
                    <a:pt x="4530" y="14242"/>
                    <a:pt x="3582" y="12504"/>
                  </a:cubicBezTo>
                  <a:cubicBezTo>
                    <a:pt x="2635" y="10766"/>
                    <a:pt x="2422" y="8763"/>
                    <a:pt x="2983" y="6863"/>
                  </a:cubicBezTo>
                  <a:cubicBezTo>
                    <a:pt x="3542" y="4965"/>
                    <a:pt x="4808" y="3397"/>
                    <a:pt x="6546" y="2450"/>
                  </a:cubicBezTo>
                  <a:cubicBezTo>
                    <a:pt x="7648" y="1850"/>
                    <a:pt x="8857" y="1545"/>
                    <a:pt x="10079" y="1545"/>
                  </a:cubicBezTo>
                  <a:close/>
                  <a:moveTo>
                    <a:pt x="10065" y="0"/>
                  </a:moveTo>
                  <a:cubicBezTo>
                    <a:pt x="6166" y="0"/>
                    <a:pt x="2570" y="2547"/>
                    <a:pt x="1411" y="6477"/>
                  </a:cubicBezTo>
                  <a:cubicBezTo>
                    <a:pt x="1" y="11258"/>
                    <a:pt x="2736" y="16279"/>
                    <a:pt x="7517" y="17689"/>
                  </a:cubicBezTo>
                  <a:cubicBezTo>
                    <a:pt x="8369" y="17940"/>
                    <a:pt x="9228" y="18060"/>
                    <a:pt x="10074" y="18060"/>
                  </a:cubicBezTo>
                  <a:cubicBezTo>
                    <a:pt x="13974" y="18060"/>
                    <a:pt x="17571" y="15513"/>
                    <a:pt x="18728" y="11583"/>
                  </a:cubicBezTo>
                  <a:cubicBezTo>
                    <a:pt x="20138" y="6800"/>
                    <a:pt x="17405" y="1780"/>
                    <a:pt x="12623" y="371"/>
                  </a:cubicBezTo>
                  <a:cubicBezTo>
                    <a:pt x="11770" y="120"/>
                    <a:pt x="10911" y="0"/>
                    <a:pt x="10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335;p38">
              <a:extLst>
                <a:ext uri="{FF2B5EF4-FFF2-40B4-BE49-F238E27FC236}">
                  <a16:creationId xmlns:a16="http://schemas.microsoft.com/office/drawing/2014/main" id="{DF0B6684-0E64-07CF-B086-E51C609968E3}"/>
                </a:ext>
              </a:extLst>
            </p:cNvPr>
            <p:cNvSpPr/>
            <p:nvPr/>
          </p:nvSpPr>
          <p:spPr>
            <a:xfrm>
              <a:off x="978200" y="3411075"/>
              <a:ext cx="70125" cy="84950"/>
            </a:xfrm>
            <a:custGeom>
              <a:avLst/>
              <a:gdLst/>
              <a:ahLst/>
              <a:cxnLst/>
              <a:rect l="l" t="t" r="r" b="b"/>
              <a:pathLst>
                <a:path w="2805" h="3398" extrusionOk="0">
                  <a:moveTo>
                    <a:pt x="827" y="1"/>
                  </a:moveTo>
                  <a:lnTo>
                    <a:pt x="0" y="2806"/>
                  </a:lnTo>
                  <a:lnTo>
                    <a:pt x="2008" y="3398"/>
                  </a:lnTo>
                  <a:lnTo>
                    <a:pt x="2804" y="694"/>
                  </a:lnTo>
                  <a:cubicBezTo>
                    <a:pt x="2126" y="519"/>
                    <a:pt x="1452" y="317"/>
                    <a:pt x="8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336;p38">
              <a:extLst>
                <a:ext uri="{FF2B5EF4-FFF2-40B4-BE49-F238E27FC236}">
                  <a16:creationId xmlns:a16="http://schemas.microsoft.com/office/drawing/2014/main" id="{6C5C1AF8-F68B-9197-A0BC-AB549DD98BA2}"/>
                </a:ext>
              </a:extLst>
            </p:cNvPr>
            <p:cNvSpPr/>
            <p:nvPr/>
          </p:nvSpPr>
          <p:spPr>
            <a:xfrm>
              <a:off x="998800" y="3410550"/>
              <a:ext cx="50725" cy="32225"/>
            </a:xfrm>
            <a:custGeom>
              <a:avLst/>
              <a:gdLst/>
              <a:ahLst/>
              <a:cxnLst/>
              <a:rect l="l" t="t" r="r" b="b"/>
              <a:pathLst>
                <a:path w="2029" h="1289" extrusionOk="0">
                  <a:moveTo>
                    <a:pt x="68" y="1"/>
                  </a:moveTo>
                  <a:cubicBezTo>
                    <a:pt x="31" y="1"/>
                    <a:pt x="8" y="7"/>
                    <a:pt x="3" y="22"/>
                  </a:cubicBezTo>
                  <a:lnTo>
                    <a:pt x="0" y="33"/>
                  </a:lnTo>
                  <a:cubicBezTo>
                    <a:pt x="360" y="416"/>
                    <a:pt x="930" y="879"/>
                    <a:pt x="1812" y="1288"/>
                  </a:cubicBezTo>
                  <a:lnTo>
                    <a:pt x="1980" y="715"/>
                  </a:lnTo>
                  <a:cubicBezTo>
                    <a:pt x="2029" y="580"/>
                    <a:pt x="417" y="1"/>
                    <a:pt x="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337;p38">
              <a:extLst>
                <a:ext uri="{FF2B5EF4-FFF2-40B4-BE49-F238E27FC236}">
                  <a16:creationId xmlns:a16="http://schemas.microsoft.com/office/drawing/2014/main" id="{61055DAE-DA5C-3643-C7F6-89BC790C4F7A}"/>
                </a:ext>
              </a:extLst>
            </p:cNvPr>
            <p:cNvSpPr/>
            <p:nvPr/>
          </p:nvSpPr>
          <p:spPr>
            <a:xfrm>
              <a:off x="806050" y="3450575"/>
              <a:ext cx="244175" cy="593300"/>
            </a:xfrm>
            <a:custGeom>
              <a:avLst/>
              <a:gdLst/>
              <a:ahLst/>
              <a:cxnLst/>
              <a:rect l="l" t="t" r="r" b="b"/>
              <a:pathLst>
                <a:path w="9767" h="23732" extrusionOk="0">
                  <a:moveTo>
                    <a:pt x="7098" y="0"/>
                  </a:moveTo>
                  <a:cubicBezTo>
                    <a:pt x="6827" y="0"/>
                    <a:pt x="6634" y="57"/>
                    <a:pt x="6594" y="193"/>
                  </a:cubicBezTo>
                  <a:lnTo>
                    <a:pt x="6494" y="533"/>
                  </a:lnTo>
                  <a:lnTo>
                    <a:pt x="6382" y="915"/>
                  </a:lnTo>
                  <a:lnTo>
                    <a:pt x="6209" y="1503"/>
                  </a:lnTo>
                  <a:lnTo>
                    <a:pt x="6166" y="1646"/>
                  </a:lnTo>
                  <a:lnTo>
                    <a:pt x="6121" y="1798"/>
                  </a:lnTo>
                  <a:lnTo>
                    <a:pt x="6096" y="1884"/>
                  </a:lnTo>
                  <a:lnTo>
                    <a:pt x="5607" y="3541"/>
                  </a:lnTo>
                  <a:lnTo>
                    <a:pt x="5560" y="3699"/>
                  </a:lnTo>
                  <a:lnTo>
                    <a:pt x="5118" y="5200"/>
                  </a:lnTo>
                  <a:lnTo>
                    <a:pt x="5071" y="5362"/>
                  </a:lnTo>
                  <a:lnTo>
                    <a:pt x="4365" y="7757"/>
                  </a:lnTo>
                  <a:lnTo>
                    <a:pt x="4318" y="7915"/>
                  </a:lnTo>
                  <a:lnTo>
                    <a:pt x="3661" y="10143"/>
                  </a:lnTo>
                  <a:lnTo>
                    <a:pt x="3615" y="10296"/>
                  </a:lnTo>
                  <a:lnTo>
                    <a:pt x="3234" y="11587"/>
                  </a:lnTo>
                  <a:lnTo>
                    <a:pt x="3189" y="11740"/>
                  </a:lnTo>
                  <a:lnTo>
                    <a:pt x="2181" y="15161"/>
                  </a:lnTo>
                  <a:lnTo>
                    <a:pt x="2133" y="15323"/>
                  </a:lnTo>
                  <a:lnTo>
                    <a:pt x="1138" y="18697"/>
                  </a:lnTo>
                  <a:lnTo>
                    <a:pt x="1076" y="18906"/>
                  </a:lnTo>
                  <a:lnTo>
                    <a:pt x="472" y="20955"/>
                  </a:lnTo>
                  <a:lnTo>
                    <a:pt x="420" y="21133"/>
                  </a:lnTo>
                  <a:lnTo>
                    <a:pt x="0" y="22553"/>
                  </a:lnTo>
                  <a:cubicBezTo>
                    <a:pt x="356" y="23260"/>
                    <a:pt x="1306" y="23708"/>
                    <a:pt x="2107" y="23730"/>
                  </a:cubicBezTo>
                  <a:lnTo>
                    <a:pt x="2108" y="23730"/>
                  </a:lnTo>
                  <a:cubicBezTo>
                    <a:pt x="2128" y="23731"/>
                    <a:pt x="2148" y="23732"/>
                    <a:pt x="2168" y="23732"/>
                  </a:cubicBezTo>
                  <a:cubicBezTo>
                    <a:pt x="2197" y="23732"/>
                    <a:pt x="2225" y="23731"/>
                    <a:pt x="2252" y="23729"/>
                  </a:cubicBezTo>
                  <a:cubicBezTo>
                    <a:pt x="2582" y="23716"/>
                    <a:pt x="2877" y="23625"/>
                    <a:pt x="3081" y="23446"/>
                  </a:cubicBezTo>
                  <a:lnTo>
                    <a:pt x="3921" y="20613"/>
                  </a:lnTo>
                  <a:lnTo>
                    <a:pt x="3921" y="20611"/>
                  </a:lnTo>
                  <a:lnTo>
                    <a:pt x="3977" y="20424"/>
                  </a:lnTo>
                  <a:lnTo>
                    <a:pt x="4423" y="18917"/>
                  </a:lnTo>
                  <a:lnTo>
                    <a:pt x="4467" y="18772"/>
                  </a:lnTo>
                  <a:lnTo>
                    <a:pt x="4845" y="17499"/>
                  </a:lnTo>
                  <a:lnTo>
                    <a:pt x="4893" y="17334"/>
                  </a:lnTo>
                  <a:lnTo>
                    <a:pt x="5408" y="15594"/>
                  </a:lnTo>
                  <a:lnTo>
                    <a:pt x="5466" y="15399"/>
                  </a:lnTo>
                  <a:lnTo>
                    <a:pt x="5466" y="15397"/>
                  </a:lnTo>
                  <a:lnTo>
                    <a:pt x="6778" y="10971"/>
                  </a:lnTo>
                  <a:lnTo>
                    <a:pt x="6825" y="10816"/>
                  </a:lnTo>
                  <a:lnTo>
                    <a:pt x="8388" y="5542"/>
                  </a:lnTo>
                  <a:lnTo>
                    <a:pt x="8460" y="5300"/>
                  </a:lnTo>
                  <a:lnTo>
                    <a:pt x="9132" y="3037"/>
                  </a:lnTo>
                  <a:lnTo>
                    <a:pt x="9193" y="2826"/>
                  </a:lnTo>
                  <a:lnTo>
                    <a:pt x="9199" y="2808"/>
                  </a:lnTo>
                  <a:lnTo>
                    <a:pt x="9311" y="2425"/>
                  </a:lnTo>
                  <a:lnTo>
                    <a:pt x="9485" y="1840"/>
                  </a:lnTo>
                  <a:lnTo>
                    <a:pt x="9597" y="1457"/>
                  </a:lnTo>
                  <a:lnTo>
                    <a:pt x="9700" y="1108"/>
                  </a:lnTo>
                  <a:cubicBezTo>
                    <a:pt x="9766" y="886"/>
                    <a:pt x="9364" y="614"/>
                    <a:pt x="8829" y="398"/>
                  </a:cubicBezTo>
                  <a:cubicBezTo>
                    <a:pt x="8781" y="377"/>
                    <a:pt x="8731" y="357"/>
                    <a:pt x="8679" y="340"/>
                  </a:cubicBezTo>
                  <a:cubicBezTo>
                    <a:pt x="8149" y="142"/>
                    <a:pt x="7526" y="0"/>
                    <a:pt x="70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338;p38">
              <a:extLst>
                <a:ext uri="{FF2B5EF4-FFF2-40B4-BE49-F238E27FC236}">
                  <a16:creationId xmlns:a16="http://schemas.microsoft.com/office/drawing/2014/main" id="{4738E414-D5A0-2DEB-B3C0-66960573F375}"/>
                </a:ext>
              </a:extLst>
            </p:cNvPr>
            <p:cNvSpPr/>
            <p:nvPr/>
          </p:nvSpPr>
          <p:spPr>
            <a:xfrm>
              <a:off x="945050" y="3521200"/>
              <a:ext cx="90875" cy="21875"/>
            </a:xfrm>
            <a:custGeom>
              <a:avLst/>
              <a:gdLst/>
              <a:ahLst/>
              <a:cxnLst/>
              <a:rect l="l" t="t" r="r" b="b"/>
              <a:pathLst>
                <a:path w="3635" h="875" extrusionOk="0">
                  <a:moveTo>
                    <a:pt x="3634" y="1"/>
                  </a:moveTo>
                  <a:lnTo>
                    <a:pt x="3634" y="1"/>
                  </a:lnTo>
                  <a:cubicBezTo>
                    <a:pt x="3084" y="272"/>
                    <a:pt x="2475" y="441"/>
                    <a:pt x="1892" y="534"/>
                  </a:cubicBezTo>
                  <a:cubicBezTo>
                    <a:pt x="1283" y="629"/>
                    <a:pt x="664" y="669"/>
                    <a:pt x="47" y="714"/>
                  </a:cubicBezTo>
                  <a:lnTo>
                    <a:pt x="0" y="874"/>
                  </a:lnTo>
                  <a:cubicBezTo>
                    <a:pt x="1213" y="782"/>
                    <a:pt x="2468" y="719"/>
                    <a:pt x="3572" y="212"/>
                  </a:cubicBezTo>
                  <a:lnTo>
                    <a:pt x="3634" y="1"/>
                  </a:ln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339;p38">
              <a:extLst>
                <a:ext uri="{FF2B5EF4-FFF2-40B4-BE49-F238E27FC236}">
                  <a16:creationId xmlns:a16="http://schemas.microsoft.com/office/drawing/2014/main" id="{5EC7F379-EFFD-CD01-6B36-B1D9E315C88F}"/>
                </a:ext>
              </a:extLst>
            </p:cNvPr>
            <p:cNvSpPr/>
            <p:nvPr/>
          </p:nvSpPr>
          <p:spPr>
            <a:xfrm>
              <a:off x="959050" y="3459050"/>
              <a:ext cx="67750" cy="38875"/>
            </a:xfrm>
            <a:custGeom>
              <a:avLst/>
              <a:gdLst/>
              <a:ahLst/>
              <a:cxnLst/>
              <a:rect l="l" t="t" r="r" b="b"/>
              <a:pathLst>
                <a:path w="2710" h="1555" extrusionOk="0">
                  <a:moveTo>
                    <a:pt x="2559" y="1"/>
                  </a:moveTo>
                  <a:cubicBezTo>
                    <a:pt x="2330" y="640"/>
                    <a:pt x="1798" y="1160"/>
                    <a:pt x="1128" y="1335"/>
                  </a:cubicBezTo>
                  <a:cubicBezTo>
                    <a:pt x="966" y="1376"/>
                    <a:pt x="802" y="1396"/>
                    <a:pt x="639" y="1396"/>
                  </a:cubicBezTo>
                  <a:cubicBezTo>
                    <a:pt x="438" y="1396"/>
                    <a:pt x="238" y="1365"/>
                    <a:pt x="46" y="1307"/>
                  </a:cubicBezTo>
                  <a:lnTo>
                    <a:pt x="1" y="1459"/>
                  </a:lnTo>
                  <a:cubicBezTo>
                    <a:pt x="209" y="1522"/>
                    <a:pt x="426" y="1555"/>
                    <a:pt x="644" y="1555"/>
                  </a:cubicBezTo>
                  <a:cubicBezTo>
                    <a:pt x="820" y="1555"/>
                    <a:pt x="997" y="1533"/>
                    <a:pt x="1170" y="1488"/>
                  </a:cubicBezTo>
                  <a:cubicBezTo>
                    <a:pt x="1886" y="1303"/>
                    <a:pt x="2462" y="745"/>
                    <a:pt x="2709" y="57"/>
                  </a:cubicBezTo>
                  <a:cubicBezTo>
                    <a:pt x="2659" y="38"/>
                    <a:pt x="2611" y="18"/>
                    <a:pt x="2559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340;p38">
              <a:extLst>
                <a:ext uri="{FF2B5EF4-FFF2-40B4-BE49-F238E27FC236}">
                  <a16:creationId xmlns:a16="http://schemas.microsoft.com/office/drawing/2014/main" id="{EB9AA5FD-C55A-CB77-E0FF-1E51AC76FD97}"/>
                </a:ext>
              </a:extLst>
            </p:cNvPr>
            <p:cNvSpPr/>
            <p:nvPr/>
          </p:nvSpPr>
          <p:spPr>
            <a:xfrm>
              <a:off x="896425" y="3583075"/>
              <a:ext cx="121175" cy="127750"/>
            </a:xfrm>
            <a:custGeom>
              <a:avLst/>
              <a:gdLst/>
              <a:ahLst/>
              <a:cxnLst/>
              <a:rect l="l" t="t" r="r" b="b"/>
              <a:pathLst>
                <a:path w="4847" h="5110" extrusionOk="0">
                  <a:moveTo>
                    <a:pt x="4846" y="0"/>
                  </a:moveTo>
                  <a:cubicBezTo>
                    <a:pt x="4665" y="116"/>
                    <a:pt x="4492" y="247"/>
                    <a:pt x="4333" y="393"/>
                  </a:cubicBezTo>
                  <a:cubicBezTo>
                    <a:pt x="3783" y="895"/>
                    <a:pt x="3454" y="1531"/>
                    <a:pt x="3200" y="2221"/>
                  </a:cubicBezTo>
                  <a:cubicBezTo>
                    <a:pt x="2947" y="2916"/>
                    <a:pt x="2753" y="3686"/>
                    <a:pt x="2262" y="4261"/>
                  </a:cubicBezTo>
                  <a:cubicBezTo>
                    <a:pt x="1865" y="4727"/>
                    <a:pt x="1309" y="4945"/>
                    <a:pt x="734" y="4945"/>
                  </a:cubicBezTo>
                  <a:cubicBezTo>
                    <a:pt x="504" y="4945"/>
                    <a:pt x="272" y="4910"/>
                    <a:pt x="46" y="4843"/>
                  </a:cubicBezTo>
                  <a:lnTo>
                    <a:pt x="0" y="4996"/>
                  </a:lnTo>
                  <a:cubicBezTo>
                    <a:pt x="246" y="5070"/>
                    <a:pt x="501" y="5110"/>
                    <a:pt x="756" y="5110"/>
                  </a:cubicBezTo>
                  <a:cubicBezTo>
                    <a:pt x="1043" y="5110"/>
                    <a:pt x="1329" y="5059"/>
                    <a:pt x="1598" y="4948"/>
                  </a:cubicBezTo>
                  <a:cubicBezTo>
                    <a:pt x="3108" y="4323"/>
                    <a:pt x="3084" y="2337"/>
                    <a:pt x="3892" y="1144"/>
                  </a:cubicBezTo>
                  <a:cubicBezTo>
                    <a:pt x="4131" y="792"/>
                    <a:pt x="4431" y="488"/>
                    <a:pt x="4773" y="242"/>
                  </a:cubicBezTo>
                  <a:lnTo>
                    <a:pt x="4846" y="0"/>
                  </a:ln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341;p38">
              <a:extLst>
                <a:ext uri="{FF2B5EF4-FFF2-40B4-BE49-F238E27FC236}">
                  <a16:creationId xmlns:a16="http://schemas.microsoft.com/office/drawing/2014/main" id="{D8C45F05-5698-773D-79E3-3D02F0851E2C}"/>
                </a:ext>
              </a:extLst>
            </p:cNvPr>
            <p:cNvSpPr/>
            <p:nvPr/>
          </p:nvSpPr>
          <p:spPr>
            <a:xfrm>
              <a:off x="913975" y="3580550"/>
              <a:ext cx="42025" cy="67925"/>
            </a:xfrm>
            <a:custGeom>
              <a:avLst/>
              <a:gdLst/>
              <a:ahLst/>
              <a:cxnLst/>
              <a:rect l="l" t="t" r="r" b="b"/>
              <a:pathLst>
                <a:path w="1681" h="2717" extrusionOk="0">
                  <a:moveTo>
                    <a:pt x="801" y="1"/>
                  </a:moveTo>
                  <a:lnTo>
                    <a:pt x="754" y="161"/>
                  </a:lnTo>
                  <a:cubicBezTo>
                    <a:pt x="1221" y="469"/>
                    <a:pt x="1484" y="1053"/>
                    <a:pt x="1288" y="1655"/>
                  </a:cubicBezTo>
                  <a:cubicBezTo>
                    <a:pt x="1103" y="2233"/>
                    <a:pt x="582" y="2553"/>
                    <a:pt x="48" y="2558"/>
                  </a:cubicBezTo>
                  <a:lnTo>
                    <a:pt x="1" y="2716"/>
                  </a:lnTo>
                  <a:cubicBezTo>
                    <a:pt x="12" y="2716"/>
                    <a:pt x="23" y="2717"/>
                    <a:pt x="34" y="2717"/>
                  </a:cubicBezTo>
                  <a:cubicBezTo>
                    <a:pt x="617" y="2717"/>
                    <a:pt x="1188" y="2383"/>
                    <a:pt x="1419" y="1768"/>
                  </a:cubicBezTo>
                  <a:lnTo>
                    <a:pt x="1418" y="1768"/>
                  </a:lnTo>
                  <a:cubicBezTo>
                    <a:pt x="1681" y="1069"/>
                    <a:pt x="1366" y="353"/>
                    <a:pt x="801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342;p38">
              <a:extLst>
                <a:ext uri="{FF2B5EF4-FFF2-40B4-BE49-F238E27FC236}">
                  <a16:creationId xmlns:a16="http://schemas.microsoft.com/office/drawing/2014/main" id="{DFC3C6E1-137A-6D96-C47C-B9E1E9039DD2}"/>
                </a:ext>
              </a:extLst>
            </p:cNvPr>
            <p:cNvSpPr/>
            <p:nvPr/>
          </p:nvSpPr>
          <p:spPr>
            <a:xfrm>
              <a:off x="927550" y="3720925"/>
              <a:ext cx="49125" cy="119525"/>
            </a:xfrm>
            <a:custGeom>
              <a:avLst/>
              <a:gdLst/>
              <a:ahLst/>
              <a:cxnLst/>
              <a:rect l="l" t="t" r="r" b="b"/>
              <a:pathLst>
                <a:path w="1965" h="4781" extrusionOk="0">
                  <a:moveTo>
                    <a:pt x="1965" y="1"/>
                  </a:moveTo>
                  <a:lnTo>
                    <a:pt x="1964" y="2"/>
                  </a:lnTo>
                  <a:lnTo>
                    <a:pt x="1964" y="2"/>
                  </a:lnTo>
                  <a:cubicBezTo>
                    <a:pt x="1965" y="2"/>
                    <a:pt x="1965" y="2"/>
                    <a:pt x="1965" y="2"/>
                  </a:cubicBezTo>
                  <a:lnTo>
                    <a:pt x="1965" y="1"/>
                  </a:lnTo>
                  <a:close/>
                  <a:moveTo>
                    <a:pt x="1964" y="2"/>
                  </a:moveTo>
                  <a:cubicBezTo>
                    <a:pt x="1690" y="49"/>
                    <a:pt x="1428" y="174"/>
                    <a:pt x="1202" y="353"/>
                  </a:cubicBezTo>
                  <a:cubicBezTo>
                    <a:pt x="720" y="736"/>
                    <a:pt x="477" y="1327"/>
                    <a:pt x="345" y="1912"/>
                  </a:cubicBezTo>
                  <a:cubicBezTo>
                    <a:pt x="140" y="2821"/>
                    <a:pt x="1" y="3982"/>
                    <a:pt x="548" y="4780"/>
                  </a:cubicBezTo>
                  <a:lnTo>
                    <a:pt x="606" y="4583"/>
                  </a:lnTo>
                  <a:cubicBezTo>
                    <a:pt x="183" y="3853"/>
                    <a:pt x="314" y="2834"/>
                    <a:pt x="479" y="2041"/>
                  </a:cubicBezTo>
                  <a:cubicBezTo>
                    <a:pt x="640" y="1275"/>
                    <a:pt x="1125" y="324"/>
                    <a:pt x="1920" y="157"/>
                  </a:cubicBezTo>
                  <a:lnTo>
                    <a:pt x="1964" y="2"/>
                  </a:ln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343;p38">
              <a:extLst>
                <a:ext uri="{FF2B5EF4-FFF2-40B4-BE49-F238E27FC236}">
                  <a16:creationId xmlns:a16="http://schemas.microsoft.com/office/drawing/2014/main" id="{20BF2CF0-C6D6-BE58-B710-88E8069B10EC}"/>
                </a:ext>
              </a:extLst>
            </p:cNvPr>
            <p:cNvSpPr/>
            <p:nvPr/>
          </p:nvSpPr>
          <p:spPr>
            <a:xfrm>
              <a:off x="885750" y="3740225"/>
              <a:ext cx="42650" cy="147800"/>
            </a:xfrm>
            <a:custGeom>
              <a:avLst/>
              <a:gdLst/>
              <a:ahLst/>
              <a:cxnLst/>
              <a:rect l="l" t="t" r="r" b="b"/>
              <a:pathLst>
                <a:path w="1706" h="5912" extrusionOk="0">
                  <a:moveTo>
                    <a:pt x="46" y="1"/>
                  </a:moveTo>
                  <a:lnTo>
                    <a:pt x="1" y="154"/>
                  </a:lnTo>
                  <a:cubicBezTo>
                    <a:pt x="385" y="379"/>
                    <a:pt x="700" y="718"/>
                    <a:pt x="904" y="1119"/>
                  </a:cubicBezTo>
                  <a:cubicBezTo>
                    <a:pt x="1304" y="1908"/>
                    <a:pt x="1041" y="2664"/>
                    <a:pt x="849" y="3469"/>
                  </a:cubicBezTo>
                  <a:cubicBezTo>
                    <a:pt x="684" y="4157"/>
                    <a:pt x="723" y="4811"/>
                    <a:pt x="1159" y="5391"/>
                  </a:cubicBezTo>
                  <a:cubicBezTo>
                    <a:pt x="1304" y="5585"/>
                    <a:pt x="1472" y="5756"/>
                    <a:pt x="1657" y="5911"/>
                  </a:cubicBezTo>
                  <a:lnTo>
                    <a:pt x="1705" y="5748"/>
                  </a:lnTo>
                  <a:cubicBezTo>
                    <a:pt x="1461" y="5533"/>
                    <a:pt x="1248" y="5288"/>
                    <a:pt x="1098" y="4998"/>
                  </a:cubicBezTo>
                  <a:cubicBezTo>
                    <a:pt x="658" y="4149"/>
                    <a:pt x="1132" y="3294"/>
                    <a:pt x="1261" y="2433"/>
                  </a:cubicBezTo>
                  <a:cubicBezTo>
                    <a:pt x="1409" y="1440"/>
                    <a:pt x="886" y="474"/>
                    <a:pt x="46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344;p38">
              <a:extLst>
                <a:ext uri="{FF2B5EF4-FFF2-40B4-BE49-F238E27FC236}">
                  <a16:creationId xmlns:a16="http://schemas.microsoft.com/office/drawing/2014/main" id="{06CA3375-E948-8C91-38E8-D4E8B8954F3E}"/>
                </a:ext>
              </a:extLst>
            </p:cNvPr>
            <p:cNvSpPr/>
            <p:nvPr/>
          </p:nvSpPr>
          <p:spPr>
            <a:xfrm>
              <a:off x="832950" y="3829600"/>
              <a:ext cx="43425" cy="93625"/>
            </a:xfrm>
            <a:custGeom>
              <a:avLst/>
              <a:gdLst/>
              <a:ahLst/>
              <a:cxnLst/>
              <a:rect l="l" t="t" r="r" b="b"/>
              <a:pathLst>
                <a:path w="1737" h="3745" extrusionOk="0">
                  <a:moveTo>
                    <a:pt x="1105" y="0"/>
                  </a:moveTo>
                  <a:lnTo>
                    <a:pt x="1057" y="162"/>
                  </a:lnTo>
                  <a:cubicBezTo>
                    <a:pt x="1073" y="178"/>
                    <a:pt x="1090" y="194"/>
                    <a:pt x="1107" y="212"/>
                  </a:cubicBezTo>
                  <a:cubicBezTo>
                    <a:pt x="1491" y="619"/>
                    <a:pt x="1607" y="1199"/>
                    <a:pt x="1506" y="1740"/>
                  </a:cubicBezTo>
                  <a:cubicBezTo>
                    <a:pt x="1351" y="2562"/>
                    <a:pt x="767" y="3155"/>
                    <a:pt x="62" y="3535"/>
                  </a:cubicBezTo>
                  <a:lnTo>
                    <a:pt x="0" y="3745"/>
                  </a:lnTo>
                  <a:cubicBezTo>
                    <a:pt x="887" y="3305"/>
                    <a:pt x="1617" y="2554"/>
                    <a:pt x="1695" y="1512"/>
                  </a:cubicBezTo>
                  <a:cubicBezTo>
                    <a:pt x="1737" y="937"/>
                    <a:pt x="1504" y="372"/>
                    <a:pt x="1105" y="0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345;p38">
              <a:extLst>
                <a:ext uri="{FF2B5EF4-FFF2-40B4-BE49-F238E27FC236}">
                  <a16:creationId xmlns:a16="http://schemas.microsoft.com/office/drawing/2014/main" id="{9E071702-299D-9661-8155-F28C4D396CD9}"/>
                </a:ext>
              </a:extLst>
            </p:cNvPr>
            <p:cNvSpPr/>
            <p:nvPr/>
          </p:nvSpPr>
          <p:spPr>
            <a:xfrm>
              <a:off x="816550" y="3919425"/>
              <a:ext cx="101175" cy="59450"/>
            </a:xfrm>
            <a:custGeom>
              <a:avLst/>
              <a:gdLst/>
              <a:ahLst/>
              <a:cxnLst/>
              <a:rect l="l" t="t" r="r" b="b"/>
              <a:pathLst>
                <a:path w="4047" h="2378" extrusionOk="0">
                  <a:moveTo>
                    <a:pt x="3814" y="1"/>
                  </a:moveTo>
                  <a:cubicBezTo>
                    <a:pt x="2970" y="1"/>
                    <a:pt x="2170" y="580"/>
                    <a:pt x="1541" y="1126"/>
                  </a:cubicBezTo>
                  <a:cubicBezTo>
                    <a:pt x="1081" y="1525"/>
                    <a:pt x="619" y="1959"/>
                    <a:pt x="52" y="2201"/>
                  </a:cubicBezTo>
                  <a:lnTo>
                    <a:pt x="0" y="2377"/>
                  </a:lnTo>
                  <a:cubicBezTo>
                    <a:pt x="336" y="2248"/>
                    <a:pt x="655" y="2061"/>
                    <a:pt x="923" y="1854"/>
                  </a:cubicBezTo>
                  <a:cubicBezTo>
                    <a:pt x="1729" y="1235"/>
                    <a:pt x="2688" y="147"/>
                    <a:pt x="3781" y="147"/>
                  </a:cubicBezTo>
                  <a:cubicBezTo>
                    <a:pt x="3855" y="147"/>
                    <a:pt x="3929" y="152"/>
                    <a:pt x="4005" y="163"/>
                  </a:cubicBezTo>
                  <a:lnTo>
                    <a:pt x="4047" y="16"/>
                  </a:lnTo>
                  <a:cubicBezTo>
                    <a:pt x="3969" y="6"/>
                    <a:pt x="3891" y="1"/>
                    <a:pt x="3814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346;p38">
              <a:extLst>
                <a:ext uri="{FF2B5EF4-FFF2-40B4-BE49-F238E27FC236}">
                  <a16:creationId xmlns:a16="http://schemas.microsoft.com/office/drawing/2014/main" id="{FE143962-BDA9-8DDA-361A-4BC9714433EB}"/>
                </a:ext>
              </a:extLst>
            </p:cNvPr>
            <p:cNvSpPr/>
            <p:nvPr/>
          </p:nvSpPr>
          <p:spPr>
            <a:xfrm>
              <a:off x="851000" y="3961150"/>
              <a:ext cx="54500" cy="82700"/>
            </a:xfrm>
            <a:custGeom>
              <a:avLst/>
              <a:gdLst/>
              <a:ahLst/>
              <a:cxnLst/>
              <a:rect l="l" t="t" r="r" b="b"/>
              <a:pathLst>
                <a:path w="2180" h="3308" extrusionOk="0">
                  <a:moveTo>
                    <a:pt x="2179" y="1"/>
                  </a:moveTo>
                  <a:lnTo>
                    <a:pt x="2179" y="1"/>
                  </a:lnTo>
                  <a:cubicBezTo>
                    <a:pt x="848" y="450"/>
                    <a:pt x="0" y="1842"/>
                    <a:pt x="307" y="3295"/>
                  </a:cubicBezTo>
                  <a:cubicBezTo>
                    <a:pt x="307" y="3299"/>
                    <a:pt x="309" y="3303"/>
                    <a:pt x="310" y="3306"/>
                  </a:cubicBezTo>
                  <a:cubicBezTo>
                    <a:pt x="335" y="3307"/>
                    <a:pt x="359" y="3307"/>
                    <a:pt x="383" y="3307"/>
                  </a:cubicBezTo>
                  <a:cubicBezTo>
                    <a:pt x="407" y="3307"/>
                    <a:pt x="431" y="3307"/>
                    <a:pt x="454" y="3306"/>
                  </a:cubicBezTo>
                  <a:cubicBezTo>
                    <a:pt x="462" y="3291"/>
                    <a:pt x="465" y="3274"/>
                    <a:pt x="461" y="3253"/>
                  </a:cubicBezTo>
                  <a:cubicBezTo>
                    <a:pt x="181" y="1925"/>
                    <a:pt x="932" y="647"/>
                    <a:pt x="2124" y="188"/>
                  </a:cubicBezTo>
                  <a:lnTo>
                    <a:pt x="2179" y="1"/>
                  </a:ln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347;p38">
              <a:extLst>
                <a:ext uri="{FF2B5EF4-FFF2-40B4-BE49-F238E27FC236}">
                  <a16:creationId xmlns:a16="http://schemas.microsoft.com/office/drawing/2014/main" id="{5583F1A1-F98E-80C4-5444-4392EF5F753C}"/>
                </a:ext>
              </a:extLst>
            </p:cNvPr>
            <p:cNvSpPr/>
            <p:nvPr/>
          </p:nvSpPr>
          <p:spPr>
            <a:xfrm>
              <a:off x="803625" y="4004175"/>
              <a:ext cx="82875" cy="39900"/>
            </a:xfrm>
            <a:custGeom>
              <a:avLst/>
              <a:gdLst/>
              <a:ahLst/>
              <a:cxnLst/>
              <a:rect l="l" t="t" r="r" b="b"/>
              <a:pathLst>
                <a:path w="3315" h="1596" extrusionOk="0">
                  <a:moveTo>
                    <a:pt x="1004" y="1"/>
                  </a:moveTo>
                  <a:cubicBezTo>
                    <a:pt x="524" y="1"/>
                    <a:pt x="166" y="136"/>
                    <a:pt x="101" y="383"/>
                  </a:cubicBezTo>
                  <a:cubicBezTo>
                    <a:pt x="0" y="759"/>
                    <a:pt x="616" y="1249"/>
                    <a:pt x="1477" y="1478"/>
                  </a:cubicBezTo>
                  <a:cubicBezTo>
                    <a:pt x="1774" y="1557"/>
                    <a:pt x="2061" y="1595"/>
                    <a:pt x="2314" y="1595"/>
                  </a:cubicBezTo>
                  <a:cubicBezTo>
                    <a:pt x="2792" y="1595"/>
                    <a:pt x="3148" y="1460"/>
                    <a:pt x="3215" y="1213"/>
                  </a:cubicBezTo>
                  <a:cubicBezTo>
                    <a:pt x="3315" y="837"/>
                    <a:pt x="2700" y="346"/>
                    <a:pt x="1839" y="117"/>
                  </a:cubicBezTo>
                  <a:cubicBezTo>
                    <a:pt x="1543" y="38"/>
                    <a:pt x="1256" y="1"/>
                    <a:pt x="10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348;p38">
              <a:extLst>
                <a:ext uri="{FF2B5EF4-FFF2-40B4-BE49-F238E27FC236}">
                  <a16:creationId xmlns:a16="http://schemas.microsoft.com/office/drawing/2014/main" id="{67724CA5-D7AE-BFE3-88E7-346C481861FC}"/>
                </a:ext>
              </a:extLst>
            </p:cNvPr>
            <p:cNvSpPr/>
            <p:nvPr/>
          </p:nvSpPr>
          <p:spPr>
            <a:xfrm>
              <a:off x="838950" y="2966475"/>
              <a:ext cx="503475" cy="451525"/>
            </a:xfrm>
            <a:custGeom>
              <a:avLst/>
              <a:gdLst/>
              <a:ahLst/>
              <a:cxnLst/>
              <a:rect l="l" t="t" r="r" b="b"/>
              <a:pathLst>
                <a:path w="20139" h="18061" extrusionOk="0">
                  <a:moveTo>
                    <a:pt x="10079" y="1545"/>
                  </a:moveTo>
                  <a:cubicBezTo>
                    <a:pt x="10783" y="1545"/>
                    <a:pt x="11492" y="1647"/>
                    <a:pt x="12186" y="1852"/>
                  </a:cubicBezTo>
                  <a:cubicBezTo>
                    <a:pt x="14084" y="2410"/>
                    <a:pt x="15651" y="3677"/>
                    <a:pt x="16598" y="5415"/>
                  </a:cubicBezTo>
                  <a:cubicBezTo>
                    <a:pt x="17546" y="7153"/>
                    <a:pt x="17759" y="9156"/>
                    <a:pt x="17199" y="11055"/>
                  </a:cubicBezTo>
                  <a:cubicBezTo>
                    <a:pt x="16640" y="12953"/>
                    <a:pt x="15373" y="14520"/>
                    <a:pt x="13635" y="15468"/>
                  </a:cubicBezTo>
                  <a:cubicBezTo>
                    <a:pt x="12532" y="16069"/>
                    <a:pt x="11323" y="16374"/>
                    <a:pt x="10102" y="16374"/>
                  </a:cubicBezTo>
                  <a:cubicBezTo>
                    <a:pt x="9398" y="16374"/>
                    <a:pt x="8689" y="16273"/>
                    <a:pt x="7995" y="16068"/>
                  </a:cubicBezTo>
                  <a:cubicBezTo>
                    <a:pt x="6095" y="15509"/>
                    <a:pt x="4528" y="14242"/>
                    <a:pt x="3582" y="12504"/>
                  </a:cubicBezTo>
                  <a:cubicBezTo>
                    <a:pt x="2635" y="10766"/>
                    <a:pt x="2422" y="8763"/>
                    <a:pt x="2983" y="6864"/>
                  </a:cubicBezTo>
                  <a:cubicBezTo>
                    <a:pt x="3541" y="4966"/>
                    <a:pt x="4808" y="3399"/>
                    <a:pt x="6546" y="2451"/>
                  </a:cubicBezTo>
                  <a:cubicBezTo>
                    <a:pt x="7648" y="1850"/>
                    <a:pt x="8857" y="1545"/>
                    <a:pt x="10079" y="1545"/>
                  </a:cubicBezTo>
                  <a:close/>
                  <a:moveTo>
                    <a:pt x="10065" y="1"/>
                  </a:moveTo>
                  <a:cubicBezTo>
                    <a:pt x="6165" y="1"/>
                    <a:pt x="2568" y="2547"/>
                    <a:pt x="1411" y="6478"/>
                  </a:cubicBezTo>
                  <a:cubicBezTo>
                    <a:pt x="1" y="11261"/>
                    <a:pt x="2735" y="16279"/>
                    <a:pt x="7517" y="17689"/>
                  </a:cubicBezTo>
                  <a:cubicBezTo>
                    <a:pt x="8369" y="17941"/>
                    <a:pt x="9228" y="18060"/>
                    <a:pt x="10073" y="18060"/>
                  </a:cubicBezTo>
                  <a:cubicBezTo>
                    <a:pt x="13973" y="18060"/>
                    <a:pt x="17569" y="15513"/>
                    <a:pt x="18728" y="11584"/>
                  </a:cubicBezTo>
                  <a:cubicBezTo>
                    <a:pt x="20138" y="6801"/>
                    <a:pt x="17404" y="1780"/>
                    <a:pt x="12623" y="372"/>
                  </a:cubicBezTo>
                  <a:cubicBezTo>
                    <a:pt x="11770" y="121"/>
                    <a:pt x="10910" y="1"/>
                    <a:pt x="100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1349;p38">
              <a:extLst>
                <a:ext uri="{FF2B5EF4-FFF2-40B4-BE49-F238E27FC236}">
                  <a16:creationId xmlns:a16="http://schemas.microsoft.com/office/drawing/2014/main" id="{ACF42367-7A91-20BD-530B-52614EDF948A}"/>
                </a:ext>
              </a:extLst>
            </p:cNvPr>
            <p:cNvSpPr/>
            <p:nvPr/>
          </p:nvSpPr>
          <p:spPr>
            <a:xfrm>
              <a:off x="904100" y="3005075"/>
              <a:ext cx="373925" cy="370750"/>
            </a:xfrm>
            <a:custGeom>
              <a:avLst/>
              <a:gdLst/>
              <a:ahLst/>
              <a:cxnLst/>
              <a:rect l="l" t="t" r="r" b="b"/>
              <a:pathLst>
                <a:path w="14957" h="14830" extrusionOk="0">
                  <a:moveTo>
                    <a:pt x="7473" y="1"/>
                  </a:moveTo>
                  <a:cubicBezTo>
                    <a:pt x="6709" y="1"/>
                    <a:pt x="5949" y="121"/>
                    <a:pt x="5218" y="358"/>
                  </a:cubicBezTo>
                  <a:cubicBezTo>
                    <a:pt x="4780" y="500"/>
                    <a:pt x="4352" y="682"/>
                    <a:pt x="3940" y="907"/>
                  </a:cubicBezTo>
                  <a:cubicBezTo>
                    <a:pt x="3236" y="1291"/>
                    <a:pt x="2607" y="1777"/>
                    <a:pt x="2074" y="2346"/>
                  </a:cubicBezTo>
                  <a:cubicBezTo>
                    <a:pt x="1355" y="3112"/>
                    <a:pt x="805" y="4028"/>
                    <a:pt x="462" y="5047"/>
                  </a:cubicBezTo>
                  <a:cubicBezTo>
                    <a:pt x="432" y="5137"/>
                    <a:pt x="404" y="5228"/>
                    <a:pt x="377" y="5320"/>
                  </a:cubicBezTo>
                  <a:cubicBezTo>
                    <a:pt x="78" y="6329"/>
                    <a:pt x="0" y="7370"/>
                    <a:pt x="133" y="8382"/>
                  </a:cubicBezTo>
                  <a:cubicBezTo>
                    <a:pt x="251" y="9274"/>
                    <a:pt x="533" y="10146"/>
                    <a:pt x="976" y="10960"/>
                  </a:cubicBezTo>
                  <a:cubicBezTo>
                    <a:pt x="1922" y="12698"/>
                    <a:pt x="3489" y="13965"/>
                    <a:pt x="5389" y="14524"/>
                  </a:cubicBezTo>
                  <a:cubicBezTo>
                    <a:pt x="5980" y="14698"/>
                    <a:pt x="6581" y="14798"/>
                    <a:pt x="7180" y="14822"/>
                  </a:cubicBezTo>
                  <a:cubicBezTo>
                    <a:pt x="7287" y="14827"/>
                    <a:pt x="7393" y="14829"/>
                    <a:pt x="7499" y="14829"/>
                  </a:cubicBezTo>
                  <a:cubicBezTo>
                    <a:pt x="8719" y="14829"/>
                    <a:pt x="9927" y="14523"/>
                    <a:pt x="11029" y="13924"/>
                  </a:cubicBezTo>
                  <a:cubicBezTo>
                    <a:pt x="11732" y="13540"/>
                    <a:pt x="12359" y="13055"/>
                    <a:pt x="12892" y="12488"/>
                  </a:cubicBezTo>
                  <a:cubicBezTo>
                    <a:pt x="13548" y="11791"/>
                    <a:pt x="14063" y="10968"/>
                    <a:pt x="14408" y="10057"/>
                  </a:cubicBezTo>
                  <a:cubicBezTo>
                    <a:pt x="14476" y="9878"/>
                    <a:pt x="14538" y="9697"/>
                    <a:pt x="14593" y="9511"/>
                  </a:cubicBezTo>
                  <a:cubicBezTo>
                    <a:pt x="14869" y="8576"/>
                    <a:pt x="14956" y="7617"/>
                    <a:pt x="14862" y="6675"/>
                  </a:cubicBezTo>
                  <a:cubicBezTo>
                    <a:pt x="14764" y="5704"/>
                    <a:pt x="14473" y="4753"/>
                    <a:pt x="13992" y="3871"/>
                  </a:cubicBezTo>
                  <a:cubicBezTo>
                    <a:pt x="13045" y="2133"/>
                    <a:pt x="11478" y="866"/>
                    <a:pt x="9580" y="308"/>
                  </a:cubicBezTo>
                  <a:cubicBezTo>
                    <a:pt x="8886" y="102"/>
                    <a:pt x="8177" y="1"/>
                    <a:pt x="74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1350;p38">
              <a:extLst>
                <a:ext uri="{FF2B5EF4-FFF2-40B4-BE49-F238E27FC236}">
                  <a16:creationId xmlns:a16="http://schemas.microsoft.com/office/drawing/2014/main" id="{14499994-2A32-778D-A2DD-C751253F1167}"/>
                </a:ext>
              </a:extLst>
            </p:cNvPr>
            <p:cNvSpPr/>
            <p:nvPr/>
          </p:nvSpPr>
          <p:spPr>
            <a:xfrm>
              <a:off x="955950" y="3014000"/>
              <a:ext cx="322075" cy="243325"/>
            </a:xfrm>
            <a:custGeom>
              <a:avLst/>
              <a:gdLst/>
              <a:ahLst/>
              <a:cxnLst/>
              <a:rect l="l" t="t" r="r" b="b"/>
              <a:pathLst>
                <a:path w="12883" h="9733" extrusionOk="0">
                  <a:moveTo>
                    <a:pt x="3142" y="1"/>
                  </a:moveTo>
                  <a:cubicBezTo>
                    <a:pt x="2706" y="143"/>
                    <a:pt x="2278" y="325"/>
                    <a:pt x="1866" y="550"/>
                  </a:cubicBezTo>
                  <a:cubicBezTo>
                    <a:pt x="1160" y="934"/>
                    <a:pt x="533" y="1420"/>
                    <a:pt x="0" y="1989"/>
                  </a:cubicBezTo>
                  <a:cubicBezTo>
                    <a:pt x="1987" y="2330"/>
                    <a:pt x="3102" y="4234"/>
                    <a:pt x="5854" y="7636"/>
                  </a:cubicBezTo>
                  <a:cubicBezTo>
                    <a:pt x="7322" y="9450"/>
                    <a:pt x="9414" y="9732"/>
                    <a:pt x="11150" y="9732"/>
                  </a:cubicBezTo>
                  <a:cubicBezTo>
                    <a:pt x="11570" y="9732"/>
                    <a:pt x="11970" y="9716"/>
                    <a:pt x="12334" y="9700"/>
                  </a:cubicBezTo>
                  <a:cubicBezTo>
                    <a:pt x="12402" y="9521"/>
                    <a:pt x="12464" y="9340"/>
                    <a:pt x="12519" y="9154"/>
                  </a:cubicBezTo>
                  <a:cubicBezTo>
                    <a:pt x="12795" y="8219"/>
                    <a:pt x="12882" y="7260"/>
                    <a:pt x="12788" y="6318"/>
                  </a:cubicBezTo>
                  <a:lnTo>
                    <a:pt x="12788" y="6318"/>
                  </a:lnTo>
                  <a:cubicBezTo>
                    <a:pt x="12347" y="6461"/>
                    <a:pt x="11859" y="6586"/>
                    <a:pt x="11310" y="6586"/>
                  </a:cubicBezTo>
                  <a:cubicBezTo>
                    <a:pt x="10080" y="6586"/>
                    <a:pt x="8543" y="5958"/>
                    <a:pt x="6536" y="3496"/>
                  </a:cubicBezTo>
                  <a:cubicBezTo>
                    <a:pt x="4741" y="1298"/>
                    <a:pt x="3984" y="611"/>
                    <a:pt x="3142" y="1"/>
                  </a:cubicBezTo>
                  <a:close/>
                </a:path>
              </a:pathLst>
            </a:custGeom>
            <a:solidFill>
              <a:srgbClr val="210A26">
                <a:alpha val="33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351;p38">
              <a:extLst>
                <a:ext uri="{FF2B5EF4-FFF2-40B4-BE49-F238E27FC236}">
                  <a16:creationId xmlns:a16="http://schemas.microsoft.com/office/drawing/2014/main" id="{912970F0-5171-FE51-CA10-8ADBA2DC809C}"/>
                </a:ext>
              </a:extLst>
            </p:cNvPr>
            <p:cNvSpPr/>
            <p:nvPr/>
          </p:nvSpPr>
          <p:spPr>
            <a:xfrm>
              <a:off x="904050" y="3131225"/>
              <a:ext cx="322350" cy="244600"/>
            </a:xfrm>
            <a:custGeom>
              <a:avLst/>
              <a:gdLst/>
              <a:ahLst/>
              <a:cxnLst/>
              <a:rect l="l" t="t" r="r" b="b"/>
              <a:pathLst>
                <a:path w="12894" h="9784" extrusionOk="0">
                  <a:moveTo>
                    <a:pt x="464" y="1"/>
                  </a:moveTo>
                  <a:cubicBezTo>
                    <a:pt x="434" y="91"/>
                    <a:pt x="404" y="182"/>
                    <a:pt x="379" y="274"/>
                  </a:cubicBezTo>
                  <a:cubicBezTo>
                    <a:pt x="80" y="1283"/>
                    <a:pt x="1" y="2324"/>
                    <a:pt x="135" y="3336"/>
                  </a:cubicBezTo>
                  <a:cubicBezTo>
                    <a:pt x="151" y="3336"/>
                    <a:pt x="167" y="3336"/>
                    <a:pt x="183" y="3336"/>
                  </a:cubicBezTo>
                  <a:cubicBezTo>
                    <a:pt x="1067" y="3336"/>
                    <a:pt x="2270" y="3791"/>
                    <a:pt x="4523" y="7436"/>
                  </a:cubicBezTo>
                  <a:cubicBezTo>
                    <a:pt x="5137" y="8429"/>
                    <a:pt x="6284" y="9484"/>
                    <a:pt x="7182" y="9776"/>
                  </a:cubicBezTo>
                  <a:cubicBezTo>
                    <a:pt x="7289" y="9781"/>
                    <a:pt x="7395" y="9783"/>
                    <a:pt x="7501" y="9783"/>
                  </a:cubicBezTo>
                  <a:cubicBezTo>
                    <a:pt x="8721" y="9783"/>
                    <a:pt x="9929" y="9477"/>
                    <a:pt x="11031" y="8878"/>
                  </a:cubicBezTo>
                  <a:cubicBezTo>
                    <a:pt x="11734" y="8494"/>
                    <a:pt x="12361" y="8009"/>
                    <a:pt x="12894" y="7442"/>
                  </a:cubicBezTo>
                  <a:lnTo>
                    <a:pt x="12894" y="7442"/>
                  </a:lnTo>
                  <a:cubicBezTo>
                    <a:pt x="11917" y="7834"/>
                    <a:pt x="11100" y="8005"/>
                    <a:pt x="10396" y="8005"/>
                  </a:cubicBezTo>
                  <a:cubicBezTo>
                    <a:pt x="8181" y="8005"/>
                    <a:pt x="7093" y="6308"/>
                    <a:pt x="5720" y="4433"/>
                  </a:cubicBezTo>
                  <a:cubicBezTo>
                    <a:pt x="3323" y="1161"/>
                    <a:pt x="1324" y="419"/>
                    <a:pt x="464" y="1"/>
                  </a:cubicBezTo>
                  <a:close/>
                </a:path>
              </a:pathLst>
            </a:custGeom>
            <a:solidFill>
              <a:srgbClr val="4869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352;p38">
              <a:extLst>
                <a:ext uri="{FF2B5EF4-FFF2-40B4-BE49-F238E27FC236}">
                  <a16:creationId xmlns:a16="http://schemas.microsoft.com/office/drawing/2014/main" id="{3822F28D-1D0A-283A-13E9-5D1E20A31B85}"/>
                </a:ext>
              </a:extLst>
            </p:cNvPr>
            <p:cNvSpPr/>
            <p:nvPr/>
          </p:nvSpPr>
          <p:spPr>
            <a:xfrm>
              <a:off x="914150" y="3005100"/>
              <a:ext cx="363225" cy="255500"/>
            </a:xfrm>
            <a:custGeom>
              <a:avLst/>
              <a:gdLst/>
              <a:ahLst/>
              <a:cxnLst/>
              <a:rect l="l" t="t" r="r" b="b"/>
              <a:pathLst>
                <a:path w="14529" h="10220" extrusionOk="0">
                  <a:moveTo>
                    <a:pt x="7072" y="0"/>
                  </a:moveTo>
                  <a:cubicBezTo>
                    <a:pt x="5850" y="0"/>
                    <a:pt x="4641" y="306"/>
                    <a:pt x="3538" y="907"/>
                  </a:cubicBezTo>
                  <a:cubicBezTo>
                    <a:pt x="3510" y="922"/>
                    <a:pt x="3485" y="937"/>
                    <a:pt x="3457" y="951"/>
                  </a:cubicBezTo>
                  <a:cubicBezTo>
                    <a:pt x="3402" y="982"/>
                    <a:pt x="3349" y="1012"/>
                    <a:pt x="3297" y="1045"/>
                  </a:cubicBezTo>
                  <a:cubicBezTo>
                    <a:pt x="3216" y="1092"/>
                    <a:pt x="3139" y="1140"/>
                    <a:pt x="3061" y="1188"/>
                  </a:cubicBezTo>
                  <a:cubicBezTo>
                    <a:pt x="3010" y="1222"/>
                    <a:pt x="2960" y="1256"/>
                    <a:pt x="2908" y="1290"/>
                  </a:cubicBezTo>
                  <a:cubicBezTo>
                    <a:pt x="2782" y="1376"/>
                    <a:pt x="2659" y="1465"/>
                    <a:pt x="2540" y="1558"/>
                  </a:cubicBezTo>
                  <a:cubicBezTo>
                    <a:pt x="2299" y="1744"/>
                    <a:pt x="2071" y="1943"/>
                    <a:pt x="1858" y="2154"/>
                  </a:cubicBezTo>
                  <a:cubicBezTo>
                    <a:pt x="1814" y="2196"/>
                    <a:pt x="1772" y="2240"/>
                    <a:pt x="1730" y="2284"/>
                  </a:cubicBezTo>
                  <a:cubicBezTo>
                    <a:pt x="1023" y="3020"/>
                    <a:pt x="474" y="3901"/>
                    <a:pt x="118" y="4881"/>
                  </a:cubicBezTo>
                  <a:cubicBezTo>
                    <a:pt x="109" y="4908"/>
                    <a:pt x="97" y="4938"/>
                    <a:pt x="88" y="4967"/>
                  </a:cubicBezTo>
                  <a:cubicBezTo>
                    <a:pt x="57" y="5054"/>
                    <a:pt x="28" y="5141"/>
                    <a:pt x="0" y="5230"/>
                  </a:cubicBezTo>
                  <a:cubicBezTo>
                    <a:pt x="643" y="3653"/>
                    <a:pt x="1800" y="2355"/>
                    <a:pt x="3315" y="1529"/>
                  </a:cubicBezTo>
                  <a:cubicBezTo>
                    <a:pt x="4417" y="929"/>
                    <a:pt x="5626" y="624"/>
                    <a:pt x="6848" y="624"/>
                  </a:cubicBezTo>
                  <a:cubicBezTo>
                    <a:pt x="7552" y="624"/>
                    <a:pt x="8261" y="725"/>
                    <a:pt x="8956" y="930"/>
                  </a:cubicBezTo>
                  <a:cubicBezTo>
                    <a:pt x="10853" y="1489"/>
                    <a:pt x="12420" y="2755"/>
                    <a:pt x="13367" y="4493"/>
                  </a:cubicBezTo>
                  <a:cubicBezTo>
                    <a:pt x="14315" y="6231"/>
                    <a:pt x="14528" y="8234"/>
                    <a:pt x="13968" y="10134"/>
                  </a:cubicBezTo>
                  <a:cubicBezTo>
                    <a:pt x="13960" y="10163"/>
                    <a:pt x="13952" y="10192"/>
                    <a:pt x="13942" y="10220"/>
                  </a:cubicBezTo>
                  <a:cubicBezTo>
                    <a:pt x="13943" y="10216"/>
                    <a:pt x="13945" y="10211"/>
                    <a:pt x="13948" y="10207"/>
                  </a:cubicBezTo>
                  <a:cubicBezTo>
                    <a:pt x="13982" y="10121"/>
                    <a:pt x="14015" y="10035"/>
                    <a:pt x="14047" y="9948"/>
                  </a:cubicBezTo>
                  <a:cubicBezTo>
                    <a:pt x="14099" y="9804"/>
                    <a:pt x="14147" y="9657"/>
                    <a:pt x="14191" y="9510"/>
                  </a:cubicBezTo>
                  <a:cubicBezTo>
                    <a:pt x="14231" y="9373"/>
                    <a:pt x="14267" y="9234"/>
                    <a:pt x="14300" y="9095"/>
                  </a:cubicBezTo>
                  <a:cubicBezTo>
                    <a:pt x="14326" y="8984"/>
                    <a:pt x="14349" y="8874"/>
                    <a:pt x="14370" y="8763"/>
                  </a:cubicBezTo>
                  <a:cubicBezTo>
                    <a:pt x="14422" y="8485"/>
                    <a:pt x="14459" y="8205"/>
                    <a:pt x="14478" y="7924"/>
                  </a:cubicBezTo>
                  <a:cubicBezTo>
                    <a:pt x="14480" y="7897"/>
                    <a:pt x="14481" y="7869"/>
                    <a:pt x="14483" y="7840"/>
                  </a:cubicBezTo>
                  <a:cubicBezTo>
                    <a:pt x="14489" y="7729"/>
                    <a:pt x="14494" y="7617"/>
                    <a:pt x="14496" y="7506"/>
                  </a:cubicBezTo>
                  <a:cubicBezTo>
                    <a:pt x="14496" y="7478"/>
                    <a:pt x="14496" y="7449"/>
                    <a:pt x="14496" y="7422"/>
                  </a:cubicBezTo>
                  <a:cubicBezTo>
                    <a:pt x="14496" y="7338"/>
                    <a:pt x="14496" y="7254"/>
                    <a:pt x="14493" y="7171"/>
                  </a:cubicBezTo>
                  <a:cubicBezTo>
                    <a:pt x="14491" y="7142"/>
                    <a:pt x="14491" y="7115"/>
                    <a:pt x="14489" y="7087"/>
                  </a:cubicBezTo>
                  <a:cubicBezTo>
                    <a:pt x="14485" y="6976"/>
                    <a:pt x="14477" y="6865"/>
                    <a:pt x="14467" y="6753"/>
                  </a:cubicBezTo>
                  <a:cubicBezTo>
                    <a:pt x="14462" y="6698"/>
                    <a:pt x="14457" y="6642"/>
                    <a:pt x="14451" y="6587"/>
                  </a:cubicBezTo>
                  <a:cubicBezTo>
                    <a:pt x="14444" y="6532"/>
                    <a:pt x="14438" y="6477"/>
                    <a:pt x="14430" y="6422"/>
                  </a:cubicBezTo>
                  <a:cubicBezTo>
                    <a:pt x="14426" y="6393"/>
                    <a:pt x="14422" y="6365"/>
                    <a:pt x="14418" y="6338"/>
                  </a:cubicBezTo>
                  <a:cubicBezTo>
                    <a:pt x="14394" y="6173"/>
                    <a:pt x="14363" y="6008"/>
                    <a:pt x="14328" y="5845"/>
                  </a:cubicBezTo>
                  <a:cubicBezTo>
                    <a:pt x="14310" y="5763"/>
                    <a:pt x="14291" y="5681"/>
                    <a:pt x="14271" y="5600"/>
                  </a:cubicBezTo>
                  <a:cubicBezTo>
                    <a:pt x="14257" y="5547"/>
                    <a:pt x="14242" y="5492"/>
                    <a:pt x="14228" y="5438"/>
                  </a:cubicBezTo>
                  <a:cubicBezTo>
                    <a:pt x="14213" y="5385"/>
                    <a:pt x="14197" y="5330"/>
                    <a:pt x="14181" y="5277"/>
                  </a:cubicBezTo>
                  <a:cubicBezTo>
                    <a:pt x="14165" y="5223"/>
                    <a:pt x="14147" y="5170"/>
                    <a:pt x="14129" y="5117"/>
                  </a:cubicBezTo>
                  <a:cubicBezTo>
                    <a:pt x="13990" y="4690"/>
                    <a:pt x="13809" y="4274"/>
                    <a:pt x="13590" y="3870"/>
                  </a:cubicBezTo>
                  <a:cubicBezTo>
                    <a:pt x="12643" y="2132"/>
                    <a:pt x="11076" y="867"/>
                    <a:pt x="9178" y="307"/>
                  </a:cubicBezTo>
                  <a:cubicBezTo>
                    <a:pt x="8484" y="102"/>
                    <a:pt x="7776" y="0"/>
                    <a:pt x="7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353;p38">
              <a:extLst>
                <a:ext uri="{FF2B5EF4-FFF2-40B4-BE49-F238E27FC236}">
                  <a16:creationId xmlns:a16="http://schemas.microsoft.com/office/drawing/2014/main" id="{337493BE-CE2E-4460-EFE9-154EB32725D6}"/>
                </a:ext>
              </a:extLst>
            </p:cNvPr>
            <p:cNvSpPr/>
            <p:nvPr/>
          </p:nvSpPr>
          <p:spPr>
            <a:xfrm>
              <a:off x="1636450" y="4014550"/>
              <a:ext cx="67475" cy="29300"/>
            </a:xfrm>
            <a:custGeom>
              <a:avLst/>
              <a:gdLst/>
              <a:ahLst/>
              <a:cxnLst/>
              <a:rect l="l" t="t" r="r" b="b"/>
              <a:pathLst>
                <a:path w="2699" h="1172" extrusionOk="0">
                  <a:moveTo>
                    <a:pt x="1" y="0"/>
                  </a:moveTo>
                  <a:lnTo>
                    <a:pt x="1" y="1170"/>
                  </a:lnTo>
                  <a:cubicBezTo>
                    <a:pt x="7" y="1170"/>
                    <a:pt x="14" y="1170"/>
                    <a:pt x="20" y="1171"/>
                  </a:cubicBezTo>
                  <a:lnTo>
                    <a:pt x="2677" y="1171"/>
                  </a:lnTo>
                  <a:cubicBezTo>
                    <a:pt x="2684" y="1171"/>
                    <a:pt x="2692" y="1170"/>
                    <a:pt x="2698" y="1170"/>
                  </a:cubicBezTo>
                  <a:lnTo>
                    <a:pt x="26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354;p38">
              <a:extLst>
                <a:ext uri="{FF2B5EF4-FFF2-40B4-BE49-F238E27FC236}">
                  <a16:creationId xmlns:a16="http://schemas.microsoft.com/office/drawing/2014/main" id="{320CA8C3-451B-4349-7338-2A8E1803B547}"/>
                </a:ext>
              </a:extLst>
            </p:cNvPr>
            <p:cNvSpPr/>
            <p:nvPr/>
          </p:nvSpPr>
          <p:spPr>
            <a:xfrm>
              <a:off x="1570875" y="3883800"/>
              <a:ext cx="198875" cy="144300"/>
            </a:xfrm>
            <a:custGeom>
              <a:avLst/>
              <a:gdLst/>
              <a:ahLst/>
              <a:cxnLst/>
              <a:rect l="l" t="t" r="r" b="b"/>
              <a:pathLst>
                <a:path w="7955" h="5772" extrusionOk="0">
                  <a:moveTo>
                    <a:pt x="1" y="0"/>
                  </a:moveTo>
                  <a:lnTo>
                    <a:pt x="70" y="601"/>
                  </a:lnTo>
                  <a:lnTo>
                    <a:pt x="86" y="745"/>
                  </a:lnTo>
                  <a:lnTo>
                    <a:pt x="177" y="1533"/>
                  </a:lnTo>
                  <a:lnTo>
                    <a:pt x="196" y="1699"/>
                  </a:lnTo>
                  <a:lnTo>
                    <a:pt x="267" y="2320"/>
                  </a:lnTo>
                  <a:lnTo>
                    <a:pt x="287" y="2491"/>
                  </a:lnTo>
                  <a:lnTo>
                    <a:pt x="299" y="2601"/>
                  </a:lnTo>
                  <a:lnTo>
                    <a:pt x="320" y="2774"/>
                  </a:lnTo>
                  <a:lnTo>
                    <a:pt x="353" y="3061"/>
                  </a:lnTo>
                  <a:lnTo>
                    <a:pt x="372" y="3224"/>
                  </a:lnTo>
                  <a:lnTo>
                    <a:pt x="540" y="4692"/>
                  </a:lnTo>
                  <a:cubicBezTo>
                    <a:pt x="611" y="5308"/>
                    <a:pt x="1131" y="5771"/>
                    <a:pt x="1750" y="5771"/>
                  </a:cubicBezTo>
                  <a:lnTo>
                    <a:pt x="6189" y="5771"/>
                  </a:lnTo>
                  <a:cubicBezTo>
                    <a:pt x="6806" y="5771"/>
                    <a:pt x="7324" y="5310"/>
                    <a:pt x="7399" y="4697"/>
                  </a:cubicBezTo>
                  <a:lnTo>
                    <a:pt x="7550" y="3408"/>
                  </a:lnTo>
                  <a:lnTo>
                    <a:pt x="7568" y="3265"/>
                  </a:lnTo>
                  <a:lnTo>
                    <a:pt x="7793" y="1365"/>
                  </a:lnTo>
                  <a:lnTo>
                    <a:pt x="7809" y="1239"/>
                  </a:lnTo>
                  <a:lnTo>
                    <a:pt x="7830" y="1055"/>
                  </a:lnTo>
                  <a:lnTo>
                    <a:pt x="7844" y="929"/>
                  </a:lnTo>
                  <a:lnTo>
                    <a:pt x="7945" y="86"/>
                  </a:lnTo>
                  <a:lnTo>
                    <a:pt x="79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355;p38">
              <a:extLst>
                <a:ext uri="{FF2B5EF4-FFF2-40B4-BE49-F238E27FC236}">
                  <a16:creationId xmlns:a16="http://schemas.microsoft.com/office/drawing/2014/main" id="{2E4596FA-2999-AAE8-2160-414AB8195D56}"/>
                </a:ext>
              </a:extLst>
            </p:cNvPr>
            <p:cNvSpPr/>
            <p:nvPr/>
          </p:nvSpPr>
          <p:spPr>
            <a:xfrm>
              <a:off x="1645300" y="3883800"/>
              <a:ext cx="124450" cy="38225"/>
            </a:xfrm>
            <a:custGeom>
              <a:avLst/>
              <a:gdLst/>
              <a:ahLst/>
              <a:cxnLst/>
              <a:rect l="l" t="t" r="r" b="b"/>
              <a:pathLst>
                <a:path w="4978" h="1529" extrusionOk="0">
                  <a:moveTo>
                    <a:pt x="1" y="0"/>
                  </a:moveTo>
                  <a:cubicBezTo>
                    <a:pt x="605" y="890"/>
                    <a:pt x="1568" y="1528"/>
                    <a:pt x="2665" y="1528"/>
                  </a:cubicBezTo>
                  <a:cubicBezTo>
                    <a:pt x="2729" y="1528"/>
                    <a:pt x="2792" y="1526"/>
                    <a:pt x="2856" y="1522"/>
                  </a:cubicBezTo>
                  <a:cubicBezTo>
                    <a:pt x="3777" y="1460"/>
                    <a:pt x="4609" y="898"/>
                    <a:pt x="4968" y="86"/>
                  </a:cubicBezTo>
                  <a:lnTo>
                    <a:pt x="4977" y="0"/>
                  </a:lnTo>
                  <a:lnTo>
                    <a:pt x="4858" y="0"/>
                  </a:lnTo>
                  <a:cubicBezTo>
                    <a:pt x="4507" y="829"/>
                    <a:pt x="3638" y="1378"/>
                    <a:pt x="2706" y="1391"/>
                  </a:cubicBezTo>
                  <a:cubicBezTo>
                    <a:pt x="2693" y="1391"/>
                    <a:pt x="2681" y="1391"/>
                    <a:pt x="2668" y="1391"/>
                  </a:cubicBezTo>
                  <a:cubicBezTo>
                    <a:pt x="1639" y="1391"/>
                    <a:pt x="748" y="812"/>
                    <a:pt x="169" y="0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356;p38">
              <a:extLst>
                <a:ext uri="{FF2B5EF4-FFF2-40B4-BE49-F238E27FC236}">
                  <a16:creationId xmlns:a16="http://schemas.microsoft.com/office/drawing/2014/main" id="{A9A1D82B-048C-964F-AE7D-EE0EB0A7B537}"/>
                </a:ext>
              </a:extLst>
            </p:cNvPr>
            <p:cNvSpPr/>
            <p:nvPr/>
          </p:nvSpPr>
          <p:spPr>
            <a:xfrm>
              <a:off x="1575275" y="3883800"/>
              <a:ext cx="32375" cy="42500"/>
            </a:xfrm>
            <a:custGeom>
              <a:avLst/>
              <a:gdLst/>
              <a:ahLst/>
              <a:cxnLst/>
              <a:rect l="l" t="t" r="r" b="b"/>
              <a:pathLst>
                <a:path w="1295" h="1700" extrusionOk="0">
                  <a:moveTo>
                    <a:pt x="1167" y="0"/>
                  </a:moveTo>
                  <a:cubicBezTo>
                    <a:pt x="1143" y="701"/>
                    <a:pt x="618" y="1189"/>
                    <a:pt x="1" y="1533"/>
                  </a:cubicBezTo>
                  <a:lnTo>
                    <a:pt x="20" y="1699"/>
                  </a:lnTo>
                  <a:cubicBezTo>
                    <a:pt x="270" y="1569"/>
                    <a:pt x="505" y="1410"/>
                    <a:pt x="707" y="1210"/>
                  </a:cubicBezTo>
                  <a:cubicBezTo>
                    <a:pt x="1038" y="884"/>
                    <a:pt x="1265" y="457"/>
                    <a:pt x="1295" y="0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357;p38">
              <a:extLst>
                <a:ext uri="{FF2B5EF4-FFF2-40B4-BE49-F238E27FC236}">
                  <a16:creationId xmlns:a16="http://schemas.microsoft.com/office/drawing/2014/main" id="{BF2C574C-F7E1-A190-BB69-293444A6E3A5}"/>
                </a:ext>
              </a:extLst>
            </p:cNvPr>
            <p:cNvSpPr/>
            <p:nvPr/>
          </p:nvSpPr>
          <p:spPr>
            <a:xfrm>
              <a:off x="1672850" y="3955275"/>
              <a:ext cx="87250" cy="72825"/>
            </a:xfrm>
            <a:custGeom>
              <a:avLst/>
              <a:gdLst/>
              <a:ahLst/>
              <a:cxnLst/>
              <a:rect l="l" t="t" r="r" b="b"/>
              <a:pathLst>
                <a:path w="3490" h="2913" extrusionOk="0">
                  <a:moveTo>
                    <a:pt x="2235" y="0"/>
                  </a:moveTo>
                  <a:cubicBezTo>
                    <a:pt x="2227" y="0"/>
                    <a:pt x="2219" y="0"/>
                    <a:pt x="2211" y="0"/>
                  </a:cubicBezTo>
                  <a:cubicBezTo>
                    <a:pt x="1152" y="13"/>
                    <a:pt x="296" y="829"/>
                    <a:pt x="78" y="1842"/>
                  </a:cubicBezTo>
                  <a:cubicBezTo>
                    <a:pt x="0" y="2203"/>
                    <a:pt x="11" y="2565"/>
                    <a:pt x="92" y="2912"/>
                  </a:cubicBezTo>
                  <a:lnTo>
                    <a:pt x="228" y="2912"/>
                  </a:lnTo>
                  <a:cubicBezTo>
                    <a:pt x="84" y="2323"/>
                    <a:pt x="150" y="1690"/>
                    <a:pt x="494" y="1129"/>
                  </a:cubicBezTo>
                  <a:cubicBezTo>
                    <a:pt x="813" y="611"/>
                    <a:pt x="1331" y="234"/>
                    <a:pt x="1938" y="146"/>
                  </a:cubicBezTo>
                  <a:cubicBezTo>
                    <a:pt x="2038" y="131"/>
                    <a:pt x="2138" y="123"/>
                    <a:pt x="2238" y="123"/>
                  </a:cubicBezTo>
                  <a:cubicBezTo>
                    <a:pt x="2684" y="123"/>
                    <a:pt x="3124" y="270"/>
                    <a:pt x="3471" y="549"/>
                  </a:cubicBezTo>
                  <a:lnTo>
                    <a:pt x="3489" y="406"/>
                  </a:lnTo>
                  <a:cubicBezTo>
                    <a:pt x="3130" y="139"/>
                    <a:pt x="2687" y="0"/>
                    <a:pt x="2235" y="0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358;p38">
              <a:extLst>
                <a:ext uri="{FF2B5EF4-FFF2-40B4-BE49-F238E27FC236}">
                  <a16:creationId xmlns:a16="http://schemas.microsoft.com/office/drawing/2014/main" id="{5E71C2CF-3B2F-2A02-DBFD-1B7773DBBF64}"/>
                </a:ext>
              </a:extLst>
            </p:cNvPr>
            <p:cNvSpPr/>
            <p:nvPr/>
          </p:nvSpPr>
          <p:spPr>
            <a:xfrm>
              <a:off x="1579675" y="3926250"/>
              <a:ext cx="78650" cy="101850"/>
            </a:xfrm>
            <a:custGeom>
              <a:avLst/>
              <a:gdLst/>
              <a:ahLst/>
              <a:cxnLst/>
              <a:rect l="l" t="t" r="r" b="b"/>
              <a:pathLst>
                <a:path w="3146" h="4074" extrusionOk="0">
                  <a:moveTo>
                    <a:pt x="2156" y="1"/>
                  </a:moveTo>
                  <a:cubicBezTo>
                    <a:pt x="1664" y="1"/>
                    <a:pt x="1133" y="394"/>
                    <a:pt x="783" y="656"/>
                  </a:cubicBezTo>
                  <a:cubicBezTo>
                    <a:pt x="500" y="866"/>
                    <a:pt x="238" y="1103"/>
                    <a:pt x="1" y="1363"/>
                  </a:cubicBezTo>
                  <a:lnTo>
                    <a:pt x="20" y="1526"/>
                  </a:lnTo>
                  <a:cubicBezTo>
                    <a:pt x="296" y="1210"/>
                    <a:pt x="610" y="927"/>
                    <a:pt x="954" y="683"/>
                  </a:cubicBezTo>
                  <a:cubicBezTo>
                    <a:pt x="1262" y="464"/>
                    <a:pt x="1742" y="128"/>
                    <a:pt x="2163" y="128"/>
                  </a:cubicBezTo>
                  <a:cubicBezTo>
                    <a:pt x="2350" y="128"/>
                    <a:pt x="2526" y="195"/>
                    <a:pt x="2669" y="368"/>
                  </a:cubicBezTo>
                  <a:cubicBezTo>
                    <a:pt x="3000" y="767"/>
                    <a:pt x="3023" y="1408"/>
                    <a:pt x="2989" y="1901"/>
                  </a:cubicBezTo>
                  <a:cubicBezTo>
                    <a:pt x="2934" y="2697"/>
                    <a:pt x="2616" y="3468"/>
                    <a:pt x="2102" y="4073"/>
                  </a:cubicBezTo>
                  <a:lnTo>
                    <a:pt x="2262" y="4073"/>
                  </a:lnTo>
                  <a:cubicBezTo>
                    <a:pt x="2472" y="3813"/>
                    <a:pt x="2648" y="3524"/>
                    <a:pt x="2784" y="3216"/>
                  </a:cubicBezTo>
                  <a:cubicBezTo>
                    <a:pt x="3025" y="2673"/>
                    <a:pt x="3146" y="2074"/>
                    <a:pt x="3117" y="1479"/>
                  </a:cubicBezTo>
                  <a:cubicBezTo>
                    <a:pt x="3094" y="995"/>
                    <a:pt x="2994" y="312"/>
                    <a:pt x="2500" y="76"/>
                  </a:cubicBezTo>
                  <a:cubicBezTo>
                    <a:pt x="2389" y="23"/>
                    <a:pt x="2274" y="1"/>
                    <a:pt x="2156" y="1"/>
                  </a:cubicBezTo>
                  <a:close/>
                </a:path>
              </a:pathLst>
            </a:custGeom>
            <a:solidFill>
              <a:srgbClr val="210A26">
                <a:alpha val="255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359;p38">
              <a:extLst>
                <a:ext uri="{FF2B5EF4-FFF2-40B4-BE49-F238E27FC236}">
                  <a16:creationId xmlns:a16="http://schemas.microsoft.com/office/drawing/2014/main" id="{A8C9FF0D-EAC1-B8F5-0561-0BD47E94B9B3}"/>
                </a:ext>
              </a:extLst>
            </p:cNvPr>
            <p:cNvSpPr/>
            <p:nvPr/>
          </p:nvSpPr>
          <p:spPr>
            <a:xfrm>
              <a:off x="1570875" y="3876875"/>
              <a:ext cx="198900" cy="13850"/>
            </a:xfrm>
            <a:custGeom>
              <a:avLst/>
              <a:gdLst/>
              <a:ahLst/>
              <a:cxnLst/>
              <a:rect l="l" t="t" r="r" b="b"/>
              <a:pathLst>
                <a:path w="7956" h="554" extrusionOk="0">
                  <a:moveTo>
                    <a:pt x="3977" y="1"/>
                  </a:moveTo>
                  <a:cubicBezTo>
                    <a:pt x="1781" y="1"/>
                    <a:pt x="1" y="124"/>
                    <a:pt x="1" y="277"/>
                  </a:cubicBezTo>
                  <a:cubicBezTo>
                    <a:pt x="1" y="429"/>
                    <a:pt x="1781" y="553"/>
                    <a:pt x="3977" y="553"/>
                  </a:cubicBezTo>
                  <a:cubicBezTo>
                    <a:pt x="6174" y="553"/>
                    <a:pt x="7956" y="429"/>
                    <a:pt x="7956" y="277"/>
                  </a:cubicBezTo>
                  <a:cubicBezTo>
                    <a:pt x="7956" y="124"/>
                    <a:pt x="6174" y="1"/>
                    <a:pt x="39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360;p38">
              <a:extLst>
                <a:ext uri="{FF2B5EF4-FFF2-40B4-BE49-F238E27FC236}">
                  <a16:creationId xmlns:a16="http://schemas.microsoft.com/office/drawing/2014/main" id="{4962550F-1F5B-816D-27FB-FA7675F70149}"/>
                </a:ext>
              </a:extLst>
            </p:cNvPr>
            <p:cNvSpPr/>
            <p:nvPr/>
          </p:nvSpPr>
          <p:spPr>
            <a:xfrm>
              <a:off x="1533275" y="3375825"/>
              <a:ext cx="180100" cy="271825"/>
            </a:xfrm>
            <a:custGeom>
              <a:avLst/>
              <a:gdLst/>
              <a:ahLst/>
              <a:cxnLst/>
              <a:rect l="l" t="t" r="r" b="b"/>
              <a:pathLst>
                <a:path w="7204" h="10873" extrusionOk="0">
                  <a:moveTo>
                    <a:pt x="1321" y="5372"/>
                  </a:moveTo>
                  <a:cubicBezTo>
                    <a:pt x="1912" y="5372"/>
                    <a:pt x="2551" y="6003"/>
                    <a:pt x="2551" y="6003"/>
                  </a:cubicBezTo>
                  <a:cubicBezTo>
                    <a:pt x="2976" y="6339"/>
                    <a:pt x="2401" y="6710"/>
                    <a:pt x="2063" y="6788"/>
                  </a:cubicBezTo>
                  <a:lnTo>
                    <a:pt x="2063" y="6790"/>
                  </a:lnTo>
                  <a:cubicBezTo>
                    <a:pt x="2047" y="6793"/>
                    <a:pt x="2028" y="6795"/>
                    <a:pt x="2007" y="6795"/>
                  </a:cubicBezTo>
                  <a:cubicBezTo>
                    <a:pt x="1586" y="6795"/>
                    <a:pt x="239" y="6077"/>
                    <a:pt x="860" y="5541"/>
                  </a:cubicBezTo>
                  <a:cubicBezTo>
                    <a:pt x="1001" y="5420"/>
                    <a:pt x="1159" y="5372"/>
                    <a:pt x="1321" y="5372"/>
                  </a:cubicBezTo>
                  <a:close/>
                  <a:moveTo>
                    <a:pt x="4977" y="8700"/>
                  </a:moveTo>
                  <a:cubicBezTo>
                    <a:pt x="5015" y="8700"/>
                    <a:pt x="5056" y="8705"/>
                    <a:pt x="5100" y="8715"/>
                  </a:cubicBezTo>
                  <a:cubicBezTo>
                    <a:pt x="5661" y="8843"/>
                    <a:pt x="5002" y="9770"/>
                    <a:pt x="4779" y="9828"/>
                  </a:cubicBezTo>
                  <a:cubicBezTo>
                    <a:pt x="4753" y="9834"/>
                    <a:pt x="4727" y="9838"/>
                    <a:pt x="4701" y="9838"/>
                  </a:cubicBezTo>
                  <a:cubicBezTo>
                    <a:pt x="4496" y="9838"/>
                    <a:pt x="4290" y="9643"/>
                    <a:pt x="4419" y="9350"/>
                  </a:cubicBezTo>
                  <a:cubicBezTo>
                    <a:pt x="4419" y="9350"/>
                    <a:pt x="4520" y="8700"/>
                    <a:pt x="4977" y="8700"/>
                  </a:cubicBezTo>
                  <a:close/>
                  <a:moveTo>
                    <a:pt x="2805" y="1"/>
                  </a:moveTo>
                  <a:cubicBezTo>
                    <a:pt x="2805" y="1"/>
                    <a:pt x="2446" y="493"/>
                    <a:pt x="2000" y="1294"/>
                  </a:cubicBezTo>
                  <a:cubicBezTo>
                    <a:pt x="2561" y="1970"/>
                    <a:pt x="3162" y="2800"/>
                    <a:pt x="2924" y="3011"/>
                  </a:cubicBezTo>
                  <a:cubicBezTo>
                    <a:pt x="2899" y="3034"/>
                    <a:pt x="2866" y="3045"/>
                    <a:pt x="2826" y="3045"/>
                  </a:cubicBezTo>
                  <a:cubicBezTo>
                    <a:pt x="2578" y="3045"/>
                    <a:pt x="2078" y="2622"/>
                    <a:pt x="1569" y="2121"/>
                  </a:cubicBezTo>
                  <a:cubicBezTo>
                    <a:pt x="1015" y="3255"/>
                    <a:pt x="455" y="4733"/>
                    <a:pt x="311" y="6271"/>
                  </a:cubicBezTo>
                  <a:cubicBezTo>
                    <a:pt x="1" y="9537"/>
                    <a:pt x="4167" y="10873"/>
                    <a:pt x="4167" y="10873"/>
                  </a:cubicBezTo>
                  <a:cubicBezTo>
                    <a:pt x="4167" y="10873"/>
                    <a:pt x="7203" y="9067"/>
                    <a:pt x="7200" y="6431"/>
                  </a:cubicBezTo>
                  <a:lnTo>
                    <a:pt x="7200" y="6431"/>
                  </a:lnTo>
                  <a:cubicBezTo>
                    <a:pt x="6576" y="7147"/>
                    <a:pt x="5754" y="7991"/>
                    <a:pt x="5362" y="7991"/>
                  </a:cubicBezTo>
                  <a:cubicBezTo>
                    <a:pt x="5313" y="7991"/>
                    <a:pt x="5270" y="7978"/>
                    <a:pt x="5236" y="7949"/>
                  </a:cubicBezTo>
                  <a:cubicBezTo>
                    <a:pt x="4940" y="7701"/>
                    <a:pt x="5916" y="6030"/>
                    <a:pt x="6777" y="4686"/>
                  </a:cubicBezTo>
                  <a:cubicBezTo>
                    <a:pt x="6439" y="3906"/>
                    <a:pt x="5998" y="3205"/>
                    <a:pt x="5530" y="2601"/>
                  </a:cubicBezTo>
                  <a:cubicBezTo>
                    <a:pt x="5164" y="3266"/>
                    <a:pt x="4722" y="3942"/>
                    <a:pt x="4447" y="3942"/>
                  </a:cubicBezTo>
                  <a:cubicBezTo>
                    <a:pt x="4423" y="3942"/>
                    <a:pt x="4401" y="3938"/>
                    <a:pt x="4380" y="3927"/>
                  </a:cubicBezTo>
                  <a:cubicBezTo>
                    <a:pt x="4112" y="3793"/>
                    <a:pt x="4494" y="2776"/>
                    <a:pt x="4906" y="1858"/>
                  </a:cubicBezTo>
                  <a:cubicBezTo>
                    <a:pt x="3827" y="671"/>
                    <a:pt x="2805" y="1"/>
                    <a:pt x="28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361;p38">
              <a:extLst>
                <a:ext uri="{FF2B5EF4-FFF2-40B4-BE49-F238E27FC236}">
                  <a16:creationId xmlns:a16="http://schemas.microsoft.com/office/drawing/2014/main" id="{FF533628-44C2-B0FF-1704-E9464789F92E}"/>
                </a:ext>
              </a:extLst>
            </p:cNvPr>
            <p:cNvSpPr/>
            <p:nvPr/>
          </p:nvSpPr>
          <p:spPr>
            <a:xfrm>
              <a:off x="1614850" y="3481950"/>
              <a:ext cx="96025" cy="401400"/>
            </a:xfrm>
            <a:custGeom>
              <a:avLst/>
              <a:gdLst/>
              <a:ahLst/>
              <a:cxnLst/>
              <a:rect l="l" t="t" r="r" b="b"/>
              <a:pathLst>
                <a:path w="3841" h="16056" extrusionOk="0">
                  <a:moveTo>
                    <a:pt x="212" y="0"/>
                  </a:moveTo>
                  <a:cubicBezTo>
                    <a:pt x="160" y="0"/>
                    <a:pt x="104" y="33"/>
                    <a:pt x="96" y="99"/>
                  </a:cubicBezTo>
                  <a:cubicBezTo>
                    <a:pt x="1" y="873"/>
                    <a:pt x="68" y="1671"/>
                    <a:pt x="143" y="2444"/>
                  </a:cubicBezTo>
                  <a:cubicBezTo>
                    <a:pt x="251" y="3552"/>
                    <a:pt x="421" y="4654"/>
                    <a:pt x="619" y="5749"/>
                  </a:cubicBezTo>
                  <a:cubicBezTo>
                    <a:pt x="1062" y="8193"/>
                    <a:pt x="1635" y="10626"/>
                    <a:pt x="2406" y="12987"/>
                  </a:cubicBezTo>
                  <a:cubicBezTo>
                    <a:pt x="2742" y="14015"/>
                    <a:pt x="3108" y="15048"/>
                    <a:pt x="3619" y="16005"/>
                  </a:cubicBezTo>
                  <a:cubicBezTo>
                    <a:pt x="3638" y="16041"/>
                    <a:pt x="3669" y="16056"/>
                    <a:pt x="3700" y="16056"/>
                  </a:cubicBezTo>
                  <a:cubicBezTo>
                    <a:pt x="3769" y="16056"/>
                    <a:pt x="3840" y="15981"/>
                    <a:pt x="3797" y="15900"/>
                  </a:cubicBezTo>
                  <a:cubicBezTo>
                    <a:pt x="3349" y="15061"/>
                    <a:pt x="3016" y="14162"/>
                    <a:pt x="2714" y="13262"/>
                  </a:cubicBezTo>
                  <a:cubicBezTo>
                    <a:pt x="2336" y="12143"/>
                    <a:pt x="2015" y="11005"/>
                    <a:pt x="1724" y="9862"/>
                  </a:cubicBezTo>
                  <a:cubicBezTo>
                    <a:pt x="1135" y="7534"/>
                    <a:pt x="644" y="5163"/>
                    <a:pt x="383" y="2774"/>
                  </a:cubicBezTo>
                  <a:cubicBezTo>
                    <a:pt x="288" y="1895"/>
                    <a:pt x="193" y="981"/>
                    <a:pt x="303" y="99"/>
                  </a:cubicBezTo>
                  <a:cubicBezTo>
                    <a:pt x="311" y="33"/>
                    <a:pt x="263" y="0"/>
                    <a:pt x="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362;p38">
              <a:extLst>
                <a:ext uri="{FF2B5EF4-FFF2-40B4-BE49-F238E27FC236}">
                  <a16:creationId xmlns:a16="http://schemas.microsoft.com/office/drawing/2014/main" id="{AD1CCE5F-7902-8803-2FBA-C0F0A3EB3EC8}"/>
                </a:ext>
              </a:extLst>
            </p:cNvPr>
            <p:cNvSpPr/>
            <p:nvPr/>
          </p:nvSpPr>
          <p:spPr>
            <a:xfrm>
              <a:off x="1485200" y="3603450"/>
              <a:ext cx="193875" cy="239975"/>
            </a:xfrm>
            <a:custGeom>
              <a:avLst/>
              <a:gdLst/>
              <a:ahLst/>
              <a:cxnLst/>
              <a:rect l="l" t="t" r="r" b="b"/>
              <a:pathLst>
                <a:path w="7755" h="9599" extrusionOk="0">
                  <a:moveTo>
                    <a:pt x="1501" y="5468"/>
                  </a:moveTo>
                  <a:cubicBezTo>
                    <a:pt x="1970" y="5468"/>
                    <a:pt x="2447" y="5667"/>
                    <a:pt x="2447" y="5667"/>
                  </a:cubicBezTo>
                  <a:cubicBezTo>
                    <a:pt x="2966" y="5821"/>
                    <a:pt x="2568" y="6383"/>
                    <a:pt x="2286" y="6580"/>
                  </a:cubicBezTo>
                  <a:cubicBezTo>
                    <a:pt x="2212" y="6632"/>
                    <a:pt x="2041" y="6661"/>
                    <a:pt x="1836" y="6661"/>
                  </a:cubicBezTo>
                  <a:cubicBezTo>
                    <a:pt x="1259" y="6661"/>
                    <a:pt x="413" y="6434"/>
                    <a:pt x="706" y="5869"/>
                  </a:cubicBezTo>
                  <a:cubicBezTo>
                    <a:pt x="866" y="5560"/>
                    <a:pt x="1182" y="5468"/>
                    <a:pt x="1501" y="5468"/>
                  </a:cubicBezTo>
                  <a:close/>
                  <a:moveTo>
                    <a:pt x="5882" y="7234"/>
                  </a:moveTo>
                  <a:cubicBezTo>
                    <a:pt x="6369" y="7234"/>
                    <a:pt x="6115" y="8262"/>
                    <a:pt x="5936" y="8392"/>
                  </a:cubicBezTo>
                  <a:cubicBezTo>
                    <a:pt x="5881" y="8433"/>
                    <a:pt x="5811" y="8454"/>
                    <a:pt x="5742" y="8454"/>
                  </a:cubicBezTo>
                  <a:cubicBezTo>
                    <a:pt x="5579" y="8454"/>
                    <a:pt x="5415" y="8337"/>
                    <a:pt x="5424" y="8084"/>
                  </a:cubicBezTo>
                  <a:cubicBezTo>
                    <a:pt x="5424" y="8084"/>
                    <a:pt x="5251" y="7329"/>
                    <a:pt x="5820" y="7239"/>
                  </a:cubicBezTo>
                  <a:cubicBezTo>
                    <a:pt x="5842" y="7235"/>
                    <a:pt x="5862" y="7234"/>
                    <a:pt x="5882" y="7234"/>
                  </a:cubicBezTo>
                  <a:close/>
                  <a:moveTo>
                    <a:pt x="452" y="1"/>
                  </a:moveTo>
                  <a:cubicBezTo>
                    <a:pt x="452" y="1"/>
                    <a:pt x="302" y="592"/>
                    <a:pt x="186" y="1501"/>
                  </a:cubicBezTo>
                  <a:cubicBezTo>
                    <a:pt x="956" y="1920"/>
                    <a:pt x="1825" y="2467"/>
                    <a:pt x="1681" y="2753"/>
                  </a:cubicBezTo>
                  <a:cubicBezTo>
                    <a:pt x="1650" y="2815"/>
                    <a:pt x="1573" y="2843"/>
                    <a:pt x="1460" y="2843"/>
                  </a:cubicBezTo>
                  <a:cubicBezTo>
                    <a:pt x="1168" y="2843"/>
                    <a:pt x="643" y="2660"/>
                    <a:pt x="92" y="2429"/>
                  </a:cubicBezTo>
                  <a:lnTo>
                    <a:pt x="92" y="2429"/>
                  </a:lnTo>
                  <a:cubicBezTo>
                    <a:pt x="0" y="3689"/>
                    <a:pt x="29" y="5270"/>
                    <a:pt x="465" y="6751"/>
                  </a:cubicBezTo>
                  <a:cubicBezTo>
                    <a:pt x="1241" y="9384"/>
                    <a:pt x="4422" y="9599"/>
                    <a:pt x="5440" y="9599"/>
                  </a:cubicBezTo>
                  <a:cubicBezTo>
                    <a:pt x="5639" y="9599"/>
                    <a:pt x="5755" y="9591"/>
                    <a:pt x="5755" y="9591"/>
                  </a:cubicBezTo>
                  <a:cubicBezTo>
                    <a:pt x="5755" y="9591"/>
                    <a:pt x="7755" y="6793"/>
                    <a:pt x="6773" y="4344"/>
                  </a:cubicBezTo>
                  <a:lnTo>
                    <a:pt x="6773" y="4344"/>
                  </a:lnTo>
                  <a:cubicBezTo>
                    <a:pt x="6634" y="5167"/>
                    <a:pt x="6315" y="5423"/>
                    <a:pt x="5996" y="5423"/>
                  </a:cubicBezTo>
                  <a:cubicBezTo>
                    <a:pt x="5925" y="5423"/>
                    <a:pt x="5853" y="5410"/>
                    <a:pt x="5783" y="5388"/>
                  </a:cubicBezTo>
                  <a:cubicBezTo>
                    <a:pt x="5414" y="5270"/>
                    <a:pt x="5581" y="4444"/>
                    <a:pt x="5881" y="2876"/>
                  </a:cubicBezTo>
                  <a:cubicBezTo>
                    <a:pt x="5279" y="2277"/>
                    <a:pt x="4607" y="1792"/>
                    <a:pt x="3948" y="1403"/>
                  </a:cubicBezTo>
                  <a:cubicBezTo>
                    <a:pt x="3849" y="2211"/>
                    <a:pt x="3675" y="3061"/>
                    <a:pt x="3386" y="3061"/>
                  </a:cubicBezTo>
                  <a:cubicBezTo>
                    <a:pt x="3382" y="3061"/>
                    <a:pt x="3378" y="3061"/>
                    <a:pt x="3374" y="3060"/>
                  </a:cubicBezTo>
                  <a:cubicBezTo>
                    <a:pt x="3075" y="3039"/>
                    <a:pt x="3053" y="1949"/>
                    <a:pt x="3093" y="946"/>
                  </a:cubicBezTo>
                  <a:cubicBezTo>
                    <a:pt x="1651" y="245"/>
                    <a:pt x="452" y="1"/>
                    <a:pt x="4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363;p38">
              <a:extLst>
                <a:ext uri="{FF2B5EF4-FFF2-40B4-BE49-F238E27FC236}">
                  <a16:creationId xmlns:a16="http://schemas.microsoft.com/office/drawing/2014/main" id="{689C98BF-0BEE-5FE1-87C3-966365256625}"/>
                </a:ext>
              </a:extLst>
            </p:cNvPr>
            <p:cNvSpPr/>
            <p:nvPr/>
          </p:nvSpPr>
          <p:spPr>
            <a:xfrm>
              <a:off x="1649750" y="3524950"/>
              <a:ext cx="186025" cy="260700"/>
            </a:xfrm>
            <a:custGeom>
              <a:avLst/>
              <a:gdLst/>
              <a:ahLst/>
              <a:cxnLst/>
              <a:rect l="l" t="t" r="r" b="b"/>
              <a:pathLst>
                <a:path w="7441" h="10428" extrusionOk="0">
                  <a:moveTo>
                    <a:pt x="6291" y="5541"/>
                  </a:moveTo>
                  <a:cubicBezTo>
                    <a:pt x="6517" y="5541"/>
                    <a:pt x="6732" y="5611"/>
                    <a:pt x="6889" y="5809"/>
                  </a:cubicBezTo>
                  <a:cubicBezTo>
                    <a:pt x="7362" y="6403"/>
                    <a:pt x="6153" y="6834"/>
                    <a:pt x="5640" y="6834"/>
                  </a:cubicBezTo>
                  <a:cubicBezTo>
                    <a:pt x="5570" y="6834"/>
                    <a:pt x="5512" y="6826"/>
                    <a:pt x="5474" y="6809"/>
                  </a:cubicBezTo>
                  <a:cubicBezTo>
                    <a:pt x="5159" y="6669"/>
                    <a:pt x="4662" y="6195"/>
                    <a:pt x="5143" y="5947"/>
                  </a:cubicBezTo>
                  <a:cubicBezTo>
                    <a:pt x="5143" y="5947"/>
                    <a:pt x="5748" y="5541"/>
                    <a:pt x="6291" y="5541"/>
                  </a:cubicBezTo>
                  <a:close/>
                  <a:moveTo>
                    <a:pt x="2154" y="8132"/>
                  </a:moveTo>
                  <a:cubicBezTo>
                    <a:pt x="2707" y="8132"/>
                    <a:pt x="2682" y="8885"/>
                    <a:pt x="2682" y="8885"/>
                  </a:cubicBezTo>
                  <a:cubicBezTo>
                    <a:pt x="2746" y="9166"/>
                    <a:pt x="2560" y="9316"/>
                    <a:pt x="2377" y="9316"/>
                  </a:cubicBezTo>
                  <a:cubicBezTo>
                    <a:pt x="2329" y="9316"/>
                    <a:pt x="2282" y="9306"/>
                    <a:pt x="2239" y="9285"/>
                  </a:cubicBezTo>
                  <a:cubicBezTo>
                    <a:pt x="2031" y="9187"/>
                    <a:pt x="1556" y="8153"/>
                    <a:pt x="2131" y="8132"/>
                  </a:cubicBezTo>
                  <a:cubicBezTo>
                    <a:pt x="2138" y="8132"/>
                    <a:pt x="2146" y="8132"/>
                    <a:pt x="2154" y="8132"/>
                  </a:cubicBezTo>
                  <a:close/>
                  <a:moveTo>
                    <a:pt x="6019" y="1"/>
                  </a:moveTo>
                  <a:cubicBezTo>
                    <a:pt x="6019" y="1"/>
                    <a:pt x="4888" y="469"/>
                    <a:pt x="3606" y="1432"/>
                  </a:cubicBezTo>
                  <a:cubicBezTo>
                    <a:pt x="3838" y="2411"/>
                    <a:pt x="4024" y="3483"/>
                    <a:pt x="3733" y="3564"/>
                  </a:cubicBezTo>
                  <a:cubicBezTo>
                    <a:pt x="3720" y="3568"/>
                    <a:pt x="3707" y="3569"/>
                    <a:pt x="3694" y="3569"/>
                  </a:cubicBezTo>
                  <a:cubicBezTo>
                    <a:pt x="3417" y="3569"/>
                    <a:pt x="3098" y="2795"/>
                    <a:pt x="2854" y="2046"/>
                  </a:cubicBezTo>
                  <a:cubicBezTo>
                    <a:pt x="2281" y="2553"/>
                    <a:pt x="1716" y="3159"/>
                    <a:pt x="1239" y="3861"/>
                  </a:cubicBezTo>
                  <a:cubicBezTo>
                    <a:pt x="1834" y="5344"/>
                    <a:pt x="2478" y="7166"/>
                    <a:pt x="2140" y="7355"/>
                  </a:cubicBezTo>
                  <a:cubicBezTo>
                    <a:pt x="2114" y="7370"/>
                    <a:pt x="2085" y="7377"/>
                    <a:pt x="2054" y="7377"/>
                  </a:cubicBezTo>
                  <a:cubicBezTo>
                    <a:pt x="1677" y="7377"/>
                    <a:pt x="996" y="6347"/>
                    <a:pt x="495" y="5494"/>
                  </a:cubicBezTo>
                  <a:lnTo>
                    <a:pt x="495" y="5494"/>
                  </a:lnTo>
                  <a:cubicBezTo>
                    <a:pt x="0" y="8084"/>
                    <a:pt x="2646" y="10427"/>
                    <a:pt x="2646" y="10427"/>
                  </a:cubicBezTo>
                  <a:cubicBezTo>
                    <a:pt x="2646" y="10427"/>
                    <a:pt x="6985" y="9896"/>
                    <a:pt x="7293" y="6628"/>
                  </a:cubicBezTo>
                  <a:cubicBezTo>
                    <a:pt x="7440" y="5092"/>
                    <a:pt x="7166" y="3535"/>
                    <a:pt x="6833" y="2315"/>
                  </a:cubicBezTo>
                  <a:cubicBezTo>
                    <a:pt x="6280" y="2689"/>
                    <a:pt x="5743" y="2994"/>
                    <a:pt x="5478" y="2994"/>
                  </a:cubicBezTo>
                  <a:cubicBezTo>
                    <a:pt x="5414" y="2994"/>
                    <a:pt x="5366" y="2977"/>
                    <a:pt x="5337" y="2939"/>
                  </a:cubicBezTo>
                  <a:cubicBezTo>
                    <a:pt x="5142" y="2685"/>
                    <a:pt x="5888" y="1983"/>
                    <a:pt x="6566" y="1424"/>
                  </a:cubicBezTo>
                  <a:cubicBezTo>
                    <a:pt x="6276" y="553"/>
                    <a:pt x="6019" y="1"/>
                    <a:pt x="60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364;p38">
              <a:extLst>
                <a:ext uri="{FF2B5EF4-FFF2-40B4-BE49-F238E27FC236}">
                  <a16:creationId xmlns:a16="http://schemas.microsoft.com/office/drawing/2014/main" id="{50C8CC93-C9C6-B5E9-5F4B-91BA9208D8CA}"/>
                </a:ext>
              </a:extLst>
            </p:cNvPr>
            <p:cNvSpPr/>
            <p:nvPr/>
          </p:nvSpPr>
          <p:spPr>
            <a:xfrm>
              <a:off x="1661275" y="3626100"/>
              <a:ext cx="105125" cy="260425"/>
            </a:xfrm>
            <a:custGeom>
              <a:avLst/>
              <a:gdLst/>
              <a:ahLst/>
              <a:cxnLst/>
              <a:rect l="l" t="t" r="r" b="b"/>
              <a:pathLst>
                <a:path w="4205" h="10417" extrusionOk="0">
                  <a:moveTo>
                    <a:pt x="4104" y="0"/>
                  </a:moveTo>
                  <a:cubicBezTo>
                    <a:pt x="4052" y="0"/>
                    <a:pt x="3998" y="33"/>
                    <a:pt x="3994" y="100"/>
                  </a:cubicBezTo>
                  <a:cubicBezTo>
                    <a:pt x="3912" y="1382"/>
                    <a:pt x="3639" y="2653"/>
                    <a:pt x="3271" y="3884"/>
                  </a:cubicBezTo>
                  <a:cubicBezTo>
                    <a:pt x="2838" y="5330"/>
                    <a:pt x="2261" y="6738"/>
                    <a:pt x="1523" y="8055"/>
                  </a:cubicBezTo>
                  <a:cubicBezTo>
                    <a:pt x="1095" y="8819"/>
                    <a:pt x="612" y="9552"/>
                    <a:pt x="63" y="10235"/>
                  </a:cubicBezTo>
                  <a:cubicBezTo>
                    <a:pt x="0" y="10313"/>
                    <a:pt x="69" y="10416"/>
                    <a:pt x="142" y="10416"/>
                  </a:cubicBezTo>
                  <a:cubicBezTo>
                    <a:pt x="165" y="10416"/>
                    <a:pt x="188" y="10406"/>
                    <a:pt x="208" y="10381"/>
                  </a:cubicBezTo>
                  <a:cubicBezTo>
                    <a:pt x="2098" y="8035"/>
                    <a:pt x="3319" y="5104"/>
                    <a:pt x="3917" y="2164"/>
                  </a:cubicBezTo>
                  <a:cubicBezTo>
                    <a:pt x="4054" y="1482"/>
                    <a:pt x="4156" y="792"/>
                    <a:pt x="4201" y="100"/>
                  </a:cubicBezTo>
                  <a:cubicBezTo>
                    <a:pt x="4205" y="33"/>
                    <a:pt x="4155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365;p38">
              <a:extLst>
                <a:ext uri="{FF2B5EF4-FFF2-40B4-BE49-F238E27FC236}">
                  <a16:creationId xmlns:a16="http://schemas.microsoft.com/office/drawing/2014/main" id="{4B31C286-742D-F60A-E8D8-3E24E6011EB7}"/>
                </a:ext>
              </a:extLst>
            </p:cNvPr>
            <p:cNvSpPr/>
            <p:nvPr/>
          </p:nvSpPr>
          <p:spPr>
            <a:xfrm>
              <a:off x="1535125" y="3652325"/>
              <a:ext cx="129125" cy="234075"/>
            </a:xfrm>
            <a:custGeom>
              <a:avLst/>
              <a:gdLst/>
              <a:ahLst/>
              <a:cxnLst/>
              <a:rect l="l" t="t" r="r" b="b"/>
              <a:pathLst>
                <a:path w="5165" h="9363" extrusionOk="0">
                  <a:moveTo>
                    <a:pt x="126" y="1"/>
                  </a:moveTo>
                  <a:cubicBezTo>
                    <a:pt x="66" y="1"/>
                    <a:pt x="0" y="52"/>
                    <a:pt x="16" y="130"/>
                  </a:cubicBezTo>
                  <a:cubicBezTo>
                    <a:pt x="272" y="1441"/>
                    <a:pt x="784" y="2703"/>
                    <a:pt x="1356" y="3904"/>
                  </a:cubicBezTo>
                  <a:cubicBezTo>
                    <a:pt x="1988" y="5237"/>
                    <a:pt x="2729" y="6529"/>
                    <a:pt x="3597" y="7725"/>
                  </a:cubicBezTo>
                  <a:cubicBezTo>
                    <a:pt x="4007" y="8290"/>
                    <a:pt x="4448" y="8838"/>
                    <a:pt x="4945" y="9332"/>
                  </a:cubicBezTo>
                  <a:cubicBezTo>
                    <a:pt x="4967" y="9353"/>
                    <a:pt x="4991" y="9362"/>
                    <a:pt x="5014" y="9362"/>
                  </a:cubicBezTo>
                  <a:cubicBezTo>
                    <a:pt x="5093" y="9362"/>
                    <a:pt x="5164" y="9259"/>
                    <a:pt x="5091" y="9186"/>
                  </a:cubicBezTo>
                  <a:cubicBezTo>
                    <a:pt x="4156" y="8258"/>
                    <a:pt x="3398" y="7148"/>
                    <a:pt x="2723" y="6022"/>
                  </a:cubicBezTo>
                  <a:cubicBezTo>
                    <a:pt x="1975" y="4772"/>
                    <a:pt x="1316" y="3459"/>
                    <a:pt x="807" y="2094"/>
                  </a:cubicBezTo>
                  <a:cubicBezTo>
                    <a:pt x="562" y="1436"/>
                    <a:pt x="350" y="764"/>
                    <a:pt x="214" y="75"/>
                  </a:cubicBezTo>
                  <a:cubicBezTo>
                    <a:pt x="204" y="23"/>
                    <a:pt x="166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366;p38">
              <a:extLst>
                <a:ext uri="{FF2B5EF4-FFF2-40B4-BE49-F238E27FC236}">
                  <a16:creationId xmlns:a16="http://schemas.microsoft.com/office/drawing/2014/main" id="{0BD9223C-3B15-7DC3-C428-8C07B2C62601}"/>
                </a:ext>
              </a:extLst>
            </p:cNvPr>
            <p:cNvSpPr/>
            <p:nvPr/>
          </p:nvSpPr>
          <p:spPr>
            <a:xfrm>
              <a:off x="1112825" y="3845100"/>
              <a:ext cx="396750" cy="199075"/>
            </a:xfrm>
            <a:custGeom>
              <a:avLst/>
              <a:gdLst/>
              <a:ahLst/>
              <a:cxnLst/>
              <a:rect l="l" t="t" r="r" b="b"/>
              <a:pathLst>
                <a:path w="15870" h="7963" extrusionOk="0">
                  <a:moveTo>
                    <a:pt x="669" y="1"/>
                  </a:moveTo>
                  <a:lnTo>
                    <a:pt x="1" y="7962"/>
                  </a:lnTo>
                  <a:lnTo>
                    <a:pt x="15869" y="7962"/>
                  </a:lnTo>
                  <a:lnTo>
                    <a:pt x="5935" y="1467"/>
                  </a:lnTo>
                  <a:lnTo>
                    <a:pt x="6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367;p38">
              <a:extLst>
                <a:ext uri="{FF2B5EF4-FFF2-40B4-BE49-F238E27FC236}">
                  <a16:creationId xmlns:a16="http://schemas.microsoft.com/office/drawing/2014/main" id="{C01747C3-6247-B00C-3001-9E2A1E7FEE04}"/>
                </a:ext>
              </a:extLst>
            </p:cNvPr>
            <p:cNvSpPr/>
            <p:nvPr/>
          </p:nvSpPr>
          <p:spPr>
            <a:xfrm>
              <a:off x="1341625" y="3853050"/>
              <a:ext cx="218175" cy="191125"/>
            </a:xfrm>
            <a:custGeom>
              <a:avLst/>
              <a:gdLst/>
              <a:ahLst/>
              <a:cxnLst/>
              <a:rect l="l" t="t" r="r" b="b"/>
              <a:pathLst>
                <a:path w="8727" h="7645" extrusionOk="0">
                  <a:moveTo>
                    <a:pt x="1235" y="1"/>
                  </a:moveTo>
                  <a:lnTo>
                    <a:pt x="1" y="7644"/>
                  </a:lnTo>
                  <a:lnTo>
                    <a:pt x="6717" y="7644"/>
                  </a:lnTo>
                  <a:cubicBezTo>
                    <a:pt x="8726" y="5850"/>
                    <a:pt x="7093" y="2619"/>
                    <a:pt x="7093" y="2619"/>
                  </a:cubicBezTo>
                  <a:lnTo>
                    <a:pt x="12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368;p38">
              <a:extLst>
                <a:ext uri="{FF2B5EF4-FFF2-40B4-BE49-F238E27FC236}">
                  <a16:creationId xmlns:a16="http://schemas.microsoft.com/office/drawing/2014/main" id="{A2C3AA02-8D5D-7CF0-673B-0412B6504847}"/>
                </a:ext>
              </a:extLst>
            </p:cNvPr>
            <p:cNvSpPr/>
            <p:nvPr/>
          </p:nvSpPr>
          <p:spPr>
            <a:xfrm>
              <a:off x="1197075" y="3814775"/>
              <a:ext cx="161175" cy="76600"/>
            </a:xfrm>
            <a:custGeom>
              <a:avLst/>
              <a:gdLst/>
              <a:ahLst/>
              <a:cxnLst/>
              <a:rect l="l" t="t" r="r" b="b"/>
              <a:pathLst>
                <a:path w="6447" h="3064" extrusionOk="0">
                  <a:moveTo>
                    <a:pt x="3255" y="1"/>
                  </a:moveTo>
                  <a:cubicBezTo>
                    <a:pt x="1223" y="1"/>
                    <a:pt x="0" y="1966"/>
                    <a:pt x="0" y="1966"/>
                  </a:cubicBezTo>
                  <a:cubicBezTo>
                    <a:pt x="1225" y="2789"/>
                    <a:pt x="2350" y="3063"/>
                    <a:pt x="3305" y="3063"/>
                  </a:cubicBezTo>
                  <a:cubicBezTo>
                    <a:pt x="5215" y="3063"/>
                    <a:pt x="6447" y="1966"/>
                    <a:pt x="6447" y="1966"/>
                  </a:cubicBezTo>
                  <a:cubicBezTo>
                    <a:pt x="6447" y="1966"/>
                    <a:pt x="5287" y="1"/>
                    <a:pt x="32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369;p38">
              <a:extLst>
                <a:ext uri="{FF2B5EF4-FFF2-40B4-BE49-F238E27FC236}">
                  <a16:creationId xmlns:a16="http://schemas.microsoft.com/office/drawing/2014/main" id="{1B9D4950-2910-2B3B-3190-49658B338CBD}"/>
                </a:ext>
              </a:extLst>
            </p:cNvPr>
            <p:cNvSpPr/>
            <p:nvPr/>
          </p:nvSpPr>
          <p:spPr>
            <a:xfrm>
              <a:off x="1228200" y="3838150"/>
              <a:ext cx="98925" cy="47000"/>
            </a:xfrm>
            <a:custGeom>
              <a:avLst/>
              <a:gdLst/>
              <a:ahLst/>
              <a:cxnLst/>
              <a:rect l="l" t="t" r="r" b="b"/>
              <a:pathLst>
                <a:path w="3957" h="1880" extrusionOk="0">
                  <a:moveTo>
                    <a:pt x="1997" y="1"/>
                  </a:moveTo>
                  <a:cubicBezTo>
                    <a:pt x="750" y="1"/>
                    <a:pt x="0" y="1206"/>
                    <a:pt x="0" y="1206"/>
                  </a:cubicBezTo>
                  <a:cubicBezTo>
                    <a:pt x="752" y="1711"/>
                    <a:pt x="1442" y="1879"/>
                    <a:pt x="2028" y="1879"/>
                  </a:cubicBezTo>
                  <a:cubicBezTo>
                    <a:pt x="3200" y="1879"/>
                    <a:pt x="3956" y="1206"/>
                    <a:pt x="3956" y="1206"/>
                  </a:cubicBezTo>
                  <a:cubicBezTo>
                    <a:pt x="3956" y="1206"/>
                    <a:pt x="3245" y="1"/>
                    <a:pt x="1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370;p38">
              <a:extLst>
                <a:ext uri="{FF2B5EF4-FFF2-40B4-BE49-F238E27FC236}">
                  <a16:creationId xmlns:a16="http://schemas.microsoft.com/office/drawing/2014/main" id="{366C2647-80E6-9780-AAF7-7FE109E358FF}"/>
                </a:ext>
              </a:extLst>
            </p:cNvPr>
            <p:cNvSpPr/>
            <p:nvPr/>
          </p:nvSpPr>
          <p:spPr>
            <a:xfrm>
              <a:off x="1001625" y="3841625"/>
              <a:ext cx="203025" cy="203000"/>
            </a:xfrm>
            <a:custGeom>
              <a:avLst/>
              <a:gdLst/>
              <a:ahLst/>
              <a:cxnLst/>
              <a:rect l="l" t="t" r="r" b="b"/>
              <a:pathLst>
                <a:path w="8121" h="8120" extrusionOk="0">
                  <a:moveTo>
                    <a:pt x="4059" y="1"/>
                  </a:moveTo>
                  <a:cubicBezTo>
                    <a:pt x="1817" y="1"/>
                    <a:pt x="0" y="1818"/>
                    <a:pt x="0" y="4060"/>
                  </a:cubicBezTo>
                  <a:cubicBezTo>
                    <a:pt x="0" y="6302"/>
                    <a:pt x="1817" y="8119"/>
                    <a:pt x="4059" y="8119"/>
                  </a:cubicBezTo>
                  <a:cubicBezTo>
                    <a:pt x="6301" y="8119"/>
                    <a:pt x="8120" y="6302"/>
                    <a:pt x="8120" y="4060"/>
                  </a:cubicBezTo>
                  <a:cubicBezTo>
                    <a:pt x="8120" y="1818"/>
                    <a:pt x="6301" y="1"/>
                    <a:pt x="40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371;p38">
              <a:extLst>
                <a:ext uri="{FF2B5EF4-FFF2-40B4-BE49-F238E27FC236}">
                  <a16:creationId xmlns:a16="http://schemas.microsoft.com/office/drawing/2014/main" id="{6FE0FBF2-C3AE-326E-9D95-6DE161E57524}"/>
                </a:ext>
              </a:extLst>
            </p:cNvPr>
            <p:cNvSpPr/>
            <p:nvPr/>
          </p:nvSpPr>
          <p:spPr>
            <a:xfrm>
              <a:off x="1033025" y="3873000"/>
              <a:ext cx="140200" cy="140250"/>
            </a:xfrm>
            <a:custGeom>
              <a:avLst/>
              <a:gdLst/>
              <a:ahLst/>
              <a:cxnLst/>
              <a:rect l="l" t="t" r="r" b="b"/>
              <a:pathLst>
                <a:path w="5608" h="5610" extrusionOk="0">
                  <a:moveTo>
                    <a:pt x="2803" y="1"/>
                  </a:moveTo>
                  <a:cubicBezTo>
                    <a:pt x="1257" y="1"/>
                    <a:pt x="1" y="1259"/>
                    <a:pt x="1" y="2805"/>
                  </a:cubicBezTo>
                  <a:cubicBezTo>
                    <a:pt x="1" y="4351"/>
                    <a:pt x="1257" y="5609"/>
                    <a:pt x="2803" y="5609"/>
                  </a:cubicBezTo>
                  <a:cubicBezTo>
                    <a:pt x="4351" y="5609"/>
                    <a:pt x="5607" y="4351"/>
                    <a:pt x="5607" y="2805"/>
                  </a:cubicBezTo>
                  <a:cubicBezTo>
                    <a:pt x="5607" y="1259"/>
                    <a:pt x="4351" y="1"/>
                    <a:pt x="28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372;p38">
              <a:extLst>
                <a:ext uri="{FF2B5EF4-FFF2-40B4-BE49-F238E27FC236}">
                  <a16:creationId xmlns:a16="http://schemas.microsoft.com/office/drawing/2014/main" id="{DE7DE1F7-BEF0-5E61-6532-0D7502435F57}"/>
                </a:ext>
              </a:extLst>
            </p:cNvPr>
            <p:cNvSpPr/>
            <p:nvPr/>
          </p:nvSpPr>
          <p:spPr>
            <a:xfrm>
              <a:off x="1225050" y="3841625"/>
              <a:ext cx="203025" cy="203000"/>
            </a:xfrm>
            <a:custGeom>
              <a:avLst/>
              <a:gdLst/>
              <a:ahLst/>
              <a:cxnLst/>
              <a:rect l="l" t="t" r="r" b="b"/>
              <a:pathLst>
                <a:path w="8121" h="8120" extrusionOk="0">
                  <a:moveTo>
                    <a:pt x="4060" y="1"/>
                  </a:moveTo>
                  <a:cubicBezTo>
                    <a:pt x="1818" y="1"/>
                    <a:pt x="0" y="1818"/>
                    <a:pt x="0" y="4060"/>
                  </a:cubicBezTo>
                  <a:cubicBezTo>
                    <a:pt x="0" y="6302"/>
                    <a:pt x="1818" y="8119"/>
                    <a:pt x="4060" y="8119"/>
                  </a:cubicBezTo>
                  <a:cubicBezTo>
                    <a:pt x="6302" y="8119"/>
                    <a:pt x="8120" y="6302"/>
                    <a:pt x="8120" y="4060"/>
                  </a:cubicBezTo>
                  <a:cubicBezTo>
                    <a:pt x="8120" y="1818"/>
                    <a:pt x="6302" y="1"/>
                    <a:pt x="40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373;p38">
              <a:extLst>
                <a:ext uri="{FF2B5EF4-FFF2-40B4-BE49-F238E27FC236}">
                  <a16:creationId xmlns:a16="http://schemas.microsoft.com/office/drawing/2014/main" id="{674C4659-D958-3536-5598-EDBF3C18F2AA}"/>
                </a:ext>
              </a:extLst>
            </p:cNvPr>
            <p:cNvSpPr/>
            <p:nvPr/>
          </p:nvSpPr>
          <p:spPr>
            <a:xfrm>
              <a:off x="1256475" y="3873000"/>
              <a:ext cx="140175" cy="140250"/>
            </a:xfrm>
            <a:custGeom>
              <a:avLst/>
              <a:gdLst/>
              <a:ahLst/>
              <a:cxnLst/>
              <a:rect l="l" t="t" r="r" b="b"/>
              <a:pathLst>
                <a:path w="5607" h="5610" extrusionOk="0">
                  <a:moveTo>
                    <a:pt x="2803" y="1"/>
                  </a:moveTo>
                  <a:cubicBezTo>
                    <a:pt x="1257" y="1"/>
                    <a:pt x="0" y="1259"/>
                    <a:pt x="0" y="2805"/>
                  </a:cubicBezTo>
                  <a:cubicBezTo>
                    <a:pt x="0" y="4351"/>
                    <a:pt x="1257" y="5609"/>
                    <a:pt x="2803" y="5609"/>
                  </a:cubicBezTo>
                  <a:cubicBezTo>
                    <a:pt x="4348" y="5609"/>
                    <a:pt x="5607" y="4351"/>
                    <a:pt x="5607" y="2805"/>
                  </a:cubicBezTo>
                  <a:cubicBezTo>
                    <a:pt x="5607" y="1259"/>
                    <a:pt x="4348" y="1"/>
                    <a:pt x="28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1374;p38">
              <a:extLst>
                <a:ext uri="{FF2B5EF4-FFF2-40B4-BE49-F238E27FC236}">
                  <a16:creationId xmlns:a16="http://schemas.microsoft.com/office/drawing/2014/main" id="{F3608884-8018-C0D7-02BA-D43421673B96}"/>
                </a:ext>
              </a:extLst>
            </p:cNvPr>
            <p:cNvSpPr/>
            <p:nvPr/>
          </p:nvSpPr>
          <p:spPr>
            <a:xfrm>
              <a:off x="1439075" y="3883175"/>
              <a:ext cx="39675" cy="162800"/>
            </a:xfrm>
            <a:custGeom>
              <a:avLst/>
              <a:gdLst/>
              <a:ahLst/>
              <a:cxnLst/>
              <a:rect l="l" t="t" r="r" b="b"/>
              <a:pathLst>
                <a:path w="1587" h="6512" extrusionOk="0">
                  <a:moveTo>
                    <a:pt x="117" y="0"/>
                  </a:moveTo>
                  <a:cubicBezTo>
                    <a:pt x="58" y="0"/>
                    <a:pt x="1" y="59"/>
                    <a:pt x="44" y="120"/>
                  </a:cubicBezTo>
                  <a:cubicBezTo>
                    <a:pt x="1304" y="1884"/>
                    <a:pt x="1427" y="4624"/>
                    <a:pt x="57" y="6367"/>
                  </a:cubicBezTo>
                  <a:cubicBezTo>
                    <a:pt x="8" y="6429"/>
                    <a:pt x="62" y="6511"/>
                    <a:pt x="120" y="6511"/>
                  </a:cubicBezTo>
                  <a:cubicBezTo>
                    <a:pt x="138" y="6511"/>
                    <a:pt x="157" y="6503"/>
                    <a:pt x="173" y="6483"/>
                  </a:cubicBezTo>
                  <a:cubicBezTo>
                    <a:pt x="1587" y="4684"/>
                    <a:pt x="1493" y="1867"/>
                    <a:pt x="186" y="36"/>
                  </a:cubicBezTo>
                  <a:cubicBezTo>
                    <a:pt x="168" y="11"/>
                    <a:pt x="142" y="0"/>
                    <a:pt x="1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1375;p38">
              <a:extLst>
                <a:ext uri="{FF2B5EF4-FFF2-40B4-BE49-F238E27FC236}">
                  <a16:creationId xmlns:a16="http://schemas.microsoft.com/office/drawing/2014/main" id="{6E20C263-F050-6A2C-AC78-F66E8C54EE25}"/>
                </a:ext>
              </a:extLst>
            </p:cNvPr>
            <p:cNvSpPr/>
            <p:nvPr/>
          </p:nvSpPr>
          <p:spPr>
            <a:xfrm>
              <a:off x="2175025" y="2500300"/>
              <a:ext cx="162525" cy="149350"/>
            </a:xfrm>
            <a:custGeom>
              <a:avLst/>
              <a:gdLst/>
              <a:ahLst/>
              <a:cxnLst/>
              <a:rect l="l" t="t" r="r" b="b"/>
              <a:pathLst>
                <a:path w="6501" h="5974" extrusionOk="0">
                  <a:moveTo>
                    <a:pt x="3248" y="1"/>
                  </a:moveTo>
                  <a:cubicBezTo>
                    <a:pt x="1853" y="1"/>
                    <a:pt x="606" y="984"/>
                    <a:pt x="322" y="2404"/>
                  </a:cubicBezTo>
                  <a:cubicBezTo>
                    <a:pt x="1" y="4021"/>
                    <a:pt x="1051" y="5593"/>
                    <a:pt x="2667" y="5916"/>
                  </a:cubicBezTo>
                  <a:cubicBezTo>
                    <a:pt x="2864" y="5955"/>
                    <a:pt x="3060" y="5974"/>
                    <a:pt x="3253" y="5974"/>
                  </a:cubicBezTo>
                  <a:cubicBezTo>
                    <a:pt x="4648" y="5974"/>
                    <a:pt x="5895" y="4991"/>
                    <a:pt x="6179" y="3570"/>
                  </a:cubicBezTo>
                  <a:cubicBezTo>
                    <a:pt x="6501" y="1954"/>
                    <a:pt x="5451" y="382"/>
                    <a:pt x="3834" y="59"/>
                  </a:cubicBezTo>
                  <a:cubicBezTo>
                    <a:pt x="3637" y="20"/>
                    <a:pt x="3441" y="1"/>
                    <a:pt x="32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376;p38">
              <a:extLst>
                <a:ext uri="{FF2B5EF4-FFF2-40B4-BE49-F238E27FC236}">
                  <a16:creationId xmlns:a16="http://schemas.microsoft.com/office/drawing/2014/main" id="{F371C14B-AA3C-A912-2109-B67F49E72F37}"/>
                </a:ext>
              </a:extLst>
            </p:cNvPr>
            <p:cNvSpPr/>
            <p:nvPr/>
          </p:nvSpPr>
          <p:spPr>
            <a:xfrm>
              <a:off x="2218875" y="2543325"/>
              <a:ext cx="74900" cy="57625"/>
            </a:xfrm>
            <a:custGeom>
              <a:avLst/>
              <a:gdLst/>
              <a:ahLst/>
              <a:cxnLst/>
              <a:rect l="l" t="t" r="r" b="b"/>
              <a:pathLst>
                <a:path w="2996" h="2305" extrusionOk="0">
                  <a:moveTo>
                    <a:pt x="2702" y="0"/>
                  </a:moveTo>
                  <a:cubicBezTo>
                    <a:pt x="2634" y="0"/>
                    <a:pt x="2565" y="27"/>
                    <a:pt x="2513" y="79"/>
                  </a:cubicBezTo>
                  <a:lnTo>
                    <a:pt x="931" y="1660"/>
                  </a:lnTo>
                  <a:lnTo>
                    <a:pt x="482" y="1211"/>
                  </a:lnTo>
                  <a:cubicBezTo>
                    <a:pt x="431" y="1160"/>
                    <a:pt x="362" y="1134"/>
                    <a:pt x="294" y="1134"/>
                  </a:cubicBezTo>
                  <a:cubicBezTo>
                    <a:pt x="225" y="1134"/>
                    <a:pt x="157" y="1160"/>
                    <a:pt x="104" y="1211"/>
                  </a:cubicBezTo>
                  <a:cubicBezTo>
                    <a:pt x="1" y="1316"/>
                    <a:pt x="1" y="1484"/>
                    <a:pt x="104" y="1589"/>
                  </a:cubicBezTo>
                  <a:lnTo>
                    <a:pt x="742" y="2227"/>
                  </a:lnTo>
                  <a:cubicBezTo>
                    <a:pt x="796" y="2279"/>
                    <a:pt x="863" y="2305"/>
                    <a:pt x="931" y="2305"/>
                  </a:cubicBezTo>
                  <a:cubicBezTo>
                    <a:pt x="999" y="2305"/>
                    <a:pt x="1069" y="2279"/>
                    <a:pt x="1120" y="2227"/>
                  </a:cubicBezTo>
                  <a:lnTo>
                    <a:pt x="2891" y="455"/>
                  </a:lnTo>
                  <a:cubicBezTo>
                    <a:pt x="2996" y="352"/>
                    <a:pt x="2996" y="182"/>
                    <a:pt x="2891" y="79"/>
                  </a:cubicBezTo>
                  <a:cubicBezTo>
                    <a:pt x="2839" y="27"/>
                    <a:pt x="2771" y="0"/>
                    <a:pt x="2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377;p38">
              <a:extLst>
                <a:ext uri="{FF2B5EF4-FFF2-40B4-BE49-F238E27FC236}">
                  <a16:creationId xmlns:a16="http://schemas.microsoft.com/office/drawing/2014/main" id="{E8E3A016-C7D7-28AB-FD98-8827844BCCCE}"/>
                </a:ext>
              </a:extLst>
            </p:cNvPr>
            <p:cNvSpPr/>
            <p:nvPr/>
          </p:nvSpPr>
          <p:spPr>
            <a:xfrm>
              <a:off x="2170050" y="2493250"/>
              <a:ext cx="65450" cy="89300"/>
            </a:xfrm>
            <a:custGeom>
              <a:avLst/>
              <a:gdLst/>
              <a:ahLst/>
              <a:cxnLst/>
              <a:rect l="l" t="t" r="r" b="b"/>
              <a:pathLst>
                <a:path w="2618" h="3572" extrusionOk="0">
                  <a:moveTo>
                    <a:pt x="2545" y="1"/>
                  </a:moveTo>
                  <a:cubicBezTo>
                    <a:pt x="2539" y="1"/>
                    <a:pt x="2532" y="1"/>
                    <a:pt x="2526" y="3"/>
                  </a:cubicBezTo>
                  <a:cubicBezTo>
                    <a:pt x="1741" y="207"/>
                    <a:pt x="1067" y="685"/>
                    <a:pt x="613" y="1365"/>
                  </a:cubicBezTo>
                  <a:cubicBezTo>
                    <a:pt x="188" y="2001"/>
                    <a:pt x="1" y="2749"/>
                    <a:pt x="70" y="3500"/>
                  </a:cubicBezTo>
                  <a:cubicBezTo>
                    <a:pt x="74" y="3536"/>
                    <a:pt x="101" y="3567"/>
                    <a:pt x="135" y="3571"/>
                  </a:cubicBezTo>
                  <a:cubicBezTo>
                    <a:pt x="138" y="3572"/>
                    <a:pt x="141" y="3572"/>
                    <a:pt x="143" y="3572"/>
                  </a:cubicBezTo>
                  <a:cubicBezTo>
                    <a:pt x="188" y="3572"/>
                    <a:pt x="222" y="3535"/>
                    <a:pt x="219" y="3491"/>
                  </a:cubicBezTo>
                  <a:cubicBezTo>
                    <a:pt x="151" y="2772"/>
                    <a:pt x="331" y="2056"/>
                    <a:pt x="736" y="1447"/>
                  </a:cubicBezTo>
                  <a:cubicBezTo>
                    <a:pt x="1170" y="798"/>
                    <a:pt x="1813" y="341"/>
                    <a:pt x="2563" y="145"/>
                  </a:cubicBezTo>
                  <a:cubicBezTo>
                    <a:pt x="2595" y="137"/>
                    <a:pt x="2618" y="108"/>
                    <a:pt x="2618" y="74"/>
                  </a:cubicBezTo>
                  <a:cubicBezTo>
                    <a:pt x="2618" y="33"/>
                    <a:pt x="2584" y="1"/>
                    <a:pt x="254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378;p38">
              <a:extLst>
                <a:ext uri="{FF2B5EF4-FFF2-40B4-BE49-F238E27FC236}">
                  <a16:creationId xmlns:a16="http://schemas.microsoft.com/office/drawing/2014/main" id="{87621B00-9D73-E58E-2582-CDD901D2A0DA}"/>
                </a:ext>
              </a:extLst>
            </p:cNvPr>
            <p:cNvSpPr/>
            <p:nvPr/>
          </p:nvSpPr>
          <p:spPr>
            <a:xfrm>
              <a:off x="2172975" y="2600975"/>
              <a:ext cx="56200" cy="52500"/>
            </a:xfrm>
            <a:custGeom>
              <a:avLst/>
              <a:gdLst/>
              <a:ahLst/>
              <a:cxnLst/>
              <a:rect l="l" t="t" r="r" b="b"/>
              <a:pathLst>
                <a:path w="2248" h="2100" extrusionOk="0">
                  <a:moveTo>
                    <a:pt x="793" y="1"/>
                  </a:moveTo>
                  <a:lnTo>
                    <a:pt x="49" y="1855"/>
                  </a:lnTo>
                  <a:cubicBezTo>
                    <a:pt x="0" y="1977"/>
                    <a:pt x="94" y="2100"/>
                    <a:pt x="213" y="2100"/>
                  </a:cubicBezTo>
                  <a:cubicBezTo>
                    <a:pt x="232" y="2100"/>
                    <a:pt x="253" y="2096"/>
                    <a:pt x="273" y="2089"/>
                  </a:cubicBezTo>
                  <a:lnTo>
                    <a:pt x="2247" y="1385"/>
                  </a:lnTo>
                  <a:lnTo>
                    <a:pt x="793" y="1"/>
                  </a:lnTo>
                  <a:close/>
                </a:path>
              </a:pathLst>
            </a:custGeom>
            <a:solidFill>
              <a:srgbClr val="4869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379;p38">
              <a:extLst>
                <a:ext uri="{FF2B5EF4-FFF2-40B4-BE49-F238E27FC236}">
                  <a16:creationId xmlns:a16="http://schemas.microsoft.com/office/drawing/2014/main" id="{4DE2DB04-D18C-1D89-E232-22D581594F64}"/>
                </a:ext>
              </a:extLst>
            </p:cNvPr>
            <p:cNvSpPr/>
            <p:nvPr/>
          </p:nvSpPr>
          <p:spPr>
            <a:xfrm>
              <a:off x="945000" y="2733300"/>
              <a:ext cx="157750" cy="74450"/>
            </a:xfrm>
            <a:custGeom>
              <a:avLst/>
              <a:gdLst/>
              <a:ahLst/>
              <a:cxnLst/>
              <a:rect l="l" t="t" r="r" b="b"/>
              <a:pathLst>
                <a:path w="6310" h="2978" extrusionOk="0">
                  <a:moveTo>
                    <a:pt x="141" y="1"/>
                  </a:moveTo>
                  <a:cubicBezTo>
                    <a:pt x="91" y="38"/>
                    <a:pt x="41" y="74"/>
                    <a:pt x="1" y="117"/>
                  </a:cubicBezTo>
                  <a:lnTo>
                    <a:pt x="2180" y="2290"/>
                  </a:lnTo>
                  <a:cubicBezTo>
                    <a:pt x="2196" y="2307"/>
                    <a:pt x="2219" y="2315"/>
                    <a:pt x="2242" y="2315"/>
                  </a:cubicBezTo>
                  <a:cubicBezTo>
                    <a:pt x="2264" y="2315"/>
                    <a:pt x="2287" y="2307"/>
                    <a:pt x="2304" y="2290"/>
                  </a:cubicBezTo>
                  <a:lnTo>
                    <a:pt x="3953" y="640"/>
                  </a:lnTo>
                  <a:lnTo>
                    <a:pt x="6268" y="2955"/>
                  </a:lnTo>
                  <a:cubicBezTo>
                    <a:pt x="6279" y="2966"/>
                    <a:pt x="6294" y="2975"/>
                    <a:pt x="6310" y="2978"/>
                  </a:cubicBezTo>
                  <a:cubicBezTo>
                    <a:pt x="6287" y="2899"/>
                    <a:pt x="6281" y="2811"/>
                    <a:pt x="6286" y="2724"/>
                  </a:cubicBezTo>
                  <a:lnTo>
                    <a:pt x="4016" y="453"/>
                  </a:lnTo>
                  <a:cubicBezTo>
                    <a:pt x="3999" y="437"/>
                    <a:pt x="3976" y="429"/>
                    <a:pt x="3953" y="429"/>
                  </a:cubicBezTo>
                  <a:cubicBezTo>
                    <a:pt x="3930" y="429"/>
                    <a:pt x="3907" y="437"/>
                    <a:pt x="3890" y="453"/>
                  </a:cubicBezTo>
                  <a:lnTo>
                    <a:pt x="2243" y="2102"/>
                  </a:lnTo>
                  <a:lnTo>
                    <a:pt x="1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380;p38">
              <a:extLst>
                <a:ext uri="{FF2B5EF4-FFF2-40B4-BE49-F238E27FC236}">
                  <a16:creationId xmlns:a16="http://schemas.microsoft.com/office/drawing/2014/main" id="{5FBC80A2-9968-8E54-EFFD-C7AC7F1584B1}"/>
                </a:ext>
              </a:extLst>
            </p:cNvPr>
            <p:cNvSpPr/>
            <p:nvPr/>
          </p:nvSpPr>
          <p:spPr>
            <a:xfrm>
              <a:off x="933625" y="2721475"/>
              <a:ext cx="18750" cy="18775"/>
            </a:xfrm>
            <a:custGeom>
              <a:avLst/>
              <a:gdLst/>
              <a:ahLst/>
              <a:cxnLst/>
              <a:rect l="l" t="t" r="r" b="b"/>
              <a:pathLst>
                <a:path w="750" h="751" extrusionOk="0">
                  <a:moveTo>
                    <a:pt x="375" y="1"/>
                  </a:moveTo>
                  <a:cubicBezTo>
                    <a:pt x="168" y="1"/>
                    <a:pt x="0" y="169"/>
                    <a:pt x="0" y="375"/>
                  </a:cubicBezTo>
                  <a:cubicBezTo>
                    <a:pt x="0" y="582"/>
                    <a:pt x="168" y="750"/>
                    <a:pt x="375" y="750"/>
                  </a:cubicBezTo>
                  <a:cubicBezTo>
                    <a:pt x="582" y="750"/>
                    <a:pt x="750" y="582"/>
                    <a:pt x="750" y="375"/>
                  </a:cubicBezTo>
                  <a:cubicBezTo>
                    <a:pt x="750" y="169"/>
                    <a:pt x="582" y="1"/>
                    <a:pt x="3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381;p38">
              <a:extLst>
                <a:ext uri="{FF2B5EF4-FFF2-40B4-BE49-F238E27FC236}">
                  <a16:creationId xmlns:a16="http://schemas.microsoft.com/office/drawing/2014/main" id="{E207E7CB-51EC-5E8C-230C-A878CEAB1B55}"/>
                </a:ext>
              </a:extLst>
            </p:cNvPr>
            <p:cNvSpPr/>
            <p:nvPr/>
          </p:nvSpPr>
          <p:spPr>
            <a:xfrm>
              <a:off x="991925" y="2777325"/>
              <a:ext cx="18750" cy="18750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5" y="0"/>
                  </a:moveTo>
                  <a:cubicBezTo>
                    <a:pt x="168" y="0"/>
                    <a:pt x="0" y="168"/>
                    <a:pt x="0" y="375"/>
                  </a:cubicBezTo>
                  <a:cubicBezTo>
                    <a:pt x="0" y="582"/>
                    <a:pt x="168" y="750"/>
                    <a:pt x="375" y="750"/>
                  </a:cubicBezTo>
                  <a:cubicBezTo>
                    <a:pt x="582" y="750"/>
                    <a:pt x="750" y="582"/>
                    <a:pt x="750" y="375"/>
                  </a:cubicBezTo>
                  <a:cubicBezTo>
                    <a:pt x="750" y="168"/>
                    <a:pt x="582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382;p38">
              <a:extLst>
                <a:ext uri="{FF2B5EF4-FFF2-40B4-BE49-F238E27FC236}">
                  <a16:creationId xmlns:a16="http://schemas.microsoft.com/office/drawing/2014/main" id="{00DD8EB1-ABAC-2300-3C5E-138EA3A5C4E8}"/>
                </a:ext>
              </a:extLst>
            </p:cNvPr>
            <p:cNvSpPr/>
            <p:nvPr/>
          </p:nvSpPr>
          <p:spPr>
            <a:xfrm>
              <a:off x="1034450" y="2736825"/>
              <a:ext cx="18750" cy="18750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5" y="0"/>
                  </a:moveTo>
                  <a:cubicBezTo>
                    <a:pt x="168" y="0"/>
                    <a:pt x="0" y="168"/>
                    <a:pt x="0" y="375"/>
                  </a:cubicBezTo>
                  <a:cubicBezTo>
                    <a:pt x="0" y="582"/>
                    <a:pt x="168" y="750"/>
                    <a:pt x="375" y="750"/>
                  </a:cubicBezTo>
                  <a:cubicBezTo>
                    <a:pt x="582" y="750"/>
                    <a:pt x="750" y="582"/>
                    <a:pt x="750" y="375"/>
                  </a:cubicBezTo>
                  <a:cubicBezTo>
                    <a:pt x="750" y="168"/>
                    <a:pt x="582" y="0"/>
                    <a:pt x="3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383;p38">
              <a:extLst>
                <a:ext uri="{FF2B5EF4-FFF2-40B4-BE49-F238E27FC236}">
                  <a16:creationId xmlns:a16="http://schemas.microsoft.com/office/drawing/2014/main" id="{8B7547A2-80A3-621F-4208-09BDFA333840}"/>
                </a:ext>
              </a:extLst>
            </p:cNvPr>
            <p:cNvSpPr/>
            <p:nvPr/>
          </p:nvSpPr>
          <p:spPr>
            <a:xfrm>
              <a:off x="1094775" y="2794525"/>
              <a:ext cx="18775" cy="18725"/>
            </a:xfrm>
            <a:custGeom>
              <a:avLst/>
              <a:gdLst/>
              <a:ahLst/>
              <a:cxnLst/>
              <a:rect l="l" t="t" r="r" b="b"/>
              <a:pathLst>
                <a:path w="751" h="749" extrusionOk="0">
                  <a:moveTo>
                    <a:pt x="375" y="1"/>
                  </a:moveTo>
                  <a:cubicBezTo>
                    <a:pt x="169" y="1"/>
                    <a:pt x="1" y="167"/>
                    <a:pt x="1" y="375"/>
                  </a:cubicBezTo>
                  <a:cubicBezTo>
                    <a:pt x="1" y="582"/>
                    <a:pt x="169" y="748"/>
                    <a:pt x="375" y="748"/>
                  </a:cubicBezTo>
                  <a:cubicBezTo>
                    <a:pt x="582" y="748"/>
                    <a:pt x="750" y="582"/>
                    <a:pt x="750" y="375"/>
                  </a:cubicBezTo>
                  <a:cubicBezTo>
                    <a:pt x="750" y="167"/>
                    <a:pt x="582" y="1"/>
                    <a:pt x="3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384;p38">
              <a:extLst>
                <a:ext uri="{FF2B5EF4-FFF2-40B4-BE49-F238E27FC236}">
                  <a16:creationId xmlns:a16="http://schemas.microsoft.com/office/drawing/2014/main" id="{4ACB3939-F53C-02A1-2440-A6A1B9D03C37}"/>
                </a:ext>
              </a:extLst>
            </p:cNvPr>
            <p:cNvSpPr/>
            <p:nvPr/>
          </p:nvSpPr>
          <p:spPr>
            <a:xfrm>
              <a:off x="1671800" y="3271275"/>
              <a:ext cx="157750" cy="74450"/>
            </a:xfrm>
            <a:custGeom>
              <a:avLst/>
              <a:gdLst/>
              <a:ahLst/>
              <a:cxnLst/>
              <a:rect l="l" t="t" r="r" b="b"/>
              <a:pathLst>
                <a:path w="6310" h="2978" extrusionOk="0">
                  <a:moveTo>
                    <a:pt x="6169" y="1"/>
                  </a:moveTo>
                  <a:lnTo>
                    <a:pt x="4067" y="2100"/>
                  </a:lnTo>
                  <a:lnTo>
                    <a:pt x="2418" y="453"/>
                  </a:lnTo>
                  <a:cubicBezTo>
                    <a:pt x="2402" y="436"/>
                    <a:pt x="2379" y="427"/>
                    <a:pt x="2357" y="427"/>
                  </a:cubicBezTo>
                  <a:cubicBezTo>
                    <a:pt x="2334" y="427"/>
                    <a:pt x="2311" y="436"/>
                    <a:pt x="2294" y="453"/>
                  </a:cubicBezTo>
                  <a:lnTo>
                    <a:pt x="24" y="2722"/>
                  </a:lnTo>
                  <a:cubicBezTo>
                    <a:pt x="29" y="2810"/>
                    <a:pt x="23" y="2897"/>
                    <a:pt x="0" y="2978"/>
                  </a:cubicBezTo>
                  <a:cubicBezTo>
                    <a:pt x="16" y="2973"/>
                    <a:pt x="31" y="2966"/>
                    <a:pt x="42" y="2955"/>
                  </a:cubicBezTo>
                  <a:lnTo>
                    <a:pt x="2357" y="639"/>
                  </a:lnTo>
                  <a:lnTo>
                    <a:pt x="4006" y="2288"/>
                  </a:lnTo>
                  <a:cubicBezTo>
                    <a:pt x="4023" y="2305"/>
                    <a:pt x="4046" y="2313"/>
                    <a:pt x="4068" y="2313"/>
                  </a:cubicBezTo>
                  <a:cubicBezTo>
                    <a:pt x="4091" y="2313"/>
                    <a:pt x="4113" y="2305"/>
                    <a:pt x="4130" y="2288"/>
                  </a:cubicBezTo>
                  <a:lnTo>
                    <a:pt x="6309" y="115"/>
                  </a:lnTo>
                  <a:cubicBezTo>
                    <a:pt x="6269" y="72"/>
                    <a:pt x="6219" y="36"/>
                    <a:pt x="61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385;p38">
              <a:extLst>
                <a:ext uri="{FF2B5EF4-FFF2-40B4-BE49-F238E27FC236}">
                  <a16:creationId xmlns:a16="http://schemas.microsoft.com/office/drawing/2014/main" id="{CCC14465-05AD-6A07-0EBE-B6267000FB94}"/>
                </a:ext>
              </a:extLst>
            </p:cNvPr>
            <p:cNvSpPr/>
            <p:nvPr/>
          </p:nvSpPr>
          <p:spPr>
            <a:xfrm>
              <a:off x="1822175" y="3259450"/>
              <a:ext cx="18750" cy="18725"/>
            </a:xfrm>
            <a:custGeom>
              <a:avLst/>
              <a:gdLst/>
              <a:ahLst/>
              <a:cxnLst/>
              <a:rect l="l" t="t" r="r" b="b"/>
              <a:pathLst>
                <a:path w="750" h="749" extrusionOk="0">
                  <a:moveTo>
                    <a:pt x="375" y="0"/>
                  </a:moveTo>
                  <a:cubicBezTo>
                    <a:pt x="168" y="0"/>
                    <a:pt x="0" y="167"/>
                    <a:pt x="0" y="373"/>
                  </a:cubicBezTo>
                  <a:cubicBezTo>
                    <a:pt x="0" y="582"/>
                    <a:pt x="168" y="748"/>
                    <a:pt x="375" y="748"/>
                  </a:cubicBezTo>
                  <a:cubicBezTo>
                    <a:pt x="582" y="748"/>
                    <a:pt x="750" y="582"/>
                    <a:pt x="750" y="373"/>
                  </a:cubicBezTo>
                  <a:cubicBezTo>
                    <a:pt x="750" y="167"/>
                    <a:pt x="582" y="0"/>
                    <a:pt x="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386;p38">
              <a:extLst>
                <a:ext uri="{FF2B5EF4-FFF2-40B4-BE49-F238E27FC236}">
                  <a16:creationId xmlns:a16="http://schemas.microsoft.com/office/drawing/2014/main" id="{1CFF29F5-4945-CE3B-F8BD-4BCC65407825}"/>
                </a:ext>
              </a:extLst>
            </p:cNvPr>
            <p:cNvSpPr/>
            <p:nvPr/>
          </p:nvSpPr>
          <p:spPr>
            <a:xfrm>
              <a:off x="1763850" y="3315250"/>
              <a:ext cx="18775" cy="18775"/>
            </a:xfrm>
            <a:custGeom>
              <a:avLst/>
              <a:gdLst/>
              <a:ahLst/>
              <a:cxnLst/>
              <a:rect l="l" t="t" r="r" b="b"/>
              <a:pathLst>
                <a:path w="751" h="751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582"/>
                    <a:pt x="169" y="750"/>
                    <a:pt x="376" y="750"/>
                  </a:cubicBezTo>
                  <a:cubicBezTo>
                    <a:pt x="582" y="750"/>
                    <a:pt x="750" y="582"/>
                    <a:pt x="750" y="375"/>
                  </a:cubicBezTo>
                  <a:cubicBezTo>
                    <a:pt x="750" y="169"/>
                    <a:pt x="582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387;p38">
              <a:extLst>
                <a:ext uri="{FF2B5EF4-FFF2-40B4-BE49-F238E27FC236}">
                  <a16:creationId xmlns:a16="http://schemas.microsoft.com/office/drawing/2014/main" id="{63F57118-508C-7B03-C0DA-66C862580A6E}"/>
                </a:ext>
              </a:extLst>
            </p:cNvPr>
            <p:cNvSpPr/>
            <p:nvPr/>
          </p:nvSpPr>
          <p:spPr>
            <a:xfrm>
              <a:off x="1721350" y="3274750"/>
              <a:ext cx="18750" cy="18750"/>
            </a:xfrm>
            <a:custGeom>
              <a:avLst/>
              <a:gdLst/>
              <a:ahLst/>
              <a:cxnLst/>
              <a:rect l="l" t="t" r="r" b="b"/>
              <a:pathLst>
                <a:path w="750" h="750" extrusionOk="0">
                  <a:moveTo>
                    <a:pt x="375" y="0"/>
                  </a:moveTo>
                  <a:cubicBezTo>
                    <a:pt x="168" y="0"/>
                    <a:pt x="0" y="168"/>
                    <a:pt x="0" y="375"/>
                  </a:cubicBezTo>
                  <a:cubicBezTo>
                    <a:pt x="0" y="582"/>
                    <a:pt x="168" y="750"/>
                    <a:pt x="375" y="750"/>
                  </a:cubicBezTo>
                  <a:cubicBezTo>
                    <a:pt x="582" y="750"/>
                    <a:pt x="750" y="582"/>
                    <a:pt x="750" y="375"/>
                  </a:cubicBezTo>
                  <a:cubicBezTo>
                    <a:pt x="750" y="168"/>
                    <a:pt x="582" y="0"/>
                    <a:pt x="3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388;p38">
              <a:extLst>
                <a:ext uri="{FF2B5EF4-FFF2-40B4-BE49-F238E27FC236}">
                  <a16:creationId xmlns:a16="http://schemas.microsoft.com/office/drawing/2014/main" id="{2B54A98D-852B-4714-FB07-386B8626878C}"/>
                </a:ext>
              </a:extLst>
            </p:cNvPr>
            <p:cNvSpPr/>
            <p:nvPr/>
          </p:nvSpPr>
          <p:spPr>
            <a:xfrm>
              <a:off x="1661000" y="3332450"/>
              <a:ext cx="18725" cy="18775"/>
            </a:xfrm>
            <a:custGeom>
              <a:avLst/>
              <a:gdLst/>
              <a:ahLst/>
              <a:cxnLst/>
              <a:rect l="l" t="t" r="r" b="b"/>
              <a:pathLst>
                <a:path w="749" h="751" extrusionOk="0">
                  <a:moveTo>
                    <a:pt x="376" y="1"/>
                  </a:moveTo>
                  <a:cubicBezTo>
                    <a:pt x="169" y="1"/>
                    <a:pt x="1" y="169"/>
                    <a:pt x="1" y="375"/>
                  </a:cubicBezTo>
                  <a:cubicBezTo>
                    <a:pt x="1" y="582"/>
                    <a:pt x="169" y="750"/>
                    <a:pt x="376" y="750"/>
                  </a:cubicBezTo>
                  <a:cubicBezTo>
                    <a:pt x="582" y="750"/>
                    <a:pt x="749" y="582"/>
                    <a:pt x="749" y="375"/>
                  </a:cubicBezTo>
                  <a:cubicBezTo>
                    <a:pt x="749" y="169"/>
                    <a:pt x="582" y="1"/>
                    <a:pt x="3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B4B9-1CD6-5CB9-DC3F-CACBBC35E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Điểm cuối kỳ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67680-928B-CC2B-631C-E11349662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 Hệ cơ sở dữ liệu: </a:t>
            </a:r>
          </a:p>
          <a:p>
            <a:pPr lvl="1">
              <a:lnSpc>
                <a:spcPct val="150000"/>
              </a:lnSpc>
            </a:pPr>
            <a:r>
              <a:rPr lang="en-US" sz="1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 trên giấy 90’</a:t>
            </a:r>
          </a:p>
          <a:p>
            <a:pPr lvl="1">
              <a:lnSpc>
                <a:spcPct val="150000"/>
              </a:lnSpc>
            </a:pPr>
            <a:r>
              <a:rPr lang="en-US" sz="1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Không sử dụng bất kỳ tài liệu gì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Môn Đồ án hệ cơ sở dữ liệu</a:t>
            </a:r>
          </a:p>
          <a:p>
            <a:pPr lvl="1">
              <a:lnSpc>
                <a:spcPct val="150000"/>
              </a:lnSpc>
            </a:pPr>
            <a:r>
              <a:rPr lang="en-US" sz="1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Quá trình thông: Theo nhóm</a:t>
            </a:r>
          </a:p>
          <a:p>
            <a:pPr lvl="1">
              <a:lnSpc>
                <a:spcPct val="150000"/>
              </a:lnSpc>
            </a:pPr>
            <a:r>
              <a:rPr lang="en-US" sz="19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Bảo vệ: vấn đáp cá nhân từng bạn</a:t>
            </a:r>
          </a:p>
        </p:txBody>
      </p:sp>
    </p:spTree>
    <p:extLst>
      <p:ext uri="{BB962C8B-B14F-4D97-AF65-F5344CB8AC3E}">
        <p14:creationId xmlns:p14="http://schemas.microsoft.com/office/powerpoint/2010/main" val="3820157356"/>
      </p:ext>
    </p:extLst>
  </p:cSld>
  <p:clrMapOvr>
    <a:masterClrMapping/>
  </p:clrMapOvr>
</p:sld>
</file>

<file path=ppt/theme/theme1.xml><?xml version="1.0" encoding="utf-8"?>
<a:theme xmlns:a="http://schemas.openxmlformats.org/drawingml/2006/main" name="Tips to Prepare for an Exam by Slidesgo">
  <a:themeElements>
    <a:clrScheme name="Simple Light">
      <a:dk1>
        <a:srgbClr val="210A26"/>
      </a:dk1>
      <a:lt1>
        <a:srgbClr val="4D476D"/>
      </a:lt1>
      <a:dk2>
        <a:srgbClr val="A0BFDB"/>
      </a:dk2>
      <a:lt2>
        <a:srgbClr val="DFF3F8"/>
      </a:lt2>
      <a:accent1>
        <a:srgbClr val="EA3554"/>
      </a:accent1>
      <a:accent2>
        <a:srgbClr val="FFA406"/>
      </a:accent2>
      <a:accent3>
        <a:srgbClr val="C1712D"/>
      </a:accent3>
      <a:accent4>
        <a:srgbClr val="1D9E4E"/>
      </a:accent4>
      <a:accent5>
        <a:srgbClr val="3169F8"/>
      </a:accent5>
      <a:accent6>
        <a:srgbClr val="FFFFFF"/>
      </a:accent6>
      <a:hlink>
        <a:srgbClr val="210A26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261</Words>
  <Application>Microsoft Office PowerPoint</Application>
  <PresentationFormat>On-screen Show (16:9)</PresentationFormat>
  <Paragraphs>44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Proxima Nova</vt:lpstr>
      <vt:lpstr>Bebas Neue</vt:lpstr>
      <vt:lpstr>Poppins</vt:lpstr>
      <vt:lpstr>Poppins Black</vt:lpstr>
      <vt:lpstr>Tahoma</vt:lpstr>
      <vt:lpstr>Cambria</vt:lpstr>
      <vt:lpstr>Courier New</vt:lpstr>
      <vt:lpstr>Arial</vt:lpstr>
      <vt:lpstr>Tips to Prepare for an Exam by Slidesgo</vt:lpstr>
      <vt:lpstr>Quản lý kết quả học tập</vt:lpstr>
      <vt:lpstr>01</vt:lpstr>
      <vt:lpstr>Điểm  quá trình</vt:lpstr>
      <vt:lpstr>Điểm quá trình</vt:lpstr>
      <vt:lpstr>Lưu ý về ĐQT</vt:lpstr>
      <vt:lpstr>Điểm cuối kỳ</vt:lpstr>
      <vt:lpstr>Điểm cuối kỳ</vt:lpstr>
      <vt:lpstr>Điểm cuối kỳ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Ngoc Han</dc:creator>
  <cp:lastModifiedBy>Đào Ngọc Hân</cp:lastModifiedBy>
  <cp:revision>83</cp:revision>
  <dcterms:modified xsi:type="dcterms:W3CDTF">2024-10-07T08:54:23Z</dcterms:modified>
</cp:coreProperties>
</file>