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3.xml"/>
  <Override ContentType="application/vnd.openxmlformats-officedocument.presentationml.slideMaster+xml" PartName="/ppt/slideMasters/slideMaster10.xml"/>
  <Override ContentType="application/vnd.openxmlformats-officedocument.presentationml.slideMaster+xml" PartName="/ppt/slideMasters/slideMaster15.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14.xml"/>
  <Override ContentType="application/vnd.openxmlformats-officedocument.presentationml.slideMaster+xml" PartName="/ppt/slideMasters/slideMaster12.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14.xml"/>
  <Override ContentType="application/vnd.openxmlformats-officedocument.theme+xml" PartName="/ppt/theme/theme6.xml"/>
  <Override ContentType="application/vnd.openxmlformats-officedocument.theme+xml" PartName="/ppt/theme/theme3.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1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6.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 id="2147483657" r:id="rId7"/>
    <p:sldMasterId id="2147483659" r:id="rId8"/>
    <p:sldMasterId id="2147483660" r:id="rId9"/>
    <p:sldMasterId id="2147483662" r:id="rId10"/>
    <p:sldMasterId id="2147483664" r:id="rId11"/>
    <p:sldMasterId id="2147483666" r:id="rId12"/>
    <p:sldMasterId id="2147483668" r:id="rId13"/>
    <p:sldMasterId id="2147483670" r:id="rId14"/>
    <p:sldMasterId id="2147483672" r:id="rId15"/>
    <p:sldMasterId id="2147483674" r:id="rId16"/>
    <p:sldMasterId id="2147483676" r:id="rId17"/>
    <p:sldMasterId id="2147483678" r:id="rId18"/>
    <p:sldMasterId id="2147483680" r:id="rId19"/>
  </p:sldMasterIdLst>
  <p:notesMasterIdLst>
    <p:notesMasterId r:id="rId20"/>
  </p:notesMasterIdLst>
  <p:sldIdLst>
    <p:sldId id="256" r:id="rId21"/>
    <p:sldId id="257" r:id="rId22"/>
    <p:sldId id="258" r:id="rId23"/>
    <p:sldId id="259" r:id="rId24"/>
    <p:sldId id="260" r:id="rId25"/>
    <p:sldId id="261" r:id="rId26"/>
    <p:sldId id="262" r:id="rId27"/>
    <p:sldId id="263" r:id="rId28"/>
    <p:sldId id="264" r:id="rId29"/>
    <p:sldId id="265" r:id="rId30"/>
    <p:sldId id="266" r:id="rId31"/>
    <p:sldId id="267" r:id="rId32"/>
    <p:sldId id="268" r:id="rId33"/>
    <p:sldId id="269" r:id="rId34"/>
    <p:sldId id="270" r:id="rId35"/>
    <p:sldId id="271" r:id="rId36"/>
    <p:sldId id="272" r:id="rId37"/>
    <p:sldId id="273" r:id="rId38"/>
    <p:sldId id="274" r:id="rId39"/>
    <p:sldId id="275" r:id="rId40"/>
    <p:sldId id="276" r:id="rId41"/>
    <p:sldId id="277" r:id="rId42"/>
    <p:sldId id="278" r:id="rId43"/>
    <p:sldId id="279" r:id="rId44"/>
    <p:sldId id="280" r:id="rId45"/>
    <p:sldId id="281" r:id="rId46"/>
    <p:sldId id="282" r:id="rId47"/>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97" r:id="rId62"/>
    <p:sldId id="298" r:id="rId63"/>
    <p:sldId id="299" r:id="rId64"/>
    <p:sldId id="300" r:id="rId65"/>
    <p:sldId id="301" r:id="rId66"/>
    <p:sldId id="302" r:id="rId67"/>
    <p:sldId id="303" r:id="rId68"/>
    <p:sldId id="304" r:id="rId69"/>
    <p:sldId id="305" r:id="rId70"/>
    <p:sldId id="306" r:id="rId71"/>
    <p:sldId id="307" r:id="rId72"/>
    <p:sldId id="308" r:id="rId73"/>
    <p:sldId id="309" r:id="rId74"/>
  </p:sldIdLst>
  <p:sldSz cy="6858000" cx="9144000"/>
  <p:notesSz cx="6858000" cy="9144000"/>
  <p:embeddedFontLst>
    <p:embeddedFont>
      <p:font typeface="EB Garamond"/>
      <p:regular r:id="rId75"/>
      <p:bold r:id="rId76"/>
      <p:italic r:id="rId77"/>
      <p:boldItalic r:id="rId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9" roundtripDataSignature="AMtx7mgJ6wzcVfGVzYvXT/+WkGUIbl85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38FBB19-83DF-42A9-BF4C-4F13E9EF1314}">
  <a:tblStyle styleId="{D38FBB19-83DF-42A9-BF4C-4F13E9EF131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0.xml"/><Relationship Id="rId42" Type="http://schemas.openxmlformats.org/officeDocument/2006/relationships/slide" Target="slides/slide22.xml"/><Relationship Id="rId41" Type="http://schemas.openxmlformats.org/officeDocument/2006/relationships/slide" Target="slides/slide21.xml"/><Relationship Id="rId44" Type="http://schemas.openxmlformats.org/officeDocument/2006/relationships/slide" Target="slides/slide24.xml"/><Relationship Id="rId43" Type="http://schemas.openxmlformats.org/officeDocument/2006/relationships/slide" Target="slides/slide23.xml"/><Relationship Id="rId46" Type="http://schemas.openxmlformats.org/officeDocument/2006/relationships/slide" Target="slides/slide26.xml"/><Relationship Id="rId45" Type="http://schemas.openxmlformats.org/officeDocument/2006/relationships/slide" Target="slides/slide2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28.xml"/><Relationship Id="rId47" Type="http://schemas.openxmlformats.org/officeDocument/2006/relationships/slide" Target="slides/slide27.xml"/><Relationship Id="rId49" Type="http://schemas.openxmlformats.org/officeDocument/2006/relationships/slide" Target="slides/slide29.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slide" Target="slides/slide53.xml"/><Relationship Id="rId72" Type="http://schemas.openxmlformats.org/officeDocument/2006/relationships/slide" Target="slides/slide52.xml"/><Relationship Id="rId31" Type="http://schemas.openxmlformats.org/officeDocument/2006/relationships/slide" Target="slides/slide11.xml"/><Relationship Id="rId75" Type="http://schemas.openxmlformats.org/officeDocument/2006/relationships/font" Target="fonts/EBGaramond-regular.fntdata"/><Relationship Id="rId30" Type="http://schemas.openxmlformats.org/officeDocument/2006/relationships/slide" Target="slides/slide10.xml"/><Relationship Id="rId74" Type="http://schemas.openxmlformats.org/officeDocument/2006/relationships/slide" Target="slides/slide54.xml"/><Relationship Id="rId33" Type="http://schemas.openxmlformats.org/officeDocument/2006/relationships/slide" Target="slides/slide13.xml"/><Relationship Id="rId77" Type="http://schemas.openxmlformats.org/officeDocument/2006/relationships/font" Target="fonts/EBGaramond-italic.fntdata"/><Relationship Id="rId32" Type="http://schemas.openxmlformats.org/officeDocument/2006/relationships/slide" Target="slides/slide12.xml"/><Relationship Id="rId76" Type="http://schemas.openxmlformats.org/officeDocument/2006/relationships/font" Target="fonts/EBGaramond-bold.fntdata"/><Relationship Id="rId35" Type="http://schemas.openxmlformats.org/officeDocument/2006/relationships/slide" Target="slides/slide15.xml"/><Relationship Id="rId79" Type="http://customschemas.google.com/relationships/presentationmetadata" Target="metadata"/><Relationship Id="rId34" Type="http://schemas.openxmlformats.org/officeDocument/2006/relationships/slide" Target="slides/slide14.xml"/><Relationship Id="rId78" Type="http://schemas.openxmlformats.org/officeDocument/2006/relationships/font" Target="fonts/EBGaramond-boldItalic.fntdata"/><Relationship Id="rId71" Type="http://schemas.openxmlformats.org/officeDocument/2006/relationships/slide" Target="slides/slide51.xml"/><Relationship Id="rId70" Type="http://schemas.openxmlformats.org/officeDocument/2006/relationships/slide" Target="slides/slide50.xml"/><Relationship Id="rId37" Type="http://schemas.openxmlformats.org/officeDocument/2006/relationships/slide" Target="slides/slide17.xml"/><Relationship Id="rId36" Type="http://schemas.openxmlformats.org/officeDocument/2006/relationships/slide" Target="slides/slide16.xml"/><Relationship Id="rId39" Type="http://schemas.openxmlformats.org/officeDocument/2006/relationships/slide" Target="slides/slide19.xml"/><Relationship Id="rId38" Type="http://schemas.openxmlformats.org/officeDocument/2006/relationships/slide" Target="slides/slide18.xml"/><Relationship Id="rId62" Type="http://schemas.openxmlformats.org/officeDocument/2006/relationships/slide" Target="slides/slide42.xml"/><Relationship Id="rId61" Type="http://schemas.openxmlformats.org/officeDocument/2006/relationships/slide" Target="slides/slide41.xml"/><Relationship Id="rId20" Type="http://schemas.openxmlformats.org/officeDocument/2006/relationships/notesMaster" Target="notesMasters/notesMaster1.xml"/><Relationship Id="rId64" Type="http://schemas.openxmlformats.org/officeDocument/2006/relationships/slide" Target="slides/slide44.xml"/><Relationship Id="rId63" Type="http://schemas.openxmlformats.org/officeDocument/2006/relationships/slide" Target="slides/slide43.xml"/><Relationship Id="rId22" Type="http://schemas.openxmlformats.org/officeDocument/2006/relationships/slide" Target="slides/slide2.xml"/><Relationship Id="rId66" Type="http://schemas.openxmlformats.org/officeDocument/2006/relationships/slide" Target="slides/slide46.xml"/><Relationship Id="rId21" Type="http://schemas.openxmlformats.org/officeDocument/2006/relationships/slide" Target="slides/slide1.xml"/><Relationship Id="rId65" Type="http://schemas.openxmlformats.org/officeDocument/2006/relationships/slide" Target="slides/slide45.xml"/><Relationship Id="rId24" Type="http://schemas.openxmlformats.org/officeDocument/2006/relationships/slide" Target="slides/slide4.xml"/><Relationship Id="rId68" Type="http://schemas.openxmlformats.org/officeDocument/2006/relationships/slide" Target="slides/slide48.xml"/><Relationship Id="rId23" Type="http://schemas.openxmlformats.org/officeDocument/2006/relationships/slide" Target="slides/slide3.xml"/><Relationship Id="rId67" Type="http://schemas.openxmlformats.org/officeDocument/2006/relationships/slide" Target="slides/slide47.xml"/><Relationship Id="rId60" Type="http://schemas.openxmlformats.org/officeDocument/2006/relationships/slide" Target="slides/slide40.xml"/><Relationship Id="rId26" Type="http://schemas.openxmlformats.org/officeDocument/2006/relationships/slide" Target="slides/slide6.xml"/><Relationship Id="rId25" Type="http://schemas.openxmlformats.org/officeDocument/2006/relationships/slide" Target="slides/slide5.xml"/><Relationship Id="rId69" Type="http://schemas.openxmlformats.org/officeDocument/2006/relationships/slide" Target="slides/slide49.xml"/><Relationship Id="rId28" Type="http://schemas.openxmlformats.org/officeDocument/2006/relationships/slide" Target="slides/slide8.xml"/><Relationship Id="rId27" Type="http://schemas.openxmlformats.org/officeDocument/2006/relationships/slide" Target="slides/slide7.xml"/><Relationship Id="rId29" Type="http://schemas.openxmlformats.org/officeDocument/2006/relationships/slide" Target="slides/slide9.xml"/><Relationship Id="rId51" Type="http://schemas.openxmlformats.org/officeDocument/2006/relationships/slide" Target="slides/slide31.xml"/><Relationship Id="rId50" Type="http://schemas.openxmlformats.org/officeDocument/2006/relationships/slide" Target="slides/slide30.xml"/><Relationship Id="rId53" Type="http://schemas.openxmlformats.org/officeDocument/2006/relationships/slide" Target="slides/slide33.xml"/><Relationship Id="rId52" Type="http://schemas.openxmlformats.org/officeDocument/2006/relationships/slide" Target="slides/slide32.xml"/><Relationship Id="rId11" Type="http://schemas.openxmlformats.org/officeDocument/2006/relationships/slideMaster" Target="slideMasters/slideMaster7.xml"/><Relationship Id="rId55" Type="http://schemas.openxmlformats.org/officeDocument/2006/relationships/slide" Target="slides/slide35.xml"/><Relationship Id="rId10" Type="http://schemas.openxmlformats.org/officeDocument/2006/relationships/slideMaster" Target="slideMasters/slideMaster6.xml"/><Relationship Id="rId54" Type="http://schemas.openxmlformats.org/officeDocument/2006/relationships/slide" Target="slides/slide34.xml"/><Relationship Id="rId13" Type="http://schemas.openxmlformats.org/officeDocument/2006/relationships/slideMaster" Target="slideMasters/slideMaster9.xml"/><Relationship Id="rId57" Type="http://schemas.openxmlformats.org/officeDocument/2006/relationships/slide" Target="slides/slide37.xml"/><Relationship Id="rId12" Type="http://schemas.openxmlformats.org/officeDocument/2006/relationships/slideMaster" Target="slideMasters/slideMaster8.xml"/><Relationship Id="rId56" Type="http://schemas.openxmlformats.org/officeDocument/2006/relationships/slide" Target="slides/slide36.xml"/><Relationship Id="rId15" Type="http://schemas.openxmlformats.org/officeDocument/2006/relationships/slideMaster" Target="slideMasters/slideMaster11.xml"/><Relationship Id="rId59" Type="http://schemas.openxmlformats.org/officeDocument/2006/relationships/slide" Target="slides/slide39.xml"/><Relationship Id="rId14" Type="http://schemas.openxmlformats.org/officeDocument/2006/relationships/slideMaster" Target="slideMasters/slideMaster10.xml"/><Relationship Id="rId58" Type="http://schemas.openxmlformats.org/officeDocument/2006/relationships/slide" Target="slides/slide38.xml"/><Relationship Id="rId17" Type="http://schemas.openxmlformats.org/officeDocument/2006/relationships/slideMaster" Target="slideMasters/slideMaster13.xml"/><Relationship Id="rId16" Type="http://schemas.openxmlformats.org/officeDocument/2006/relationships/slideMaster" Target="slideMasters/slideMaster12.xml"/><Relationship Id="rId19" Type="http://schemas.openxmlformats.org/officeDocument/2006/relationships/slideMaster" Target="slideMasters/slideMaster15.xml"/><Relationship Id="rId18" Type="http://schemas.openxmlformats.org/officeDocument/2006/relationships/slideMaster" Target="slideMasters/slideMaster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9pPr>
          </a:lstStyle>
          <a:p/>
        </p:txBody>
      </p:sp>
      <p:sp>
        <p:nvSpPr>
          <p:cNvPr id="4" name="Google Shape;4;n"/>
          <p:cNvSpPr txBox="1"/>
          <p:nvPr>
            <p:ph idx="10" type="dt"/>
          </p:nvPr>
        </p:nvSpPr>
        <p:spPr>
          <a:xfrm>
            <a:off x="3884612" y="0"/>
            <a:ext cx="2971800" cy="45878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rgbClr val="000000"/>
                </a:solidFill>
                <a:latin typeface="Georgia"/>
                <a:ea typeface="Georgia"/>
                <a:cs typeface="Georgia"/>
                <a:sym typeface="Georgia"/>
              </a:defRPr>
            </a:lvl9pPr>
          </a:lstStyle>
          <a:p/>
        </p:txBody>
      </p:sp>
      <p:sp>
        <p:nvSpPr>
          <p:cNvPr id="8" name="Google Shape;8;n"/>
          <p:cNvSpPr txBox="1"/>
          <p:nvPr>
            <p:ph idx="12" type="sldNum"/>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cap="none" strike="noStrike">
                <a:solidFill>
                  <a:srgbClr val="000000"/>
                </a:solidFill>
                <a:latin typeface="Georgia"/>
                <a:ea typeface="Georgia"/>
                <a:cs typeface="Georgia"/>
                <a:sym typeface="Georgia"/>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50" name="Google Shape;25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57" name="Google Shape;25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63" name="Google Shape;26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Arial"/>
              <a:buNone/>
            </a:pPr>
            <a:r>
              <a:rPr lang="en-US">
                <a:latin typeface="Arial"/>
                <a:ea typeface="Arial"/>
                <a:cs typeface="Arial"/>
                <a:sym typeface="Arial"/>
              </a:rPr>
              <a:t>Trong chương này, </a:t>
            </a:r>
            <a:r>
              <a:rPr lang="en-US"/>
              <a:t>chúng ta</a:t>
            </a:r>
            <a:r>
              <a:rPr lang="en-US">
                <a:latin typeface="Arial"/>
                <a:ea typeface="Arial"/>
                <a:cs typeface="Arial"/>
                <a:sym typeface="Arial"/>
              </a:rPr>
              <a:t> sẽ </a:t>
            </a:r>
            <a:r>
              <a:rPr lang="en-US"/>
              <a:t>tìm hiểu</a:t>
            </a:r>
            <a:r>
              <a:rPr lang="en-US">
                <a:latin typeface="Arial"/>
                <a:ea typeface="Arial"/>
                <a:cs typeface="Arial"/>
                <a:sym typeface="Arial"/>
              </a:rPr>
              <a:t>:</a:t>
            </a:r>
            <a:endParaRPr/>
          </a:p>
          <a:p>
            <a:pPr indent="0" lvl="0" marL="0" rtl="0" algn="l">
              <a:spcBef>
                <a:spcPts val="0"/>
              </a:spcBef>
              <a:spcAft>
                <a:spcPts val="0"/>
              </a:spcAft>
              <a:buNone/>
            </a:pPr>
            <a:r>
              <a:rPr lang="en-US">
                <a:latin typeface="Arial"/>
                <a:ea typeface="Arial"/>
                <a:cs typeface="Arial"/>
                <a:sym typeface="Arial"/>
              </a:rPr>
              <a:t>Chuẩn hóa là gì và nó đóng vai trò gì trong quá trình thiết kế cơ sở dữ liệu</a:t>
            </a:r>
            <a:endParaRPr/>
          </a:p>
          <a:p>
            <a:pPr indent="0" lvl="0" marL="0" rtl="0" algn="l">
              <a:spcBef>
                <a:spcPts val="0"/>
              </a:spcBef>
              <a:spcAft>
                <a:spcPts val="0"/>
              </a:spcAft>
              <a:buNone/>
            </a:pPr>
            <a:r>
              <a:rPr lang="en-US">
                <a:latin typeface="Arial"/>
                <a:ea typeface="Arial"/>
                <a:cs typeface="Arial"/>
                <a:sym typeface="Arial"/>
              </a:rPr>
              <a:t>Giới thiệu về các dạng </a:t>
            </a:r>
            <a:r>
              <a:rPr lang="en-US"/>
              <a:t>chuẩn </a:t>
            </a:r>
            <a:r>
              <a:rPr lang="en-US">
                <a:latin typeface="Arial"/>
                <a:ea typeface="Arial"/>
                <a:cs typeface="Arial"/>
                <a:sym typeface="Arial"/>
              </a:rPr>
              <a:t>1NF, 2NF, 3NF, BCNF và 4NF</a:t>
            </a:r>
            <a:endParaRPr/>
          </a:p>
          <a:p>
            <a:pPr indent="0" lvl="0" marL="0" rtl="0" algn="l">
              <a:spcBef>
                <a:spcPts val="0"/>
              </a:spcBef>
              <a:spcAft>
                <a:spcPts val="0"/>
              </a:spcAft>
              <a:buNone/>
            </a:pPr>
            <a:r>
              <a:rPr lang="en-US">
                <a:latin typeface="Arial"/>
                <a:ea typeface="Arial"/>
                <a:cs typeface="Arial"/>
                <a:sym typeface="Arial"/>
              </a:rPr>
              <a:t>Làm thế nào các </a:t>
            </a:r>
            <a:r>
              <a:rPr lang="en-US"/>
              <a:t>dạng chuẩn </a:t>
            </a:r>
            <a:r>
              <a:rPr lang="en-US">
                <a:latin typeface="Arial"/>
                <a:ea typeface="Arial"/>
                <a:cs typeface="Arial"/>
                <a:sym typeface="Arial"/>
              </a:rPr>
              <a:t>có thể được chuyển đổi từ các </a:t>
            </a:r>
            <a:r>
              <a:rPr lang="en-US"/>
              <a:t>dạng chuẩn</a:t>
            </a:r>
            <a:r>
              <a:rPr lang="en-US">
                <a:latin typeface="Arial"/>
                <a:ea typeface="Arial"/>
                <a:cs typeface="Arial"/>
                <a:sym typeface="Arial"/>
              </a:rPr>
              <a:t> thấp hơn sang các </a:t>
            </a:r>
            <a:r>
              <a:rPr lang="en-US"/>
              <a:t>dạng chuẩn </a:t>
            </a:r>
            <a:r>
              <a:rPr lang="en-US">
                <a:latin typeface="Arial"/>
                <a:ea typeface="Arial"/>
                <a:cs typeface="Arial"/>
                <a:sym typeface="Arial"/>
              </a:rPr>
              <a:t>cao hơn</a:t>
            </a:r>
            <a:endParaRPr/>
          </a:p>
          <a:p>
            <a:pPr indent="0" lvl="0" marL="0" rtl="0" algn="l">
              <a:spcBef>
                <a:spcPts val="0"/>
              </a:spcBef>
              <a:spcAft>
                <a:spcPts val="0"/>
              </a:spcAft>
              <a:buNone/>
            </a:pPr>
            <a:r>
              <a:rPr lang="en-US">
                <a:latin typeface="Arial"/>
                <a:ea typeface="Arial"/>
                <a:cs typeface="Arial"/>
                <a:sym typeface="Arial"/>
              </a:rPr>
              <a:t>Việc chuẩn hóa và mô hình hóa ER được sử dụng đồng thời để tạo ra một thiết kế cơ sở dữ liệu tốt</a:t>
            </a:r>
            <a:endParaRPr/>
          </a:p>
          <a:p>
            <a:pPr indent="0" lvl="0" marL="0" rtl="0" algn="l">
              <a:spcBef>
                <a:spcPts val="0"/>
              </a:spcBef>
              <a:spcAft>
                <a:spcPts val="0"/>
              </a:spcAft>
              <a:buNone/>
            </a:pPr>
            <a:r>
              <a:rPr lang="en-US"/>
              <a:t>Một </a:t>
            </a:r>
            <a:r>
              <a:rPr lang="en-US">
                <a:latin typeface="Arial"/>
                <a:ea typeface="Arial"/>
                <a:cs typeface="Arial"/>
                <a:sym typeface="Arial"/>
              </a:rPr>
              <a:t>số tình huống yêu cầu không chuẩn hóa để tạo thông tin hiệu quả</a:t>
            </a:r>
            <a:endParaRPr/>
          </a:p>
        </p:txBody>
      </p:sp>
      <p:sp>
        <p:nvSpPr>
          <p:cNvPr id="264" name="Google Shape;264;p3: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70" name="Google Shape;27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400"/>
              </a:spcBef>
              <a:spcAft>
                <a:spcPts val="0"/>
              </a:spcAft>
              <a:buClr>
                <a:schemeClr val="dk1"/>
              </a:buClr>
              <a:buSzPts val="1100"/>
              <a:buFont typeface="Arial"/>
              <a:buNone/>
            </a:pPr>
            <a:r>
              <a:rPr lang="en-US" sz="1200">
                <a:solidFill>
                  <a:schemeClr val="dk1"/>
                </a:solidFill>
              </a:rPr>
              <a:t>Bắt đầu Vấn đề</a:t>
            </a:r>
            <a:endParaRPr sz="12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US" sz="1200">
                <a:solidFill>
                  <a:schemeClr val="dk1"/>
                </a:solidFill>
              </a:rPr>
              <a:t>dữ liệu chưa chuẩn hóa</a:t>
            </a:r>
            <a:endParaRPr sz="12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US" sz="1200">
                <a:solidFill>
                  <a:schemeClr val="dk1"/>
                </a:solidFill>
              </a:rPr>
              <a:t>Dữ liệu thô ở trạng thái ban đầu; nó có thể chứa dữ liệu trùng lặp, dữ liệu đa trị và/hoặc các bất thường dữ liệu khác không tìm thấy trên các mối quan hệ dữ liệu đã chuẩn hóa</a:t>
            </a:r>
            <a:br>
              <a:rPr lang="en-US" sz="1200">
                <a:solidFill>
                  <a:schemeClr val="dk1"/>
                </a:solidFill>
              </a:rPr>
            </a:br>
            <a:endParaRPr sz="1200">
              <a:solidFill>
                <a:schemeClr val="dk1"/>
              </a:solidFill>
            </a:endParaRPr>
          </a:p>
          <a:p>
            <a:pPr indent="0" lvl="0" marL="0" rtl="0" algn="l">
              <a:lnSpc>
                <a:spcPct val="115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Đưa ra một số yếu tố quyết định và phụ thuộc từ bảng này</a:t>
            </a:r>
            <a:endParaRPr sz="1200">
              <a:solidFill>
                <a:schemeClr val="dk1"/>
              </a:solidFill>
              <a:latin typeface="Calibri"/>
              <a:ea typeface="Calibri"/>
              <a:cs typeface="Calibri"/>
              <a:sym typeface="Calibri"/>
            </a:endParaRPr>
          </a:p>
          <a:p>
            <a:pPr indent="0" lvl="0" marL="0" rtl="0" algn="l">
              <a:lnSpc>
                <a:spcPct val="115000"/>
              </a:lnSpc>
              <a:spcBef>
                <a:spcPts val="400"/>
              </a:spcBef>
              <a:spcAft>
                <a:spcPts val="0"/>
              </a:spcAft>
              <a:buClr>
                <a:schemeClr val="dk1"/>
              </a:buClr>
              <a:buSzPts val="1100"/>
              <a:buFont typeface="Arial"/>
              <a:buNone/>
            </a:pPr>
            <a:r>
              <a:rPr lang="en-US" sz="1200">
                <a:solidFill>
                  <a:srgbClr val="242021"/>
                </a:solidFill>
              </a:rPr>
              <a:t>Thật không may, cấu trúc dữ liệu được mô tả trong Hình 6.1 không tuân thủ các yêu cầu về bảng quan hệ được thảo luận trong Chương 3 (xem Bảng 3.1) và do đó không phù hợp để xử lý tốt các bản cập nhật dữ liệu. Hãy xem xét các thiếu sót sau:</a:t>
            </a:r>
            <a:endParaRPr sz="1200">
              <a:solidFill>
                <a:srgbClr val="242021"/>
              </a:solidFill>
            </a:endParaRPr>
          </a:p>
          <a:p>
            <a:pPr indent="0" lvl="0" marL="0" rtl="0" algn="l">
              <a:lnSpc>
                <a:spcPct val="115000"/>
              </a:lnSpc>
              <a:spcBef>
                <a:spcPts val="400"/>
              </a:spcBef>
              <a:spcAft>
                <a:spcPts val="0"/>
              </a:spcAft>
              <a:buClr>
                <a:schemeClr val="dk1"/>
              </a:buClr>
              <a:buSzPts val="1100"/>
              <a:buFont typeface="Arial"/>
              <a:buNone/>
            </a:pPr>
            <a:br>
              <a:rPr lang="en-US" sz="1200">
                <a:solidFill>
                  <a:srgbClr val="242021"/>
                </a:solidFill>
              </a:rPr>
            </a:br>
            <a:r>
              <a:rPr lang="en-US" sz="1200">
                <a:solidFill>
                  <a:srgbClr val="242021"/>
                </a:solidFill>
              </a:rPr>
              <a:t> </a:t>
            </a:r>
            <a:r>
              <a:rPr lang="en-US" sz="1200">
                <a:solidFill>
                  <a:srgbClr val="1F4D25"/>
                </a:solidFill>
              </a:rPr>
              <a:t>• Cấu trúc dữ liệu gây ra sự không nhất quán về dữ liệu. Ví dụ, giá trị JOB_CLASS “Elect. Engineer” có thể được nhập là “Elect.Eng.” trong một số trường hợp, “El. Eng.” trong những trường hợp khác và “EE” trong những trường hợp khác nữa. Cấu trúc này sẽ cho phép John G. News và Alice K. Johnson trong dự án Evergreen tính các mức giá khác nhau mặc dù họ có cùng phân loại công việc.</a:t>
            </a:r>
            <a:endParaRPr sz="1200">
              <a:solidFill>
                <a:srgbClr val="1F4D25"/>
              </a:solidFill>
            </a:endParaRPr>
          </a:p>
          <a:p>
            <a:pPr indent="0" lvl="0" marL="0" rtl="0" algn="l">
              <a:lnSpc>
                <a:spcPct val="115000"/>
              </a:lnSpc>
              <a:spcBef>
                <a:spcPts val="400"/>
              </a:spcBef>
              <a:spcAft>
                <a:spcPts val="0"/>
              </a:spcAft>
              <a:buClr>
                <a:schemeClr val="dk1"/>
              </a:buClr>
              <a:buSzPts val="1100"/>
              <a:buFont typeface="Arial"/>
              <a:buNone/>
            </a:pPr>
            <a:br>
              <a:rPr lang="en-US" sz="1200">
                <a:solidFill>
                  <a:srgbClr val="1F4D25"/>
                </a:solidFill>
              </a:rPr>
            </a:br>
            <a:r>
              <a:rPr lang="en-US" sz="1200">
                <a:solidFill>
                  <a:srgbClr val="242021"/>
                </a:solidFill>
              </a:rPr>
              <a:t> </a:t>
            </a:r>
            <a:r>
              <a:rPr lang="en-US" sz="1200">
                <a:solidFill>
                  <a:srgbClr val="1F4D25"/>
                </a:solidFill>
              </a:rPr>
              <a:t>• Cấu trúc dữ liệu chứa một số thuộc tính đa giá trị khiến cho các tác vụ quản lý dữ liệu trở nên rất khó khăn. Vì tất cả nhân viên làm việc trong một dự án đều nằm trong một ô duy nhất nên rất khó để xác định từng nhân viên riêng lẻ và để cơ sở dữ liệu trả lời các câu hỏi như "Có bao nhiêu nhân viên đang làm việc trong dự án Starlight?"</a:t>
            </a:r>
            <a:endParaRPr sz="1200">
              <a:solidFill>
                <a:srgbClr val="1F4D25"/>
              </a:solidFill>
            </a:endParaRPr>
          </a:p>
          <a:p>
            <a:pPr indent="0" lvl="0" marL="0" rtl="0" algn="l">
              <a:spcBef>
                <a:spcPts val="0"/>
              </a:spcBef>
              <a:spcAft>
                <a:spcPts val="0"/>
              </a:spcAft>
              <a:buClr>
                <a:srgbClr val="242021"/>
              </a:buClr>
              <a:buSzPts val="1800"/>
              <a:buFont typeface="EB Garamond"/>
              <a:buNone/>
            </a:pPr>
            <a:r>
              <a:rPr lang="en-US" sz="1200">
                <a:solidFill>
                  <a:srgbClr val="1F4D25"/>
                </a:solidFill>
              </a:rPr>
              <a:t>• Dữ liệu nhân viên bị trùng lặp trong bảng vì nhân viên có thể làm việc trên nhiều dự án. Việc thêm, cập nhật và xóa dữ liệu có thể rất cồng kềnh khi sử dụng cấu trúc này. Ví dụ: thay đổi phân loại công việc cho Alice K. Johnson sẽ yêu cầu cập nhật ít nhất hai hàng</a:t>
            </a:r>
            <a:endParaRPr/>
          </a:p>
        </p:txBody>
      </p:sp>
      <p:sp>
        <p:nvSpPr>
          <p:cNvPr id="271" name="Google Shape;271;p4: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78" name="Google Shape;27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400"/>
              </a:spcBef>
              <a:spcAft>
                <a:spcPts val="0"/>
              </a:spcAft>
              <a:buClr>
                <a:schemeClr val="dk1"/>
              </a:buClr>
              <a:buSzPts val="1100"/>
              <a:buFont typeface="Arial"/>
              <a:buNone/>
            </a:pPr>
            <a:r>
              <a:rPr lang="en-US" sz="1200">
                <a:solidFill>
                  <a:schemeClr val="dk1"/>
                </a:solidFill>
                <a:latin typeface="Calibri"/>
                <a:ea typeface="Calibri"/>
                <a:cs typeface="Calibri"/>
                <a:sym typeface="Calibri"/>
              </a:rPr>
              <a:t>Một số điểm yếu:</a:t>
            </a:r>
            <a:endParaRPr sz="1200">
              <a:solidFill>
                <a:schemeClr val="dk1"/>
              </a:solidFill>
              <a:latin typeface="Calibri"/>
              <a:ea typeface="Calibri"/>
              <a:cs typeface="Calibri"/>
              <a:sym typeface="Calibri"/>
            </a:endParaRPr>
          </a:p>
          <a:p>
            <a:pPr indent="0" lvl="0" marL="0" rtl="0" algn="l">
              <a:lnSpc>
                <a:spcPct val="115000"/>
              </a:lnSpc>
              <a:spcBef>
                <a:spcPts val="400"/>
              </a:spcBef>
              <a:spcAft>
                <a:spcPts val="0"/>
              </a:spcAft>
              <a:buSzPts val="1100"/>
              <a:buNone/>
            </a:pPr>
            <a:r>
              <a:rPr lang="en-US" sz="1200">
                <a:solidFill>
                  <a:srgbClr val="242021"/>
                </a:solidFill>
              </a:rPr>
              <a:t>Rõ ràng, cấu trúc dữ liệu này tạo ra sự không nhất quán về dữ liệu. Báo cáo có thể tạo ra các kết quả khác nhau tùy thuộc vào bất thường về dữ liệu nào đã xảy ra. Ví dụ, nếu bạn muốn in báo cáo để hiển thị tổng số giờ được tính theo phân loại công việc “Database Designer”, báo cáo đó sẽ không bao gồm dữ liệu cho các mục nhập dữ liệu “DB Designer” và “Database Design”—giả sử thậm chí có thể phân tích qua nhiều giá trị trong mỗi ô của cột phân loại công việc để phân biệt giữa các phân loại công việc khác nhau. Những bất thường về báo cáo như vậy gây ra vô số vấn đề cho người quản lý—và không thể khắc phục thông qua lập trình ứng dụng.</a:t>
            </a:r>
            <a:endParaRPr/>
          </a:p>
        </p:txBody>
      </p:sp>
      <p:sp>
        <p:nvSpPr>
          <p:cNvPr id="279" name="Google Shape;279;p5: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84" name="Google Shape;28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Arial"/>
              <a:buNone/>
            </a:pPr>
            <a:r>
              <a:rPr lang="en-US">
                <a:latin typeface="Arial"/>
                <a:ea typeface="Arial"/>
                <a:cs typeface="Arial"/>
                <a:sym typeface="Arial"/>
              </a:rPr>
              <a:t>Mục tiêu của chuẩn hóa là để đảm bảo rằng mỗi bảng tuân theo khái niệm về các mối quan hệ được hình thành tốt—nói cách khác, các bảng có các đặc điểm sau:</a:t>
            </a:r>
            <a:endParaRPr/>
          </a:p>
          <a:p>
            <a:pPr indent="0" lvl="0" marL="0" rtl="0" algn="l">
              <a:spcBef>
                <a:spcPts val="0"/>
              </a:spcBef>
              <a:spcAft>
                <a:spcPts val="0"/>
              </a:spcAft>
              <a:buNone/>
            </a:pPr>
            <a:r>
              <a:rPr lang="en-US">
                <a:latin typeface="Arial"/>
                <a:ea typeface="Arial"/>
                <a:cs typeface="Arial"/>
                <a:sym typeface="Arial"/>
              </a:rPr>
              <a:t>Mỗi quan hệ (bảng) đại diện cho một chủ đề duy nhất. Ví dụ: một bảng COURSE sẽ chỉ chứa dữ liệu liên quan trực tiếp đến các khóa học. Tương tự, một bảng STUDENT sẽ chỉ chứa dữ liệu của sinh viên.</a:t>
            </a:r>
            <a:endParaRPr/>
          </a:p>
          <a:p>
            <a:pPr indent="0" lvl="0" marL="0" rtl="0" algn="l">
              <a:spcBef>
                <a:spcPts val="0"/>
              </a:spcBef>
              <a:spcAft>
                <a:spcPts val="0"/>
              </a:spcAft>
              <a:buNone/>
            </a:pPr>
            <a:r>
              <a:rPr lang="en-US">
                <a:latin typeface="Arial"/>
                <a:ea typeface="Arial"/>
                <a:cs typeface="Arial"/>
                <a:sym typeface="Arial"/>
              </a:rPr>
              <a:t>Mỗi giao điểm của hàng/cột chỉ chứa một giá trị chứ không phải một nhóm giá trị.</a:t>
            </a:r>
            <a:endParaRPr/>
          </a:p>
          <a:p>
            <a:pPr indent="0" lvl="0" marL="0" rtl="0" algn="l">
              <a:spcBef>
                <a:spcPts val="0"/>
              </a:spcBef>
              <a:spcAft>
                <a:spcPts val="0"/>
              </a:spcAft>
              <a:buNone/>
            </a:pPr>
            <a:r>
              <a:t/>
            </a:r>
            <a:endParaRPr>
              <a:latin typeface="Arial"/>
              <a:ea typeface="Arial"/>
              <a:cs typeface="Arial"/>
              <a:sym typeface="Arial"/>
            </a:endParaRPr>
          </a:p>
        </p:txBody>
      </p:sp>
      <p:sp>
        <p:nvSpPr>
          <p:cNvPr id="285" name="Google Shape;285;p6: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91" name="Google Shape;29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b="1" lang="en-US">
                <a:latin typeface="Arial"/>
                <a:ea typeface="Arial"/>
                <a:cs typeface="Arial"/>
                <a:sym typeface="Arial"/>
              </a:rPr>
              <a:t>Không có mục dữ liệu nào được lưu trữ một cách không cần thiết trong nhiều hơn một bảng </a:t>
            </a:r>
            <a:r>
              <a:rPr lang="en-US">
                <a:latin typeface="Arial"/>
                <a:ea typeface="Arial"/>
                <a:cs typeface="Arial"/>
                <a:sym typeface="Arial"/>
              </a:rPr>
              <a:t>(các bảng có độ dư thừa được kiểm soát tối thiểu). Lý do cho yêu cầu này là để đảm bảo rằng dữ liệu được cập nhật ở một nơi duy nhất.</a:t>
            </a:r>
            <a:endParaRPr/>
          </a:p>
          <a:p>
            <a:pPr indent="0" lvl="0" marL="171450" rtl="0" algn="l">
              <a:spcBef>
                <a:spcPts val="0"/>
              </a:spcBef>
              <a:spcAft>
                <a:spcPts val="0"/>
              </a:spcAft>
              <a:buNone/>
            </a:pPr>
            <a:r>
              <a:rPr lang="en-US">
                <a:latin typeface="Arial"/>
                <a:ea typeface="Arial"/>
                <a:cs typeface="Arial"/>
                <a:sym typeface="Arial"/>
              </a:rPr>
              <a:t>Tất cả các thuộc tính không phải là </a:t>
            </a:r>
            <a:r>
              <a:rPr lang="en-US"/>
              <a:t>khóa chính </a:t>
            </a:r>
            <a:r>
              <a:rPr lang="en-US">
                <a:latin typeface="Arial"/>
                <a:ea typeface="Arial"/>
                <a:cs typeface="Arial"/>
                <a:sym typeface="Arial"/>
              </a:rPr>
              <a:t>trong một quan hệ (bảng) đều phụ thuộc vào khóa chính—toàn bộ khóa chính và không có gì khác ngoài khóa chính. Lý do cho yêu cầu này là để đảm bảo rằng dữ liệu có thể được nhận dạng duy nhất bởi một giá trị khóa chính.</a:t>
            </a:r>
            <a:endParaRPr/>
          </a:p>
          <a:p>
            <a:pPr indent="0" lvl="0" marL="171450" rtl="0" algn="l">
              <a:spcBef>
                <a:spcPts val="0"/>
              </a:spcBef>
              <a:spcAft>
                <a:spcPts val="0"/>
              </a:spcAft>
              <a:buNone/>
            </a:pPr>
            <a:r>
              <a:rPr lang="en-US">
                <a:latin typeface="Arial"/>
                <a:ea typeface="Arial"/>
                <a:cs typeface="Arial"/>
                <a:sym typeface="Arial"/>
              </a:rPr>
              <a:t>Mỗi quan hệ (bảng) không có bất thường chèn, cập nhật, xóa, đảm bảo tính toàn vẹn và nhất quán của dữ liệu</a:t>
            </a:r>
            <a:endParaRPr/>
          </a:p>
        </p:txBody>
      </p:sp>
      <p:sp>
        <p:nvSpPr>
          <p:cNvPr id="292" name="Google Shape;292;p7: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98" name="Google Shape;29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latin typeface="Arial"/>
                <a:ea typeface="Arial"/>
                <a:cs typeface="Arial"/>
                <a:sym typeface="Arial"/>
              </a:rPr>
              <a:t>Đánh giá và sửa cấu trúc bảng để giảm thiểu dư thừa dữ liệu</a:t>
            </a:r>
            <a:endParaRPr/>
          </a:p>
          <a:p>
            <a:pPr indent="0" lvl="0" marL="171450" rtl="0" algn="l">
              <a:spcBef>
                <a:spcPts val="0"/>
              </a:spcBef>
              <a:spcAft>
                <a:spcPts val="0"/>
              </a:spcAft>
              <a:buNone/>
            </a:pPr>
            <a:r>
              <a:rPr lang="en-US">
                <a:latin typeface="Arial"/>
                <a:ea typeface="Arial"/>
                <a:cs typeface="Arial"/>
                <a:sym typeface="Arial"/>
              </a:rPr>
              <a:t>Giảm dị thường dữ liệu</a:t>
            </a:r>
            <a:endParaRPr/>
          </a:p>
          <a:p>
            <a:pPr indent="0" lvl="0" marL="171450" rtl="0" algn="l">
              <a:spcBef>
                <a:spcPts val="0"/>
              </a:spcBef>
              <a:spcAft>
                <a:spcPts val="0"/>
              </a:spcAft>
              <a:buNone/>
            </a:pPr>
            <a:r>
              <a:rPr lang="en-US">
                <a:latin typeface="Arial"/>
                <a:ea typeface="Arial"/>
                <a:cs typeface="Arial"/>
                <a:sym typeface="Arial"/>
              </a:rPr>
              <a:t>Gán các thuộc tính cho các bảng dựa trên </a:t>
            </a:r>
            <a:r>
              <a:rPr b="1" lang="en-US">
                <a:latin typeface="Arial"/>
                <a:ea typeface="Arial"/>
                <a:cs typeface="Arial"/>
                <a:sym typeface="Arial"/>
              </a:rPr>
              <a:t>sự xác định</a:t>
            </a:r>
            <a:r>
              <a:rPr lang="en-US"/>
              <a:t>: </a:t>
            </a:r>
            <a:endParaRPr/>
          </a:p>
          <a:p>
            <a:pPr indent="0" lvl="0" marL="171450" rtl="0" algn="l">
              <a:spcBef>
                <a:spcPts val="0"/>
              </a:spcBef>
              <a:spcAft>
                <a:spcPts val="0"/>
              </a:spcAft>
              <a:buNone/>
            </a:pPr>
            <a:r>
              <a:rPr lang="en-US" sz="1800">
                <a:solidFill>
                  <a:srgbClr val="242021"/>
                </a:solidFill>
                <a:latin typeface="EB Garamond"/>
                <a:ea typeface="EB Garamond"/>
                <a:cs typeface="EB Garamond"/>
                <a:sym typeface="EB Garamond"/>
              </a:rPr>
              <a:t>The normalization process involves assigning attributes to tables based on the concepts of determination and functional dependency you learned in Chapter 3, The Relational Database Model</a:t>
            </a:r>
            <a:r>
              <a:rPr lang="en-US"/>
              <a:t> </a:t>
            </a:r>
            <a:br>
              <a:rPr lang="en-US"/>
            </a:br>
            <a:endParaRPr/>
          </a:p>
          <a:p>
            <a:pPr indent="0" lvl="0" marL="171450" rtl="0" algn="l">
              <a:spcBef>
                <a:spcPts val="0"/>
              </a:spcBef>
              <a:spcAft>
                <a:spcPts val="0"/>
              </a:spcAft>
              <a:buNone/>
            </a:pPr>
            <a:r>
              <a:rPr lang="en-US">
                <a:latin typeface="Arial"/>
                <a:ea typeface="Arial"/>
                <a:cs typeface="Arial"/>
                <a:sym typeface="Arial"/>
              </a:rPr>
              <a:t>Dạng </a:t>
            </a:r>
            <a:r>
              <a:rPr lang="en-US"/>
              <a:t>chuẩn</a:t>
            </a:r>
            <a:endParaRPr>
              <a:latin typeface="Arial"/>
              <a:ea typeface="Arial"/>
              <a:cs typeface="Arial"/>
              <a:sym typeface="Arial"/>
            </a:endParaRPr>
          </a:p>
          <a:p>
            <a:pPr indent="0" lvl="1" marL="628650" rtl="0" algn="l">
              <a:spcBef>
                <a:spcPts val="0"/>
              </a:spcBef>
              <a:spcAft>
                <a:spcPts val="0"/>
              </a:spcAft>
              <a:buNone/>
            </a:pPr>
            <a:r>
              <a:rPr lang="en-US">
                <a:latin typeface="Arial"/>
                <a:ea typeface="Arial"/>
                <a:cs typeface="Arial"/>
                <a:sym typeface="Arial"/>
              </a:rPr>
              <a:t>Dạng chuẩn đầu tiên (1NF)</a:t>
            </a:r>
            <a:endParaRPr/>
          </a:p>
          <a:p>
            <a:pPr indent="0" lvl="1" marL="628650" rtl="0" algn="l">
              <a:spcBef>
                <a:spcPts val="0"/>
              </a:spcBef>
              <a:spcAft>
                <a:spcPts val="0"/>
              </a:spcAft>
              <a:buNone/>
            </a:pPr>
            <a:r>
              <a:rPr lang="en-US">
                <a:latin typeface="Arial"/>
                <a:ea typeface="Arial"/>
                <a:cs typeface="Arial"/>
                <a:sym typeface="Arial"/>
              </a:rPr>
              <a:t>Dạng chuẩn thứ hai (2NF)</a:t>
            </a:r>
            <a:endParaRPr/>
          </a:p>
          <a:p>
            <a:pPr indent="0" lvl="1" marL="628650" rtl="0" algn="l">
              <a:spcBef>
                <a:spcPts val="0"/>
              </a:spcBef>
              <a:spcAft>
                <a:spcPts val="0"/>
              </a:spcAft>
              <a:buNone/>
            </a:pPr>
            <a:r>
              <a:rPr lang="en-US">
                <a:latin typeface="Arial"/>
                <a:ea typeface="Arial"/>
                <a:cs typeface="Arial"/>
                <a:sym typeface="Arial"/>
              </a:rPr>
              <a:t>Dạng chuẩn thứ ba (3NF)</a:t>
            </a:r>
            <a:endParaRPr/>
          </a:p>
        </p:txBody>
      </p:sp>
      <p:sp>
        <p:nvSpPr>
          <p:cNvPr id="299" name="Google Shape;299;p8: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05" name="Google Shape;30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latin typeface="Arial"/>
                <a:ea typeface="Arial"/>
                <a:cs typeface="Arial"/>
                <a:sym typeface="Arial"/>
              </a:rPr>
              <a:t>Quan điểm cấu trúc của các </a:t>
            </a:r>
            <a:r>
              <a:rPr lang="en-US"/>
              <a:t>dạng chuẩn</a:t>
            </a:r>
            <a:endParaRPr>
              <a:latin typeface="Arial"/>
              <a:ea typeface="Arial"/>
              <a:cs typeface="Arial"/>
              <a:sym typeface="Arial"/>
            </a:endParaRPr>
          </a:p>
          <a:p>
            <a:pPr indent="0" lvl="1" marL="628650" rtl="0" algn="l">
              <a:spcBef>
                <a:spcPts val="0"/>
              </a:spcBef>
              <a:spcAft>
                <a:spcPts val="0"/>
              </a:spcAft>
              <a:buNone/>
            </a:pPr>
            <a:r>
              <a:rPr lang="en-US">
                <a:latin typeface="Arial"/>
                <a:ea typeface="Arial"/>
                <a:cs typeface="Arial"/>
                <a:sym typeface="Arial"/>
              </a:rPr>
              <a:t>Các </a:t>
            </a:r>
            <a:r>
              <a:rPr lang="en-US"/>
              <a:t>dạng chuẩn </a:t>
            </a:r>
            <a:r>
              <a:rPr lang="en-US">
                <a:latin typeface="Arial"/>
                <a:ea typeface="Arial"/>
                <a:cs typeface="Arial"/>
                <a:sym typeface="Arial"/>
              </a:rPr>
              <a:t>cao tốt hơn các dạng </a:t>
            </a:r>
            <a:r>
              <a:rPr lang="en-US"/>
              <a:t>chuẩn </a:t>
            </a:r>
            <a:r>
              <a:rPr lang="en-US">
                <a:latin typeface="Arial"/>
                <a:ea typeface="Arial"/>
                <a:cs typeface="Arial"/>
                <a:sym typeface="Arial"/>
              </a:rPr>
              <a:t>thấp</a:t>
            </a:r>
            <a:endParaRPr/>
          </a:p>
          <a:p>
            <a:pPr indent="0" lvl="0" marL="171450" rtl="0" algn="l">
              <a:spcBef>
                <a:spcPts val="0"/>
              </a:spcBef>
              <a:spcAft>
                <a:spcPts val="0"/>
              </a:spcAft>
              <a:buNone/>
            </a:pPr>
            <a:r>
              <a:rPr lang="en-US">
                <a:latin typeface="Arial"/>
                <a:ea typeface="Arial"/>
                <a:cs typeface="Arial"/>
                <a:sym typeface="Arial"/>
              </a:rPr>
              <a:t>Các cấu trúc 3NF được thiết kế phù hợp đáp ứng yêu cầu của dạng chuẩn thứ tư (4NF)</a:t>
            </a:r>
            <a:endParaRPr/>
          </a:p>
          <a:p>
            <a:pPr indent="0" lvl="0" marL="171450" rtl="0" algn="l">
              <a:spcBef>
                <a:spcPts val="0"/>
              </a:spcBef>
              <a:spcAft>
                <a:spcPts val="0"/>
              </a:spcAft>
              <a:buNone/>
            </a:pPr>
            <a:r>
              <a:rPr lang="en-US">
                <a:latin typeface="Arial"/>
                <a:ea typeface="Arial"/>
                <a:cs typeface="Arial"/>
                <a:sym typeface="Arial"/>
              </a:rPr>
              <a:t>Không chuẩn hóa: Tạo ra một </a:t>
            </a:r>
            <a:r>
              <a:rPr lang="en-US"/>
              <a:t>dạng chuẩn </a:t>
            </a:r>
            <a:r>
              <a:rPr lang="en-US">
                <a:latin typeface="Arial"/>
                <a:ea typeface="Arial"/>
                <a:cs typeface="Arial"/>
                <a:sym typeface="Arial"/>
              </a:rPr>
              <a:t>thấp hơn</a:t>
            </a:r>
            <a:endParaRPr/>
          </a:p>
          <a:p>
            <a:pPr indent="0" lvl="1" marL="628650" rtl="0" algn="l">
              <a:spcBef>
                <a:spcPts val="0"/>
              </a:spcBef>
              <a:spcAft>
                <a:spcPts val="0"/>
              </a:spcAft>
              <a:buNone/>
            </a:pPr>
            <a:r>
              <a:rPr lang="en-US">
                <a:latin typeface="Arial"/>
                <a:ea typeface="Arial"/>
                <a:cs typeface="Arial"/>
                <a:sym typeface="Arial"/>
              </a:rPr>
              <a:t>Kết quả là tăng hiệu suất và </a:t>
            </a:r>
            <a:r>
              <a:rPr lang="en-US"/>
              <a:t>dư thừa </a:t>
            </a:r>
            <a:r>
              <a:rPr lang="en-US">
                <a:latin typeface="Arial"/>
                <a:ea typeface="Arial"/>
                <a:cs typeface="Arial"/>
                <a:sym typeface="Arial"/>
              </a:rPr>
              <a:t>dữ liệu lớn hơn</a:t>
            </a:r>
            <a:endParaRPr/>
          </a:p>
        </p:txBody>
      </p:sp>
      <p:sp>
        <p:nvSpPr>
          <p:cNvPr id="306" name="Google Shape;306;p9: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12" name="Google Shape;31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latin typeface="Arial"/>
                <a:ea typeface="Arial"/>
                <a:cs typeface="Arial"/>
                <a:sym typeface="Arial"/>
              </a:rPr>
              <a:t>Được sử dụng trong khi thiết kế cấu trúc cơ sở dữ liệu mới</a:t>
            </a:r>
            <a:endParaRPr/>
          </a:p>
          <a:p>
            <a:pPr indent="0" lvl="1" marL="628650" rtl="0" algn="l">
              <a:spcBef>
                <a:spcPts val="0"/>
              </a:spcBef>
              <a:spcAft>
                <a:spcPts val="0"/>
              </a:spcAft>
              <a:buNone/>
            </a:pPr>
            <a:r>
              <a:rPr lang="en-US">
                <a:latin typeface="Arial"/>
                <a:ea typeface="Arial"/>
                <a:cs typeface="Arial"/>
                <a:sym typeface="Arial"/>
              </a:rPr>
              <a:t>Phân tích mối quan hệ giữa các thuộc tính trong mỗi thực thể</a:t>
            </a:r>
            <a:endParaRPr/>
          </a:p>
          <a:p>
            <a:pPr indent="0" lvl="1" marL="628650" rtl="0" algn="l">
              <a:spcBef>
                <a:spcPts val="0"/>
              </a:spcBef>
              <a:spcAft>
                <a:spcPts val="0"/>
              </a:spcAft>
              <a:buNone/>
            </a:pPr>
            <a:r>
              <a:rPr lang="en-US">
                <a:latin typeface="Arial"/>
                <a:ea typeface="Arial"/>
                <a:cs typeface="Arial"/>
                <a:sym typeface="Arial"/>
              </a:rPr>
              <a:t>Xác định xem cấu trúc có thể được cải thiện hay không</a:t>
            </a:r>
            <a:endParaRPr/>
          </a:p>
          <a:p>
            <a:pPr indent="0" lvl="0" marL="171450" rtl="0" algn="l">
              <a:spcBef>
                <a:spcPts val="0"/>
              </a:spcBef>
              <a:spcAft>
                <a:spcPts val="0"/>
              </a:spcAft>
              <a:buNone/>
            </a:pPr>
            <a:r>
              <a:rPr lang="en-US">
                <a:latin typeface="Arial"/>
                <a:ea typeface="Arial"/>
                <a:cs typeface="Arial"/>
                <a:sym typeface="Arial"/>
              </a:rPr>
              <a:t>Cải thiện cấu trúc dữ liệu hiện có và tạo một thiết kế cơ sở dữ liệu phù hợp</a:t>
            </a:r>
            <a:endParaRPr/>
          </a:p>
        </p:txBody>
      </p:sp>
      <p:sp>
        <p:nvSpPr>
          <p:cNvPr id="313" name="Google Shape;313;p10: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19" name="Google Shape;31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latin typeface="Arial"/>
                <a:ea typeface="Arial"/>
                <a:cs typeface="Arial"/>
                <a:sym typeface="Arial"/>
              </a:rPr>
              <a:t>Mục tiêu là để đảm bảo rằng mỗi bảng phù hợp với khái niệm về các quan hệ được </a:t>
            </a:r>
            <a:r>
              <a:rPr lang="en-US"/>
              <a:t>thiết lập </a:t>
            </a:r>
            <a:r>
              <a:rPr lang="en-US">
                <a:latin typeface="Arial"/>
                <a:ea typeface="Arial"/>
                <a:cs typeface="Arial"/>
                <a:sym typeface="Arial"/>
              </a:rPr>
              <a:t>tốt</a:t>
            </a:r>
            <a:endParaRPr/>
          </a:p>
          <a:p>
            <a:pPr indent="0" lvl="1" marL="628650" rtl="0" algn="l">
              <a:spcBef>
                <a:spcPts val="0"/>
              </a:spcBef>
              <a:spcAft>
                <a:spcPts val="0"/>
              </a:spcAft>
              <a:buNone/>
            </a:pPr>
            <a:r>
              <a:rPr lang="en-US">
                <a:latin typeface="Arial"/>
                <a:ea typeface="Arial"/>
                <a:cs typeface="Arial"/>
                <a:sym typeface="Arial"/>
              </a:rPr>
              <a:t>Mỗi bảng đại diện cho một chủ đề duy nhất</a:t>
            </a:r>
            <a:endParaRPr/>
          </a:p>
          <a:p>
            <a:pPr indent="0" lvl="1" marL="628650" rtl="0" algn="l">
              <a:spcBef>
                <a:spcPts val="0"/>
              </a:spcBef>
              <a:spcAft>
                <a:spcPts val="0"/>
              </a:spcAft>
              <a:buNone/>
            </a:pPr>
            <a:r>
              <a:rPr lang="en-US">
                <a:latin typeface="Arial"/>
                <a:ea typeface="Arial"/>
                <a:cs typeface="Arial"/>
                <a:sym typeface="Arial"/>
              </a:rPr>
              <a:t>Không có mục dữ liệu nào được lưu trữ một cách không cần thiết trong nhiều hơn một bảng</a:t>
            </a:r>
            <a:endParaRPr/>
          </a:p>
          <a:p>
            <a:pPr indent="0" lvl="1" marL="628650" rtl="0" algn="l">
              <a:spcBef>
                <a:spcPts val="0"/>
              </a:spcBef>
              <a:spcAft>
                <a:spcPts val="0"/>
              </a:spcAft>
              <a:buNone/>
            </a:pPr>
            <a:r>
              <a:rPr lang="en-US">
                <a:latin typeface="Arial"/>
                <a:ea typeface="Arial"/>
                <a:cs typeface="Arial"/>
                <a:sym typeface="Arial"/>
              </a:rPr>
              <a:t>Tất cả các thuộc tính không phải là </a:t>
            </a:r>
            <a:r>
              <a:rPr lang="en-US"/>
              <a:t>khóa </a:t>
            </a:r>
            <a:r>
              <a:rPr lang="en-US">
                <a:latin typeface="Arial"/>
                <a:ea typeface="Arial"/>
                <a:cs typeface="Arial"/>
                <a:sym typeface="Arial"/>
              </a:rPr>
              <a:t>trong một bảng đều phụ thuộc vào khóa chính</a:t>
            </a:r>
            <a:endParaRPr/>
          </a:p>
          <a:p>
            <a:pPr indent="0" lvl="1" marL="628650" rtl="0" algn="l">
              <a:spcBef>
                <a:spcPts val="0"/>
              </a:spcBef>
              <a:spcAft>
                <a:spcPts val="0"/>
              </a:spcAft>
              <a:buNone/>
            </a:pPr>
            <a:r>
              <a:rPr lang="en-US">
                <a:latin typeface="Arial"/>
                <a:ea typeface="Arial"/>
                <a:cs typeface="Arial"/>
                <a:sym typeface="Arial"/>
              </a:rPr>
              <a:t>Mỗi bảng không có bất thường về chèn, cập nhật và xóa</a:t>
            </a:r>
            <a:endParaRPr/>
          </a:p>
        </p:txBody>
      </p:sp>
      <p:sp>
        <p:nvSpPr>
          <p:cNvPr id="320" name="Google Shape;320;p11: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26" name="Google Shape;32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latin typeface="Arial"/>
                <a:ea typeface="Arial"/>
                <a:cs typeface="Arial"/>
                <a:sym typeface="Arial"/>
              </a:rPr>
              <a:t>Đảm bảo rằng tất cả các bảng có ít nhất 3NF</a:t>
            </a:r>
            <a:endParaRPr/>
          </a:p>
          <a:p>
            <a:pPr indent="0" lvl="0" marL="171450" rtl="0" algn="l">
              <a:spcBef>
                <a:spcPts val="0"/>
              </a:spcBef>
              <a:spcAft>
                <a:spcPts val="0"/>
              </a:spcAft>
              <a:buNone/>
            </a:pPr>
            <a:r>
              <a:rPr lang="en-US">
                <a:latin typeface="Arial"/>
                <a:ea typeface="Arial"/>
                <a:cs typeface="Arial"/>
                <a:sym typeface="Arial"/>
              </a:rPr>
              <a:t>Các hình thức cao hơn </a:t>
            </a:r>
            <a:r>
              <a:rPr lang="en-US"/>
              <a:t>hiếm khi gặp</a:t>
            </a:r>
            <a:r>
              <a:rPr lang="en-US">
                <a:latin typeface="Arial"/>
                <a:ea typeface="Arial"/>
                <a:cs typeface="Arial"/>
                <a:sym typeface="Arial"/>
              </a:rPr>
              <a:t> trong môi trường </a:t>
            </a:r>
            <a:r>
              <a:rPr lang="en-US"/>
              <a:t>nghiệp vụ</a:t>
            </a:r>
            <a:endParaRPr>
              <a:latin typeface="Arial"/>
              <a:ea typeface="Arial"/>
              <a:cs typeface="Arial"/>
              <a:sym typeface="Arial"/>
            </a:endParaRPr>
          </a:p>
          <a:p>
            <a:pPr indent="0" lvl="0" marL="171450" rtl="0" algn="l">
              <a:spcBef>
                <a:spcPts val="0"/>
              </a:spcBef>
              <a:spcAft>
                <a:spcPts val="0"/>
              </a:spcAft>
              <a:buNone/>
            </a:pPr>
            <a:r>
              <a:rPr lang="en-US"/>
              <a:t>Xem xét một</a:t>
            </a:r>
            <a:r>
              <a:rPr lang="en-US">
                <a:latin typeface="Arial"/>
                <a:ea typeface="Arial"/>
                <a:cs typeface="Arial"/>
                <a:sym typeface="Arial"/>
              </a:rPr>
              <a:t> quan hệ tại một thời điểm</a:t>
            </a:r>
            <a:endParaRPr/>
          </a:p>
          <a:p>
            <a:pPr indent="0" lvl="0" marL="171450" rtl="0" algn="l">
              <a:spcBef>
                <a:spcPts val="0"/>
              </a:spcBef>
              <a:spcAft>
                <a:spcPts val="0"/>
              </a:spcAft>
              <a:buNone/>
            </a:pPr>
            <a:r>
              <a:rPr lang="en-US">
                <a:latin typeface="Arial"/>
                <a:ea typeface="Arial"/>
                <a:cs typeface="Arial"/>
                <a:sym typeface="Arial"/>
              </a:rPr>
              <a:t>Bắt đầu bằng:</a:t>
            </a:r>
            <a:endParaRPr/>
          </a:p>
          <a:p>
            <a:pPr indent="0" lvl="1" marL="628650" rtl="0" algn="l">
              <a:spcBef>
                <a:spcPts val="0"/>
              </a:spcBef>
              <a:spcAft>
                <a:spcPts val="0"/>
              </a:spcAft>
              <a:buNone/>
            </a:pPr>
            <a:r>
              <a:rPr lang="en-US">
                <a:latin typeface="Arial"/>
                <a:ea typeface="Arial"/>
                <a:cs typeface="Arial"/>
                <a:sym typeface="Arial"/>
              </a:rPr>
              <a:t>Xác định các phụ thuộc của một quan hệ (bảng)</a:t>
            </a:r>
            <a:endParaRPr/>
          </a:p>
          <a:p>
            <a:pPr indent="0" lvl="1" marL="628650" rtl="0" algn="l">
              <a:spcBef>
                <a:spcPts val="0"/>
              </a:spcBef>
              <a:spcAft>
                <a:spcPts val="0"/>
              </a:spcAft>
              <a:buNone/>
            </a:pPr>
            <a:r>
              <a:rPr lang="en-US"/>
              <a:t>Phân tách </a:t>
            </a:r>
            <a:r>
              <a:rPr lang="en-US">
                <a:latin typeface="Arial"/>
                <a:ea typeface="Arial"/>
                <a:cs typeface="Arial"/>
                <a:sym typeface="Arial"/>
              </a:rPr>
              <a:t>dần mối quan hệ thành tập hợp các mối quan hệ mới</a:t>
            </a:r>
            <a:endParaRPr/>
          </a:p>
        </p:txBody>
      </p:sp>
      <p:sp>
        <p:nvSpPr>
          <p:cNvPr id="327" name="Google Shape;327;p1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33" name="Google Shape;33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Functional dependence</a:t>
            </a:r>
            <a:endParaRPr/>
          </a:p>
          <a:p>
            <a:pPr indent="0" lvl="0" marL="0" rtl="0" algn="l">
              <a:spcBef>
                <a:spcPts val="0"/>
              </a:spcBef>
              <a:spcAft>
                <a:spcPts val="0"/>
              </a:spcAft>
              <a:buSzPts val="1800"/>
              <a:buNone/>
            </a:pPr>
            <a:r>
              <a:rPr lang="en-US"/>
              <a:t>(Generalized definition)</a:t>
            </a:r>
            <a:endParaRPr/>
          </a:p>
          <a:p>
            <a:pPr indent="0" lvl="0" marL="0" rtl="0" algn="l">
              <a:spcBef>
                <a:spcPts val="0"/>
              </a:spcBef>
              <a:spcAft>
                <a:spcPts val="0"/>
              </a:spcAft>
              <a:buSzPts val="1800"/>
              <a:buNone/>
            </a:pPr>
            <a:r>
              <a:rPr lang="en-US"/>
              <a:t>Thuộc tính A xác định thuộc tính B (nghĩa là B phụ thuộc hàm vào A) nếu tất cả (định nghĩa tổng quát) của các hàng trong bảng đồng ý về giá trị cho thuộc tính A cũng đồng ý về giá trị cho thuộc tính B.</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Fully functional dependence</a:t>
            </a:r>
            <a:endParaRPr/>
          </a:p>
          <a:p>
            <a:pPr indent="0" lvl="0" marL="0" rtl="0" algn="l">
              <a:spcBef>
                <a:spcPts val="0"/>
              </a:spcBef>
              <a:spcAft>
                <a:spcPts val="0"/>
              </a:spcAft>
              <a:buSzPts val="1800"/>
              <a:buNone/>
            </a:pPr>
            <a:r>
              <a:rPr lang="en-US"/>
              <a:t>(composite key)</a:t>
            </a:r>
            <a:endParaRPr/>
          </a:p>
          <a:p>
            <a:pPr indent="0" lvl="0" marL="0" rtl="0" algn="l">
              <a:spcBef>
                <a:spcPts val="0"/>
              </a:spcBef>
              <a:spcAft>
                <a:spcPts val="0"/>
              </a:spcAft>
              <a:buSzPts val="1800"/>
              <a:buFont typeface="Arial"/>
              <a:buNone/>
            </a:pPr>
            <a:r>
              <a:rPr lang="en-US">
                <a:latin typeface="Arial"/>
                <a:ea typeface="Arial"/>
                <a:cs typeface="Arial"/>
                <a:sym typeface="Arial"/>
              </a:rPr>
              <a:t>Nếu thuộc tính B phụ thuộc </a:t>
            </a:r>
            <a:r>
              <a:rPr lang="en-US"/>
              <a:t>hàm </a:t>
            </a:r>
            <a:r>
              <a:rPr lang="en-US">
                <a:latin typeface="Arial"/>
                <a:ea typeface="Arial"/>
                <a:cs typeface="Arial"/>
                <a:sym typeface="Arial"/>
              </a:rPr>
              <a:t>vào khóa tổng hợp A nhưng không phụ thuộc vào bất kỳ tập con nào của khóa tổng hợp đó, thì thuộc tính B hoàn toàn phụ thuộc </a:t>
            </a:r>
            <a:r>
              <a:rPr lang="en-US"/>
              <a:t>hàm đầy đủ</a:t>
            </a:r>
            <a:r>
              <a:rPr lang="en-US">
                <a:latin typeface="Arial"/>
                <a:ea typeface="Arial"/>
                <a:cs typeface="Arial"/>
                <a:sym typeface="Arial"/>
              </a:rPr>
              <a:t> vào A.</a:t>
            </a:r>
            <a:endParaRPr/>
          </a:p>
          <a:p>
            <a:pPr indent="0" lvl="0" marL="0" rtl="0" algn="l">
              <a:spcBef>
                <a:spcPts val="0"/>
              </a:spcBef>
              <a:spcAft>
                <a:spcPts val="0"/>
              </a:spcAft>
              <a:buNone/>
            </a:pPr>
            <a:r>
              <a:t/>
            </a:r>
            <a:endParaRPr/>
          </a:p>
        </p:txBody>
      </p:sp>
      <p:sp>
        <p:nvSpPr>
          <p:cNvPr id="334" name="Google Shape;334;p13: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40" name="Google Shape;34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t>Phụ thuộc một phần: Sự phụ thuộc hàm trong đó phần quyết định chỉ là một phần của khóa chính</a:t>
            </a:r>
            <a:endParaRPr/>
          </a:p>
          <a:p>
            <a:pPr indent="0" lvl="1" marL="628650" rtl="0" algn="l">
              <a:spcBef>
                <a:spcPts val="0"/>
              </a:spcBef>
              <a:spcAft>
                <a:spcPts val="0"/>
              </a:spcAft>
              <a:buNone/>
            </a:pPr>
            <a:r>
              <a:rPr lang="en-US"/>
              <a:t>Giả định - Một khóa ứng viên</a:t>
            </a:r>
            <a:endParaRPr/>
          </a:p>
          <a:p>
            <a:pPr indent="0" lvl="0" marL="171450" rtl="0" algn="l">
              <a:spcBef>
                <a:spcPts val="0"/>
              </a:spcBef>
              <a:spcAft>
                <a:spcPts val="0"/>
              </a:spcAft>
              <a:buNone/>
            </a:pPr>
            <a:r>
              <a:rPr lang="en-US"/>
              <a:t>Sự phụ thuộc bắc cầu: Một thuộc tính về mặt chức năng phụ thuộc vào một thuộc tính không khóa khác</a:t>
            </a:r>
            <a:endParaRPr/>
          </a:p>
        </p:txBody>
      </p:sp>
      <p:sp>
        <p:nvSpPr>
          <p:cNvPr id="341" name="Google Shape;341;p14: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47" name="Google Shape;34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Arial"/>
              <a:buNone/>
            </a:pPr>
            <a:r>
              <a:rPr lang="en-US">
                <a:latin typeface="Arial"/>
                <a:ea typeface="Arial"/>
                <a:cs typeface="Arial"/>
                <a:sym typeface="Arial"/>
              </a:rPr>
              <a:t>Sự phụ thuộc một phần tồn tại khi có sự phụ thuộc hàm trong đó </a:t>
            </a:r>
            <a:r>
              <a:rPr lang="en-US"/>
              <a:t>phần quyết định </a:t>
            </a:r>
            <a:r>
              <a:rPr lang="en-US">
                <a:latin typeface="Arial"/>
                <a:ea typeface="Arial"/>
                <a:cs typeface="Arial"/>
                <a:sym typeface="Arial"/>
              </a:rPr>
              <a:t>chỉ là một phần của khóa chính (hãy nhớ giả định rằng, đối với cuộc thảo luận này, chỉ có một khóa ứng cử viên).</a:t>
            </a:r>
            <a:endParaRPr/>
          </a:p>
          <a:p>
            <a:pPr indent="0" lvl="0" marL="0" rtl="0" algn="l">
              <a:spcBef>
                <a:spcPts val="0"/>
              </a:spcBef>
              <a:spcAft>
                <a:spcPts val="0"/>
              </a:spcAft>
              <a:buSzPts val="1800"/>
              <a:buFont typeface="Arial"/>
              <a:buNone/>
            </a:pPr>
            <a:r>
              <a:rPr lang="en-US">
                <a:latin typeface="Arial"/>
                <a:ea typeface="Arial"/>
                <a:cs typeface="Arial"/>
                <a:sym typeface="Arial"/>
              </a:rPr>
              <a:t>Ví dụ: nếu (A, B) </a:t>
            </a:r>
            <a:r>
              <a:rPr lang="en-US"/>
              <a:t>⇨ </a:t>
            </a:r>
            <a:r>
              <a:rPr lang="en-US">
                <a:latin typeface="Arial"/>
                <a:ea typeface="Arial"/>
                <a:cs typeface="Arial"/>
                <a:sym typeface="Arial"/>
              </a:rPr>
              <a:t>(C, D), B </a:t>
            </a:r>
            <a:r>
              <a:rPr lang="en-US"/>
              <a:t>⇨</a:t>
            </a:r>
            <a:r>
              <a:rPr lang="en-US">
                <a:latin typeface="Arial"/>
                <a:ea typeface="Arial"/>
                <a:cs typeface="Arial"/>
                <a:sym typeface="Arial"/>
              </a:rPr>
              <a:t> C và (A, B) là khóa chính thì sự phụ thuộc hàm B </a:t>
            </a:r>
            <a:r>
              <a:rPr lang="en-US"/>
              <a:t>⇨</a:t>
            </a:r>
            <a:r>
              <a:rPr lang="en-US">
                <a:latin typeface="Arial"/>
                <a:ea typeface="Arial"/>
                <a:cs typeface="Arial"/>
                <a:sym typeface="Arial"/>
              </a:rPr>
              <a:t> C là phụ thuộc một phần vì chỉ một phần của khóa chính (B) cần thiết để xác định giá trị của C. Sự phụ thuộc một phần có xu hướng đơn giản và dễ xác định.</a:t>
            </a:r>
            <a:endParaRPr/>
          </a:p>
        </p:txBody>
      </p:sp>
      <p:sp>
        <p:nvSpPr>
          <p:cNvPr id="348" name="Google Shape;348;p15: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54" name="Google Shape;35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Arial"/>
              <a:buNone/>
            </a:pPr>
            <a:r>
              <a:rPr lang="en-US">
                <a:latin typeface="Arial"/>
                <a:ea typeface="Arial"/>
                <a:cs typeface="Arial"/>
                <a:sym typeface="Arial"/>
              </a:rPr>
              <a:t>Sự phụ thuộc bắc cầu tồn tại khi có các phụ thuộc hàm như X </a:t>
            </a:r>
            <a:r>
              <a:rPr lang="en-US"/>
              <a:t>⇨</a:t>
            </a:r>
            <a:r>
              <a:rPr lang="en-US">
                <a:latin typeface="Arial"/>
                <a:ea typeface="Arial"/>
                <a:cs typeface="Arial"/>
                <a:sym typeface="Arial"/>
              </a:rPr>
              <a:t> Y, Y </a:t>
            </a:r>
            <a:r>
              <a:rPr lang="en-US"/>
              <a:t>⇨</a:t>
            </a:r>
            <a:r>
              <a:rPr lang="en-US">
                <a:latin typeface="Arial"/>
                <a:ea typeface="Arial"/>
                <a:cs typeface="Arial"/>
                <a:sym typeface="Arial"/>
              </a:rPr>
              <a:t> Z và X là khóa chính.</a:t>
            </a:r>
            <a:endParaRPr/>
          </a:p>
          <a:p>
            <a:pPr indent="0" lvl="0" marL="0" rtl="0" algn="l">
              <a:spcBef>
                <a:spcPts val="0"/>
              </a:spcBef>
              <a:spcAft>
                <a:spcPts val="0"/>
              </a:spcAft>
              <a:buSzPts val="1800"/>
              <a:buFont typeface="Arial"/>
              <a:buNone/>
            </a:pPr>
            <a:r>
              <a:rPr lang="en-US">
                <a:latin typeface="Arial"/>
                <a:ea typeface="Arial"/>
                <a:cs typeface="Arial"/>
                <a:sym typeface="Arial"/>
              </a:rPr>
              <a:t>Trong trường hợp đó, phụ thuộc X </a:t>
            </a:r>
            <a:r>
              <a:rPr lang="en-US"/>
              <a:t>⇨</a:t>
            </a:r>
            <a:r>
              <a:rPr lang="en-US">
                <a:latin typeface="Arial"/>
                <a:ea typeface="Arial"/>
                <a:cs typeface="Arial"/>
                <a:sym typeface="Arial"/>
              </a:rPr>
              <a:t> Z là phụ thuộc bắc cầu vì X xác định giá trị của Z thông qua Y.</a:t>
            </a:r>
            <a:endParaRPr/>
          </a:p>
          <a:p>
            <a:pPr indent="0" lvl="0" marL="0" rtl="0" algn="l">
              <a:spcBef>
                <a:spcPts val="0"/>
              </a:spcBef>
              <a:spcAft>
                <a:spcPts val="0"/>
              </a:spcAft>
              <a:buSzPts val="1800"/>
              <a:buFont typeface="Arial"/>
              <a:buNone/>
            </a:pPr>
            <a:r>
              <a:rPr lang="en-US">
                <a:latin typeface="Arial"/>
                <a:ea typeface="Arial"/>
                <a:cs typeface="Arial"/>
                <a:sym typeface="Arial"/>
              </a:rPr>
              <a:t>Không giống như các phần phụ thuộc một phần, các phần phụ thuộc bắc cầu khó xác định hơn trong một tập hợp dữ liệu.</a:t>
            </a:r>
            <a:endParaRPr/>
          </a:p>
          <a:p>
            <a:pPr indent="0" lvl="0" marL="0" rtl="0" algn="l">
              <a:spcBef>
                <a:spcPts val="0"/>
              </a:spcBef>
              <a:spcAft>
                <a:spcPts val="0"/>
              </a:spcAft>
              <a:buSzPts val="1800"/>
              <a:buFont typeface="Arial"/>
              <a:buNone/>
            </a:pPr>
            <a:r>
              <a:rPr lang="en-US">
                <a:latin typeface="Arial"/>
                <a:ea typeface="Arial"/>
                <a:cs typeface="Arial"/>
                <a:sym typeface="Arial"/>
              </a:rPr>
              <a:t>May mắn thay, có một cách hiệu quả để xác định sự phụ thuộc bắc cầu: chúng chỉ xảy ra khi có sự phụ thuộc hàm tồn tại giữa các thuộc tính không </a:t>
            </a:r>
            <a:r>
              <a:rPr lang="en-US"/>
              <a:t>phải khóa chính</a:t>
            </a:r>
            <a:r>
              <a:rPr lang="en-US">
                <a:latin typeface="Arial"/>
                <a:ea typeface="Arial"/>
                <a:cs typeface="Arial"/>
                <a:sym typeface="Arial"/>
              </a:rPr>
              <a:t>.</a:t>
            </a:r>
            <a:endParaRPr/>
          </a:p>
          <a:p>
            <a:pPr indent="0" lvl="0" marL="0" rtl="0" algn="l">
              <a:spcBef>
                <a:spcPts val="0"/>
              </a:spcBef>
              <a:spcAft>
                <a:spcPts val="0"/>
              </a:spcAft>
              <a:buSzPts val="1800"/>
              <a:buFont typeface="Arial"/>
              <a:buNone/>
            </a:pPr>
            <a:r>
              <a:rPr lang="en-US">
                <a:latin typeface="Arial"/>
                <a:ea typeface="Arial"/>
                <a:cs typeface="Arial"/>
                <a:sym typeface="Arial"/>
              </a:rPr>
              <a:t>Trong ví dụ trước, sự phụ thuộc bắc cầu thực tế là X </a:t>
            </a:r>
            <a:r>
              <a:rPr lang="en-US"/>
              <a:t>⇨</a:t>
            </a:r>
            <a:r>
              <a:rPr lang="en-US">
                <a:latin typeface="Arial"/>
                <a:ea typeface="Arial"/>
                <a:cs typeface="Arial"/>
                <a:sym typeface="Arial"/>
              </a:rPr>
              <a:t> Z. Tuy nhiên, sự phụ thuộc Y </a:t>
            </a:r>
            <a:r>
              <a:rPr lang="en-US"/>
              <a:t>⇨</a:t>
            </a:r>
            <a:r>
              <a:rPr lang="en-US">
                <a:latin typeface="Arial"/>
                <a:ea typeface="Arial"/>
                <a:cs typeface="Arial"/>
                <a:sym typeface="Arial"/>
              </a:rPr>
              <a:t> Z báo hiệu rằng có tồn tại một sự phụ thuộc bắc cầu.</a:t>
            </a:r>
            <a:endParaRPr/>
          </a:p>
        </p:txBody>
      </p:sp>
      <p:sp>
        <p:nvSpPr>
          <p:cNvPr id="355" name="Google Shape;355;p16: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67" name="Google Shape;36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latin typeface="Arial"/>
                <a:ea typeface="Arial"/>
                <a:cs typeface="Arial"/>
                <a:sym typeface="Arial"/>
              </a:rPr>
              <a:t>Nhóm lặp lại: Nhóm gồm nhiều mục nhập cùng loại có thể tồn tại cho bất kỳ lần xuất hiện thuộc tính khóa nào</a:t>
            </a:r>
            <a:endParaRPr/>
          </a:p>
          <a:p>
            <a:pPr indent="0" lvl="1" marL="628650" rtl="0" algn="l">
              <a:spcBef>
                <a:spcPts val="0"/>
              </a:spcBef>
              <a:spcAft>
                <a:spcPts val="0"/>
              </a:spcAft>
              <a:buNone/>
            </a:pPr>
            <a:r>
              <a:rPr lang="en-US">
                <a:latin typeface="Arial"/>
                <a:ea typeface="Arial"/>
                <a:cs typeface="Arial"/>
                <a:sym typeface="Arial"/>
              </a:rPr>
              <a:t>Sự tồn tại chứng minh sự hiện diện của dư thừa dữ liệu</a:t>
            </a:r>
            <a:endParaRPr/>
          </a:p>
          <a:p>
            <a:pPr indent="0" lvl="0" marL="171450" rtl="0" algn="l">
              <a:spcBef>
                <a:spcPts val="0"/>
              </a:spcBef>
              <a:spcAft>
                <a:spcPts val="0"/>
              </a:spcAft>
              <a:buNone/>
            </a:pPr>
            <a:r>
              <a:rPr lang="en-US">
                <a:latin typeface="Arial"/>
                <a:ea typeface="Arial"/>
                <a:cs typeface="Arial"/>
                <a:sym typeface="Arial"/>
              </a:rPr>
              <a:t>Cho phép giảm dư thừa dữ liệu</a:t>
            </a:r>
            <a:endParaRPr/>
          </a:p>
          <a:p>
            <a:pPr indent="0" lvl="0" marL="171450" rtl="0" algn="l">
              <a:spcBef>
                <a:spcPts val="0"/>
              </a:spcBef>
              <a:spcAft>
                <a:spcPts val="0"/>
              </a:spcAft>
              <a:buNone/>
            </a:pPr>
            <a:r>
              <a:rPr lang="en-US"/>
              <a:t>Các </a:t>
            </a:r>
            <a:r>
              <a:rPr lang="en-US">
                <a:latin typeface="Arial"/>
                <a:ea typeface="Arial"/>
                <a:cs typeface="Arial"/>
                <a:sym typeface="Arial"/>
              </a:rPr>
              <a:t>bước</a:t>
            </a:r>
            <a:endParaRPr/>
          </a:p>
          <a:p>
            <a:pPr indent="0" lvl="1" marL="628650" rtl="0" algn="l">
              <a:spcBef>
                <a:spcPts val="0"/>
              </a:spcBef>
              <a:spcAft>
                <a:spcPts val="0"/>
              </a:spcAft>
              <a:buNone/>
            </a:pPr>
            <a:r>
              <a:rPr lang="en-US">
                <a:latin typeface="Arial"/>
                <a:ea typeface="Arial"/>
                <a:cs typeface="Arial"/>
                <a:sym typeface="Arial"/>
              </a:rPr>
              <a:t>Loại bỏ các nhóm lặp lại</a:t>
            </a:r>
            <a:endParaRPr/>
          </a:p>
          <a:p>
            <a:pPr indent="0" lvl="1" marL="628650" rtl="0" algn="l">
              <a:spcBef>
                <a:spcPts val="0"/>
              </a:spcBef>
              <a:spcAft>
                <a:spcPts val="0"/>
              </a:spcAft>
              <a:buNone/>
            </a:pPr>
            <a:r>
              <a:rPr lang="en-US">
                <a:latin typeface="Arial"/>
                <a:ea typeface="Arial"/>
                <a:cs typeface="Arial"/>
                <a:sym typeface="Arial"/>
              </a:rPr>
              <a:t>Xác định khóa chính</a:t>
            </a:r>
            <a:endParaRPr/>
          </a:p>
          <a:p>
            <a:pPr indent="0" lvl="1" marL="628650" rtl="0" algn="l">
              <a:spcBef>
                <a:spcPts val="0"/>
              </a:spcBef>
              <a:spcAft>
                <a:spcPts val="0"/>
              </a:spcAft>
              <a:buNone/>
            </a:pPr>
            <a:r>
              <a:rPr lang="en-US">
                <a:latin typeface="Arial"/>
                <a:ea typeface="Arial"/>
                <a:cs typeface="Arial"/>
                <a:sym typeface="Arial"/>
              </a:rPr>
              <a:t>Xác định tất cả các phụ thuộc</a:t>
            </a:r>
            <a:endParaRPr/>
          </a:p>
        </p:txBody>
      </p:sp>
      <p:sp>
        <p:nvSpPr>
          <p:cNvPr id="368" name="Google Shape;368;p18: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74" name="Google Shape;37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latin typeface="Arial"/>
                <a:ea typeface="Arial"/>
                <a:cs typeface="Arial"/>
                <a:sym typeface="Arial"/>
              </a:rPr>
              <a:t>Sơ đồ phụ thuộc: Mô tả tất cả các phụ thuộc được tìm thấy trong cấu trúc bảng đã cho</a:t>
            </a:r>
            <a:endParaRPr/>
          </a:p>
          <a:p>
            <a:pPr indent="0" lvl="1" marL="628650" rtl="0" algn="l">
              <a:spcBef>
                <a:spcPts val="0"/>
              </a:spcBef>
              <a:spcAft>
                <a:spcPts val="0"/>
              </a:spcAft>
              <a:buNone/>
            </a:pPr>
            <a:r>
              <a:rPr lang="en-US">
                <a:latin typeface="Arial"/>
                <a:ea typeface="Arial"/>
                <a:cs typeface="Arial"/>
                <a:sym typeface="Arial"/>
              </a:rPr>
              <a:t>Giúp có cái nhìn tổng quan về tất cả các mối quan hệ giữa các thuộc tính của bảng</a:t>
            </a:r>
            <a:endParaRPr/>
          </a:p>
          <a:p>
            <a:pPr indent="0" lvl="1" marL="628650" rtl="0" algn="l">
              <a:spcBef>
                <a:spcPts val="0"/>
              </a:spcBef>
              <a:spcAft>
                <a:spcPts val="0"/>
              </a:spcAft>
              <a:buNone/>
            </a:pPr>
            <a:r>
              <a:rPr lang="en-US">
                <a:latin typeface="Arial"/>
                <a:ea typeface="Arial"/>
                <a:cs typeface="Arial"/>
                <a:sym typeface="Arial"/>
              </a:rPr>
              <a:t>Làm cho ít có khả năng một phụ thuộc quan trọng sẽ bị bỏ qua</a:t>
            </a:r>
            <a:endParaRPr/>
          </a:p>
        </p:txBody>
      </p:sp>
      <p:sp>
        <p:nvSpPr>
          <p:cNvPr id="375" name="Google Shape;375;p19: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81" name="Google Shape;38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latin typeface="Arial"/>
                <a:ea typeface="Arial"/>
                <a:cs typeface="Arial"/>
                <a:sym typeface="Arial"/>
              </a:rPr>
              <a:t>1NF mô tả định dạng bảng trong đó:</a:t>
            </a:r>
            <a:endParaRPr/>
          </a:p>
          <a:p>
            <a:pPr indent="0" lvl="1" marL="628650" rtl="0" algn="l">
              <a:spcBef>
                <a:spcPts val="0"/>
              </a:spcBef>
              <a:spcAft>
                <a:spcPts val="0"/>
              </a:spcAft>
              <a:buNone/>
            </a:pPr>
            <a:r>
              <a:rPr lang="en-US">
                <a:latin typeface="Arial"/>
                <a:ea typeface="Arial"/>
                <a:cs typeface="Arial"/>
                <a:sym typeface="Arial"/>
              </a:rPr>
              <a:t>Tất cả các thuộc tính khóa được xác định</a:t>
            </a:r>
            <a:endParaRPr/>
          </a:p>
          <a:p>
            <a:pPr indent="0" lvl="1" marL="628650" rtl="0" algn="l">
              <a:spcBef>
                <a:spcPts val="0"/>
              </a:spcBef>
              <a:spcAft>
                <a:spcPts val="0"/>
              </a:spcAft>
              <a:buNone/>
            </a:pPr>
            <a:r>
              <a:rPr lang="en-US">
                <a:latin typeface="Arial"/>
                <a:ea typeface="Arial"/>
                <a:cs typeface="Arial"/>
                <a:sym typeface="Arial"/>
              </a:rPr>
              <a:t>Không có nhóm lặp lại trong bảng</a:t>
            </a:r>
            <a:endParaRPr/>
          </a:p>
          <a:p>
            <a:pPr indent="0" lvl="1" marL="628650" rtl="0" algn="l">
              <a:spcBef>
                <a:spcPts val="0"/>
              </a:spcBef>
              <a:spcAft>
                <a:spcPts val="0"/>
              </a:spcAft>
              <a:buNone/>
            </a:pPr>
            <a:r>
              <a:rPr lang="en-US">
                <a:latin typeface="Arial"/>
                <a:ea typeface="Arial"/>
                <a:cs typeface="Arial"/>
                <a:sym typeface="Arial"/>
              </a:rPr>
              <a:t>Tất cả các thuộc tính đều phụ thuộc vào khóa chính</a:t>
            </a:r>
            <a:endParaRPr/>
          </a:p>
          <a:p>
            <a:pPr indent="0" lvl="0" marL="171450" rtl="0" algn="l">
              <a:spcBef>
                <a:spcPts val="0"/>
              </a:spcBef>
              <a:spcAft>
                <a:spcPts val="0"/>
              </a:spcAft>
              <a:buNone/>
            </a:pPr>
            <a:r>
              <a:rPr lang="en-US">
                <a:latin typeface="Arial"/>
                <a:ea typeface="Arial"/>
                <a:cs typeface="Arial"/>
                <a:sym typeface="Arial"/>
              </a:rPr>
              <a:t>Tất cả các bảng quan hệ đáp ứng yêu cầu 1NF</a:t>
            </a:r>
            <a:endParaRPr/>
          </a:p>
          <a:p>
            <a:pPr indent="0" lvl="0" marL="171450" rtl="0" algn="l">
              <a:spcBef>
                <a:spcPts val="0"/>
              </a:spcBef>
              <a:spcAft>
                <a:spcPts val="0"/>
              </a:spcAft>
              <a:buNone/>
            </a:pPr>
            <a:r>
              <a:rPr lang="en-US">
                <a:latin typeface="Arial"/>
                <a:ea typeface="Arial"/>
                <a:cs typeface="Arial"/>
                <a:sym typeface="Arial"/>
              </a:rPr>
              <a:t>Một số bảng chứa các phụ thuộc một phần</a:t>
            </a:r>
            <a:endParaRPr/>
          </a:p>
          <a:p>
            <a:pPr indent="0" lvl="1" marL="628650" rtl="0" algn="l">
              <a:spcBef>
                <a:spcPts val="0"/>
              </a:spcBef>
              <a:spcAft>
                <a:spcPts val="0"/>
              </a:spcAft>
              <a:buNone/>
            </a:pPr>
            <a:r>
              <a:rPr lang="en-US">
                <a:latin typeface="Arial"/>
                <a:ea typeface="Arial"/>
                <a:cs typeface="Arial"/>
                <a:sym typeface="Arial"/>
              </a:rPr>
              <a:t>Tùy thuộc vào sự dư thừa dữ liệu và các dị thường khác nhau</a:t>
            </a:r>
            <a:endParaRPr/>
          </a:p>
        </p:txBody>
      </p:sp>
      <p:sp>
        <p:nvSpPr>
          <p:cNvPr id="382" name="Google Shape;382;p20: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94" name="Google Shape;39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t>Các </a:t>
            </a:r>
            <a:r>
              <a:rPr lang="en-US">
                <a:latin typeface="Arial"/>
                <a:ea typeface="Arial"/>
                <a:cs typeface="Arial"/>
                <a:sym typeface="Arial"/>
              </a:rPr>
              <a:t>bước</a:t>
            </a:r>
            <a:endParaRPr/>
          </a:p>
          <a:p>
            <a:pPr indent="0" lvl="1" marL="628650" rtl="0" algn="l">
              <a:spcBef>
                <a:spcPts val="0"/>
              </a:spcBef>
              <a:spcAft>
                <a:spcPts val="0"/>
              </a:spcAft>
              <a:buNone/>
            </a:pPr>
            <a:r>
              <a:rPr lang="en-US">
                <a:latin typeface="Arial"/>
                <a:ea typeface="Arial"/>
                <a:cs typeface="Arial"/>
                <a:sym typeface="Arial"/>
              </a:rPr>
              <a:t>Tạo các bảng mới để loại bỏ các phụ thuộc một phần</a:t>
            </a:r>
            <a:endParaRPr/>
          </a:p>
          <a:p>
            <a:pPr indent="0" lvl="1" marL="628650" rtl="0" algn="l">
              <a:spcBef>
                <a:spcPts val="0"/>
              </a:spcBef>
              <a:spcAft>
                <a:spcPts val="0"/>
              </a:spcAft>
              <a:buNone/>
            </a:pPr>
            <a:r>
              <a:rPr lang="en-US">
                <a:latin typeface="Arial"/>
                <a:ea typeface="Arial"/>
                <a:cs typeface="Arial"/>
                <a:sym typeface="Arial"/>
              </a:rPr>
              <a:t>Gán lại các thuộc tính phụ thuộc tương ứng</a:t>
            </a:r>
            <a:endParaRPr/>
          </a:p>
          <a:p>
            <a:pPr indent="0" lvl="0" marL="171450" rtl="0" algn="l">
              <a:spcBef>
                <a:spcPts val="0"/>
              </a:spcBef>
              <a:spcAft>
                <a:spcPts val="0"/>
              </a:spcAft>
              <a:buNone/>
            </a:pPr>
            <a:r>
              <a:rPr lang="en-US">
                <a:latin typeface="Arial"/>
                <a:ea typeface="Arial"/>
                <a:cs typeface="Arial"/>
                <a:sym typeface="Arial"/>
              </a:rPr>
              <a:t>Bảng ở dạng 2NF khi nó:</a:t>
            </a:r>
            <a:endParaRPr/>
          </a:p>
          <a:p>
            <a:pPr indent="0" lvl="1" marL="628650" rtl="0" algn="l">
              <a:spcBef>
                <a:spcPts val="0"/>
              </a:spcBef>
              <a:spcAft>
                <a:spcPts val="0"/>
              </a:spcAft>
              <a:buNone/>
            </a:pPr>
            <a:r>
              <a:rPr lang="en-US">
                <a:latin typeface="Arial"/>
                <a:ea typeface="Arial"/>
                <a:cs typeface="Arial"/>
                <a:sym typeface="Arial"/>
              </a:rPr>
              <a:t>Là trong 1NF</a:t>
            </a:r>
            <a:endParaRPr/>
          </a:p>
          <a:p>
            <a:pPr indent="0" lvl="1" marL="628650" rtl="0" algn="l">
              <a:spcBef>
                <a:spcPts val="0"/>
              </a:spcBef>
              <a:spcAft>
                <a:spcPts val="0"/>
              </a:spcAft>
              <a:buNone/>
            </a:pPr>
            <a:r>
              <a:rPr lang="en-US">
                <a:latin typeface="Arial"/>
                <a:ea typeface="Arial"/>
                <a:cs typeface="Arial"/>
                <a:sym typeface="Arial"/>
              </a:rPr>
              <a:t>Không bao gồm phụ thuộc một phần</a:t>
            </a:r>
            <a:endParaRPr/>
          </a:p>
        </p:txBody>
      </p:sp>
      <p:sp>
        <p:nvSpPr>
          <p:cNvPr id="395" name="Google Shape;395;p2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07" name="Google Shape;40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t>Các </a:t>
            </a:r>
            <a:r>
              <a:rPr lang="en-US">
                <a:latin typeface="Arial"/>
                <a:ea typeface="Arial"/>
                <a:cs typeface="Arial"/>
                <a:sym typeface="Arial"/>
              </a:rPr>
              <a:t>bước</a:t>
            </a:r>
            <a:endParaRPr/>
          </a:p>
          <a:p>
            <a:pPr indent="0" lvl="1" marL="628650" rtl="0" algn="l">
              <a:spcBef>
                <a:spcPts val="0"/>
              </a:spcBef>
              <a:spcAft>
                <a:spcPts val="0"/>
              </a:spcAft>
              <a:buNone/>
            </a:pPr>
            <a:r>
              <a:rPr lang="en-US">
                <a:latin typeface="Arial"/>
                <a:ea typeface="Arial"/>
                <a:cs typeface="Arial"/>
                <a:sym typeface="Arial"/>
              </a:rPr>
              <a:t>Tạo các bảng mới để loại bỏ các phụ thuộc bắc cầu</a:t>
            </a:r>
            <a:endParaRPr/>
          </a:p>
          <a:p>
            <a:pPr indent="0" lvl="2" marL="1085850" rtl="0" algn="l">
              <a:spcBef>
                <a:spcPts val="0"/>
              </a:spcBef>
              <a:spcAft>
                <a:spcPts val="0"/>
              </a:spcAft>
              <a:buNone/>
            </a:pPr>
            <a:r>
              <a:rPr lang="en-US">
                <a:latin typeface="Arial"/>
                <a:ea typeface="Arial"/>
                <a:cs typeface="Arial"/>
                <a:sym typeface="Arial"/>
              </a:rPr>
              <a:t>Yếu tố quyết định: Bất kỳ thuộc tính nào có giá trị xác định các giá trị khác trong một hàng</a:t>
            </a:r>
            <a:endParaRPr/>
          </a:p>
          <a:p>
            <a:pPr indent="0" lvl="1" marL="628650" rtl="0" algn="l">
              <a:spcBef>
                <a:spcPts val="0"/>
              </a:spcBef>
              <a:spcAft>
                <a:spcPts val="0"/>
              </a:spcAft>
              <a:buNone/>
            </a:pPr>
            <a:r>
              <a:rPr lang="en-US">
                <a:latin typeface="Arial"/>
                <a:ea typeface="Arial"/>
                <a:cs typeface="Arial"/>
                <a:sym typeface="Arial"/>
              </a:rPr>
              <a:t>Gán lại các thuộc tính phụ thuộc tương ứng</a:t>
            </a:r>
            <a:endParaRPr/>
          </a:p>
          <a:p>
            <a:pPr indent="0" lvl="0" marL="171450" rtl="0" algn="l">
              <a:spcBef>
                <a:spcPts val="0"/>
              </a:spcBef>
              <a:spcAft>
                <a:spcPts val="0"/>
              </a:spcAft>
              <a:buNone/>
            </a:pPr>
            <a:r>
              <a:rPr lang="en-US">
                <a:latin typeface="Arial"/>
                <a:ea typeface="Arial"/>
                <a:cs typeface="Arial"/>
                <a:sym typeface="Arial"/>
              </a:rPr>
              <a:t>Bảng ở dạng 3NF khi nó:</a:t>
            </a:r>
            <a:endParaRPr/>
          </a:p>
          <a:p>
            <a:pPr indent="0" lvl="1" marL="628650" rtl="0" algn="l">
              <a:spcBef>
                <a:spcPts val="0"/>
              </a:spcBef>
              <a:spcAft>
                <a:spcPts val="0"/>
              </a:spcAft>
              <a:buNone/>
            </a:pPr>
            <a:r>
              <a:rPr lang="en-US">
                <a:latin typeface="Arial"/>
                <a:ea typeface="Arial"/>
                <a:cs typeface="Arial"/>
                <a:sym typeface="Arial"/>
              </a:rPr>
              <a:t>Đang ở 2NF</a:t>
            </a:r>
            <a:endParaRPr/>
          </a:p>
          <a:p>
            <a:pPr indent="0" lvl="1" marL="628650" rtl="0" algn="l">
              <a:spcBef>
                <a:spcPts val="0"/>
              </a:spcBef>
              <a:spcAft>
                <a:spcPts val="0"/>
              </a:spcAft>
              <a:buNone/>
            </a:pPr>
            <a:r>
              <a:rPr lang="en-US">
                <a:latin typeface="Arial"/>
                <a:ea typeface="Arial"/>
                <a:cs typeface="Arial"/>
                <a:sym typeface="Arial"/>
              </a:rPr>
              <a:t>Không chứa phụ thuộc bắc cầu</a:t>
            </a:r>
            <a:endParaRPr/>
          </a:p>
        </p:txBody>
      </p:sp>
      <p:sp>
        <p:nvSpPr>
          <p:cNvPr id="408" name="Google Shape;408;p24: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20" name="Google Shape;42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latin typeface="Arial"/>
                <a:ea typeface="Arial"/>
                <a:cs typeface="Arial"/>
                <a:sym typeface="Arial"/>
              </a:rPr>
              <a:t>Đánh giá các bài tập PK và quy ước đặt tên</a:t>
            </a:r>
            <a:endParaRPr/>
          </a:p>
          <a:p>
            <a:pPr indent="0" lvl="0" marL="171450" rtl="0" algn="l">
              <a:spcBef>
                <a:spcPts val="0"/>
              </a:spcBef>
              <a:spcAft>
                <a:spcPts val="0"/>
              </a:spcAft>
              <a:buNone/>
            </a:pPr>
            <a:r>
              <a:rPr lang="en-US">
                <a:latin typeface="Arial"/>
                <a:ea typeface="Arial"/>
                <a:cs typeface="Arial"/>
                <a:sym typeface="Arial"/>
              </a:rPr>
              <a:t>Tinh chỉnh thuộc tính</a:t>
            </a:r>
            <a:r>
              <a:rPr lang="en-US"/>
              <a:t> nguyên tố</a:t>
            </a:r>
            <a:endParaRPr>
              <a:latin typeface="Arial"/>
              <a:ea typeface="Arial"/>
              <a:cs typeface="Arial"/>
              <a:sym typeface="Arial"/>
            </a:endParaRPr>
          </a:p>
          <a:p>
            <a:pPr indent="0" lvl="1" marL="628650" rtl="0" algn="l">
              <a:spcBef>
                <a:spcPts val="0"/>
              </a:spcBef>
              <a:spcAft>
                <a:spcPts val="0"/>
              </a:spcAft>
              <a:buNone/>
            </a:pPr>
            <a:r>
              <a:rPr lang="en-US">
                <a:latin typeface="Arial"/>
                <a:ea typeface="Arial"/>
                <a:cs typeface="Arial"/>
                <a:sym typeface="Arial"/>
              </a:rPr>
              <a:t>Thuộc tính nguyên </a:t>
            </a:r>
            <a:r>
              <a:rPr lang="en-US"/>
              <a:t>tố</a:t>
            </a:r>
            <a:r>
              <a:rPr lang="en-US">
                <a:latin typeface="Arial"/>
                <a:ea typeface="Arial"/>
                <a:cs typeface="Arial"/>
                <a:sym typeface="Arial"/>
              </a:rPr>
              <a:t>: Không thể chia nhỏ hơn nữa</a:t>
            </a:r>
            <a:endParaRPr/>
          </a:p>
          <a:p>
            <a:pPr indent="0" lvl="1" marL="628650" rtl="0" algn="l">
              <a:spcBef>
                <a:spcPts val="0"/>
              </a:spcBef>
              <a:spcAft>
                <a:spcPts val="0"/>
              </a:spcAft>
              <a:buNone/>
            </a:pPr>
            <a:r>
              <a:rPr lang="en-US">
                <a:latin typeface="Arial"/>
                <a:ea typeface="Arial"/>
                <a:cs typeface="Arial"/>
                <a:sym typeface="Arial"/>
              </a:rPr>
              <a:t>Atomicity: Đặc trưng của một thuộc tính nguyên </a:t>
            </a:r>
            <a:r>
              <a:rPr lang="en-US"/>
              <a:t>tố</a:t>
            </a:r>
            <a:endParaRPr>
              <a:latin typeface="Arial"/>
              <a:ea typeface="Arial"/>
              <a:cs typeface="Arial"/>
              <a:sym typeface="Arial"/>
            </a:endParaRPr>
          </a:p>
          <a:p>
            <a:pPr indent="0" lvl="0" marL="171450" rtl="0" algn="l">
              <a:spcBef>
                <a:spcPts val="0"/>
              </a:spcBef>
              <a:spcAft>
                <a:spcPts val="0"/>
              </a:spcAft>
              <a:buNone/>
            </a:pPr>
            <a:r>
              <a:rPr lang="en-US">
                <a:latin typeface="Arial"/>
                <a:ea typeface="Arial"/>
                <a:cs typeface="Arial"/>
                <a:sym typeface="Arial"/>
              </a:rPr>
              <a:t>Xác định các thuộc tính mới và các mối quan hệ mới</a:t>
            </a:r>
            <a:endParaRPr/>
          </a:p>
          <a:p>
            <a:pPr indent="0" lvl="0" marL="171450" rtl="0" algn="l">
              <a:spcBef>
                <a:spcPts val="0"/>
              </a:spcBef>
              <a:spcAft>
                <a:spcPts val="0"/>
              </a:spcAft>
              <a:buNone/>
            </a:pPr>
            <a:r>
              <a:rPr lang="en-US">
                <a:latin typeface="Arial"/>
                <a:ea typeface="Arial"/>
                <a:cs typeface="Arial"/>
                <a:sym typeface="Arial"/>
              </a:rPr>
              <a:t>Tinh chỉnh các khóa chính theo yêu cầu về mức độ chi tiết của dữ liệu</a:t>
            </a:r>
            <a:endParaRPr/>
          </a:p>
          <a:p>
            <a:pPr indent="0" lvl="1" marL="628650" rtl="0" algn="l">
              <a:spcBef>
                <a:spcPts val="0"/>
              </a:spcBef>
              <a:spcAft>
                <a:spcPts val="0"/>
              </a:spcAft>
              <a:buNone/>
            </a:pPr>
            <a:r>
              <a:rPr lang="en-US">
                <a:latin typeface="Arial"/>
                <a:ea typeface="Arial"/>
                <a:cs typeface="Arial"/>
                <a:sym typeface="Arial"/>
              </a:rPr>
              <a:t>Độ chi tiết: Mức độ chi tiết được biểu thị bằng các giá trị được lưu trữ trong hàng của bảng</a:t>
            </a:r>
            <a:endParaRPr/>
          </a:p>
          <a:p>
            <a:pPr indent="0" lvl="0" marL="171450" rtl="0" algn="l">
              <a:spcBef>
                <a:spcPts val="0"/>
              </a:spcBef>
              <a:spcAft>
                <a:spcPts val="0"/>
              </a:spcAft>
              <a:buNone/>
            </a:pPr>
            <a:r>
              <a:rPr lang="en-US">
                <a:latin typeface="Arial"/>
                <a:ea typeface="Arial"/>
                <a:cs typeface="Arial"/>
                <a:sym typeface="Arial"/>
              </a:rPr>
              <a:t>Duy trì độ chính xác lịch sử và đánh giá bằng cách sử dụng các thuộc tính dẫn xuất</a:t>
            </a:r>
            <a:endParaRPr/>
          </a:p>
        </p:txBody>
      </p:sp>
      <p:sp>
        <p:nvSpPr>
          <p:cNvPr id="421" name="Google Shape;421;p26: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27" name="Google Shape;42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Có 4 slide về 6.6</a:t>
            </a:r>
            <a:endParaRPr/>
          </a:p>
        </p:txBody>
      </p:sp>
      <p:sp>
        <p:nvSpPr>
          <p:cNvPr id="428" name="Google Shape;428;p27: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52" name="Google Shape;45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Các khóa thay thế</a:t>
            </a:r>
            <a:endParaRPr/>
          </a:p>
          <a:p>
            <a:pPr indent="0" lvl="0" marL="0" rtl="0" algn="l">
              <a:spcBef>
                <a:spcPts val="0"/>
              </a:spcBef>
              <a:spcAft>
                <a:spcPts val="0"/>
              </a:spcAft>
              <a:buNone/>
            </a:pPr>
            <a:r>
              <a:rPr lang="en-US">
                <a:latin typeface="Arial"/>
                <a:ea typeface="Arial"/>
                <a:cs typeface="Arial"/>
                <a:sym typeface="Arial"/>
              </a:rPr>
              <a:t>Được sử dụng bởi các nhà thiết kế khi khóa chính được coi là không phù hợp</a:t>
            </a:r>
            <a:endParaRPr/>
          </a:p>
          <a:p>
            <a:pPr indent="0" lvl="0" marL="0" rtl="0" algn="l">
              <a:spcBef>
                <a:spcPts val="0"/>
              </a:spcBef>
              <a:spcAft>
                <a:spcPts val="0"/>
              </a:spcAft>
              <a:buNone/>
            </a:pPr>
            <a:r>
              <a:rPr lang="en-US">
                <a:latin typeface="Arial"/>
                <a:ea typeface="Arial"/>
                <a:cs typeface="Arial"/>
                <a:sym typeface="Arial"/>
              </a:rPr>
              <a:t>Thuộc tính do hệ thống xác định</a:t>
            </a:r>
            <a:endParaRPr/>
          </a:p>
          <a:p>
            <a:pPr indent="0" lvl="0" marL="0" rtl="0" algn="l">
              <a:spcBef>
                <a:spcPts val="0"/>
              </a:spcBef>
              <a:spcAft>
                <a:spcPts val="0"/>
              </a:spcAft>
              <a:buNone/>
            </a:pPr>
            <a:r>
              <a:rPr lang="en-US">
                <a:latin typeface="Arial"/>
                <a:ea typeface="Arial"/>
                <a:cs typeface="Arial"/>
                <a:sym typeface="Arial"/>
              </a:rPr>
              <a:t>Đã tạo một quản lý thông qua DBMS</a:t>
            </a:r>
            <a:endParaRPr/>
          </a:p>
          <a:p>
            <a:pPr indent="0" lvl="0" marL="0" rtl="0" algn="l">
              <a:spcBef>
                <a:spcPts val="0"/>
              </a:spcBef>
              <a:spcAft>
                <a:spcPts val="0"/>
              </a:spcAft>
              <a:buNone/>
            </a:pPr>
            <a:r>
              <a:rPr lang="en-US">
                <a:latin typeface="Arial"/>
                <a:ea typeface="Arial"/>
                <a:cs typeface="Arial"/>
                <a:sym typeface="Arial"/>
              </a:rPr>
              <a:t>Có một giá trị số được tự động tăng lên cho mỗi hàng mới</a:t>
            </a:r>
            <a:endParaRPr/>
          </a:p>
        </p:txBody>
      </p:sp>
      <p:sp>
        <p:nvSpPr>
          <p:cNvPr id="453" name="Google Shape;453;p31: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59" name="Google Shape;45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latin typeface="Arial"/>
                <a:ea typeface="Arial"/>
                <a:cs typeface="Arial"/>
                <a:sym typeface="Arial"/>
              </a:rPr>
              <a:t>Mỗi yếu tố quyết định trong bảng phải là một khóa ứng cử viên</a:t>
            </a:r>
            <a:endParaRPr/>
          </a:p>
          <a:p>
            <a:pPr indent="0" lvl="1" marL="628650" rtl="0" algn="l">
              <a:spcBef>
                <a:spcPts val="0"/>
              </a:spcBef>
              <a:spcAft>
                <a:spcPts val="0"/>
              </a:spcAft>
              <a:buNone/>
            </a:pPr>
            <a:r>
              <a:rPr lang="en-US">
                <a:latin typeface="Arial"/>
                <a:ea typeface="Arial"/>
                <a:cs typeface="Arial"/>
                <a:sym typeface="Arial"/>
              </a:rPr>
              <a:t>Khóa ứng viên - Cùng đặc điểm với khóa chính nhưng không được chọn làm khóa chính</a:t>
            </a:r>
            <a:endParaRPr/>
          </a:p>
          <a:p>
            <a:pPr indent="0" lvl="0" marL="171450" rtl="0" algn="l">
              <a:spcBef>
                <a:spcPts val="0"/>
              </a:spcBef>
              <a:spcAft>
                <a:spcPts val="0"/>
              </a:spcAft>
              <a:buNone/>
            </a:pPr>
            <a:r>
              <a:rPr lang="en-US">
                <a:latin typeface="Arial"/>
                <a:ea typeface="Arial"/>
                <a:cs typeface="Arial"/>
                <a:sym typeface="Arial"/>
              </a:rPr>
              <a:t>Tương đương với 3NF khi bảng chỉ chứa một khóa ứng viên</a:t>
            </a:r>
            <a:endParaRPr/>
          </a:p>
          <a:p>
            <a:pPr indent="0" lvl="0" marL="171450" rtl="0" algn="l">
              <a:spcBef>
                <a:spcPts val="0"/>
              </a:spcBef>
              <a:spcAft>
                <a:spcPts val="0"/>
              </a:spcAft>
              <a:buNone/>
            </a:pPr>
            <a:r>
              <a:rPr lang="en-US">
                <a:latin typeface="Arial"/>
                <a:ea typeface="Arial"/>
                <a:cs typeface="Arial"/>
                <a:sym typeface="Arial"/>
              </a:rPr>
              <a:t>Chỉ bị vi phạm khi bảng chứa nhiều hơn một khóa ứng viên</a:t>
            </a:r>
            <a:endParaRPr/>
          </a:p>
          <a:p>
            <a:pPr indent="0" lvl="0" marL="171450" rtl="0" algn="l">
              <a:spcBef>
                <a:spcPts val="0"/>
              </a:spcBef>
              <a:spcAft>
                <a:spcPts val="0"/>
              </a:spcAft>
              <a:buNone/>
            </a:pPr>
            <a:r>
              <a:rPr lang="en-US">
                <a:latin typeface="Arial"/>
                <a:ea typeface="Arial"/>
                <a:cs typeface="Arial"/>
                <a:sym typeface="Arial"/>
              </a:rPr>
              <a:t>Được coi là trường hợp đặc biệt của 3NF</a:t>
            </a:r>
            <a:endParaRPr/>
          </a:p>
        </p:txBody>
      </p:sp>
      <p:sp>
        <p:nvSpPr>
          <p:cNvPr id="460" name="Google Shape;460;p3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p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p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84" name="Google Shape;484;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latin typeface="Arial"/>
                <a:ea typeface="Arial"/>
                <a:cs typeface="Arial"/>
                <a:sym typeface="Arial"/>
              </a:rPr>
              <a:t>Quy tắc</a:t>
            </a:r>
            <a:endParaRPr/>
          </a:p>
          <a:p>
            <a:pPr indent="0" lvl="1" marL="628650" rtl="0" algn="l">
              <a:spcBef>
                <a:spcPts val="0"/>
              </a:spcBef>
              <a:spcAft>
                <a:spcPts val="0"/>
              </a:spcAft>
              <a:buNone/>
            </a:pPr>
            <a:r>
              <a:rPr lang="en-US">
                <a:latin typeface="Arial"/>
                <a:ea typeface="Arial"/>
                <a:cs typeface="Arial"/>
                <a:sym typeface="Arial"/>
              </a:rPr>
              <a:t>Tất cả các thuộc tính phải phụ thuộc vào khóa chính, nhưng chúng phải độc lập với nhau</a:t>
            </a:r>
            <a:endParaRPr/>
          </a:p>
          <a:p>
            <a:pPr indent="0" lvl="1" marL="628650" rtl="0" algn="l">
              <a:spcBef>
                <a:spcPts val="0"/>
              </a:spcBef>
              <a:spcAft>
                <a:spcPts val="0"/>
              </a:spcAft>
              <a:buNone/>
            </a:pPr>
            <a:r>
              <a:rPr lang="en-US">
                <a:latin typeface="Arial"/>
                <a:ea typeface="Arial"/>
                <a:cs typeface="Arial"/>
                <a:sym typeface="Arial"/>
              </a:rPr>
              <a:t>Không có hàng nào có thể chứa hai hoặc nhiều dữ kiện đa giá trị về một thực thể</a:t>
            </a:r>
            <a:endParaRPr/>
          </a:p>
        </p:txBody>
      </p:sp>
      <p:sp>
        <p:nvSpPr>
          <p:cNvPr id="485" name="Google Shape;485;p36: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p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11" name="Google Shape;51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t>Chuẩn </a:t>
            </a:r>
            <a:r>
              <a:rPr lang="en-US">
                <a:latin typeface="Arial"/>
                <a:ea typeface="Arial"/>
                <a:cs typeface="Arial"/>
                <a:sym typeface="Arial"/>
              </a:rPr>
              <a:t>hóa nên là một phần của quá trình thiết kế</a:t>
            </a:r>
            <a:endParaRPr/>
          </a:p>
          <a:p>
            <a:pPr indent="0" lvl="0" marL="171450" rtl="0" algn="l">
              <a:spcBef>
                <a:spcPts val="0"/>
              </a:spcBef>
              <a:spcAft>
                <a:spcPts val="0"/>
              </a:spcAft>
              <a:buNone/>
            </a:pPr>
            <a:r>
              <a:rPr lang="en-US">
                <a:latin typeface="Arial"/>
                <a:ea typeface="Arial"/>
                <a:cs typeface="Arial"/>
                <a:sym typeface="Arial"/>
              </a:rPr>
              <a:t>Các thực thể được đề xuất phải đáp ứng yêu cầu ở dạng </a:t>
            </a:r>
            <a:r>
              <a:rPr lang="en-US"/>
              <a:t>chuẩn </a:t>
            </a:r>
            <a:r>
              <a:rPr lang="en-US">
                <a:latin typeface="Arial"/>
                <a:ea typeface="Arial"/>
                <a:cs typeface="Arial"/>
                <a:sym typeface="Arial"/>
              </a:rPr>
              <a:t>trước khi </a:t>
            </a:r>
            <a:r>
              <a:rPr lang="en-US"/>
              <a:t>tạo </a:t>
            </a:r>
            <a:r>
              <a:rPr lang="en-US">
                <a:latin typeface="Arial"/>
                <a:ea typeface="Arial"/>
                <a:cs typeface="Arial"/>
                <a:sym typeface="Arial"/>
              </a:rPr>
              <a:t>bảng</a:t>
            </a:r>
            <a:endParaRPr/>
          </a:p>
          <a:p>
            <a:pPr indent="0" lvl="0" marL="171450" rtl="0" algn="l">
              <a:spcBef>
                <a:spcPts val="0"/>
              </a:spcBef>
              <a:spcAft>
                <a:spcPts val="0"/>
              </a:spcAft>
              <a:buNone/>
            </a:pPr>
            <a:r>
              <a:rPr lang="en-US">
                <a:latin typeface="Arial"/>
                <a:ea typeface="Arial"/>
                <a:cs typeface="Arial"/>
                <a:sym typeface="Arial"/>
              </a:rPr>
              <a:t>Nguyên tắc và thủ tục chuẩn hóa được hiểu để thiết kế lại và sửa đổi cơ sở dữ liệu</a:t>
            </a:r>
            <a:endParaRPr/>
          </a:p>
          <a:p>
            <a:pPr indent="0" lvl="1" marL="628650" rtl="0" algn="l">
              <a:spcBef>
                <a:spcPts val="0"/>
              </a:spcBef>
              <a:spcAft>
                <a:spcPts val="0"/>
              </a:spcAft>
              <a:buNone/>
            </a:pPr>
            <a:r>
              <a:rPr lang="en-US">
                <a:latin typeface="Arial"/>
                <a:ea typeface="Arial"/>
                <a:cs typeface="Arial"/>
                <a:sym typeface="Arial"/>
              </a:rPr>
              <a:t>ERD được tạo thông qua một quá trình lặp đi lặp lại</a:t>
            </a:r>
            <a:endParaRPr/>
          </a:p>
          <a:p>
            <a:pPr indent="0" lvl="1" marL="628650" rtl="0" algn="l">
              <a:spcBef>
                <a:spcPts val="0"/>
              </a:spcBef>
              <a:spcAft>
                <a:spcPts val="0"/>
              </a:spcAft>
              <a:buNone/>
            </a:pPr>
            <a:r>
              <a:rPr lang="en-US">
                <a:latin typeface="Arial"/>
                <a:ea typeface="Arial"/>
                <a:cs typeface="Arial"/>
                <a:sym typeface="Arial"/>
              </a:rPr>
              <a:t>Chuẩn hóa tập trung vào các đặc điểm của các thực thể cụ thể</a:t>
            </a:r>
            <a:endParaRPr/>
          </a:p>
        </p:txBody>
      </p:sp>
      <p:sp>
        <p:nvSpPr>
          <p:cNvPr id="512" name="Google Shape;512;p40: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4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4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p4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p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5" name="Google Shape;545;p4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51" name="Google Shape;551;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latin typeface="Arial"/>
                <a:ea typeface="Arial"/>
                <a:cs typeface="Arial"/>
                <a:sym typeface="Arial"/>
              </a:rPr>
              <a:t>Mục tiêu thiết kế</a:t>
            </a:r>
            <a:endParaRPr/>
          </a:p>
          <a:p>
            <a:pPr indent="0" lvl="1" marL="628650" rtl="0" algn="l">
              <a:spcBef>
                <a:spcPts val="0"/>
              </a:spcBef>
              <a:spcAft>
                <a:spcPts val="0"/>
              </a:spcAft>
              <a:buNone/>
            </a:pPr>
            <a:r>
              <a:rPr lang="en-US">
                <a:latin typeface="Arial"/>
                <a:ea typeface="Arial"/>
                <a:cs typeface="Arial"/>
                <a:sym typeface="Arial"/>
              </a:rPr>
              <a:t>Tạo lập quan hệ </a:t>
            </a:r>
            <a:r>
              <a:rPr lang="en-US"/>
              <a:t>được chuẩn hóa</a:t>
            </a:r>
            <a:endParaRPr/>
          </a:p>
          <a:p>
            <a:pPr indent="0" lvl="1" marL="628650" rtl="0" algn="l">
              <a:spcBef>
                <a:spcPts val="0"/>
              </a:spcBef>
              <a:spcAft>
                <a:spcPts val="0"/>
              </a:spcAft>
              <a:buNone/>
            </a:pPr>
            <a:r>
              <a:rPr lang="en-US">
                <a:latin typeface="Arial"/>
                <a:ea typeface="Arial"/>
                <a:cs typeface="Arial"/>
                <a:sym typeface="Arial"/>
              </a:rPr>
              <a:t>Yêu cầu xử lý và tốc độ</a:t>
            </a:r>
            <a:endParaRPr/>
          </a:p>
          <a:p>
            <a:pPr indent="0" lvl="0" marL="171450" rtl="0" algn="l">
              <a:spcBef>
                <a:spcPts val="0"/>
              </a:spcBef>
              <a:spcAft>
                <a:spcPts val="0"/>
              </a:spcAft>
              <a:buNone/>
            </a:pPr>
            <a:r>
              <a:rPr lang="en-US">
                <a:latin typeface="Arial"/>
                <a:ea typeface="Arial"/>
                <a:cs typeface="Arial"/>
                <a:sym typeface="Arial"/>
              </a:rPr>
              <a:t>Số lượng bảng cơ sở dữ liệu mở rộng khi các bảng được phân tách để phù hợp với yêu cầu chuẩn hóa</a:t>
            </a:r>
            <a:endParaRPr/>
          </a:p>
          <a:p>
            <a:pPr indent="0" lvl="0" marL="171450" rtl="0" algn="l">
              <a:spcBef>
                <a:spcPts val="0"/>
              </a:spcBef>
              <a:spcAft>
                <a:spcPts val="0"/>
              </a:spcAft>
              <a:buNone/>
            </a:pPr>
            <a:r>
              <a:rPr lang="en-US"/>
              <a:t>Kết nối </a:t>
            </a:r>
            <a:r>
              <a:rPr lang="en-US">
                <a:latin typeface="Arial"/>
                <a:ea typeface="Arial"/>
                <a:cs typeface="Arial"/>
                <a:sym typeface="Arial"/>
              </a:rPr>
              <a:t>một số lượng lớn các bảng:</a:t>
            </a:r>
            <a:endParaRPr/>
          </a:p>
          <a:p>
            <a:pPr indent="0" lvl="1" marL="628650" rtl="0" algn="l">
              <a:spcBef>
                <a:spcPts val="0"/>
              </a:spcBef>
              <a:spcAft>
                <a:spcPts val="0"/>
              </a:spcAft>
              <a:buNone/>
            </a:pPr>
            <a:r>
              <a:rPr lang="en-US">
                <a:latin typeface="Arial"/>
                <a:ea typeface="Arial"/>
                <a:cs typeface="Arial"/>
                <a:sym typeface="Arial"/>
              </a:rPr>
              <a:t>Thực hiện các hoạt động đầu vào/đầu ra (I/O) bổ sung và logic xử lý</a:t>
            </a:r>
            <a:endParaRPr/>
          </a:p>
          <a:p>
            <a:pPr indent="0" lvl="1" marL="628650" rtl="0" algn="l">
              <a:spcBef>
                <a:spcPts val="0"/>
              </a:spcBef>
              <a:spcAft>
                <a:spcPts val="0"/>
              </a:spcAft>
              <a:buNone/>
            </a:pPr>
            <a:r>
              <a:rPr lang="en-US">
                <a:latin typeface="Arial"/>
                <a:ea typeface="Arial"/>
                <a:cs typeface="Arial"/>
                <a:sym typeface="Arial"/>
              </a:rPr>
              <a:t>Giảm tốc độ hệ thống</a:t>
            </a:r>
            <a:endParaRPr/>
          </a:p>
        </p:txBody>
      </p:sp>
      <p:sp>
        <p:nvSpPr>
          <p:cNvPr id="552" name="Google Shape;552;p46: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58" name="Google Shape;558;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171450" rtl="0" algn="l">
              <a:spcBef>
                <a:spcPts val="0"/>
              </a:spcBef>
              <a:spcAft>
                <a:spcPts val="0"/>
              </a:spcAft>
              <a:buNone/>
            </a:pPr>
            <a:r>
              <a:rPr lang="en-US">
                <a:latin typeface="Arial"/>
                <a:ea typeface="Arial"/>
                <a:cs typeface="Arial"/>
                <a:sym typeface="Arial"/>
              </a:rPr>
              <a:t>Khiếm khuyết trong các bảng không chuẩn hóa</a:t>
            </a:r>
            <a:endParaRPr/>
          </a:p>
          <a:p>
            <a:pPr indent="0" lvl="1" marL="628650" rtl="0" algn="l">
              <a:spcBef>
                <a:spcPts val="0"/>
              </a:spcBef>
              <a:spcAft>
                <a:spcPts val="0"/>
              </a:spcAft>
              <a:buNone/>
            </a:pPr>
            <a:r>
              <a:rPr lang="en-US">
                <a:latin typeface="Arial"/>
                <a:ea typeface="Arial"/>
                <a:cs typeface="Arial"/>
                <a:sym typeface="Arial"/>
              </a:rPr>
              <a:t>Cập nhật dữ liệu kém hiệu quả hơn vì các bảng lớn hơn</a:t>
            </a:r>
            <a:endParaRPr/>
          </a:p>
          <a:p>
            <a:pPr indent="0" lvl="1" marL="628650" rtl="0" algn="l">
              <a:spcBef>
                <a:spcPts val="0"/>
              </a:spcBef>
              <a:spcAft>
                <a:spcPts val="0"/>
              </a:spcAft>
              <a:buNone/>
            </a:pPr>
            <a:r>
              <a:rPr lang="en-US">
                <a:latin typeface="Arial"/>
                <a:ea typeface="Arial"/>
                <a:cs typeface="Arial"/>
                <a:sym typeface="Arial"/>
              </a:rPr>
              <a:t>Lập chỉ mục phức tạp hơn</a:t>
            </a:r>
            <a:endParaRPr/>
          </a:p>
          <a:p>
            <a:pPr indent="0" lvl="1" marL="628650" rtl="0" algn="l">
              <a:spcBef>
                <a:spcPts val="0"/>
              </a:spcBef>
              <a:spcAft>
                <a:spcPts val="0"/>
              </a:spcAft>
              <a:buNone/>
            </a:pPr>
            <a:r>
              <a:rPr lang="en-US">
                <a:latin typeface="Arial"/>
                <a:ea typeface="Arial"/>
                <a:cs typeface="Arial"/>
                <a:sym typeface="Arial"/>
              </a:rPr>
              <a:t>Không có chiến lược đơn giản nào để tạo các bảng ảo được gọi là dạng xem</a:t>
            </a:r>
            <a:endParaRPr/>
          </a:p>
        </p:txBody>
      </p:sp>
      <p:sp>
        <p:nvSpPr>
          <p:cNvPr id="559" name="Google Shape;559;p47: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65" name="Google Shape;565;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Arial"/>
              <a:buNone/>
            </a:pPr>
            <a:r>
              <a:rPr lang="en-US">
                <a:latin typeface="Arial"/>
                <a:ea typeface="Arial"/>
                <a:cs typeface="Arial"/>
                <a:sym typeface="Arial"/>
              </a:rPr>
              <a:t>QUY TẮC </a:t>
            </a:r>
            <a:r>
              <a:rPr lang="en-US"/>
              <a:t>NGHIỆP VỤ</a:t>
            </a:r>
            <a:endParaRPr/>
          </a:p>
          <a:p>
            <a:pPr indent="0" lvl="0" marL="0" rtl="0" algn="l">
              <a:spcBef>
                <a:spcPts val="0"/>
              </a:spcBef>
              <a:spcAft>
                <a:spcPts val="0"/>
              </a:spcAft>
              <a:buSzPts val="1800"/>
              <a:buFont typeface="Arial"/>
              <a:buNone/>
            </a:pPr>
            <a:r>
              <a:rPr lang="en-US">
                <a:latin typeface="Arial"/>
                <a:ea typeface="Arial"/>
                <a:cs typeface="Arial"/>
                <a:sym typeface="Arial"/>
              </a:rPr>
              <a:t>• Lập tài liệu và xác minh hợp lệ tất cả các quy tắc </a:t>
            </a:r>
            <a:r>
              <a:rPr lang="en-US"/>
              <a:t>nghiệp vụ </a:t>
            </a:r>
            <a:r>
              <a:rPr lang="en-US">
                <a:latin typeface="Arial"/>
                <a:ea typeface="Arial"/>
                <a:cs typeface="Arial"/>
                <a:sym typeface="Arial"/>
              </a:rPr>
              <a:t>với người dùng cuối.</a:t>
            </a:r>
            <a:endParaRPr/>
          </a:p>
          <a:p>
            <a:pPr indent="0" lvl="0" marL="0" rtl="0" algn="l">
              <a:spcBef>
                <a:spcPts val="0"/>
              </a:spcBef>
              <a:spcAft>
                <a:spcPts val="0"/>
              </a:spcAft>
              <a:buSzPts val="1800"/>
              <a:buFont typeface="Arial"/>
              <a:buNone/>
            </a:pPr>
            <a:r>
              <a:rPr lang="en-US">
                <a:latin typeface="Arial"/>
                <a:ea typeface="Arial"/>
                <a:cs typeface="Arial"/>
                <a:sym typeface="Arial"/>
              </a:rPr>
              <a:t>• Đảm bảo rằng tất cả các quy tắc </a:t>
            </a:r>
            <a:r>
              <a:rPr lang="en-US"/>
              <a:t>nghiệp vụ </a:t>
            </a:r>
            <a:r>
              <a:rPr lang="en-US">
                <a:latin typeface="Arial"/>
                <a:ea typeface="Arial"/>
                <a:cs typeface="Arial"/>
                <a:sym typeface="Arial"/>
              </a:rPr>
              <a:t>được viết chính xác, rõ ràng và đơn giản. Các quy tắc </a:t>
            </a:r>
            <a:r>
              <a:rPr lang="en-US"/>
              <a:t>nghiệp vụ </a:t>
            </a:r>
            <a:r>
              <a:rPr lang="en-US">
                <a:latin typeface="Arial"/>
                <a:ea typeface="Arial"/>
                <a:cs typeface="Arial"/>
                <a:sym typeface="Arial"/>
              </a:rPr>
              <a:t>phải giúp xác định các thực thể,</a:t>
            </a:r>
            <a:r>
              <a:rPr lang="en-US"/>
              <a:t> </a:t>
            </a:r>
            <a:r>
              <a:rPr lang="en-US">
                <a:latin typeface="Arial"/>
                <a:ea typeface="Arial"/>
                <a:cs typeface="Arial"/>
                <a:sym typeface="Arial"/>
              </a:rPr>
              <a:t>thuộc tính, quan hệ và ràng buộc.</a:t>
            </a:r>
            <a:endParaRPr/>
          </a:p>
          <a:p>
            <a:pPr indent="0" lvl="0" marL="0" rtl="0" algn="l">
              <a:spcBef>
                <a:spcPts val="0"/>
              </a:spcBef>
              <a:spcAft>
                <a:spcPts val="0"/>
              </a:spcAft>
              <a:buSzPts val="1800"/>
              <a:buFont typeface="Arial"/>
              <a:buNone/>
            </a:pPr>
            <a:r>
              <a:rPr lang="en-US">
                <a:latin typeface="Arial"/>
                <a:ea typeface="Arial"/>
                <a:cs typeface="Arial"/>
                <a:sym typeface="Arial"/>
              </a:rPr>
              <a:t>• Xác định nguồn gốc của tất cả các quy tắc </a:t>
            </a:r>
            <a:r>
              <a:rPr lang="en-US"/>
              <a:t>nghiệp vụ </a:t>
            </a:r>
            <a:r>
              <a:rPr lang="en-US">
                <a:latin typeface="Arial"/>
                <a:ea typeface="Arial"/>
                <a:cs typeface="Arial"/>
                <a:sym typeface="Arial"/>
              </a:rPr>
              <a:t>và đảm bảo rằng mỗi quy tắc </a:t>
            </a:r>
            <a:r>
              <a:rPr lang="en-US"/>
              <a:t>nghiệp vụ </a:t>
            </a:r>
            <a:r>
              <a:rPr lang="en-US">
                <a:latin typeface="Arial"/>
                <a:ea typeface="Arial"/>
                <a:cs typeface="Arial"/>
                <a:sym typeface="Arial"/>
              </a:rPr>
              <a:t>đều hợp lý, ghi ngày và được ký bởi cơ quan phê duyệt.</a:t>
            </a:r>
            <a:endParaRPr/>
          </a:p>
        </p:txBody>
      </p:sp>
      <p:sp>
        <p:nvSpPr>
          <p:cNvPr id="566" name="Google Shape;566;p48: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72" name="Google Shape;572;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Arial"/>
              <a:buNone/>
            </a:pPr>
            <a:r>
              <a:rPr lang="en-US">
                <a:latin typeface="Arial"/>
                <a:ea typeface="Arial"/>
                <a:cs typeface="Arial"/>
                <a:sym typeface="Arial"/>
              </a:rPr>
              <a:t>MÔ HÌNH DỮ LIỆU</a:t>
            </a:r>
            <a:endParaRPr/>
          </a:p>
          <a:p>
            <a:pPr indent="0" lvl="0" marL="0" rtl="0" algn="l">
              <a:spcBef>
                <a:spcPts val="0"/>
              </a:spcBef>
              <a:spcAft>
                <a:spcPts val="0"/>
              </a:spcAft>
              <a:buSzPts val="1800"/>
              <a:buFont typeface="Arial"/>
              <a:buNone/>
            </a:pPr>
            <a:r>
              <a:rPr lang="en-US">
                <a:latin typeface="Arial"/>
                <a:ea typeface="Arial"/>
                <a:cs typeface="Arial"/>
                <a:sym typeface="Arial"/>
              </a:rPr>
              <a:t>Quy ước đặt tên: Tất cả các tên nên được giới hạn về độ dài (kích thước phụ thuộc vào cơ sở dữ liệu).</a:t>
            </a:r>
            <a:endParaRPr/>
          </a:p>
          <a:p>
            <a:pPr indent="0" lvl="0" marL="0" rtl="0" algn="l">
              <a:spcBef>
                <a:spcPts val="0"/>
              </a:spcBef>
              <a:spcAft>
                <a:spcPts val="0"/>
              </a:spcAft>
              <a:buSzPts val="1800"/>
              <a:buFont typeface="Arial"/>
              <a:buNone/>
            </a:pPr>
            <a:r>
              <a:rPr lang="en-US">
                <a:latin typeface="Arial"/>
                <a:ea typeface="Arial"/>
                <a:cs typeface="Arial"/>
                <a:sym typeface="Arial"/>
              </a:rPr>
              <a:t>• Tên thực thể:</a:t>
            </a:r>
            <a:endParaRPr/>
          </a:p>
          <a:p>
            <a:pPr indent="0" lvl="0" marL="0" rtl="0" algn="l">
              <a:spcBef>
                <a:spcPts val="0"/>
              </a:spcBef>
              <a:spcAft>
                <a:spcPts val="0"/>
              </a:spcAft>
              <a:buSzPts val="1800"/>
              <a:buFont typeface="Arial"/>
              <a:buNone/>
            </a:pPr>
            <a:r>
              <a:rPr lang="en-US">
                <a:latin typeface="Arial"/>
                <a:ea typeface="Arial"/>
                <a:cs typeface="Arial"/>
                <a:sym typeface="Arial"/>
              </a:rPr>
              <a:t>• Nên là những danh từ quen thuộc với doanh nghiệp và nên ngắn gọn, đủ nghĩa</a:t>
            </a:r>
            <a:endParaRPr/>
          </a:p>
          <a:p>
            <a:pPr indent="0" lvl="0" marL="0" rtl="0" algn="l">
              <a:spcBef>
                <a:spcPts val="0"/>
              </a:spcBef>
              <a:spcAft>
                <a:spcPts val="0"/>
              </a:spcAft>
              <a:buSzPts val="1800"/>
              <a:buFont typeface="Arial"/>
              <a:buNone/>
            </a:pPr>
            <a:r>
              <a:rPr lang="en-US">
                <a:latin typeface="Arial"/>
                <a:ea typeface="Arial"/>
                <a:cs typeface="Arial"/>
                <a:sym typeface="Arial"/>
              </a:rPr>
              <a:t>• Nên ghi lại các từ viết tắt, từ đồng nghĩa và bí danh cho từng thực thể</a:t>
            </a:r>
            <a:endParaRPr/>
          </a:p>
          <a:p>
            <a:pPr indent="0" lvl="0" marL="0" rtl="0" algn="l">
              <a:spcBef>
                <a:spcPts val="0"/>
              </a:spcBef>
              <a:spcAft>
                <a:spcPts val="0"/>
              </a:spcAft>
              <a:buSzPts val="1800"/>
              <a:buFont typeface="Arial"/>
              <a:buNone/>
            </a:pPr>
            <a:r>
              <a:rPr lang="en-US">
                <a:latin typeface="Arial"/>
                <a:ea typeface="Arial"/>
                <a:cs typeface="Arial"/>
                <a:sym typeface="Arial"/>
              </a:rPr>
              <a:t>• Phải là duy nhất trong mô hình</a:t>
            </a:r>
            <a:endParaRPr/>
          </a:p>
          <a:p>
            <a:pPr indent="0" lvl="0" marL="0" rtl="0" algn="l">
              <a:spcBef>
                <a:spcPts val="0"/>
              </a:spcBef>
              <a:spcAft>
                <a:spcPts val="0"/>
              </a:spcAft>
              <a:buSzPts val="1800"/>
              <a:buFont typeface="Arial"/>
              <a:buNone/>
            </a:pPr>
            <a:r>
              <a:rPr lang="en-US">
                <a:latin typeface="Arial"/>
                <a:ea typeface="Arial"/>
                <a:cs typeface="Arial"/>
                <a:sym typeface="Arial"/>
              </a:rPr>
              <a:t>• Đối với thực thể hỗn hợp, có thể bao gồm tổ hợp tên viết tắt của các thực thể được liên kết thông qua thực thể hỗn hợp</a:t>
            </a:r>
            <a:endParaRPr/>
          </a:p>
        </p:txBody>
      </p:sp>
      <p:sp>
        <p:nvSpPr>
          <p:cNvPr id="573" name="Google Shape;573;p49: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5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79" name="Google Shape;579;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Arial"/>
              <a:buNone/>
            </a:pPr>
            <a:r>
              <a:rPr lang="en-US">
                <a:latin typeface="Arial"/>
                <a:ea typeface="Arial"/>
                <a:cs typeface="Arial"/>
                <a:sym typeface="Arial"/>
              </a:rPr>
              <a:t>MÔ HÌNH DỮ LIỆU</a:t>
            </a:r>
            <a:endParaRPr/>
          </a:p>
          <a:p>
            <a:pPr indent="0" lvl="0" marL="0" rtl="0" algn="l">
              <a:spcBef>
                <a:spcPts val="0"/>
              </a:spcBef>
              <a:spcAft>
                <a:spcPts val="0"/>
              </a:spcAft>
              <a:buSzPts val="1800"/>
              <a:buNone/>
            </a:pPr>
            <a:r>
              <a:rPr lang="en-US"/>
              <a:t>*</a:t>
            </a:r>
            <a:r>
              <a:rPr lang="en-US">
                <a:latin typeface="Arial"/>
                <a:ea typeface="Arial"/>
                <a:cs typeface="Arial"/>
                <a:sym typeface="Arial"/>
              </a:rPr>
              <a:t> Tên thuộc tính:</a:t>
            </a:r>
            <a:endParaRPr/>
          </a:p>
          <a:p>
            <a:pPr indent="0" lvl="0" marL="0" rtl="0" algn="l">
              <a:spcBef>
                <a:spcPts val="0"/>
              </a:spcBef>
              <a:spcAft>
                <a:spcPts val="0"/>
              </a:spcAft>
              <a:buSzPts val="1800"/>
              <a:buFont typeface="Arial"/>
              <a:buNone/>
            </a:pPr>
            <a:r>
              <a:rPr lang="en-US">
                <a:latin typeface="Arial"/>
                <a:ea typeface="Arial"/>
                <a:cs typeface="Arial"/>
                <a:sym typeface="Arial"/>
              </a:rPr>
              <a:t>• Phải là duy nhất trong thực thể</a:t>
            </a:r>
            <a:endParaRPr/>
          </a:p>
          <a:p>
            <a:pPr indent="0" lvl="0" marL="0" rtl="0" algn="l">
              <a:spcBef>
                <a:spcPts val="0"/>
              </a:spcBef>
              <a:spcAft>
                <a:spcPts val="0"/>
              </a:spcAft>
              <a:buSzPts val="1800"/>
              <a:buFont typeface="Arial"/>
              <a:buNone/>
            </a:pPr>
            <a:r>
              <a:rPr lang="en-US">
                <a:latin typeface="Arial"/>
                <a:ea typeface="Arial"/>
                <a:cs typeface="Arial"/>
                <a:sym typeface="Arial"/>
              </a:rPr>
              <a:t>• Nên sử dụng tên viết tắt thực thể làm tiền tố</a:t>
            </a:r>
            <a:endParaRPr/>
          </a:p>
          <a:p>
            <a:pPr indent="0" lvl="0" marL="0" rtl="0" algn="l">
              <a:spcBef>
                <a:spcPts val="0"/>
              </a:spcBef>
              <a:spcAft>
                <a:spcPts val="0"/>
              </a:spcAft>
              <a:buSzPts val="1800"/>
              <a:buFont typeface="Arial"/>
              <a:buNone/>
            </a:pPr>
            <a:r>
              <a:rPr lang="en-US">
                <a:latin typeface="Arial"/>
                <a:ea typeface="Arial"/>
                <a:cs typeface="Arial"/>
                <a:sym typeface="Arial"/>
              </a:rPr>
              <a:t>• Nên mô tả đặc điểm</a:t>
            </a:r>
            <a:endParaRPr/>
          </a:p>
          <a:p>
            <a:pPr indent="0" lvl="0" marL="0" rtl="0" algn="l">
              <a:spcBef>
                <a:spcPts val="0"/>
              </a:spcBef>
              <a:spcAft>
                <a:spcPts val="0"/>
              </a:spcAft>
              <a:buSzPts val="1800"/>
              <a:buFont typeface="Arial"/>
              <a:buNone/>
            </a:pPr>
            <a:r>
              <a:rPr lang="en-US">
                <a:latin typeface="Arial"/>
                <a:ea typeface="Arial"/>
                <a:cs typeface="Arial"/>
                <a:sym typeface="Arial"/>
              </a:rPr>
              <a:t>• Nên sử dụng các hậu tố như _ID, _NUM hoặc _CODE cho thuộc tính PK</a:t>
            </a:r>
            <a:endParaRPr/>
          </a:p>
          <a:p>
            <a:pPr indent="0" lvl="0" marL="0" rtl="0" algn="l">
              <a:spcBef>
                <a:spcPts val="0"/>
              </a:spcBef>
              <a:spcAft>
                <a:spcPts val="0"/>
              </a:spcAft>
              <a:buSzPts val="1800"/>
              <a:buFont typeface="Arial"/>
              <a:buNone/>
            </a:pPr>
            <a:r>
              <a:rPr lang="en-US">
                <a:latin typeface="Arial"/>
                <a:ea typeface="Arial"/>
                <a:cs typeface="Arial"/>
                <a:sym typeface="Arial"/>
              </a:rPr>
              <a:t>• Không nên là một từ dành riêng</a:t>
            </a:r>
            <a:endParaRPr/>
          </a:p>
          <a:p>
            <a:pPr indent="0" lvl="0" marL="0" rtl="0" algn="l">
              <a:spcBef>
                <a:spcPts val="0"/>
              </a:spcBef>
              <a:spcAft>
                <a:spcPts val="0"/>
              </a:spcAft>
              <a:buSzPts val="1800"/>
              <a:buFont typeface="Arial"/>
              <a:buNone/>
            </a:pPr>
            <a:r>
              <a:rPr lang="en-US">
                <a:latin typeface="Arial"/>
                <a:ea typeface="Arial"/>
                <a:cs typeface="Arial"/>
                <a:sym typeface="Arial"/>
              </a:rPr>
              <a:t>• Không được chứa dấu cách hoặc ký tự đặc biệt như @, !, hoặc &amp;</a:t>
            </a:r>
            <a:endParaRPr/>
          </a:p>
          <a:p>
            <a:pPr indent="0" lvl="0" marL="0" rtl="0" algn="l">
              <a:spcBef>
                <a:spcPts val="0"/>
              </a:spcBef>
              <a:spcAft>
                <a:spcPts val="0"/>
              </a:spcAft>
              <a:buSzPts val="1800"/>
              <a:buNone/>
            </a:pPr>
            <a:r>
              <a:rPr lang="en-US"/>
              <a:t>*</a:t>
            </a:r>
            <a:r>
              <a:rPr lang="en-US">
                <a:latin typeface="Arial"/>
                <a:ea typeface="Arial"/>
                <a:cs typeface="Arial"/>
                <a:sym typeface="Arial"/>
              </a:rPr>
              <a:t> Tên quan hệ:</a:t>
            </a:r>
            <a:endParaRPr/>
          </a:p>
          <a:p>
            <a:pPr indent="0" lvl="0" marL="0" rtl="0" algn="l">
              <a:spcBef>
                <a:spcPts val="0"/>
              </a:spcBef>
              <a:spcAft>
                <a:spcPts val="0"/>
              </a:spcAft>
              <a:buSzPts val="1800"/>
              <a:buFont typeface="Arial"/>
              <a:buNone/>
            </a:pPr>
            <a:r>
              <a:rPr lang="en-US">
                <a:latin typeface="Arial"/>
                <a:ea typeface="Arial"/>
                <a:cs typeface="Arial"/>
                <a:sym typeface="Arial"/>
              </a:rPr>
              <a:t>• Nên dùng động từ chủ động hoặc bị động để chỉ rõ bản chất của mối quan hệ</a:t>
            </a:r>
            <a:endParaRPr/>
          </a:p>
        </p:txBody>
      </p:sp>
      <p:sp>
        <p:nvSpPr>
          <p:cNvPr id="580" name="Google Shape;580;p50: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5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86" name="Google Shape;586;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Thực thể</a:t>
            </a:r>
            <a:r>
              <a:rPr lang="en-US">
                <a:latin typeface="Arial"/>
                <a:ea typeface="Arial"/>
                <a:cs typeface="Arial"/>
                <a:sym typeface="Arial"/>
              </a:rPr>
              <a:t>:</a:t>
            </a:r>
            <a:endParaRPr/>
          </a:p>
          <a:p>
            <a:pPr indent="0" lvl="0" marL="0" rtl="0" algn="l">
              <a:spcBef>
                <a:spcPts val="0"/>
              </a:spcBef>
              <a:spcAft>
                <a:spcPts val="0"/>
              </a:spcAft>
              <a:buSzPts val="1800"/>
              <a:buFont typeface="Arial"/>
              <a:buNone/>
            </a:pPr>
            <a:r>
              <a:rPr lang="en-US">
                <a:latin typeface="Arial"/>
                <a:ea typeface="Arial"/>
                <a:cs typeface="Arial"/>
                <a:sym typeface="Arial"/>
              </a:rPr>
              <a:t>• Mỗi thực thể nên đại diện cho một chủ thể duy nhất.</a:t>
            </a:r>
            <a:endParaRPr/>
          </a:p>
          <a:p>
            <a:pPr indent="0" lvl="0" marL="0" rtl="0" algn="l">
              <a:spcBef>
                <a:spcPts val="0"/>
              </a:spcBef>
              <a:spcAft>
                <a:spcPts val="0"/>
              </a:spcAft>
              <a:buSzPts val="1800"/>
              <a:buFont typeface="Arial"/>
              <a:buNone/>
            </a:pPr>
            <a:r>
              <a:rPr lang="en-US">
                <a:latin typeface="Arial"/>
                <a:ea typeface="Arial"/>
                <a:cs typeface="Arial"/>
                <a:sym typeface="Arial"/>
              </a:rPr>
              <a:t>• Mỗi thực thể nên đại diện cho một tập hợp các thể hiện thực thể có thể phân biệt được.</a:t>
            </a:r>
            <a:endParaRPr/>
          </a:p>
          <a:p>
            <a:pPr indent="0" lvl="0" marL="0" rtl="0" algn="l">
              <a:spcBef>
                <a:spcPts val="0"/>
              </a:spcBef>
              <a:spcAft>
                <a:spcPts val="0"/>
              </a:spcAft>
              <a:buSzPts val="1800"/>
              <a:buFont typeface="Arial"/>
              <a:buNone/>
            </a:pPr>
            <a:r>
              <a:rPr lang="en-US">
                <a:latin typeface="Arial"/>
                <a:ea typeface="Arial"/>
                <a:cs typeface="Arial"/>
                <a:sym typeface="Arial"/>
              </a:rPr>
              <a:t>• Tất cả các thực thể phải ở dạng 3NF hoặc cao hơn. Bất kỳ thực thể nào dưới 3NF đều phải được chứng minh.</a:t>
            </a:r>
            <a:endParaRPr/>
          </a:p>
          <a:p>
            <a:pPr indent="0" lvl="0" marL="0" rtl="0" algn="l">
              <a:spcBef>
                <a:spcPts val="0"/>
              </a:spcBef>
              <a:spcAft>
                <a:spcPts val="0"/>
              </a:spcAft>
              <a:buSzPts val="1800"/>
              <a:buFont typeface="Arial"/>
              <a:buNone/>
            </a:pPr>
            <a:r>
              <a:rPr lang="en-US">
                <a:latin typeface="Arial"/>
                <a:ea typeface="Arial"/>
                <a:cs typeface="Arial"/>
                <a:sym typeface="Arial"/>
              </a:rPr>
              <a:t>• Mức độ chi tiết của thể hiện thực thể nên được xác định rõ ràng.</a:t>
            </a:r>
            <a:endParaRPr/>
          </a:p>
          <a:p>
            <a:pPr indent="0" lvl="0" marL="0" rtl="0" algn="l">
              <a:spcBef>
                <a:spcPts val="0"/>
              </a:spcBef>
              <a:spcAft>
                <a:spcPts val="0"/>
              </a:spcAft>
              <a:buSzPts val="1800"/>
              <a:buFont typeface="Arial"/>
              <a:buNone/>
            </a:pPr>
            <a:r>
              <a:rPr lang="en-US">
                <a:latin typeface="Arial"/>
                <a:ea typeface="Arial"/>
                <a:cs typeface="Arial"/>
                <a:sym typeface="Arial"/>
              </a:rPr>
              <a:t>• PK phải được xác định rõ ràng và hỗ trợ mức độ chi tiết của dữ liệu đã chọn</a:t>
            </a:r>
            <a:endParaRPr/>
          </a:p>
        </p:txBody>
      </p:sp>
      <p:sp>
        <p:nvSpPr>
          <p:cNvPr id="587" name="Google Shape;587;p51: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5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93" name="Google Shape;593;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Arial"/>
              <a:buNone/>
            </a:pPr>
            <a:r>
              <a:rPr lang="en-US">
                <a:latin typeface="Arial"/>
                <a:ea typeface="Arial"/>
                <a:cs typeface="Arial"/>
                <a:sym typeface="Arial"/>
              </a:rPr>
              <a:t>THUỘC TÍNH:</a:t>
            </a:r>
            <a:endParaRPr/>
          </a:p>
          <a:p>
            <a:pPr indent="0" lvl="0" marL="0" rtl="0" algn="l">
              <a:spcBef>
                <a:spcPts val="0"/>
              </a:spcBef>
              <a:spcAft>
                <a:spcPts val="0"/>
              </a:spcAft>
              <a:buSzPts val="1800"/>
              <a:buFont typeface="Arial"/>
              <a:buNone/>
            </a:pPr>
            <a:r>
              <a:rPr lang="en-US">
                <a:latin typeface="Arial"/>
                <a:ea typeface="Arial"/>
                <a:cs typeface="Arial"/>
                <a:sym typeface="Arial"/>
              </a:rPr>
              <a:t>• Phải đơn giản và có giá trị đơn (dữ liệu nguyên </a:t>
            </a:r>
            <a:r>
              <a:rPr lang="en-US"/>
              <a:t>tố</a:t>
            </a:r>
            <a:r>
              <a:rPr lang="en-US">
                <a:latin typeface="Arial"/>
                <a:ea typeface="Arial"/>
                <a:cs typeface="Arial"/>
                <a:sym typeface="Arial"/>
              </a:rPr>
              <a:t>)</a:t>
            </a:r>
            <a:endParaRPr/>
          </a:p>
          <a:p>
            <a:pPr indent="0" lvl="0" marL="0" rtl="0" algn="l">
              <a:spcBef>
                <a:spcPts val="0"/>
              </a:spcBef>
              <a:spcAft>
                <a:spcPts val="0"/>
              </a:spcAft>
              <a:buSzPts val="1800"/>
              <a:buFont typeface="Arial"/>
              <a:buNone/>
            </a:pPr>
            <a:r>
              <a:rPr lang="en-US">
                <a:latin typeface="Arial"/>
                <a:ea typeface="Arial"/>
                <a:cs typeface="Arial"/>
                <a:sym typeface="Arial"/>
              </a:rPr>
              <a:t>• Nên ghi lại các giá trị mặc định, ràng buộc, từ đồng nghĩa và bí danh</a:t>
            </a:r>
            <a:endParaRPr/>
          </a:p>
          <a:p>
            <a:pPr indent="0" lvl="0" marL="0" rtl="0" algn="l">
              <a:spcBef>
                <a:spcPts val="0"/>
              </a:spcBef>
              <a:spcAft>
                <a:spcPts val="0"/>
              </a:spcAft>
              <a:buSzPts val="1800"/>
              <a:buFont typeface="Arial"/>
              <a:buNone/>
            </a:pPr>
            <a:r>
              <a:rPr lang="en-US">
                <a:latin typeface="Arial"/>
                <a:ea typeface="Arial"/>
                <a:cs typeface="Arial"/>
                <a:sym typeface="Arial"/>
              </a:rPr>
              <a:t>• Các thuộc tính dẫn xuất phải được xác định rõ ràng và bao gồm (các) nguồn</a:t>
            </a:r>
            <a:endParaRPr/>
          </a:p>
          <a:p>
            <a:pPr indent="0" lvl="0" marL="0" rtl="0" algn="l">
              <a:spcBef>
                <a:spcPts val="0"/>
              </a:spcBef>
              <a:spcAft>
                <a:spcPts val="0"/>
              </a:spcAft>
              <a:buSzPts val="1800"/>
              <a:buFont typeface="Arial"/>
              <a:buNone/>
            </a:pPr>
            <a:r>
              <a:rPr lang="en-US">
                <a:latin typeface="Arial"/>
                <a:ea typeface="Arial"/>
                <a:cs typeface="Arial"/>
                <a:sym typeface="Arial"/>
              </a:rPr>
              <a:t>• Không nên dư thừa trừ khi điều này là bắt buộc đối với độ chính xác, hiệu suất hoặc duy trì lịch sử giao dịch</a:t>
            </a:r>
            <a:endParaRPr/>
          </a:p>
          <a:p>
            <a:pPr indent="0" lvl="0" marL="0" rtl="0" algn="l">
              <a:spcBef>
                <a:spcPts val="0"/>
              </a:spcBef>
              <a:spcAft>
                <a:spcPts val="0"/>
              </a:spcAft>
              <a:buSzPts val="1800"/>
              <a:buFont typeface="Arial"/>
              <a:buNone/>
            </a:pPr>
            <a:r>
              <a:rPr lang="en-US">
                <a:latin typeface="Arial"/>
                <a:ea typeface="Arial"/>
                <a:cs typeface="Arial"/>
                <a:sym typeface="Arial"/>
              </a:rPr>
              <a:t>• Thuộc tính không khóa phải hoàn toàn phụ thuộc vào thuộc tính PK</a:t>
            </a:r>
            <a:endParaRPr/>
          </a:p>
        </p:txBody>
      </p:sp>
      <p:sp>
        <p:nvSpPr>
          <p:cNvPr id="594" name="Google Shape;594;p5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5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00" name="Google Shape;600;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CÁC MỐI QUAN HỆ:</a:t>
            </a:r>
            <a:endParaRPr/>
          </a:p>
          <a:p>
            <a:pPr indent="0" lvl="0" marL="0" rtl="0" algn="l">
              <a:spcBef>
                <a:spcPts val="0"/>
              </a:spcBef>
              <a:spcAft>
                <a:spcPts val="0"/>
              </a:spcAft>
              <a:buSzPts val="1800"/>
              <a:buNone/>
            </a:pPr>
            <a:r>
              <a:rPr lang="en-US"/>
              <a:t>• Nên xác định rõ các bên tham gia quan hệ</a:t>
            </a:r>
            <a:endParaRPr/>
          </a:p>
          <a:p>
            <a:pPr indent="0" lvl="0" marL="0" rtl="0" algn="l">
              <a:spcBef>
                <a:spcPts val="0"/>
              </a:spcBef>
              <a:spcAft>
                <a:spcPts val="0"/>
              </a:spcAft>
              <a:buSzPts val="1800"/>
              <a:buNone/>
            </a:pPr>
            <a:r>
              <a:rPr lang="en-US"/>
              <a:t>• Nên xác định rõ ràng sự tham gia, kết nối và tính chính yếu của tài liệu</a:t>
            </a:r>
            <a:endParaRPr/>
          </a:p>
        </p:txBody>
      </p:sp>
      <p:sp>
        <p:nvSpPr>
          <p:cNvPr id="601" name="Google Shape;601;p53: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5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07" name="Google Shape;607;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Font typeface="Arial"/>
              <a:buNone/>
            </a:pPr>
            <a:r>
              <a:rPr lang="en-US">
                <a:latin typeface="Arial"/>
                <a:ea typeface="Arial"/>
                <a:cs typeface="Arial"/>
                <a:sym typeface="Arial"/>
              </a:rPr>
              <a:t>MÔ HÌNH ER:</a:t>
            </a:r>
            <a:endParaRPr/>
          </a:p>
          <a:p>
            <a:pPr indent="0" lvl="0" marL="0" rtl="0" algn="l">
              <a:spcBef>
                <a:spcPts val="0"/>
              </a:spcBef>
              <a:spcAft>
                <a:spcPts val="0"/>
              </a:spcAft>
              <a:buSzPts val="1800"/>
              <a:buFont typeface="Arial"/>
              <a:buNone/>
            </a:pPr>
            <a:r>
              <a:rPr lang="en-US">
                <a:latin typeface="Arial"/>
                <a:ea typeface="Arial"/>
                <a:cs typeface="Arial"/>
                <a:sym typeface="Arial"/>
              </a:rPr>
              <a:t>• Phải được xác thực dựa trên các quy trình dự kiến: chèn, cập nhật và xóa</a:t>
            </a:r>
            <a:endParaRPr/>
          </a:p>
          <a:p>
            <a:pPr indent="0" lvl="0" marL="0" rtl="0" algn="l">
              <a:spcBef>
                <a:spcPts val="0"/>
              </a:spcBef>
              <a:spcAft>
                <a:spcPts val="0"/>
              </a:spcAft>
              <a:buSzPts val="1800"/>
              <a:buFont typeface="Arial"/>
              <a:buNone/>
            </a:pPr>
            <a:r>
              <a:rPr lang="en-US">
                <a:latin typeface="Arial"/>
                <a:ea typeface="Arial"/>
                <a:cs typeface="Arial"/>
                <a:sym typeface="Arial"/>
              </a:rPr>
              <a:t>• Nên đánh giá </a:t>
            </a:r>
            <a:r>
              <a:rPr lang="en-US"/>
              <a:t>vị trí</a:t>
            </a:r>
            <a:r>
              <a:rPr lang="en-US">
                <a:latin typeface="Arial"/>
                <a:ea typeface="Arial"/>
                <a:cs typeface="Arial"/>
                <a:sym typeface="Arial"/>
              </a:rPr>
              <a:t>, thời gian và cách duy trì lịch sử</a:t>
            </a:r>
            <a:endParaRPr/>
          </a:p>
          <a:p>
            <a:pPr indent="0" lvl="0" marL="0" rtl="0" algn="l">
              <a:spcBef>
                <a:spcPts val="0"/>
              </a:spcBef>
              <a:spcAft>
                <a:spcPts val="0"/>
              </a:spcAft>
              <a:buSzPts val="1800"/>
              <a:buFont typeface="Arial"/>
              <a:buNone/>
            </a:pPr>
            <a:r>
              <a:rPr lang="en-US">
                <a:latin typeface="Arial"/>
                <a:ea typeface="Arial"/>
                <a:cs typeface="Arial"/>
                <a:sym typeface="Arial"/>
              </a:rPr>
              <a:t>• Không nên chứa các mối quan hệ dư thừa trừ khi được yêu cầu (xem các thuộc tính)</a:t>
            </a:r>
            <a:endParaRPr/>
          </a:p>
          <a:p>
            <a:pPr indent="0" lvl="0" marL="0" rtl="0" algn="l">
              <a:spcBef>
                <a:spcPts val="0"/>
              </a:spcBef>
              <a:spcAft>
                <a:spcPts val="0"/>
              </a:spcAft>
              <a:buSzPts val="1800"/>
              <a:buFont typeface="Arial"/>
              <a:buNone/>
            </a:pPr>
            <a:r>
              <a:rPr lang="en-US">
                <a:latin typeface="Arial"/>
                <a:ea typeface="Arial"/>
                <a:cs typeface="Arial"/>
                <a:sym typeface="Arial"/>
              </a:rPr>
              <a:t>• Nên giảm thiểu dư thừa dữ liệu để đảm bảo cập nhật một nơi</a:t>
            </a:r>
            <a:endParaRPr/>
          </a:p>
          <a:p>
            <a:pPr indent="0" lvl="0" marL="0" rtl="0" algn="l">
              <a:spcBef>
                <a:spcPts val="0"/>
              </a:spcBef>
              <a:spcAft>
                <a:spcPts val="0"/>
              </a:spcAft>
              <a:buSzPts val="1800"/>
              <a:buFont typeface="Arial"/>
              <a:buNone/>
            </a:pPr>
            <a:r>
              <a:rPr lang="en-US">
                <a:latin typeface="Arial"/>
                <a:ea typeface="Arial"/>
                <a:cs typeface="Arial"/>
                <a:sym typeface="Arial"/>
              </a:rPr>
              <a:t>• Nên tuân thủ quy tắc dữ liệu tối thiểu: Tất cả những gì cần thiết đều có, và tất cả những gì </a:t>
            </a:r>
            <a:r>
              <a:rPr lang="en-US"/>
              <a:t>có đều cần thiết</a:t>
            </a:r>
            <a:r>
              <a:rPr lang="en-US">
                <a:latin typeface="Arial"/>
                <a:ea typeface="Arial"/>
                <a:cs typeface="Arial"/>
                <a:sym typeface="Arial"/>
              </a:rPr>
              <a:t>.</a:t>
            </a:r>
            <a:endParaRPr/>
          </a:p>
        </p:txBody>
      </p:sp>
      <p:sp>
        <p:nvSpPr>
          <p:cNvPr id="608" name="Google Shape;608;p54: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Georgia"/>
              <a:buNone/>
            </a:pPr>
            <a:fld id="{00000000-1234-1234-1234-123412341234}" type="slidenum">
              <a:rPr b="0" i="0" lang="en-US" sz="1200" u="none">
                <a:solidFill>
                  <a:srgbClr val="000000"/>
                </a:solidFill>
                <a:latin typeface="Georgia"/>
                <a:ea typeface="Georgia"/>
                <a:cs typeface="Georgia"/>
                <a:sym typeface="Georgia"/>
              </a:rP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sp>
        <p:nvSpPr>
          <p:cNvPr id="15" name="Google Shape;15;p56"/>
          <p:cNvSpPr txBox="1"/>
          <p:nvPr>
            <p:ph idx="1" type="subTitle"/>
          </p:nvPr>
        </p:nvSpPr>
        <p:spPr>
          <a:xfrm>
            <a:off x="1524000" y="2667000"/>
            <a:ext cx="6324600" cy="1295400"/>
          </a:xfrm>
          <a:prstGeom prst="rect">
            <a:avLst/>
          </a:prstGeom>
          <a:gradFill>
            <a:gsLst>
              <a:gs pos="0">
                <a:srgbClr val="F6F9FB"/>
              </a:gs>
              <a:gs pos="74000">
                <a:srgbClr val="B4CDDD"/>
              </a:gs>
              <a:gs pos="83000">
                <a:srgbClr val="B4CDDD"/>
              </a:gs>
              <a:gs pos="100000">
                <a:srgbClr val="CDDEE8"/>
              </a:gs>
            </a:gsLst>
            <a:lin ang="5400000" scaled="0"/>
          </a:gradFill>
          <a:ln>
            <a:noFill/>
          </a:ln>
        </p:spPr>
        <p:txBody>
          <a:bodyPr anchorCtr="0" anchor="t" bIns="45700" lIns="91425" spcFirstLastPara="1" rIns="91425" wrap="square" tIns="45700">
            <a:noAutofit/>
          </a:bodyPr>
          <a:lstStyle>
            <a:lvl1pPr lvl="0" algn="ctr">
              <a:spcBef>
                <a:spcPts val="300"/>
              </a:spcBef>
              <a:spcAft>
                <a:spcPts val="0"/>
              </a:spcAft>
              <a:buSzPts val="4400"/>
              <a:buNone/>
              <a:defRPr sz="4400">
                <a:solidFill>
                  <a:schemeClr val="dk1"/>
                </a:solidFill>
              </a:defRPr>
            </a:lvl1pPr>
            <a:lvl2pPr lvl="1" algn="ctr">
              <a:spcBef>
                <a:spcPts val="600"/>
              </a:spcBef>
              <a:spcAft>
                <a:spcPts val="0"/>
              </a:spcAft>
              <a:buSzPts val="1800"/>
              <a:buNone/>
              <a:defRPr/>
            </a:lvl2pPr>
            <a:lvl3pPr lvl="2" algn="ctr">
              <a:spcBef>
                <a:spcPts val="600"/>
              </a:spcBef>
              <a:spcAft>
                <a:spcPts val="0"/>
              </a:spcAft>
              <a:buSzPts val="1800"/>
              <a:buNone/>
              <a:defRPr/>
            </a:lvl3pPr>
            <a:lvl4pPr lvl="3" algn="ctr">
              <a:spcBef>
                <a:spcPts val="600"/>
              </a:spcBef>
              <a:spcAft>
                <a:spcPts val="0"/>
              </a:spcAft>
              <a:buSzPts val="1800"/>
              <a:buNone/>
              <a:defRPr/>
            </a:lvl4pPr>
            <a:lvl5pPr lvl="4" algn="ctr">
              <a:spcBef>
                <a:spcPts val="600"/>
              </a:spcBef>
              <a:spcAft>
                <a:spcPts val="0"/>
              </a:spcAft>
              <a:buSzPts val="1800"/>
              <a:buNone/>
              <a:defRPr/>
            </a:lvl5pPr>
            <a:lvl6pPr lvl="5" algn="ctr">
              <a:spcBef>
                <a:spcPts val="600"/>
              </a:spcBef>
              <a:spcAft>
                <a:spcPts val="0"/>
              </a:spcAft>
              <a:buSzPts val="1800"/>
              <a:buNone/>
              <a:defRPr/>
            </a:lvl6pPr>
            <a:lvl7pPr lvl="6" algn="ctr">
              <a:spcBef>
                <a:spcPts val="300"/>
              </a:spcBef>
              <a:spcAft>
                <a:spcPts val="0"/>
              </a:spcAft>
              <a:buSzPts val="1800"/>
              <a:buNone/>
              <a:defRPr/>
            </a:lvl7pPr>
            <a:lvl8pPr lvl="7" algn="ctr">
              <a:spcBef>
                <a:spcPts val="300"/>
              </a:spcBef>
              <a:spcAft>
                <a:spcPts val="0"/>
              </a:spcAft>
              <a:buSzPts val="1800"/>
              <a:buNone/>
              <a:defRPr/>
            </a:lvl8pPr>
            <a:lvl9pPr lvl="8" algn="ctr">
              <a:spcBef>
                <a:spcPts val="300"/>
              </a:spcBef>
              <a:spcAft>
                <a:spcPts val="0"/>
              </a:spcAft>
              <a:buSzPts val="18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58"/>
          <p:cNvSpPr txBox="1"/>
          <p:nvPr>
            <p:ph type="title"/>
          </p:nvPr>
        </p:nvSpPr>
        <p:spPr>
          <a:xfrm>
            <a:off x="457200" y="304800"/>
            <a:ext cx="8229600" cy="1066800"/>
          </a:xfrm>
          <a:prstGeom prst="rect">
            <a:avLst/>
          </a:prstGeom>
          <a:solidFill>
            <a:schemeClr val="lt1">
              <a:alpha val="53725"/>
            </a:schemeClr>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58"/>
          <p:cNvSpPr txBox="1"/>
          <p:nvPr>
            <p:ph idx="1" type="body"/>
          </p:nvPr>
        </p:nvSpPr>
        <p:spPr>
          <a:xfrm>
            <a:off x="457200" y="1600200"/>
            <a:ext cx="8229600" cy="4897437"/>
          </a:xfrm>
          <a:prstGeom prst="rect">
            <a:avLst/>
          </a:prstGeom>
          <a:solidFill>
            <a:schemeClr val="lt1">
              <a:alpha val="29803"/>
            </a:schemeClr>
          </a:solidFill>
          <a:ln>
            <a:noFill/>
          </a:ln>
        </p:spPr>
        <p:txBody>
          <a:bodyPr anchorCtr="0" anchor="t" bIns="45700" lIns="91425" spcFirstLastPara="1" rIns="91425" wrap="square" tIns="45700">
            <a:noAutofit/>
          </a:bodyPr>
          <a:lstStyle>
            <a:lvl1pPr indent="-342900" lvl="0" marL="457200" algn="l">
              <a:spcBef>
                <a:spcPts val="300"/>
              </a:spcBef>
              <a:spcAft>
                <a:spcPts val="0"/>
              </a:spcAft>
              <a:buSzPts val="1800"/>
              <a:buChar char="▪"/>
              <a:defRPr/>
            </a:lvl1pPr>
            <a:lvl2pPr indent="-342900" lvl="1" marL="914400" algn="l">
              <a:spcBef>
                <a:spcPts val="600"/>
              </a:spcBef>
              <a:spcAft>
                <a:spcPts val="0"/>
              </a:spcAft>
              <a:buSzPts val="1800"/>
              <a:buChar char="▪"/>
              <a:defRPr/>
            </a:lvl2pPr>
            <a:lvl3pPr indent="-342900" lvl="2" marL="1371600" algn="l">
              <a:spcBef>
                <a:spcPts val="600"/>
              </a:spcBef>
              <a:spcAft>
                <a:spcPts val="0"/>
              </a:spcAft>
              <a:buSzPts val="1800"/>
              <a:buChar char="▪"/>
              <a:defRPr/>
            </a:lvl3pPr>
            <a:lvl4pPr indent="-342900" lvl="3" marL="1828800" algn="l">
              <a:spcBef>
                <a:spcPts val="600"/>
              </a:spcBef>
              <a:spcAft>
                <a:spcPts val="0"/>
              </a:spcAft>
              <a:buSzPts val="1800"/>
              <a:buChar char="▪"/>
              <a:defRPr/>
            </a:lvl4pPr>
            <a:lvl5pPr indent="-342900" lvl="4" marL="2286000" algn="l">
              <a:spcBef>
                <a:spcPts val="600"/>
              </a:spcBef>
              <a:spcAft>
                <a:spcPts val="0"/>
              </a:spcAft>
              <a:buSzPts val="1800"/>
              <a:buChar char="▪"/>
              <a:defRPr/>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27" name="Google Shape;27;p58"/>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8" name="Shape 28"/>
        <p:cNvGrpSpPr/>
        <p:nvPr/>
      </p:nvGrpSpPr>
      <p:grpSpPr>
        <a:xfrm>
          <a:off x="0" y="0"/>
          <a:ext cx="0" cy="0"/>
          <a:chOff x="0" y="0"/>
          <a:chExt cx="0" cy="0"/>
        </a:xfrm>
      </p:grpSpPr>
      <p:sp>
        <p:nvSpPr>
          <p:cNvPr id="29" name="Google Shape;29;p61"/>
          <p:cNvSpPr txBox="1"/>
          <p:nvPr>
            <p:ph type="title"/>
          </p:nvPr>
        </p:nvSpPr>
        <p:spPr>
          <a:xfrm>
            <a:off x="5353496" y="1101970"/>
            <a:ext cx="3383280" cy="877824"/>
          </a:xfrm>
          <a:prstGeom prst="rect">
            <a:avLst/>
          </a:prstGeom>
          <a:solidFill>
            <a:schemeClr val="lt1">
              <a:alpha val="53725"/>
            </a:schemeClr>
          </a:solid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1800"/>
              <a:buFont typeface="Times New Roman"/>
              <a:buNone/>
              <a:defRPr b="1" sz="18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 name="Google Shape;30;p61"/>
          <p:cNvSpPr txBox="1"/>
          <p:nvPr>
            <p:ph idx="1" type="body"/>
          </p:nvPr>
        </p:nvSpPr>
        <p:spPr>
          <a:xfrm>
            <a:off x="5353496" y="2010727"/>
            <a:ext cx="3383280" cy="4617720"/>
          </a:xfrm>
          <a:prstGeom prst="rect">
            <a:avLst/>
          </a:prstGeom>
          <a:solidFill>
            <a:schemeClr val="lt1">
              <a:alpha val="29803"/>
            </a:schemeClr>
          </a:solidFill>
          <a:ln>
            <a:noFill/>
          </a:ln>
        </p:spPr>
        <p:txBody>
          <a:bodyPr anchorCtr="0" anchor="t" bIns="45700" lIns="91425" spcFirstLastPara="1" rIns="91425" wrap="square" tIns="45700">
            <a:noAutofit/>
          </a:bodyPr>
          <a:lstStyle>
            <a:lvl1pPr indent="-228600" lvl="0" marL="457200" algn="l">
              <a:spcBef>
                <a:spcPts val="300"/>
              </a:spcBef>
              <a:spcAft>
                <a:spcPts val="0"/>
              </a:spcAft>
              <a:buSzPts val="1400"/>
              <a:buNone/>
              <a:defRPr sz="1400"/>
            </a:lvl1pPr>
            <a:lvl2pPr indent="-228600" lvl="1" marL="914400" algn="l">
              <a:spcBef>
                <a:spcPts val="600"/>
              </a:spcBef>
              <a:spcAft>
                <a:spcPts val="0"/>
              </a:spcAft>
              <a:buSzPts val="1200"/>
              <a:buNone/>
              <a:defRPr sz="1200"/>
            </a:lvl2pPr>
            <a:lvl3pPr indent="-228600" lvl="2" marL="1371600" algn="l">
              <a:spcBef>
                <a:spcPts val="600"/>
              </a:spcBef>
              <a:spcAft>
                <a:spcPts val="0"/>
              </a:spcAft>
              <a:buSzPts val="1000"/>
              <a:buNone/>
              <a:defRPr sz="1000"/>
            </a:lvl3pPr>
            <a:lvl4pPr indent="-228600" lvl="3" marL="1828800" algn="l">
              <a:spcBef>
                <a:spcPts val="600"/>
              </a:spcBef>
              <a:spcAft>
                <a:spcPts val="0"/>
              </a:spcAft>
              <a:buSzPts val="900"/>
              <a:buNone/>
              <a:defRPr sz="900"/>
            </a:lvl4pPr>
            <a:lvl5pPr indent="-228600" lvl="4" marL="2286000" algn="l">
              <a:spcBef>
                <a:spcPts val="600"/>
              </a:spcBef>
              <a:spcAft>
                <a:spcPts val="0"/>
              </a:spcAft>
              <a:buSzPts val="900"/>
              <a:buNone/>
              <a:defRPr sz="900"/>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31" name="Google Shape;31;p61"/>
          <p:cNvSpPr txBox="1"/>
          <p:nvPr>
            <p:ph idx="2" type="body"/>
          </p:nvPr>
        </p:nvSpPr>
        <p:spPr>
          <a:xfrm>
            <a:off x="152400" y="776287"/>
            <a:ext cx="5102352" cy="5852160"/>
          </a:xfrm>
          <a:prstGeom prst="rect">
            <a:avLst/>
          </a:prstGeom>
          <a:solidFill>
            <a:schemeClr val="lt1">
              <a:alpha val="29803"/>
            </a:schemeClr>
          </a:solidFill>
          <a:ln>
            <a:noFill/>
          </a:ln>
        </p:spPr>
        <p:txBody>
          <a:bodyPr anchorCtr="0" anchor="t" bIns="45700" lIns="91425" spcFirstLastPara="1" rIns="91425" wrap="square" tIns="45700">
            <a:noAutofit/>
          </a:bodyPr>
          <a:lstStyle>
            <a:lvl1pPr indent="-431800" lvl="0" marL="457200" algn="l">
              <a:spcBef>
                <a:spcPts val="300"/>
              </a:spcBef>
              <a:spcAft>
                <a:spcPts val="0"/>
              </a:spcAft>
              <a:buSzPts val="3200"/>
              <a:buChar char="▪"/>
              <a:defRPr sz="3200"/>
            </a:lvl1pPr>
            <a:lvl2pPr indent="-406400" lvl="1" marL="914400" algn="l">
              <a:spcBef>
                <a:spcPts val="600"/>
              </a:spcBef>
              <a:spcAft>
                <a:spcPts val="0"/>
              </a:spcAft>
              <a:buSzPts val="2800"/>
              <a:buChar char="▪"/>
              <a:defRPr sz="2800"/>
            </a:lvl2pPr>
            <a:lvl3pPr indent="-381000" lvl="2" marL="1371600" algn="l">
              <a:spcBef>
                <a:spcPts val="600"/>
              </a:spcBef>
              <a:spcAft>
                <a:spcPts val="0"/>
              </a:spcAft>
              <a:buSzPts val="2400"/>
              <a:buChar char="▪"/>
              <a:defRPr sz="2400"/>
            </a:lvl3pPr>
            <a:lvl4pPr indent="-355600" lvl="3" marL="1828800" algn="l">
              <a:spcBef>
                <a:spcPts val="600"/>
              </a:spcBef>
              <a:spcAft>
                <a:spcPts val="0"/>
              </a:spcAft>
              <a:buSzPts val="2000"/>
              <a:buChar char="▪"/>
              <a:defRPr sz="2000"/>
            </a:lvl4pPr>
            <a:lvl5pPr indent="-355600" lvl="4" marL="2286000" algn="l">
              <a:spcBef>
                <a:spcPts val="600"/>
              </a:spcBef>
              <a:spcAft>
                <a:spcPts val="0"/>
              </a:spcAft>
              <a:buSzPts val="2000"/>
              <a:buChar char="▪"/>
              <a:defRPr sz="2000"/>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32" name="Google Shape;32;p61"/>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62"/>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5" name="Shape 35"/>
        <p:cNvGrpSpPr/>
        <p:nvPr/>
      </p:nvGrpSpPr>
      <p:grpSpPr>
        <a:xfrm>
          <a:off x="0" y="0"/>
          <a:ext cx="0" cy="0"/>
          <a:chOff x="0" y="0"/>
          <a:chExt cx="0" cy="0"/>
        </a:xfrm>
      </p:grpSpPr>
      <p:sp>
        <p:nvSpPr>
          <p:cNvPr id="36" name="Google Shape;36;p63"/>
          <p:cNvSpPr txBox="1"/>
          <p:nvPr>
            <p:ph type="title"/>
          </p:nvPr>
        </p:nvSpPr>
        <p:spPr>
          <a:xfrm>
            <a:off x="381000" y="1143000"/>
            <a:ext cx="8382000" cy="1069848"/>
          </a:xfrm>
          <a:prstGeom prst="rect">
            <a:avLst/>
          </a:prstGeom>
          <a:solidFill>
            <a:schemeClr val="lt1">
              <a:alpha val="53725"/>
            </a:schemeClr>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 name="Google Shape;37;p63"/>
          <p:cNvSpPr txBox="1"/>
          <p:nvPr>
            <p:ph idx="1" type="body"/>
          </p:nvPr>
        </p:nvSpPr>
        <p:spPr>
          <a:xfrm>
            <a:off x="381000" y="2244970"/>
            <a:ext cx="4041648" cy="457200"/>
          </a:xfrm>
          <a:prstGeom prst="rect">
            <a:avLst/>
          </a:prstGeom>
          <a:solidFill>
            <a:srgbClr val="328D96">
              <a:alpha val="24705"/>
            </a:srgbClr>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l">
              <a:spcBef>
                <a:spcPts val="300"/>
              </a:spcBef>
              <a:spcAft>
                <a:spcPts val="0"/>
              </a:spcAft>
              <a:buSzPts val="1900"/>
              <a:buNone/>
              <a:defRPr b="1" sz="1900">
                <a:solidFill>
                  <a:srgbClr val="414141"/>
                </a:solidFill>
              </a:defRPr>
            </a:lvl1pPr>
            <a:lvl2pPr indent="-228600" lvl="1" marL="914400" algn="l">
              <a:spcBef>
                <a:spcPts val="600"/>
              </a:spcBef>
              <a:spcAft>
                <a:spcPts val="0"/>
              </a:spcAft>
              <a:buSzPts val="2000"/>
              <a:buNone/>
              <a:defRPr b="1" sz="2000"/>
            </a:lvl2pPr>
            <a:lvl3pPr indent="-228600" lvl="2" marL="1371600" algn="l">
              <a:spcBef>
                <a:spcPts val="600"/>
              </a:spcBef>
              <a:spcAft>
                <a:spcPts val="0"/>
              </a:spcAft>
              <a:buSzPts val="1800"/>
              <a:buNone/>
              <a:defRPr b="1" sz="1800"/>
            </a:lvl3pPr>
            <a:lvl4pPr indent="-228600" lvl="3" marL="1828800" algn="l">
              <a:spcBef>
                <a:spcPts val="600"/>
              </a:spcBef>
              <a:spcAft>
                <a:spcPts val="0"/>
              </a:spcAft>
              <a:buSzPts val="1600"/>
              <a:buNone/>
              <a:defRPr b="1" sz="1600"/>
            </a:lvl4pPr>
            <a:lvl5pPr indent="-228600" lvl="4" marL="2286000" algn="l">
              <a:spcBef>
                <a:spcPts val="600"/>
              </a:spcBef>
              <a:spcAft>
                <a:spcPts val="0"/>
              </a:spcAft>
              <a:buSzPts val="1600"/>
              <a:buNone/>
              <a:defRPr b="1" sz="1600"/>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38" name="Google Shape;38;p63"/>
          <p:cNvSpPr txBox="1"/>
          <p:nvPr>
            <p:ph idx="2" type="body"/>
          </p:nvPr>
        </p:nvSpPr>
        <p:spPr>
          <a:xfrm>
            <a:off x="4721225" y="2244970"/>
            <a:ext cx="4041775" cy="457200"/>
          </a:xfrm>
          <a:prstGeom prst="rect">
            <a:avLst/>
          </a:prstGeom>
          <a:solidFill>
            <a:srgbClr val="328D96">
              <a:alpha val="24705"/>
            </a:srgbClr>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l">
              <a:spcBef>
                <a:spcPts val="300"/>
              </a:spcBef>
              <a:spcAft>
                <a:spcPts val="0"/>
              </a:spcAft>
              <a:buSzPts val="1900"/>
              <a:buNone/>
              <a:defRPr b="1" sz="1900">
                <a:solidFill>
                  <a:srgbClr val="414141"/>
                </a:solidFill>
              </a:defRPr>
            </a:lvl1pPr>
            <a:lvl2pPr indent="-228600" lvl="1" marL="914400" algn="l">
              <a:spcBef>
                <a:spcPts val="600"/>
              </a:spcBef>
              <a:spcAft>
                <a:spcPts val="0"/>
              </a:spcAft>
              <a:buSzPts val="2000"/>
              <a:buNone/>
              <a:defRPr b="1" sz="2000"/>
            </a:lvl2pPr>
            <a:lvl3pPr indent="-228600" lvl="2" marL="1371600" algn="l">
              <a:spcBef>
                <a:spcPts val="600"/>
              </a:spcBef>
              <a:spcAft>
                <a:spcPts val="0"/>
              </a:spcAft>
              <a:buSzPts val="1800"/>
              <a:buNone/>
              <a:defRPr b="1" sz="1800"/>
            </a:lvl3pPr>
            <a:lvl4pPr indent="-228600" lvl="3" marL="1828800" algn="l">
              <a:spcBef>
                <a:spcPts val="600"/>
              </a:spcBef>
              <a:spcAft>
                <a:spcPts val="0"/>
              </a:spcAft>
              <a:buSzPts val="1600"/>
              <a:buNone/>
              <a:defRPr b="1" sz="1600"/>
            </a:lvl4pPr>
            <a:lvl5pPr indent="-228600" lvl="4" marL="2286000" algn="l">
              <a:spcBef>
                <a:spcPts val="600"/>
              </a:spcBef>
              <a:spcAft>
                <a:spcPts val="0"/>
              </a:spcAft>
              <a:buSzPts val="1600"/>
              <a:buNone/>
              <a:defRPr b="1" sz="1600"/>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39" name="Google Shape;39;p63"/>
          <p:cNvSpPr txBox="1"/>
          <p:nvPr>
            <p:ph idx="3" type="body"/>
          </p:nvPr>
        </p:nvSpPr>
        <p:spPr>
          <a:xfrm>
            <a:off x="381000" y="2708519"/>
            <a:ext cx="4041648" cy="3886200"/>
          </a:xfrm>
          <a:prstGeom prst="rect">
            <a:avLst/>
          </a:prstGeom>
          <a:solidFill>
            <a:schemeClr val="lt1">
              <a:alpha val="29803"/>
            </a:schemeClr>
          </a:solidFill>
          <a:ln>
            <a:noFill/>
          </a:ln>
        </p:spPr>
        <p:txBody>
          <a:bodyPr anchorCtr="0" anchor="t" bIns="45700" lIns="91425" spcFirstLastPara="1" rIns="91425" wrap="square" tIns="45700">
            <a:noAutofit/>
          </a:bodyPr>
          <a:lstStyle>
            <a:lvl1pPr indent="-355600" lvl="0" marL="457200" algn="l">
              <a:spcBef>
                <a:spcPts val="300"/>
              </a:spcBef>
              <a:spcAft>
                <a:spcPts val="0"/>
              </a:spcAft>
              <a:buSzPts val="2000"/>
              <a:buChar char="▪"/>
              <a:defRPr sz="2000"/>
            </a:lvl1pPr>
            <a:lvl2pPr indent="-355600" lvl="1" marL="914400" algn="l">
              <a:spcBef>
                <a:spcPts val="600"/>
              </a:spcBef>
              <a:spcAft>
                <a:spcPts val="0"/>
              </a:spcAft>
              <a:buSzPts val="2000"/>
              <a:buChar char="▪"/>
              <a:defRPr sz="2000"/>
            </a:lvl2pPr>
            <a:lvl3pPr indent="-342900" lvl="2" marL="1371600" algn="l">
              <a:spcBef>
                <a:spcPts val="600"/>
              </a:spcBef>
              <a:spcAft>
                <a:spcPts val="0"/>
              </a:spcAft>
              <a:buSzPts val="1800"/>
              <a:buChar char="▪"/>
              <a:defRPr sz="1800"/>
            </a:lvl3pPr>
            <a:lvl4pPr indent="-330200" lvl="3" marL="1828800" algn="l">
              <a:spcBef>
                <a:spcPts val="600"/>
              </a:spcBef>
              <a:spcAft>
                <a:spcPts val="0"/>
              </a:spcAft>
              <a:buSzPts val="1600"/>
              <a:buChar char="▪"/>
              <a:defRPr sz="1600"/>
            </a:lvl4pPr>
            <a:lvl5pPr indent="-330200" lvl="4" marL="2286000" algn="l">
              <a:spcBef>
                <a:spcPts val="600"/>
              </a:spcBef>
              <a:spcAft>
                <a:spcPts val="0"/>
              </a:spcAft>
              <a:buSzPts val="1600"/>
              <a:buChar char="▪"/>
              <a:defRPr sz="1600"/>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40" name="Google Shape;40;p63"/>
          <p:cNvSpPr txBox="1"/>
          <p:nvPr>
            <p:ph idx="4" type="body"/>
          </p:nvPr>
        </p:nvSpPr>
        <p:spPr>
          <a:xfrm>
            <a:off x="4718304" y="2708519"/>
            <a:ext cx="4041775" cy="3886200"/>
          </a:xfrm>
          <a:prstGeom prst="rect">
            <a:avLst/>
          </a:prstGeom>
          <a:solidFill>
            <a:schemeClr val="lt1">
              <a:alpha val="29803"/>
            </a:schemeClr>
          </a:solidFill>
          <a:ln>
            <a:noFill/>
          </a:ln>
        </p:spPr>
        <p:txBody>
          <a:bodyPr anchorCtr="0" anchor="t" bIns="45700" lIns="91425" spcFirstLastPara="1" rIns="91425" wrap="square" tIns="45700">
            <a:noAutofit/>
          </a:bodyPr>
          <a:lstStyle>
            <a:lvl1pPr indent="-355600" lvl="0" marL="457200" algn="l">
              <a:spcBef>
                <a:spcPts val="300"/>
              </a:spcBef>
              <a:spcAft>
                <a:spcPts val="0"/>
              </a:spcAft>
              <a:buSzPts val="2000"/>
              <a:buChar char="▪"/>
              <a:defRPr sz="2000"/>
            </a:lvl1pPr>
            <a:lvl2pPr indent="-355600" lvl="1" marL="914400" algn="l">
              <a:spcBef>
                <a:spcPts val="600"/>
              </a:spcBef>
              <a:spcAft>
                <a:spcPts val="0"/>
              </a:spcAft>
              <a:buSzPts val="2000"/>
              <a:buChar char="▪"/>
              <a:defRPr sz="2000"/>
            </a:lvl2pPr>
            <a:lvl3pPr indent="-342900" lvl="2" marL="1371600" algn="l">
              <a:spcBef>
                <a:spcPts val="600"/>
              </a:spcBef>
              <a:spcAft>
                <a:spcPts val="0"/>
              </a:spcAft>
              <a:buSzPts val="1800"/>
              <a:buChar char="▪"/>
              <a:defRPr sz="1800"/>
            </a:lvl3pPr>
            <a:lvl4pPr indent="-330200" lvl="3" marL="1828800" algn="l">
              <a:spcBef>
                <a:spcPts val="600"/>
              </a:spcBef>
              <a:spcAft>
                <a:spcPts val="0"/>
              </a:spcAft>
              <a:buSzPts val="1600"/>
              <a:buChar char="▪"/>
              <a:defRPr sz="1600"/>
            </a:lvl4pPr>
            <a:lvl5pPr indent="-330200" lvl="4" marL="2286000" algn="l">
              <a:spcBef>
                <a:spcPts val="600"/>
              </a:spcBef>
              <a:spcAft>
                <a:spcPts val="0"/>
              </a:spcAft>
              <a:buSzPts val="1600"/>
              <a:buChar char="▪"/>
              <a:defRPr sz="1600"/>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41" name="Google Shape;41;p63"/>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64"/>
          <p:cNvSpPr txBox="1"/>
          <p:nvPr>
            <p:ph type="title"/>
          </p:nvPr>
        </p:nvSpPr>
        <p:spPr>
          <a:xfrm>
            <a:off x="457200" y="304800"/>
            <a:ext cx="8229600" cy="1066800"/>
          </a:xfrm>
          <a:prstGeom prst="rect">
            <a:avLst/>
          </a:prstGeom>
          <a:solidFill>
            <a:schemeClr val="lt1">
              <a:alpha val="53725"/>
            </a:schemeClr>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64"/>
          <p:cNvSpPr txBox="1"/>
          <p:nvPr>
            <p:ph idx="1" type="body"/>
          </p:nvPr>
        </p:nvSpPr>
        <p:spPr>
          <a:xfrm>
            <a:off x="457200" y="2249424"/>
            <a:ext cx="4038600" cy="4525963"/>
          </a:xfrm>
          <a:prstGeom prst="rect">
            <a:avLst/>
          </a:prstGeom>
          <a:solidFill>
            <a:schemeClr val="lt1">
              <a:alpha val="29803"/>
            </a:schemeClr>
          </a:solidFill>
          <a:ln>
            <a:noFill/>
          </a:ln>
        </p:spPr>
        <p:txBody>
          <a:bodyPr anchorCtr="0" anchor="t" bIns="45700" lIns="91425" spcFirstLastPara="1" rIns="91425" wrap="square" tIns="45700">
            <a:noAutofit/>
          </a:bodyPr>
          <a:lstStyle>
            <a:lvl1pPr indent="-355600" lvl="0" marL="457200" algn="l">
              <a:spcBef>
                <a:spcPts val="300"/>
              </a:spcBef>
              <a:spcAft>
                <a:spcPts val="0"/>
              </a:spcAft>
              <a:buSzPts val="2000"/>
              <a:buChar char="▪"/>
              <a:defRPr sz="2000"/>
            </a:lvl1pPr>
            <a:lvl2pPr indent="-349250" lvl="1" marL="914400" algn="l">
              <a:spcBef>
                <a:spcPts val="600"/>
              </a:spcBef>
              <a:spcAft>
                <a:spcPts val="0"/>
              </a:spcAft>
              <a:buSzPts val="1900"/>
              <a:buChar char="▪"/>
              <a:defRPr sz="1900"/>
            </a:lvl2pPr>
            <a:lvl3pPr indent="-342900" lvl="2" marL="1371600" algn="l">
              <a:spcBef>
                <a:spcPts val="600"/>
              </a:spcBef>
              <a:spcAft>
                <a:spcPts val="0"/>
              </a:spcAft>
              <a:buSzPts val="1800"/>
              <a:buChar char="▪"/>
              <a:defRPr sz="1800"/>
            </a:lvl3pPr>
            <a:lvl4pPr indent="-342900" lvl="3" marL="1828800" algn="l">
              <a:spcBef>
                <a:spcPts val="600"/>
              </a:spcBef>
              <a:spcAft>
                <a:spcPts val="0"/>
              </a:spcAft>
              <a:buSzPts val="1800"/>
              <a:buChar char="▪"/>
              <a:defRPr sz="1800"/>
            </a:lvl4pPr>
            <a:lvl5pPr indent="-342900" lvl="4" marL="2286000" algn="l">
              <a:spcBef>
                <a:spcPts val="600"/>
              </a:spcBef>
              <a:spcAft>
                <a:spcPts val="0"/>
              </a:spcAft>
              <a:buSzPts val="1800"/>
              <a:buChar char="▪"/>
              <a:defRPr sz="1800"/>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45" name="Google Shape;45;p64"/>
          <p:cNvSpPr txBox="1"/>
          <p:nvPr>
            <p:ph idx="2" type="body"/>
          </p:nvPr>
        </p:nvSpPr>
        <p:spPr>
          <a:xfrm>
            <a:off x="4648200" y="2249424"/>
            <a:ext cx="4038600" cy="4525963"/>
          </a:xfrm>
          <a:prstGeom prst="rect">
            <a:avLst/>
          </a:prstGeom>
          <a:solidFill>
            <a:schemeClr val="lt1">
              <a:alpha val="29803"/>
            </a:schemeClr>
          </a:solidFill>
          <a:ln>
            <a:noFill/>
          </a:ln>
        </p:spPr>
        <p:txBody>
          <a:bodyPr anchorCtr="0" anchor="t" bIns="45700" lIns="91425" spcFirstLastPara="1" rIns="91425" wrap="square" tIns="45700">
            <a:noAutofit/>
          </a:bodyPr>
          <a:lstStyle>
            <a:lvl1pPr indent="-355600" lvl="0" marL="457200" algn="l">
              <a:spcBef>
                <a:spcPts val="300"/>
              </a:spcBef>
              <a:spcAft>
                <a:spcPts val="0"/>
              </a:spcAft>
              <a:buSzPts val="2000"/>
              <a:buChar char="▪"/>
              <a:defRPr sz="2000"/>
            </a:lvl1pPr>
            <a:lvl2pPr indent="-349250" lvl="1" marL="914400" algn="l">
              <a:spcBef>
                <a:spcPts val="600"/>
              </a:spcBef>
              <a:spcAft>
                <a:spcPts val="0"/>
              </a:spcAft>
              <a:buSzPts val="1900"/>
              <a:buChar char="▪"/>
              <a:defRPr sz="1900"/>
            </a:lvl2pPr>
            <a:lvl3pPr indent="-342900" lvl="2" marL="1371600" algn="l">
              <a:spcBef>
                <a:spcPts val="600"/>
              </a:spcBef>
              <a:spcAft>
                <a:spcPts val="0"/>
              </a:spcAft>
              <a:buSzPts val="1800"/>
              <a:buChar char="▪"/>
              <a:defRPr sz="1800"/>
            </a:lvl3pPr>
            <a:lvl4pPr indent="-342900" lvl="3" marL="1828800" algn="l">
              <a:spcBef>
                <a:spcPts val="600"/>
              </a:spcBef>
              <a:spcAft>
                <a:spcPts val="0"/>
              </a:spcAft>
              <a:buSzPts val="1800"/>
              <a:buChar char="▪"/>
              <a:defRPr sz="1800"/>
            </a:lvl4pPr>
            <a:lvl5pPr indent="-342900" lvl="4" marL="2286000" algn="l">
              <a:spcBef>
                <a:spcPts val="600"/>
              </a:spcBef>
              <a:spcAft>
                <a:spcPts val="0"/>
              </a:spcAft>
              <a:buSzPts val="1800"/>
              <a:buChar char="▪"/>
              <a:defRPr sz="1800"/>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46" name="Google Shape;46;p64"/>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7" name="Shape 47"/>
        <p:cNvGrpSpPr/>
        <p:nvPr/>
      </p:nvGrpSpPr>
      <p:grpSpPr>
        <a:xfrm>
          <a:off x="0" y="0"/>
          <a:ext cx="0" cy="0"/>
          <a:chOff x="0" y="0"/>
          <a:chExt cx="0" cy="0"/>
        </a:xfrm>
      </p:grpSpPr>
      <p:sp>
        <p:nvSpPr>
          <p:cNvPr id="48" name="Google Shape;48;p65"/>
          <p:cNvSpPr txBox="1"/>
          <p:nvPr>
            <p:ph type="title"/>
          </p:nvPr>
        </p:nvSpPr>
        <p:spPr>
          <a:xfrm>
            <a:off x="722313" y="1981200"/>
            <a:ext cx="7772400" cy="1362075"/>
          </a:xfrm>
          <a:prstGeom prst="rect">
            <a:avLst/>
          </a:prstGeom>
          <a:solidFill>
            <a:schemeClr val="lt1">
              <a:alpha val="53725"/>
            </a:schemeClr>
          </a:solidFill>
          <a:ln>
            <a:noFill/>
          </a:ln>
        </p:spPr>
        <p:txBody>
          <a:bodyPr anchorCtr="0" anchor="b" bIns="45700" lIns="91425" spcFirstLastPara="1" rIns="91425" wrap="square" tIns="45700">
            <a:noAutofit/>
          </a:bodyPr>
          <a:lstStyle>
            <a:lvl1pPr lvl="0" algn="l">
              <a:spcBef>
                <a:spcPts val="0"/>
              </a:spcBef>
              <a:spcAft>
                <a:spcPts val="0"/>
              </a:spcAft>
              <a:buClr>
                <a:srgbClr val="FFFFFF"/>
              </a:buClr>
              <a:buSzPts val="4300"/>
              <a:buFont typeface="Times New Roman"/>
              <a:buNone/>
              <a:defRPr b="1" sz="4300" cap="none">
                <a:solidFill>
                  <a:srgbClr val="FFFFFF"/>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 name="Google Shape;49;p65"/>
          <p:cNvSpPr txBox="1"/>
          <p:nvPr>
            <p:ph idx="1" type="body"/>
          </p:nvPr>
        </p:nvSpPr>
        <p:spPr>
          <a:xfrm>
            <a:off x="722313" y="3367088"/>
            <a:ext cx="7772400" cy="1509712"/>
          </a:xfrm>
          <a:prstGeom prst="rect">
            <a:avLst/>
          </a:prstGeom>
          <a:solidFill>
            <a:schemeClr val="lt1">
              <a:alpha val="29803"/>
            </a:schemeClr>
          </a:solidFill>
          <a:ln>
            <a:noFill/>
          </a:ln>
        </p:spPr>
        <p:txBody>
          <a:bodyPr anchorCtr="0" anchor="t" bIns="45700" lIns="91425" spcFirstLastPara="1" rIns="91425" wrap="square" tIns="45700">
            <a:noAutofit/>
          </a:bodyPr>
          <a:lstStyle>
            <a:lvl1pPr indent="-228600" lvl="0" marL="457200" algn="l">
              <a:spcBef>
                <a:spcPts val="300"/>
              </a:spcBef>
              <a:spcAft>
                <a:spcPts val="0"/>
              </a:spcAft>
              <a:buSzPts val="2100"/>
              <a:buNone/>
              <a:defRPr b="0" sz="2100">
                <a:solidFill>
                  <a:schemeClr val="dk2"/>
                </a:solidFill>
              </a:defRPr>
            </a:lvl1pPr>
            <a:lvl2pPr indent="-228600" lvl="1" marL="914400" algn="l">
              <a:spcBef>
                <a:spcPts val="600"/>
              </a:spcBef>
              <a:spcAft>
                <a:spcPts val="0"/>
              </a:spcAft>
              <a:buSzPts val="1800"/>
              <a:buNone/>
              <a:defRPr sz="1800">
                <a:solidFill>
                  <a:srgbClr val="888888"/>
                </a:solidFill>
              </a:defRPr>
            </a:lvl2pPr>
            <a:lvl3pPr indent="-228600" lvl="2" marL="1371600" algn="l">
              <a:spcBef>
                <a:spcPts val="600"/>
              </a:spcBef>
              <a:spcAft>
                <a:spcPts val="0"/>
              </a:spcAft>
              <a:buSzPts val="1600"/>
              <a:buNone/>
              <a:defRPr sz="1600">
                <a:solidFill>
                  <a:srgbClr val="888888"/>
                </a:solidFill>
              </a:defRPr>
            </a:lvl3pPr>
            <a:lvl4pPr indent="-228600" lvl="3" marL="1828800" algn="l">
              <a:spcBef>
                <a:spcPts val="600"/>
              </a:spcBef>
              <a:spcAft>
                <a:spcPts val="0"/>
              </a:spcAft>
              <a:buSzPts val="1400"/>
              <a:buNone/>
              <a:defRPr sz="1400">
                <a:solidFill>
                  <a:srgbClr val="888888"/>
                </a:solidFill>
              </a:defRPr>
            </a:lvl4pPr>
            <a:lvl5pPr indent="-228600" lvl="4" marL="2286000" algn="l">
              <a:spcBef>
                <a:spcPts val="600"/>
              </a:spcBef>
              <a:spcAft>
                <a:spcPts val="0"/>
              </a:spcAft>
              <a:buSzPts val="1400"/>
              <a:buNone/>
              <a:defRPr sz="1400">
                <a:solidFill>
                  <a:srgbClr val="888888"/>
                </a:solidFill>
              </a:defRPr>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50" name="Google Shape;50;p65"/>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1" name="Shape 61"/>
        <p:cNvGrpSpPr/>
        <p:nvPr/>
      </p:nvGrpSpPr>
      <p:grpSpPr>
        <a:xfrm>
          <a:off x="0" y="0"/>
          <a:ext cx="0" cy="0"/>
          <a:chOff x="0" y="0"/>
          <a:chExt cx="0" cy="0"/>
        </a:xfrm>
      </p:grpSpPr>
      <p:sp>
        <p:nvSpPr>
          <p:cNvPr id="62" name="Google Shape;62;p60"/>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60"/>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lvl1pPr indent="-342900" lvl="0" marL="457200" algn="l">
              <a:spcBef>
                <a:spcPts val="300"/>
              </a:spcBef>
              <a:spcAft>
                <a:spcPts val="0"/>
              </a:spcAft>
              <a:buSzPts val="1800"/>
              <a:buChar char="▪"/>
              <a:defRPr/>
            </a:lvl1pPr>
            <a:lvl2pPr indent="-342900" lvl="1" marL="914400" algn="l">
              <a:spcBef>
                <a:spcPts val="600"/>
              </a:spcBef>
              <a:spcAft>
                <a:spcPts val="0"/>
              </a:spcAft>
              <a:buSzPts val="1800"/>
              <a:buChar char="▪"/>
              <a:defRPr/>
            </a:lvl2pPr>
            <a:lvl3pPr indent="-342900" lvl="2" marL="1371600" algn="l">
              <a:spcBef>
                <a:spcPts val="600"/>
              </a:spcBef>
              <a:spcAft>
                <a:spcPts val="0"/>
              </a:spcAft>
              <a:buSzPts val="1800"/>
              <a:buChar char="▪"/>
              <a:defRPr/>
            </a:lvl3pPr>
            <a:lvl4pPr indent="-342900" lvl="3" marL="1828800" algn="l">
              <a:spcBef>
                <a:spcPts val="600"/>
              </a:spcBef>
              <a:spcAft>
                <a:spcPts val="0"/>
              </a:spcAft>
              <a:buSzPts val="1800"/>
              <a:buChar char="▪"/>
              <a:defRPr/>
            </a:lvl4pPr>
            <a:lvl5pPr indent="-342900" lvl="4" marL="2286000" algn="l">
              <a:spcBef>
                <a:spcPts val="600"/>
              </a:spcBef>
              <a:spcAft>
                <a:spcPts val="0"/>
              </a:spcAft>
              <a:buSzPts val="1800"/>
              <a:buChar char="▪"/>
              <a:defRPr/>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64" name="Google Shape;64;p60"/>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60"/>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0"/>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88" name="Shape 88"/>
        <p:cNvGrpSpPr/>
        <p:nvPr/>
      </p:nvGrpSpPr>
      <p:grpSpPr>
        <a:xfrm>
          <a:off x="0" y="0"/>
          <a:ext cx="0" cy="0"/>
          <a:chOff x="0" y="0"/>
          <a:chExt cx="0" cy="0"/>
        </a:xfrm>
      </p:grpSpPr>
      <p:sp>
        <p:nvSpPr>
          <p:cNvPr id="89" name="Google Shape;89;p68"/>
          <p:cNvSpPr txBox="1"/>
          <p:nvPr>
            <p:ph idx="1" type="subTitle"/>
          </p:nvPr>
        </p:nvSpPr>
        <p:spPr>
          <a:xfrm>
            <a:off x="1584293" y="4724400"/>
            <a:ext cx="6324600" cy="1295400"/>
          </a:xfrm>
          <a:prstGeom prst="rect">
            <a:avLst/>
          </a:prstGeom>
          <a:noFill/>
          <a:ln>
            <a:noFill/>
          </a:ln>
        </p:spPr>
        <p:txBody>
          <a:bodyPr anchorCtr="0" anchor="t" bIns="45700" lIns="91425" spcFirstLastPara="1" rIns="91425" wrap="square" tIns="45700">
            <a:noAutofit/>
          </a:bodyPr>
          <a:lstStyle>
            <a:lvl1pPr lvl="0" algn="ctr">
              <a:spcBef>
                <a:spcPts val="300"/>
              </a:spcBef>
              <a:spcAft>
                <a:spcPts val="0"/>
              </a:spcAft>
              <a:buSzPts val="4000"/>
              <a:buNone/>
              <a:defRPr sz="4000">
                <a:solidFill>
                  <a:schemeClr val="dk1"/>
                </a:solidFill>
              </a:defRPr>
            </a:lvl1pPr>
            <a:lvl2pPr lvl="1" algn="ctr">
              <a:spcBef>
                <a:spcPts val="600"/>
              </a:spcBef>
              <a:spcAft>
                <a:spcPts val="0"/>
              </a:spcAft>
              <a:buSzPts val="1800"/>
              <a:buNone/>
              <a:defRPr/>
            </a:lvl2pPr>
            <a:lvl3pPr lvl="2" algn="ctr">
              <a:spcBef>
                <a:spcPts val="600"/>
              </a:spcBef>
              <a:spcAft>
                <a:spcPts val="0"/>
              </a:spcAft>
              <a:buSzPts val="1800"/>
              <a:buNone/>
              <a:defRPr/>
            </a:lvl3pPr>
            <a:lvl4pPr lvl="3" algn="ctr">
              <a:spcBef>
                <a:spcPts val="600"/>
              </a:spcBef>
              <a:spcAft>
                <a:spcPts val="0"/>
              </a:spcAft>
              <a:buSzPts val="1800"/>
              <a:buNone/>
              <a:defRPr/>
            </a:lvl4pPr>
            <a:lvl5pPr lvl="4" algn="ctr">
              <a:spcBef>
                <a:spcPts val="600"/>
              </a:spcBef>
              <a:spcAft>
                <a:spcPts val="0"/>
              </a:spcAft>
              <a:buSzPts val="1800"/>
              <a:buNone/>
              <a:defRPr/>
            </a:lvl5pPr>
            <a:lvl6pPr lvl="5" algn="ctr">
              <a:spcBef>
                <a:spcPts val="600"/>
              </a:spcBef>
              <a:spcAft>
                <a:spcPts val="0"/>
              </a:spcAft>
              <a:buSzPts val="1800"/>
              <a:buNone/>
              <a:defRPr/>
            </a:lvl6pPr>
            <a:lvl7pPr lvl="6" algn="ctr">
              <a:spcBef>
                <a:spcPts val="300"/>
              </a:spcBef>
              <a:spcAft>
                <a:spcPts val="0"/>
              </a:spcAft>
              <a:buSzPts val="1800"/>
              <a:buNone/>
              <a:defRPr/>
            </a:lvl7pPr>
            <a:lvl8pPr lvl="7" algn="ctr">
              <a:spcBef>
                <a:spcPts val="300"/>
              </a:spcBef>
              <a:spcAft>
                <a:spcPts val="0"/>
              </a:spcAft>
              <a:buSzPts val="1800"/>
              <a:buNone/>
              <a:defRPr/>
            </a:lvl8pPr>
            <a:lvl9pPr lvl="8" algn="ctr">
              <a:spcBef>
                <a:spcPts val="300"/>
              </a:spcBef>
              <a:spcAft>
                <a:spcPts val="0"/>
              </a:spcAft>
              <a:buSzPts val="1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0" name="Shape 100"/>
        <p:cNvGrpSpPr/>
        <p:nvPr/>
      </p:nvGrpSpPr>
      <p:grpSpPr>
        <a:xfrm>
          <a:off x="0" y="0"/>
          <a:ext cx="0" cy="0"/>
          <a:chOff x="0" y="0"/>
          <a:chExt cx="0" cy="0"/>
        </a:xfrm>
      </p:grpSpPr>
      <p:sp>
        <p:nvSpPr>
          <p:cNvPr id="101" name="Google Shape;101;p70"/>
          <p:cNvSpPr txBox="1"/>
          <p:nvPr>
            <p:ph type="title"/>
          </p:nvPr>
        </p:nvSpPr>
        <p:spPr>
          <a:xfrm>
            <a:off x="722313" y="1981200"/>
            <a:ext cx="7772400" cy="13620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FFFFFF"/>
              </a:buClr>
              <a:buSzPts val="4300"/>
              <a:buFont typeface="Times New Roman"/>
              <a:buNone/>
              <a:defRPr b="1" sz="4300" cap="none">
                <a:solidFill>
                  <a:srgbClr val="FFFFFF"/>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2" name="Google Shape;102;p70"/>
          <p:cNvSpPr txBox="1"/>
          <p:nvPr>
            <p:ph idx="1" type="body"/>
          </p:nvPr>
        </p:nvSpPr>
        <p:spPr>
          <a:xfrm>
            <a:off x="722313" y="3367088"/>
            <a:ext cx="7772400" cy="1509712"/>
          </a:xfrm>
          <a:prstGeom prst="rect">
            <a:avLst/>
          </a:prstGeom>
          <a:noFill/>
          <a:ln>
            <a:noFill/>
          </a:ln>
        </p:spPr>
        <p:txBody>
          <a:bodyPr anchorCtr="0" anchor="t" bIns="45700" lIns="91425" spcFirstLastPara="1" rIns="91425" wrap="square" tIns="45700">
            <a:noAutofit/>
          </a:bodyPr>
          <a:lstStyle>
            <a:lvl1pPr indent="-228600" lvl="0" marL="457200" algn="l">
              <a:spcBef>
                <a:spcPts val="300"/>
              </a:spcBef>
              <a:spcAft>
                <a:spcPts val="0"/>
              </a:spcAft>
              <a:buSzPts val="2100"/>
              <a:buNone/>
              <a:defRPr b="0" sz="2100">
                <a:solidFill>
                  <a:schemeClr val="dk2"/>
                </a:solidFill>
              </a:defRPr>
            </a:lvl1pPr>
            <a:lvl2pPr indent="-228600" lvl="1" marL="914400" algn="l">
              <a:spcBef>
                <a:spcPts val="600"/>
              </a:spcBef>
              <a:spcAft>
                <a:spcPts val="0"/>
              </a:spcAft>
              <a:buSzPts val="1800"/>
              <a:buNone/>
              <a:defRPr sz="1800">
                <a:solidFill>
                  <a:srgbClr val="888888"/>
                </a:solidFill>
              </a:defRPr>
            </a:lvl2pPr>
            <a:lvl3pPr indent="-228600" lvl="2" marL="1371600" algn="l">
              <a:spcBef>
                <a:spcPts val="600"/>
              </a:spcBef>
              <a:spcAft>
                <a:spcPts val="0"/>
              </a:spcAft>
              <a:buSzPts val="1600"/>
              <a:buNone/>
              <a:defRPr sz="1600">
                <a:solidFill>
                  <a:srgbClr val="888888"/>
                </a:solidFill>
              </a:defRPr>
            </a:lvl3pPr>
            <a:lvl4pPr indent="-228600" lvl="3" marL="1828800" algn="l">
              <a:spcBef>
                <a:spcPts val="600"/>
              </a:spcBef>
              <a:spcAft>
                <a:spcPts val="0"/>
              </a:spcAft>
              <a:buSzPts val="1400"/>
              <a:buNone/>
              <a:defRPr sz="1400">
                <a:solidFill>
                  <a:srgbClr val="888888"/>
                </a:solidFill>
              </a:defRPr>
            </a:lvl4pPr>
            <a:lvl5pPr indent="-228600" lvl="4" marL="2286000" algn="l">
              <a:spcBef>
                <a:spcPts val="600"/>
              </a:spcBef>
              <a:spcAft>
                <a:spcPts val="0"/>
              </a:spcAft>
              <a:buSzPts val="1400"/>
              <a:buNone/>
              <a:defRPr sz="1400">
                <a:solidFill>
                  <a:srgbClr val="888888"/>
                </a:solidFill>
              </a:defRPr>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103" name="Google Shape;103;p70"/>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70"/>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70"/>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6" name="Shape 116"/>
        <p:cNvGrpSpPr/>
        <p:nvPr/>
      </p:nvGrpSpPr>
      <p:grpSpPr>
        <a:xfrm>
          <a:off x="0" y="0"/>
          <a:ext cx="0" cy="0"/>
          <a:chOff x="0" y="0"/>
          <a:chExt cx="0" cy="0"/>
        </a:xfrm>
      </p:grpSpPr>
      <p:sp>
        <p:nvSpPr>
          <p:cNvPr id="117" name="Google Shape;117;p72"/>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8" name="Google Shape;118;p72"/>
          <p:cNvSpPr txBox="1"/>
          <p:nvPr>
            <p:ph idx="1" type="body"/>
          </p:nvPr>
        </p:nvSpPr>
        <p:spPr>
          <a:xfrm>
            <a:off x="457200" y="2249424"/>
            <a:ext cx="4038600" cy="4525963"/>
          </a:xfrm>
          <a:prstGeom prst="rect">
            <a:avLst/>
          </a:prstGeom>
          <a:noFill/>
          <a:ln>
            <a:noFill/>
          </a:ln>
        </p:spPr>
        <p:txBody>
          <a:bodyPr anchorCtr="0" anchor="t" bIns="45700" lIns="91425" spcFirstLastPara="1" rIns="91425" wrap="square" tIns="45700">
            <a:noAutofit/>
          </a:bodyPr>
          <a:lstStyle>
            <a:lvl1pPr indent="-355600" lvl="0" marL="457200" algn="l">
              <a:spcBef>
                <a:spcPts val="300"/>
              </a:spcBef>
              <a:spcAft>
                <a:spcPts val="0"/>
              </a:spcAft>
              <a:buSzPts val="2000"/>
              <a:buChar char="▪"/>
              <a:defRPr sz="2000"/>
            </a:lvl1pPr>
            <a:lvl2pPr indent="-349250" lvl="1" marL="914400" algn="l">
              <a:spcBef>
                <a:spcPts val="600"/>
              </a:spcBef>
              <a:spcAft>
                <a:spcPts val="0"/>
              </a:spcAft>
              <a:buSzPts val="1900"/>
              <a:buChar char="▪"/>
              <a:defRPr sz="1900"/>
            </a:lvl2pPr>
            <a:lvl3pPr indent="-342900" lvl="2" marL="1371600" algn="l">
              <a:spcBef>
                <a:spcPts val="600"/>
              </a:spcBef>
              <a:spcAft>
                <a:spcPts val="0"/>
              </a:spcAft>
              <a:buSzPts val="1800"/>
              <a:buChar char="▪"/>
              <a:defRPr sz="1800"/>
            </a:lvl3pPr>
            <a:lvl4pPr indent="-342900" lvl="3" marL="1828800" algn="l">
              <a:spcBef>
                <a:spcPts val="600"/>
              </a:spcBef>
              <a:spcAft>
                <a:spcPts val="0"/>
              </a:spcAft>
              <a:buSzPts val="1800"/>
              <a:buChar char="▪"/>
              <a:defRPr sz="1800"/>
            </a:lvl4pPr>
            <a:lvl5pPr indent="-342900" lvl="4" marL="2286000" algn="l">
              <a:spcBef>
                <a:spcPts val="600"/>
              </a:spcBef>
              <a:spcAft>
                <a:spcPts val="0"/>
              </a:spcAft>
              <a:buSzPts val="1800"/>
              <a:buChar char="▪"/>
              <a:defRPr sz="1800"/>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119" name="Google Shape;119;p72"/>
          <p:cNvSpPr txBox="1"/>
          <p:nvPr>
            <p:ph idx="2" type="body"/>
          </p:nvPr>
        </p:nvSpPr>
        <p:spPr>
          <a:xfrm>
            <a:off x="4648200" y="2249424"/>
            <a:ext cx="4038600" cy="4525963"/>
          </a:xfrm>
          <a:prstGeom prst="rect">
            <a:avLst/>
          </a:prstGeom>
          <a:noFill/>
          <a:ln>
            <a:noFill/>
          </a:ln>
        </p:spPr>
        <p:txBody>
          <a:bodyPr anchorCtr="0" anchor="t" bIns="45700" lIns="91425" spcFirstLastPara="1" rIns="91425" wrap="square" tIns="45700">
            <a:noAutofit/>
          </a:bodyPr>
          <a:lstStyle>
            <a:lvl1pPr indent="-355600" lvl="0" marL="457200" algn="l">
              <a:spcBef>
                <a:spcPts val="300"/>
              </a:spcBef>
              <a:spcAft>
                <a:spcPts val="0"/>
              </a:spcAft>
              <a:buSzPts val="2000"/>
              <a:buChar char="▪"/>
              <a:defRPr sz="2000"/>
            </a:lvl1pPr>
            <a:lvl2pPr indent="-349250" lvl="1" marL="914400" algn="l">
              <a:spcBef>
                <a:spcPts val="600"/>
              </a:spcBef>
              <a:spcAft>
                <a:spcPts val="0"/>
              </a:spcAft>
              <a:buSzPts val="1900"/>
              <a:buChar char="▪"/>
              <a:defRPr sz="1900"/>
            </a:lvl2pPr>
            <a:lvl3pPr indent="-342900" lvl="2" marL="1371600" algn="l">
              <a:spcBef>
                <a:spcPts val="600"/>
              </a:spcBef>
              <a:spcAft>
                <a:spcPts val="0"/>
              </a:spcAft>
              <a:buSzPts val="1800"/>
              <a:buChar char="▪"/>
              <a:defRPr sz="1800"/>
            </a:lvl3pPr>
            <a:lvl4pPr indent="-342900" lvl="3" marL="1828800" algn="l">
              <a:spcBef>
                <a:spcPts val="600"/>
              </a:spcBef>
              <a:spcAft>
                <a:spcPts val="0"/>
              </a:spcAft>
              <a:buSzPts val="1800"/>
              <a:buChar char="▪"/>
              <a:defRPr sz="1800"/>
            </a:lvl4pPr>
            <a:lvl5pPr indent="-342900" lvl="4" marL="2286000" algn="l">
              <a:spcBef>
                <a:spcPts val="600"/>
              </a:spcBef>
              <a:spcAft>
                <a:spcPts val="0"/>
              </a:spcAft>
              <a:buSzPts val="1800"/>
              <a:buChar char="▪"/>
              <a:defRPr sz="1800"/>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120" name="Google Shape;120;p72"/>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72"/>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72"/>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3" name="Shape 133"/>
        <p:cNvGrpSpPr/>
        <p:nvPr/>
      </p:nvGrpSpPr>
      <p:grpSpPr>
        <a:xfrm>
          <a:off x="0" y="0"/>
          <a:ext cx="0" cy="0"/>
          <a:chOff x="0" y="0"/>
          <a:chExt cx="0" cy="0"/>
        </a:xfrm>
      </p:grpSpPr>
      <p:sp>
        <p:nvSpPr>
          <p:cNvPr id="134" name="Google Shape;134;p74"/>
          <p:cNvSpPr txBox="1"/>
          <p:nvPr>
            <p:ph type="title"/>
          </p:nvPr>
        </p:nvSpPr>
        <p:spPr>
          <a:xfrm>
            <a:off x="381000" y="1143000"/>
            <a:ext cx="8382000" cy="106984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i="0"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5" name="Google Shape;135;p74"/>
          <p:cNvSpPr txBox="1"/>
          <p:nvPr>
            <p:ph idx="1" type="body"/>
          </p:nvPr>
        </p:nvSpPr>
        <p:spPr>
          <a:xfrm>
            <a:off x="381000" y="2244970"/>
            <a:ext cx="4041648" cy="457200"/>
          </a:xfrm>
          <a:prstGeom prst="rect">
            <a:avLst/>
          </a:prstGeom>
          <a:solidFill>
            <a:srgbClr val="328D96">
              <a:alpha val="24705"/>
            </a:srgbClr>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l">
              <a:spcBef>
                <a:spcPts val="300"/>
              </a:spcBef>
              <a:spcAft>
                <a:spcPts val="0"/>
              </a:spcAft>
              <a:buSzPts val="1900"/>
              <a:buNone/>
              <a:defRPr b="1" sz="1900">
                <a:solidFill>
                  <a:srgbClr val="414141"/>
                </a:solidFill>
              </a:defRPr>
            </a:lvl1pPr>
            <a:lvl2pPr indent="-228600" lvl="1" marL="914400" algn="l">
              <a:spcBef>
                <a:spcPts val="600"/>
              </a:spcBef>
              <a:spcAft>
                <a:spcPts val="0"/>
              </a:spcAft>
              <a:buSzPts val="2000"/>
              <a:buNone/>
              <a:defRPr b="1" sz="2000"/>
            </a:lvl2pPr>
            <a:lvl3pPr indent="-228600" lvl="2" marL="1371600" algn="l">
              <a:spcBef>
                <a:spcPts val="600"/>
              </a:spcBef>
              <a:spcAft>
                <a:spcPts val="0"/>
              </a:spcAft>
              <a:buSzPts val="1800"/>
              <a:buNone/>
              <a:defRPr b="1" sz="1800"/>
            </a:lvl3pPr>
            <a:lvl4pPr indent="-228600" lvl="3" marL="1828800" algn="l">
              <a:spcBef>
                <a:spcPts val="600"/>
              </a:spcBef>
              <a:spcAft>
                <a:spcPts val="0"/>
              </a:spcAft>
              <a:buSzPts val="1600"/>
              <a:buNone/>
              <a:defRPr b="1" sz="1600"/>
            </a:lvl4pPr>
            <a:lvl5pPr indent="-228600" lvl="4" marL="2286000" algn="l">
              <a:spcBef>
                <a:spcPts val="600"/>
              </a:spcBef>
              <a:spcAft>
                <a:spcPts val="0"/>
              </a:spcAft>
              <a:buSzPts val="1600"/>
              <a:buNone/>
              <a:defRPr b="1" sz="1600"/>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136" name="Google Shape;136;p74"/>
          <p:cNvSpPr txBox="1"/>
          <p:nvPr>
            <p:ph idx="2" type="body"/>
          </p:nvPr>
        </p:nvSpPr>
        <p:spPr>
          <a:xfrm>
            <a:off x="4721225" y="2244970"/>
            <a:ext cx="4041775" cy="457200"/>
          </a:xfrm>
          <a:prstGeom prst="rect">
            <a:avLst/>
          </a:prstGeom>
          <a:solidFill>
            <a:srgbClr val="328D96">
              <a:alpha val="24705"/>
            </a:srgbClr>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l">
              <a:spcBef>
                <a:spcPts val="300"/>
              </a:spcBef>
              <a:spcAft>
                <a:spcPts val="0"/>
              </a:spcAft>
              <a:buSzPts val="1900"/>
              <a:buNone/>
              <a:defRPr b="1" sz="1900">
                <a:solidFill>
                  <a:srgbClr val="414141"/>
                </a:solidFill>
              </a:defRPr>
            </a:lvl1pPr>
            <a:lvl2pPr indent="-228600" lvl="1" marL="914400" algn="l">
              <a:spcBef>
                <a:spcPts val="600"/>
              </a:spcBef>
              <a:spcAft>
                <a:spcPts val="0"/>
              </a:spcAft>
              <a:buSzPts val="2000"/>
              <a:buNone/>
              <a:defRPr b="1" sz="2000"/>
            </a:lvl2pPr>
            <a:lvl3pPr indent="-228600" lvl="2" marL="1371600" algn="l">
              <a:spcBef>
                <a:spcPts val="600"/>
              </a:spcBef>
              <a:spcAft>
                <a:spcPts val="0"/>
              </a:spcAft>
              <a:buSzPts val="1800"/>
              <a:buNone/>
              <a:defRPr b="1" sz="1800"/>
            </a:lvl3pPr>
            <a:lvl4pPr indent="-228600" lvl="3" marL="1828800" algn="l">
              <a:spcBef>
                <a:spcPts val="600"/>
              </a:spcBef>
              <a:spcAft>
                <a:spcPts val="0"/>
              </a:spcAft>
              <a:buSzPts val="1600"/>
              <a:buNone/>
              <a:defRPr b="1" sz="1600"/>
            </a:lvl4pPr>
            <a:lvl5pPr indent="-228600" lvl="4" marL="2286000" algn="l">
              <a:spcBef>
                <a:spcPts val="600"/>
              </a:spcBef>
              <a:spcAft>
                <a:spcPts val="0"/>
              </a:spcAft>
              <a:buSzPts val="1600"/>
              <a:buNone/>
              <a:defRPr b="1" sz="1600"/>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137" name="Google Shape;137;p74"/>
          <p:cNvSpPr txBox="1"/>
          <p:nvPr>
            <p:ph idx="3" type="body"/>
          </p:nvPr>
        </p:nvSpPr>
        <p:spPr>
          <a:xfrm>
            <a:off x="381000" y="2708519"/>
            <a:ext cx="4041648" cy="3886200"/>
          </a:xfrm>
          <a:prstGeom prst="rect">
            <a:avLst/>
          </a:prstGeom>
          <a:noFill/>
          <a:ln>
            <a:noFill/>
          </a:ln>
        </p:spPr>
        <p:txBody>
          <a:bodyPr anchorCtr="0" anchor="t" bIns="45700" lIns="91425" spcFirstLastPara="1" rIns="91425" wrap="square" tIns="45700">
            <a:noAutofit/>
          </a:bodyPr>
          <a:lstStyle>
            <a:lvl1pPr indent="-355600" lvl="0" marL="457200" algn="l">
              <a:spcBef>
                <a:spcPts val="300"/>
              </a:spcBef>
              <a:spcAft>
                <a:spcPts val="0"/>
              </a:spcAft>
              <a:buSzPts val="2000"/>
              <a:buChar char="▪"/>
              <a:defRPr sz="2000"/>
            </a:lvl1pPr>
            <a:lvl2pPr indent="-355600" lvl="1" marL="914400" algn="l">
              <a:spcBef>
                <a:spcPts val="600"/>
              </a:spcBef>
              <a:spcAft>
                <a:spcPts val="0"/>
              </a:spcAft>
              <a:buSzPts val="2000"/>
              <a:buChar char="▪"/>
              <a:defRPr sz="2000"/>
            </a:lvl2pPr>
            <a:lvl3pPr indent="-342900" lvl="2" marL="1371600" algn="l">
              <a:spcBef>
                <a:spcPts val="600"/>
              </a:spcBef>
              <a:spcAft>
                <a:spcPts val="0"/>
              </a:spcAft>
              <a:buSzPts val="1800"/>
              <a:buChar char="▪"/>
              <a:defRPr sz="1800"/>
            </a:lvl3pPr>
            <a:lvl4pPr indent="-330200" lvl="3" marL="1828800" algn="l">
              <a:spcBef>
                <a:spcPts val="600"/>
              </a:spcBef>
              <a:spcAft>
                <a:spcPts val="0"/>
              </a:spcAft>
              <a:buSzPts val="1600"/>
              <a:buChar char="▪"/>
              <a:defRPr sz="1600"/>
            </a:lvl4pPr>
            <a:lvl5pPr indent="-330200" lvl="4" marL="2286000" algn="l">
              <a:spcBef>
                <a:spcPts val="600"/>
              </a:spcBef>
              <a:spcAft>
                <a:spcPts val="0"/>
              </a:spcAft>
              <a:buSzPts val="1600"/>
              <a:buChar char="▪"/>
              <a:defRPr sz="1600"/>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138" name="Google Shape;138;p74"/>
          <p:cNvSpPr txBox="1"/>
          <p:nvPr>
            <p:ph idx="4" type="body"/>
          </p:nvPr>
        </p:nvSpPr>
        <p:spPr>
          <a:xfrm>
            <a:off x="4718304" y="2708519"/>
            <a:ext cx="4041775" cy="3886200"/>
          </a:xfrm>
          <a:prstGeom prst="rect">
            <a:avLst/>
          </a:prstGeom>
          <a:noFill/>
          <a:ln>
            <a:noFill/>
          </a:ln>
        </p:spPr>
        <p:txBody>
          <a:bodyPr anchorCtr="0" anchor="t" bIns="45700" lIns="91425" spcFirstLastPara="1" rIns="91425" wrap="square" tIns="45700">
            <a:noAutofit/>
          </a:bodyPr>
          <a:lstStyle>
            <a:lvl1pPr indent="-355600" lvl="0" marL="457200" algn="l">
              <a:spcBef>
                <a:spcPts val="300"/>
              </a:spcBef>
              <a:spcAft>
                <a:spcPts val="0"/>
              </a:spcAft>
              <a:buSzPts val="2000"/>
              <a:buChar char="▪"/>
              <a:defRPr sz="2000"/>
            </a:lvl1pPr>
            <a:lvl2pPr indent="-355600" lvl="1" marL="914400" algn="l">
              <a:spcBef>
                <a:spcPts val="600"/>
              </a:spcBef>
              <a:spcAft>
                <a:spcPts val="0"/>
              </a:spcAft>
              <a:buSzPts val="2000"/>
              <a:buChar char="▪"/>
              <a:defRPr sz="2000"/>
            </a:lvl2pPr>
            <a:lvl3pPr indent="-342900" lvl="2" marL="1371600" algn="l">
              <a:spcBef>
                <a:spcPts val="600"/>
              </a:spcBef>
              <a:spcAft>
                <a:spcPts val="0"/>
              </a:spcAft>
              <a:buSzPts val="1800"/>
              <a:buChar char="▪"/>
              <a:defRPr sz="1800"/>
            </a:lvl3pPr>
            <a:lvl4pPr indent="-330200" lvl="3" marL="1828800" algn="l">
              <a:spcBef>
                <a:spcPts val="600"/>
              </a:spcBef>
              <a:spcAft>
                <a:spcPts val="0"/>
              </a:spcAft>
              <a:buSzPts val="1600"/>
              <a:buChar char="▪"/>
              <a:defRPr sz="1600"/>
            </a:lvl4pPr>
            <a:lvl5pPr indent="-330200" lvl="4" marL="2286000" algn="l">
              <a:spcBef>
                <a:spcPts val="600"/>
              </a:spcBef>
              <a:spcAft>
                <a:spcPts val="0"/>
              </a:spcAft>
              <a:buSzPts val="1600"/>
              <a:buChar char="▪"/>
              <a:defRPr sz="1600"/>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139" name="Google Shape;139;p74"/>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74"/>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
        <p:nvSpPr>
          <p:cNvPr id="141" name="Google Shape;141;p74"/>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2" name="Shape 152"/>
        <p:cNvGrpSpPr/>
        <p:nvPr/>
      </p:nvGrpSpPr>
      <p:grpSpPr>
        <a:xfrm>
          <a:off x="0" y="0"/>
          <a:ext cx="0" cy="0"/>
          <a:chOff x="0" y="0"/>
          <a:chExt cx="0" cy="0"/>
        </a:xfrm>
      </p:grpSpPr>
      <p:sp>
        <p:nvSpPr>
          <p:cNvPr id="153" name="Google Shape;153;p76"/>
          <p:cNvSpPr txBox="1"/>
          <p:nvPr>
            <p:ph type="title"/>
          </p:nvPr>
        </p:nvSpPr>
        <p:spPr>
          <a:xfrm>
            <a:off x="457200" y="1143000"/>
            <a:ext cx="8229600" cy="106984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4000">
                <a:solidFill>
                  <a:schemeClr val="dk2"/>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4" name="Google Shape;154;p76"/>
          <p:cNvSpPr txBox="1"/>
          <p:nvPr>
            <p:ph idx="10" type="dt"/>
          </p:nvPr>
        </p:nvSpPr>
        <p:spPr>
          <a:xfrm>
            <a:off x="6583362"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76"/>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76"/>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7" name="Shape 167"/>
        <p:cNvGrpSpPr/>
        <p:nvPr/>
      </p:nvGrpSpPr>
      <p:grpSpPr>
        <a:xfrm>
          <a:off x="0" y="0"/>
          <a:ext cx="0" cy="0"/>
          <a:chOff x="0" y="0"/>
          <a:chExt cx="0" cy="0"/>
        </a:xfrm>
      </p:grpSpPr>
      <p:sp>
        <p:nvSpPr>
          <p:cNvPr id="168" name="Google Shape;168;p78"/>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78"/>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p78"/>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81" name="Shape 181"/>
        <p:cNvGrpSpPr/>
        <p:nvPr/>
      </p:nvGrpSpPr>
      <p:grpSpPr>
        <a:xfrm>
          <a:off x="0" y="0"/>
          <a:ext cx="0" cy="0"/>
          <a:chOff x="0" y="0"/>
          <a:chExt cx="0" cy="0"/>
        </a:xfrm>
      </p:grpSpPr>
      <p:sp>
        <p:nvSpPr>
          <p:cNvPr id="182" name="Google Shape;182;p80"/>
          <p:cNvSpPr txBox="1"/>
          <p:nvPr>
            <p:ph type="title"/>
          </p:nvPr>
        </p:nvSpPr>
        <p:spPr>
          <a:xfrm>
            <a:off x="5353496" y="1101970"/>
            <a:ext cx="3383280" cy="877824"/>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1800"/>
              <a:buFont typeface="Times New Roman"/>
              <a:buNone/>
              <a:defRPr b="1" sz="18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3" name="Google Shape;183;p80"/>
          <p:cNvSpPr txBox="1"/>
          <p:nvPr>
            <p:ph idx="1" type="body"/>
          </p:nvPr>
        </p:nvSpPr>
        <p:spPr>
          <a:xfrm>
            <a:off x="5353496" y="2010727"/>
            <a:ext cx="3383280" cy="4617720"/>
          </a:xfrm>
          <a:prstGeom prst="rect">
            <a:avLst/>
          </a:prstGeom>
          <a:noFill/>
          <a:ln>
            <a:noFill/>
          </a:ln>
        </p:spPr>
        <p:txBody>
          <a:bodyPr anchorCtr="0" anchor="t" bIns="45700" lIns="91425" spcFirstLastPara="1" rIns="91425" wrap="square" tIns="45700">
            <a:noAutofit/>
          </a:bodyPr>
          <a:lstStyle>
            <a:lvl1pPr indent="-228600" lvl="0" marL="457200" algn="l">
              <a:spcBef>
                <a:spcPts val="300"/>
              </a:spcBef>
              <a:spcAft>
                <a:spcPts val="0"/>
              </a:spcAft>
              <a:buSzPts val="1400"/>
              <a:buNone/>
              <a:defRPr sz="1400"/>
            </a:lvl1pPr>
            <a:lvl2pPr indent="-228600" lvl="1" marL="914400" algn="l">
              <a:spcBef>
                <a:spcPts val="600"/>
              </a:spcBef>
              <a:spcAft>
                <a:spcPts val="0"/>
              </a:spcAft>
              <a:buSzPts val="1200"/>
              <a:buNone/>
              <a:defRPr sz="1200"/>
            </a:lvl2pPr>
            <a:lvl3pPr indent="-228600" lvl="2" marL="1371600" algn="l">
              <a:spcBef>
                <a:spcPts val="600"/>
              </a:spcBef>
              <a:spcAft>
                <a:spcPts val="0"/>
              </a:spcAft>
              <a:buSzPts val="1000"/>
              <a:buNone/>
              <a:defRPr sz="1000"/>
            </a:lvl3pPr>
            <a:lvl4pPr indent="-228600" lvl="3" marL="1828800" algn="l">
              <a:spcBef>
                <a:spcPts val="600"/>
              </a:spcBef>
              <a:spcAft>
                <a:spcPts val="0"/>
              </a:spcAft>
              <a:buSzPts val="900"/>
              <a:buNone/>
              <a:defRPr sz="900"/>
            </a:lvl4pPr>
            <a:lvl5pPr indent="-228600" lvl="4" marL="2286000" algn="l">
              <a:spcBef>
                <a:spcPts val="600"/>
              </a:spcBef>
              <a:spcAft>
                <a:spcPts val="0"/>
              </a:spcAft>
              <a:buSzPts val="900"/>
              <a:buNone/>
              <a:defRPr sz="900"/>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184" name="Google Shape;184;p80"/>
          <p:cNvSpPr txBox="1"/>
          <p:nvPr>
            <p:ph idx="2" type="body"/>
          </p:nvPr>
        </p:nvSpPr>
        <p:spPr>
          <a:xfrm>
            <a:off x="152400" y="776287"/>
            <a:ext cx="5102352" cy="5852160"/>
          </a:xfrm>
          <a:prstGeom prst="rect">
            <a:avLst/>
          </a:prstGeom>
          <a:noFill/>
          <a:ln>
            <a:noFill/>
          </a:ln>
        </p:spPr>
        <p:txBody>
          <a:bodyPr anchorCtr="0" anchor="t" bIns="45700" lIns="91425" spcFirstLastPara="1" rIns="91425" wrap="square" tIns="45700">
            <a:noAutofit/>
          </a:bodyPr>
          <a:lstStyle>
            <a:lvl1pPr indent="-431800" lvl="0" marL="457200" algn="l">
              <a:spcBef>
                <a:spcPts val="300"/>
              </a:spcBef>
              <a:spcAft>
                <a:spcPts val="0"/>
              </a:spcAft>
              <a:buSzPts val="3200"/>
              <a:buChar char="▪"/>
              <a:defRPr sz="3200"/>
            </a:lvl1pPr>
            <a:lvl2pPr indent="-406400" lvl="1" marL="914400" algn="l">
              <a:spcBef>
                <a:spcPts val="600"/>
              </a:spcBef>
              <a:spcAft>
                <a:spcPts val="0"/>
              </a:spcAft>
              <a:buSzPts val="2800"/>
              <a:buChar char="▪"/>
              <a:defRPr sz="2800"/>
            </a:lvl2pPr>
            <a:lvl3pPr indent="-381000" lvl="2" marL="1371600" algn="l">
              <a:spcBef>
                <a:spcPts val="600"/>
              </a:spcBef>
              <a:spcAft>
                <a:spcPts val="0"/>
              </a:spcAft>
              <a:buSzPts val="2400"/>
              <a:buChar char="▪"/>
              <a:defRPr sz="2400"/>
            </a:lvl3pPr>
            <a:lvl4pPr indent="-355600" lvl="3" marL="1828800" algn="l">
              <a:spcBef>
                <a:spcPts val="600"/>
              </a:spcBef>
              <a:spcAft>
                <a:spcPts val="0"/>
              </a:spcAft>
              <a:buSzPts val="2000"/>
              <a:buChar char="▪"/>
              <a:defRPr sz="2000"/>
            </a:lvl4pPr>
            <a:lvl5pPr indent="-355600" lvl="4" marL="2286000" algn="l">
              <a:spcBef>
                <a:spcPts val="600"/>
              </a:spcBef>
              <a:spcAft>
                <a:spcPts val="0"/>
              </a:spcAft>
              <a:buSzPts val="2000"/>
              <a:buChar char="▪"/>
              <a:defRPr sz="2000"/>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185" name="Google Shape;185;p80"/>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6" name="Google Shape;186;p80"/>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p80"/>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98" name="Shape 198"/>
        <p:cNvGrpSpPr/>
        <p:nvPr/>
      </p:nvGrpSpPr>
      <p:grpSpPr>
        <a:xfrm>
          <a:off x="0" y="0"/>
          <a:ext cx="0" cy="0"/>
          <a:chOff x="0" y="0"/>
          <a:chExt cx="0" cy="0"/>
        </a:xfrm>
      </p:grpSpPr>
      <p:sp>
        <p:nvSpPr>
          <p:cNvPr id="199" name="Google Shape;199;p82"/>
          <p:cNvSpPr txBox="1"/>
          <p:nvPr>
            <p:ph type="title"/>
          </p:nvPr>
        </p:nvSpPr>
        <p:spPr>
          <a:xfrm rot="-5400000">
            <a:off x="3393017" y="3156577"/>
            <a:ext cx="4681637" cy="586803"/>
          </a:xfrm>
          <a:prstGeom prst="rect">
            <a:avLst/>
          </a:prstGeom>
          <a:noFill/>
          <a:ln>
            <a:noFill/>
          </a:ln>
        </p:spPr>
        <p:txBody>
          <a:bodyPr anchorCtr="0" anchor="t" bIns="45700" lIns="45700" spcFirstLastPara="1" rIns="45700" wrap="square" tIns="0">
            <a:noAutofit/>
          </a:bodyPr>
          <a:lstStyle>
            <a:lvl1pPr lvl="0" algn="ctr">
              <a:spcBef>
                <a:spcPts val="0"/>
              </a:spcBef>
              <a:spcAft>
                <a:spcPts val="0"/>
              </a:spcAft>
              <a:buClr>
                <a:schemeClr val="dk2"/>
              </a:buClr>
              <a:buSzPts val="2000"/>
              <a:buFont typeface="Times New Roman"/>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00" name="Google Shape;200;p82"/>
          <p:cNvSpPr/>
          <p:nvPr>
            <p:ph idx="2" type="pic"/>
          </p:nvPr>
        </p:nvSpPr>
        <p:spPr>
          <a:xfrm>
            <a:off x="403671" y="1143000"/>
            <a:ext cx="4572000" cy="4572000"/>
          </a:xfrm>
          <a:prstGeom prst="rect">
            <a:avLst/>
          </a:prstGeom>
          <a:solidFill>
            <a:srgbClr val="EAEAEA"/>
          </a:solidFill>
          <a:ln cap="flat" cmpd="sng" w="50800">
            <a:solidFill>
              <a:srgbClr val="FFFFFF"/>
            </a:solidFill>
            <a:prstDash val="solid"/>
            <a:miter lim="800000"/>
            <a:headEnd len="sm" w="sm" type="none"/>
            <a:tailEnd len="sm" w="sm" type="none"/>
          </a:ln>
          <a:effectLst>
            <a:outerShdw blurRad="57150" rotWithShape="0" algn="tl" dir="4800000" dist="31750">
              <a:srgbClr val="000000">
                <a:alpha val="24705"/>
              </a:srgbClr>
            </a:outerShdw>
          </a:effectLst>
        </p:spPr>
      </p:sp>
      <p:sp>
        <p:nvSpPr>
          <p:cNvPr id="201" name="Google Shape;201;p82"/>
          <p:cNvSpPr txBox="1"/>
          <p:nvPr>
            <p:ph idx="1" type="body"/>
          </p:nvPr>
        </p:nvSpPr>
        <p:spPr>
          <a:xfrm>
            <a:off x="6088443" y="3274308"/>
            <a:ext cx="2590800" cy="2516489"/>
          </a:xfrm>
          <a:prstGeom prst="rect">
            <a:avLst/>
          </a:prstGeom>
          <a:noFill/>
          <a:ln>
            <a:noFill/>
          </a:ln>
        </p:spPr>
        <p:txBody>
          <a:bodyPr anchorCtr="0" anchor="t" bIns="45700" lIns="0" spcFirstLastPara="1" rIns="45700" wrap="square" tIns="0">
            <a:noAutofit/>
          </a:bodyPr>
          <a:lstStyle>
            <a:lvl1pPr indent="-228600" lvl="0" marL="457200" algn="l">
              <a:lnSpc>
                <a:spcPct val="100000"/>
              </a:lnSpc>
              <a:spcBef>
                <a:spcPts val="0"/>
              </a:spcBef>
              <a:spcAft>
                <a:spcPts val="0"/>
              </a:spcAft>
              <a:buSzPts val="1300"/>
              <a:buFont typeface="Times New Roman"/>
              <a:buNone/>
              <a:defRPr sz="1300"/>
            </a:lvl1pPr>
            <a:lvl2pPr indent="-228600" lvl="1" marL="914400" algn="l">
              <a:spcBef>
                <a:spcPts val="600"/>
              </a:spcBef>
              <a:spcAft>
                <a:spcPts val="0"/>
              </a:spcAft>
              <a:buSzPts val="1200"/>
              <a:buFont typeface="Times New Roman"/>
              <a:buNone/>
              <a:defRPr sz="1200"/>
            </a:lvl2pPr>
            <a:lvl3pPr indent="-228600" lvl="2" marL="1371600" algn="l">
              <a:spcBef>
                <a:spcPts val="600"/>
              </a:spcBef>
              <a:spcAft>
                <a:spcPts val="0"/>
              </a:spcAft>
              <a:buSzPts val="1000"/>
              <a:buFont typeface="Times New Roman"/>
              <a:buNone/>
              <a:defRPr sz="1000"/>
            </a:lvl3pPr>
            <a:lvl4pPr indent="-228600" lvl="3" marL="1828800" algn="l">
              <a:spcBef>
                <a:spcPts val="600"/>
              </a:spcBef>
              <a:spcAft>
                <a:spcPts val="0"/>
              </a:spcAft>
              <a:buSzPts val="900"/>
              <a:buFont typeface="Times New Roman"/>
              <a:buNone/>
              <a:defRPr sz="900"/>
            </a:lvl4pPr>
            <a:lvl5pPr indent="-228600" lvl="4" marL="2286000" algn="l">
              <a:spcBef>
                <a:spcPts val="600"/>
              </a:spcBef>
              <a:spcAft>
                <a:spcPts val="0"/>
              </a:spcAft>
              <a:buSzPts val="900"/>
              <a:buFont typeface="Times New Roman"/>
              <a:buNone/>
              <a:defRPr sz="900"/>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202" name="Google Shape;202;p82"/>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p82"/>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4" name="Google Shape;204;p82"/>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5" name="Shape 215"/>
        <p:cNvGrpSpPr/>
        <p:nvPr/>
      </p:nvGrpSpPr>
      <p:grpSpPr>
        <a:xfrm>
          <a:off x="0" y="0"/>
          <a:ext cx="0" cy="0"/>
          <a:chOff x="0" y="0"/>
          <a:chExt cx="0" cy="0"/>
        </a:xfrm>
      </p:grpSpPr>
      <p:sp>
        <p:nvSpPr>
          <p:cNvPr id="216" name="Google Shape;216;p84"/>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7" name="Google Shape;217;p84"/>
          <p:cNvSpPr txBox="1"/>
          <p:nvPr>
            <p:ph idx="1" type="body"/>
          </p:nvPr>
        </p:nvSpPr>
        <p:spPr>
          <a:xfrm rot="5400000">
            <a:off x="2123282" y="-65882"/>
            <a:ext cx="4897437"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00"/>
              </a:spcBef>
              <a:spcAft>
                <a:spcPts val="0"/>
              </a:spcAft>
              <a:buSzPts val="1800"/>
              <a:buChar char="▪"/>
              <a:defRPr/>
            </a:lvl1pPr>
            <a:lvl2pPr indent="-342900" lvl="1" marL="914400" algn="l">
              <a:spcBef>
                <a:spcPts val="600"/>
              </a:spcBef>
              <a:spcAft>
                <a:spcPts val="0"/>
              </a:spcAft>
              <a:buSzPts val="1800"/>
              <a:buChar char="▪"/>
              <a:defRPr/>
            </a:lvl2pPr>
            <a:lvl3pPr indent="-342900" lvl="2" marL="1371600" algn="l">
              <a:spcBef>
                <a:spcPts val="600"/>
              </a:spcBef>
              <a:spcAft>
                <a:spcPts val="0"/>
              </a:spcAft>
              <a:buSzPts val="1800"/>
              <a:buChar char="▪"/>
              <a:defRPr/>
            </a:lvl3pPr>
            <a:lvl4pPr indent="-342900" lvl="3" marL="1828800" algn="l">
              <a:spcBef>
                <a:spcPts val="600"/>
              </a:spcBef>
              <a:spcAft>
                <a:spcPts val="0"/>
              </a:spcAft>
              <a:buSzPts val="1800"/>
              <a:buChar char="▪"/>
              <a:defRPr/>
            </a:lvl4pPr>
            <a:lvl5pPr indent="-342900" lvl="4" marL="2286000" algn="l">
              <a:spcBef>
                <a:spcPts val="600"/>
              </a:spcBef>
              <a:spcAft>
                <a:spcPts val="0"/>
              </a:spcAft>
              <a:buSzPts val="1800"/>
              <a:buChar char="▪"/>
              <a:defRPr/>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218" name="Google Shape;218;p84"/>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 name="Google Shape;219;p84"/>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0" name="Google Shape;220;p84"/>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31" name="Shape 231"/>
        <p:cNvGrpSpPr/>
        <p:nvPr/>
      </p:nvGrpSpPr>
      <p:grpSpPr>
        <a:xfrm>
          <a:off x="0" y="0"/>
          <a:ext cx="0" cy="0"/>
          <a:chOff x="0" y="0"/>
          <a:chExt cx="0" cy="0"/>
        </a:xfrm>
      </p:grpSpPr>
      <p:sp>
        <p:nvSpPr>
          <p:cNvPr id="232" name="Google Shape;232;p86"/>
          <p:cNvSpPr txBox="1"/>
          <p:nvPr>
            <p:ph type="title"/>
          </p:nvPr>
        </p:nvSpPr>
        <p:spPr>
          <a:xfrm rot="5400000">
            <a:off x="4991100" y="2933700"/>
            <a:ext cx="5486400" cy="1905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3" name="Google Shape;233;p86"/>
          <p:cNvSpPr txBox="1"/>
          <p:nvPr>
            <p:ph idx="1" type="body"/>
          </p:nvPr>
        </p:nvSpPr>
        <p:spPr>
          <a:xfrm rot="5400000">
            <a:off x="838200" y="762000"/>
            <a:ext cx="5486400" cy="6248400"/>
          </a:xfrm>
          <a:prstGeom prst="rect">
            <a:avLst/>
          </a:prstGeom>
          <a:noFill/>
          <a:ln>
            <a:noFill/>
          </a:ln>
        </p:spPr>
        <p:txBody>
          <a:bodyPr anchorCtr="0" anchor="t" bIns="45700" lIns="91425" spcFirstLastPara="1" rIns="91425" wrap="square" tIns="45700">
            <a:noAutofit/>
          </a:bodyPr>
          <a:lstStyle>
            <a:lvl1pPr indent="-342900" lvl="0" marL="457200" algn="l">
              <a:spcBef>
                <a:spcPts val="300"/>
              </a:spcBef>
              <a:spcAft>
                <a:spcPts val="0"/>
              </a:spcAft>
              <a:buSzPts val="1800"/>
              <a:buChar char="▪"/>
              <a:defRPr/>
            </a:lvl1pPr>
            <a:lvl2pPr indent="-342900" lvl="1" marL="914400" algn="l">
              <a:spcBef>
                <a:spcPts val="600"/>
              </a:spcBef>
              <a:spcAft>
                <a:spcPts val="0"/>
              </a:spcAft>
              <a:buSzPts val="1800"/>
              <a:buChar char="▪"/>
              <a:defRPr/>
            </a:lvl2pPr>
            <a:lvl3pPr indent="-342900" lvl="2" marL="1371600" algn="l">
              <a:spcBef>
                <a:spcPts val="600"/>
              </a:spcBef>
              <a:spcAft>
                <a:spcPts val="0"/>
              </a:spcAft>
              <a:buSzPts val="1800"/>
              <a:buChar char="▪"/>
              <a:defRPr/>
            </a:lvl3pPr>
            <a:lvl4pPr indent="-342900" lvl="3" marL="1828800" algn="l">
              <a:spcBef>
                <a:spcPts val="600"/>
              </a:spcBef>
              <a:spcAft>
                <a:spcPts val="0"/>
              </a:spcAft>
              <a:buSzPts val="1800"/>
              <a:buChar char="▪"/>
              <a:defRPr/>
            </a:lvl4pPr>
            <a:lvl5pPr indent="-342900" lvl="4" marL="2286000" algn="l">
              <a:spcBef>
                <a:spcPts val="600"/>
              </a:spcBef>
              <a:spcAft>
                <a:spcPts val="0"/>
              </a:spcAft>
              <a:buSzPts val="1800"/>
              <a:buChar char="▪"/>
              <a:defRPr/>
            </a:lvl5pPr>
            <a:lvl6pPr indent="-342900" lvl="5" marL="2743200" algn="l">
              <a:spcBef>
                <a:spcPts val="6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234" name="Google Shape;234;p86"/>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5" name="Google Shape;235;p86"/>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6" name="Google Shape;236;p86"/>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5" name="Shape 245"/>
        <p:cNvGrpSpPr/>
        <p:nvPr/>
      </p:nvGrpSpPr>
      <p:grpSpPr>
        <a:xfrm>
          <a:off x="0" y="0"/>
          <a:ext cx="0" cy="0"/>
          <a:chOff x="0" y="0"/>
          <a:chExt cx="0" cy="0"/>
        </a:xfrm>
      </p:grpSpPr>
      <p:sp>
        <p:nvSpPr>
          <p:cNvPr id="246" name="Google Shape;246;p88"/>
          <p:cNvSpPr txBox="1"/>
          <p:nvPr>
            <p:ph type="title"/>
          </p:nvPr>
        </p:nvSpPr>
        <p:spPr>
          <a:xfrm>
            <a:off x="457200" y="1143000"/>
            <a:ext cx="8229600" cy="1069848"/>
          </a:xfrm>
          <a:prstGeom prst="rect">
            <a:avLst/>
          </a:prstGeom>
          <a:solidFill>
            <a:schemeClr val="lt1">
              <a:alpha val="53725"/>
            </a:schemeClr>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sz="4000">
                <a:solidFill>
                  <a:schemeClr val="dk2"/>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7" name="Google Shape;247;p88"/>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6.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Relationship Id="rId3" Type="http://schemas.openxmlformats.org/officeDocument/2006/relationships/theme" Target="../theme/theme1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8.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14.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6.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5.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9.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10.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theme" Target="../theme/theme13.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theme" Target="../theme/theme2.xml"/></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theme" Target="../theme/theme7.xml"/></Relationships>
</file>

<file path=ppt/slideMasters/_rels/slideMaster15.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9.xml"/><Relationship Id="rId3" Type="http://schemas.openxmlformats.org/officeDocument/2006/relationships/theme" Target="../theme/theme1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55"/>
          <p:cNvSpPr/>
          <p:nvPr/>
        </p:nvSpPr>
        <p:spPr>
          <a:xfrm>
            <a:off x="5410200" y="3962400"/>
            <a:ext cx="3063875" cy="26987"/>
          </a:xfrm>
          <a:prstGeom prst="roundRect">
            <a:avLst>
              <a:gd fmla="val 16667" name="adj"/>
            </a:avLst>
          </a:prstGeom>
          <a:blipFill rotWithShape="1">
            <a:blip r:embed="rId1">
              <a:alphaModFix/>
            </a:blip>
            <a:stretch>
              <a:fillRect b="0" l="0" r="0" t="0"/>
            </a:stretch>
          </a:blip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1" name="Google Shape;11;p55"/>
          <p:cNvSpPr/>
          <p:nvPr/>
        </p:nvSpPr>
        <p:spPr>
          <a:xfrm>
            <a:off x="7377112" y="4060825"/>
            <a:ext cx="1600200" cy="36512"/>
          </a:xfrm>
          <a:prstGeom prst="roundRect">
            <a:avLst>
              <a:gd fmla="val 16667" name="adj"/>
            </a:avLst>
          </a:prstGeom>
          <a:blipFill rotWithShape="1">
            <a:blip r:embed="rId1">
              <a:alphaModFix/>
            </a:blip>
            <a:stretch>
              <a:fillRect b="0" l="0" r="0" t="0"/>
            </a:stretch>
          </a:blip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2" name="Google Shape;12;p55"/>
          <p:cNvSpPr txBox="1"/>
          <p:nvPr>
            <p:ph type="title"/>
          </p:nvPr>
        </p:nvSpPr>
        <p:spPr>
          <a:xfrm>
            <a:off x="457200" y="304800"/>
            <a:ext cx="8229600" cy="1066800"/>
          </a:xfrm>
          <a:prstGeom prst="rect">
            <a:avLst/>
          </a:prstGeom>
          <a:solidFill>
            <a:schemeClr val="lt1">
              <a:alpha val="53725"/>
            </a:schemeClr>
          </a:solid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9pPr>
          </a:lstStyle>
          <a:p/>
        </p:txBody>
      </p:sp>
      <p:sp>
        <p:nvSpPr>
          <p:cNvPr id="13" name="Google Shape;13;p55"/>
          <p:cNvSpPr txBox="1"/>
          <p:nvPr>
            <p:ph idx="1" type="body"/>
          </p:nvPr>
        </p:nvSpPr>
        <p:spPr>
          <a:xfrm>
            <a:off x="457200" y="1600200"/>
            <a:ext cx="8229600" cy="4897437"/>
          </a:xfrm>
          <a:prstGeom prst="rect">
            <a:avLst/>
          </a:prstGeom>
          <a:solidFill>
            <a:schemeClr val="lt1">
              <a:alpha val="29803"/>
            </a:schemeClr>
          </a:solid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0070C0"/>
              </a:buClr>
              <a:buSzPts val="2800"/>
              <a:buFont typeface="Noto Sans Symbols"/>
              <a:buChar char="▪"/>
              <a:defRPr b="0" i="0" sz="2800" u="none" cap="none" strike="noStrike">
                <a:solidFill>
                  <a:schemeClr val="dk1"/>
                </a:solidFill>
                <a:latin typeface="Cambria"/>
                <a:ea typeface="Cambria"/>
                <a:cs typeface="Cambria"/>
                <a:sym typeface="Cambria"/>
              </a:defRPr>
            </a:lvl1pPr>
            <a:lvl2pPr indent="-393700" lvl="1" marL="914400" marR="0" rtl="0" algn="l">
              <a:spcBef>
                <a:spcPts val="600"/>
              </a:spcBef>
              <a:spcAft>
                <a:spcPts val="0"/>
              </a:spcAft>
              <a:buClr>
                <a:srgbClr val="0070C0"/>
              </a:buClr>
              <a:buSzPts val="2600"/>
              <a:buFont typeface="Noto Sans Symbols"/>
              <a:buChar char="▪"/>
              <a:defRPr b="0" i="0" sz="2600" u="none" cap="none" strike="noStrike">
                <a:solidFill>
                  <a:schemeClr val="dk1"/>
                </a:solidFill>
                <a:latin typeface="Cambria"/>
                <a:ea typeface="Cambria"/>
                <a:cs typeface="Cambria"/>
                <a:sym typeface="Cambria"/>
              </a:defRPr>
            </a:lvl2pPr>
            <a:lvl3pPr indent="-381000" lvl="2" marL="1371600" marR="0" rtl="0" algn="l">
              <a:spcBef>
                <a:spcPts val="600"/>
              </a:spcBef>
              <a:spcAft>
                <a:spcPts val="0"/>
              </a:spcAft>
              <a:buClr>
                <a:srgbClr val="0070C0"/>
              </a:buClr>
              <a:buSzPts val="2400"/>
              <a:buFont typeface="Noto Sans Symbols"/>
              <a:buChar char="▪"/>
              <a:defRPr b="0" i="0" sz="2400" u="none" cap="none" strike="noStrike">
                <a:solidFill>
                  <a:schemeClr val="dk1"/>
                </a:solidFill>
                <a:latin typeface="Cambria"/>
                <a:ea typeface="Cambria"/>
                <a:cs typeface="Cambria"/>
                <a:sym typeface="Cambria"/>
              </a:defRPr>
            </a:lvl3pPr>
            <a:lvl4pPr indent="-368300" lvl="3" marL="1828800" marR="0" rtl="0" algn="l">
              <a:spcBef>
                <a:spcPts val="600"/>
              </a:spcBef>
              <a:spcAft>
                <a:spcPts val="0"/>
              </a:spcAft>
              <a:buClr>
                <a:srgbClr val="0070C0"/>
              </a:buClr>
              <a:buSzPts val="2200"/>
              <a:buFont typeface="Noto Sans Symbols"/>
              <a:buChar char="▪"/>
              <a:defRPr b="0" i="0" sz="2200" u="none" cap="none" strike="noStrike">
                <a:solidFill>
                  <a:schemeClr val="dk1"/>
                </a:solidFill>
                <a:latin typeface="Cambria"/>
                <a:ea typeface="Cambria"/>
                <a:cs typeface="Cambria"/>
                <a:sym typeface="Cambria"/>
              </a:defRPr>
            </a:lvl4pPr>
            <a:lvl5pPr indent="-355600" lvl="4" marL="2286000" marR="0" rtl="0" algn="l">
              <a:spcBef>
                <a:spcPts val="600"/>
              </a:spcBef>
              <a:spcAft>
                <a:spcPts val="0"/>
              </a:spcAft>
              <a:buClr>
                <a:srgbClr val="0070C0"/>
              </a:buClr>
              <a:buSzPts val="2000"/>
              <a:buFont typeface="Noto Sans Symbols"/>
              <a:buChar char="▪"/>
              <a:defRPr b="0" i="0" sz="2000" u="none" cap="none" strike="noStrike">
                <a:solidFill>
                  <a:schemeClr val="dk1"/>
                </a:solidFill>
                <a:latin typeface="Cambria"/>
                <a:ea typeface="Cambria"/>
                <a:cs typeface="Cambria"/>
                <a:sym typeface="Cambria"/>
              </a:defRPr>
            </a:lvl5pPr>
            <a:lvl6pPr indent="-342900" lvl="5" marL="2743200" marR="0" rtl="0" algn="l">
              <a:spcBef>
                <a:spcPts val="600"/>
              </a:spcBef>
              <a:spcAft>
                <a:spcPts val="0"/>
              </a:spcAft>
              <a:buClr>
                <a:schemeClr val="accent3"/>
              </a:buClr>
              <a:buSzPts val="1800"/>
              <a:buFont typeface="Georgia"/>
              <a:buChar char="▫"/>
              <a:defRPr b="0" i="0" sz="1800" u="none" cap="none" strike="noStrike">
                <a:solidFill>
                  <a:schemeClr val="accent3"/>
                </a:solidFill>
                <a:latin typeface="Times New Roman"/>
                <a:ea typeface="Times New Roman"/>
                <a:cs typeface="Times New Roman"/>
                <a:sym typeface="Times New Roman"/>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Times New Roman"/>
                <a:ea typeface="Times New Roman"/>
                <a:cs typeface="Times New Roman"/>
                <a:sym typeface="Times New Roman"/>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Times New Roman"/>
                <a:ea typeface="Times New Roman"/>
                <a:cs typeface="Times New Roman"/>
                <a:sym typeface="Times New Roman"/>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Times New Roman"/>
                <a:ea typeface="Times New Roman"/>
                <a:cs typeface="Times New Roman"/>
                <a:sym typeface="Times New Roman"/>
              </a:defRPr>
            </a:lvl9pPr>
          </a:lstStyle>
          <a:p/>
        </p:txBody>
      </p:sp>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6" name="Shape 16"/>
        <p:cNvGrpSpPr/>
        <p:nvPr/>
      </p:nvGrpSpPr>
      <p:grpSpPr>
        <a:xfrm>
          <a:off x="0" y="0"/>
          <a:ext cx="0" cy="0"/>
          <a:chOff x="0" y="0"/>
          <a:chExt cx="0" cy="0"/>
        </a:xfrm>
      </p:grpSpPr>
      <p:sp>
        <p:nvSpPr>
          <p:cNvPr id="17" name="Google Shape;17;p57"/>
          <p:cNvSpPr/>
          <p:nvPr/>
        </p:nvSpPr>
        <p:spPr>
          <a:xfrm>
            <a:off x="168275" y="20637"/>
            <a:ext cx="1703387" cy="1703387"/>
          </a:xfrm>
          <a:prstGeom prst="ellipse">
            <a:avLst/>
          </a:prstGeom>
          <a:noFill/>
          <a:ln cap="rnd" cmpd="sng" w="27300">
            <a:solidFill>
              <a:srgbClr val="F1F1F1"/>
            </a:solidFill>
            <a:prstDash val="solid"/>
            <a:miter lim="800000"/>
            <a:headEnd len="sm" w="sm" type="none"/>
            <a:tailEnd len="sm" w="sm" type="none"/>
          </a:ln>
          <a:effectLst>
            <a:outerShdw blurRad="63500" dir="5400000" dist="25400">
              <a:srgbClr val="A3A3A3">
                <a:alpha val="84705"/>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8" name="Google Shape;18;p57"/>
          <p:cNvSpPr/>
          <p:nvPr/>
        </p:nvSpPr>
        <p:spPr>
          <a:xfrm rot="2315675">
            <a:off x="-312428" y="1055077"/>
            <a:ext cx="1125717" cy="1102624"/>
          </a:xfrm>
          <a:prstGeom prst="donut">
            <a:avLst>
              <a:gd fmla="val 11833" name="adj"/>
            </a:avLst>
          </a:prstGeom>
          <a:gradFill>
            <a:gsLst>
              <a:gs pos="0">
                <a:srgbClr val="FAFAFA">
                  <a:alpha val="69803"/>
                </a:srgbClr>
              </a:gs>
              <a:gs pos="70000">
                <a:srgbClr val="FDFDFD">
                  <a:alpha val="54901"/>
                </a:srgbClr>
              </a:gs>
              <a:gs pos="100000">
                <a:srgbClr val="C2C2C2">
                  <a:alpha val="60000"/>
                </a:srgbClr>
              </a:gs>
            </a:gsLst>
            <a:path path="circle">
              <a:fillToRect b="100%" r="100%"/>
            </a:path>
            <a:tileRect l="-100%" t="-100%"/>
          </a:gradFill>
          <a:ln cap="rnd" cmpd="sng" w="9525">
            <a:solidFill>
              <a:srgbClr val="AFAFAF"/>
            </a:solidFill>
            <a:prstDash val="solid"/>
            <a:round/>
            <a:headEnd len="sm" w="sm" type="none"/>
            <a:tailEnd len="sm" w="sm" type="none"/>
          </a:ln>
          <a:effectLst>
            <a:outerShdw blurRad="12700" rotWithShape="0" algn="tl" dir="4500000" dist="15000">
              <a:srgbClr val="4D4D4D">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Georgia"/>
              <a:buNone/>
            </a:pPr>
            <a:r>
              <a:t/>
            </a:r>
            <a:endParaRPr b="0" i="0" sz="1800" u="none" cap="none" strike="noStrike">
              <a:solidFill>
                <a:srgbClr val="FFFFFF"/>
              </a:solidFill>
              <a:latin typeface="Times New Roman"/>
              <a:ea typeface="Times New Roman"/>
              <a:cs typeface="Times New Roman"/>
              <a:sym typeface="Times New Roman"/>
            </a:endParaRPr>
          </a:p>
        </p:txBody>
      </p:sp>
      <p:sp>
        <p:nvSpPr>
          <p:cNvPr id="19" name="Google Shape;19;p57"/>
          <p:cNvSpPr/>
          <p:nvPr/>
        </p:nvSpPr>
        <p:spPr>
          <a:xfrm>
            <a:off x="5407025" y="496887"/>
            <a:ext cx="3063875" cy="28575"/>
          </a:xfrm>
          <a:prstGeom prst="roundRect">
            <a:avLst>
              <a:gd fmla="val 16667" name="adj"/>
            </a:avLst>
          </a:prstGeom>
          <a:blipFill rotWithShape="1">
            <a:blip r:embed="rId1">
              <a:alphaModFix/>
            </a:blip>
            <a:stretch>
              <a:fillRect b="0" l="0" r="0" t="0"/>
            </a:stretch>
          </a:blip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20" name="Google Shape;20;p57"/>
          <p:cNvSpPr txBox="1"/>
          <p:nvPr>
            <p:ph type="title"/>
          </p:nvPr>
        </p:nvSpPr>
        <p:spPr>
          <a:xfrm>
            <a:off x="457200" y="304800"/>
            <a:ext cx="8229600" cy="1066800"/>
          </a:xfrm>
          <a:prstGeom prst="rect">
            <a:avLst/>
          </a:prstGeom>
          <a:solidFill>
            <a:schemeClr val="lt1">
              <a:alpha val="53725"/>
            </a:schemeClr>
          </a:solid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9pPr>
          </a:lstStyle>
          <a:p/>
        </p:txBody>
      </p:sp>
      <p:sp>
        <p:nvSpPr>
          <p:cNvPr id="21" name="Google Shape;21;p57"/>
          <p:cNvSpPr txBox="1"/>
          <p:nvPr>
            <p:ph idx="1" type="body"/>
          </p:nvPr>
        </p:nvSpPr>
        <p:spPr>
          <a:xfrm>
            <a:off x="457200" y="1600200"/>
            <a:ext cx="8229600" cy="4897437"/>
          </a:xfrm>
          <a:prstGeom prst="rect">
            <a:avLst/>
          </a:prstGeom>
          <a:solidFill>
            <a:schemeClr val="lt1">
              <a:alpha val="29803"/>
            </a:schemeClr>
          </a:solid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0070C0"/>
              </a:buClr>
              <a:buSzPts val="2800"/>
              <a:buFont typeface="Noto Sans Symbols"/>
              <a:buChar char="▪"/>
              <a:defRPr b="0" i="0" sz="2800" u="none" cap="none" strike="noStrike">
                <a:solidFill>
                  <a:schemeClr val="dk1"/>
                </a:solidFill>
                <a:latin typeface="Cambria"/>
                <a:ea typeface="Cambria"/>
                <a:cs typeface="Cambria"/>
                <a:sym typeface="Cambria"/>
              </a:defRPr>
            </a:lvl1pPr>
            <a:lvl2pPr indent="-393700" lvl="1" marL="914400" marR="0" rtl="0" algn="l">
              <a:spcBef>
                <a:spcPts val="600"/>
              </a:spcBef>
              <a:spcAft>
                <a:spcPts val="0"/>
              </a:spcAft>
              <a:buClr>
                <a:srgbClr val="0070C0"/>
              </a:buClr>
              <a:buSzPts val="2600"/>
              <a:buFont typeface="Noto Sans Symbols"/>
              <a:buChar char="▪"/>
              <a:defRPr b="0" i="0" sz="2600" u="none" cap="none" strike="noStrike">
                <a:solidFill>
                  <a:schemeClr val="dk1"/>
                </a:solidFill>
                <a:latin typeface="Cambria"/>
                <a:ea typeface="Cambria"/>
                <a:cs typeface="Cambria"/>
                <a:sym typeface="Cambria"/>
              </a:defRPr>
            </a:lvl2pPr>
            <a:lvl3pPr indent="-381000" lvl="2" marL="1371600" marR="0" rtl="0" algn="l">
              <a:spcBef>
                <a:spcPts val="600"/>
              </a:spcBef>
              <a:spcAft>
                <a:spcPts val="0"/>
              </a:spcAft>
              <a:buClr>
                <a:srgbClr val="0070C0"/>
              </a:buClr>
              <a:buSzPts val="2400"/>
              <a:buFont typeface="Noto Sans Symbols"/>
              <a:buChar char="▪"/>
              <a:defRPr b="0" i="0" sz="2400" u="none" cap="none" strike="noStrike">
                <a:solidFill>
                  <a:schemeClr val="dk1"/>
                </a:solidFill>
                <a:latin typeface="Cambria"/>
                <a:ea typeface="Cambria"/>
                <a:cs typeface="Cambria"/>
                <a:sym typeface="Cambria"/>
              </a:defRPr>
            </a:lvl3pPr>
            <a:lvl4pPr indent="-368300" lvl="3" marL="1828800" marR="0" rtl="0" algn="l">
              <a:spcBef>
                <a:spcPts val="600"/>
              </a:spcBef>
              <a:spcAft>
                <a:spcPts val="0"/>
              </a:spcAft>
              <a:buClr>
                <a:srgbClr val="0070C0"/>
              </a:buClr>
              <a:buSzPts val="2200"/>
              <a:buFont typeface="Noto Sans Symbols"/>
              <a:buChar char="▪"/>
              <a:defRPr b="0" i="0" sz="2200" u="none" cap="none" strike="noStrike">
                <a:solidFill>
                  <a:schemeClr val="dk1"/>
                </a:solidFill>
                <a:latin typeface="Cambria"/>
                <a:ea typeface="Cambria"/>
                <a:cs typeface="Cambria"/>
                <a:sym typeface="Cambria"/>
              </a:defRPr>
            </a:lvl4pPr>
            <a:lvl5pPr indent="-355600" lvl="4" marL="2286000" marR="0" rtl="0" algn="l">
              <a:spcBef>
                <a:spcPts val="600"/>
              </a:spcBef>
              <a:spcAft>
                <a:spcPts val="0"/>
              </a:spcAft>
              <a:buClr>
                <a:srgbClr val="0070C0"/>
              </a:buClr>
              <a:buSzPts val="2000"/>
              <a:buFont typeface="Noto Sans Symbols"/>
              <a:buChar char="▪"/>
              <a:defRPr b="0" i="0" sz="2000" u="none" cap="none" strike="noStrike">
                <a:solidFill>
                  <a:schemeClr val="dk1"/>
                </a:solidFill>
                <a:latin typeface="Cambria"/>
                <a:ea typeface="Cambria"/>
                <a:cs typeface="Cambria"/>
                <a:sym typeface="Cambria"/>
              </a:defRPr>
            </a:lvl5pPr>
            <a:lvl6pPr indent="-342900" lvl="5" marL="2743200" marR="0" rtl="0" algn="l">
              <a:spcBef>
                <a:spcPts val="600"/>
              </a:spcBef>
              <a:spcAft>
                <a:spcPts val="0"/>
              </a:spcAft>
              <a:buClr>
                <a:schemeClr val="accent3"/>
              </a:buClr>
              <a:buSzPts val="1800"/>
              <a:buFont typeface="Georgia"/>
              <a:buChar char="▫"/>
              <a:defRPr b="0" i="0" sz="1800" u="none" cap="none" strike="noStrike">
                <a:solidFill>
                  <a:schemeClr val="accent3"/>
                </a:solidFill>
                <a:latin typeface="Times New Roman"/>
                <a:ea typeface="Times New Roman"/>
                <a:cs typeface="Times New Roman"/>
                <a:sym typeface="Times New Roman"/>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Times New Roman"/>
                <a:ea typeface="Times New Roman"/>
                <a:cs typeface="Times New Roman"/>
                <a:sym typeface="Times New Roman"/>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Times New Roman"/>
                <a:ea typeface="Times New Roman"/>
                <a:cs typeface="Times New Roman"/>
                <a:sym typeface="Times New Roman"/>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Times New Roman"/>
                <a:ea typeface="Times New Roman"/>
                <a:cs typeface="Times New Roman"/>
                <a:sym typeface="Times New Roman"/>
              </a:defRPr>
            </a:lvl9pPr>
          </a:lstStyle>
          <a:p/>
        </p:txBody>
      </p:sp>
      <p:sp>
        <p:nvSpPr>
          <p:cNvPr id="22" name="Google Shape;22;p57"/>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23" name="Google Shape;23;p57"/>
          <p:cNvSpPr/>
          <p:nvPr/>
        </p:nvSpPr>
        <p:spPr>
          <a:xfrm>
            <a:off x="-815975" y="-815975"/>
            <a:ext cx="1638300" cy="1638300"/>
          </a:xfrm>
          <a:custGeom>
            <a:rect b="b" l="l" r="r" t="t"/>
            <a:pathLst>
              <a:path extrusionOk="0" h="1638300" w="1638300">
                <a:moveTo>
                  <a:pt x="1638300" y="819150"/>
                </a:moveTo>
                <a:cubicBezTo>
                  <a:pt x="1638300" y="1036490"/>
                  <a:pt x="1551928" y="1244920"/>
                  <a:pt x="1398198" y="1398555"/>
                </a:cubicBezTo>
                <a:cubicBezTo>
                  <a:pt x="1244468" y="1552190"/>
                  <a:pt x="1035985" y="1638434"/>
                  <a:pt x="818645" y="1638300"/>
                </a:cubicBezTo>
                <a:cubicBezTo>
                  <a:pt x="818813" y="1365250"/>
                  <a:pt x="818982" y="1092200"/>
                  <a:pt x="819150" y="819150"/>
                </a:cubicBezTo>
                <a:lnTo>
                  <a:pt x="1638300" y="819150"/>
                </a:lnTo>
                <a:close/>
              </a:path>
            </a:pathLst>
          </a:custGeom>
          <a:solidFill>
            <a:srgbClr val="F9F9F9">
              <a:alpha val="32549"/>
            </a:srgbClr>
          </a:solidFill>
          <a:ln cap="rnd" cmpd="sng" w="9525">
            <a:solidFill>
              <a:srgbClr val="BDBDB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 name="Shape 51"/>
        <p:cNvGrpSpPr/>
        <p:nvPr/>
      </p:nvGrpSpPr>
      <p:grpSpPr>
        <a:xfrm>
          <a:off x="0" y="0"/>
          <a:ext cx="0" cy="0"/>
          <a:chOff x="0" y="0"/>
          <a:chExt cx="0" cy="0"/>
        </a:xfrm>
      </p:grpSpPr>
      <p:sp>
        <p:nvSpPr>
          <p:cNvPr id="52" name="Google Shape;52;p59"/>
          <p:cNvSpPr/>
          <p:nvPr/>
        </p:nvSpPr>
        <p:spPr>
          <a:xfrm>
            <a:off x="5407025" y="496887"/>
            <a:ext cx="3063875" cy="28575"/>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53" name="Google Shape;53;p59"/>
          <p:cNvSpPr txBox="1"/>
          <p:nvPr/>
        </p:nvSpPr>
        <p:spPr>
          <a:xfrm>
            <a:off x="0" y="0"/>
            <a:ext cx="9144000" cy="381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54" name="Google Shape;54;p59"/>
          <p:cNvSpPr txBox="1"/>
          <p:nvPr/>
        </p:nvSpPr>
        <p:spPr>
          <a:xfrm>
            <a:off x="0" y="7937"/>
            <a:ext cx="9144000" cy="220662"/>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55" name="Google Shape;55;p59"/>
          <p:cNvSpPr txBox="1"/>
          <p:nvPr/>
        </p:nvSpPr>
        <p:spPr>
          <a:xfrm>
            <a:off x="0" y="381000"/>
            <a:ext cx="9144000" cy="58737"/>
          </a:xfrm>
          <a:prstGeom prst="rect">
            <a:avLst/>
          </a:prstGeom>
          <a:solidFill>
            <a:srgbClr val="BED3E1">
              <a:alpha val="4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56" name="Google Shape;56;p59"/>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9pPr>
          </a:lstStyle>
          <a:p/>
        </p:txBody>
      </p:sp>
      <p:sp>
        <p:nvSpPr>
          <p:cNvPr id="57" name="Google Shape;57;p59"/>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0070C0"/>
              </a:buClr>
              <a:buSzPts val="2800"/>
              <a:buFont typeface="Noto Sans Symbols"/>
              <a:buChar char="▪"/>
              <a:defRPr b="0" i="0" sz="2800" u="none" cap="none" strike="noStrike">
                <a:solidFill>
                  <a:schemeClr val="dk1"/>
                </a:solidFill>
                <a:latin typeface="Times New Roman"/>
                <a:ea typeface="Times New Roman"/>
                <a:cs typeface="Times New Roman"/>
                <a:sym typeface="Times New Roman"/>
              </a:defRPr>
            </a:lvl1pPr>
            <a:lvl2pPr indent="-393700" lvl="1" marL="914400" marR="0" rtl="0" algn="l">
              <a:spcBef>
                <a:spcPts val="600"/>
              </a:spcBef>
              <a:spcAft>
                <a:spcPts val="0"/>
              </a:spcAft>
              <a:buClr>
                <a:srgbClr val="0070C0"/>
              </a:buClr>
              <a:buSzPts val="2600"/>
              <a:buFont typeface="Noto Sans Symbols"/>
              <a:buChar char="▪"/>
              <a:defRPr b="0" i="0" sz="26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600"/>
              </a:spcBef>
              <a:spcAft>
                <a:spcPts val="0"/>
              </a:spcAft>
              <a:buClr>
                <a:srgbClr val="0070C0"/>
              </a:buClr>
              <a:buSzPts val="240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68300" lvl="3" marL="1828800" marR="0" rtl="0" algn="l">
              <a:spcBef>
                <a:spcPts val="600"/>
              </a:spcBef>
              <a:spcAft>
                <a:spcPts val="0"/>
              </a:spcAft>
              <a:buClr>
                <a:srgbClr val="0070C0"/>
              </a:buClr>
              <a:buSzPts val="2200"/>
              <a:buFont typeface="Noto Sans Symbols"/>
              <a:buChar char="▪"/>
              <a:defRPr b="0" i="0" sz="22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600"/>
              </a:spcBef>
              <a:spcAft>
                <a:spcPts val="0"/>
              </a:spcAft>
              <a:buClr>
                <a:srgbClr val="0070C0"/>
              </a:buClr>
              <a:buSzPts val="20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spcBef>
                <a:spcPts val="6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58" name="Google Shape;58;p59"/>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59" name="Google Shape;59;p59"/>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60" name="Google Shape;60;p59"/>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 name="Shape 67"/>
        <p:cNvGrpSpPr/>
        <p:nvPr/>
      </p:nvGrpSpPr>
      <p:grpSpPr>
        <a:xfrm>
          <a:off x="0" y="0"/>
          <a:ext cx="0" cy="0"/>
          <a:chOff x="0" y="0"/>
          <a:chExt cx="0" cy="0"/>
        </a:xfrm>
      </p:grpSpPr>
      <p:sp>
        <p:nvSpPr>
          <p:cNvPr id="68" name="Google Shape;68;p66"/>
          <p:cNvSpPr/>
          <p:nvPr/>
        </p:nvSpPr>
        <p:spPr>
          <a:xfrm>
            <a:off x="5407025" y="496887"/>
            <a:ext cx="3063875" cy="28575"/>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69" name="Google Shape;69;p66"/>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9pPr>
          </a:lstStyle>
          <a:p/>
        </p:txBody>
      </p:sp>
      <p:sp>
        <p:nvSpPr>
          <p:cNvPr id="70" name="Google Shape;70;p66"/>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0070C0"/>
              </a:buClr>
              <a:buSzPts val="2800"/>
              <a:buFont typeface="Noto Sans Symbols"/>
              <a:buChar char="▪"/>
              <a:defRPr b="0" i="0" sz="2800" u="none" cap="none" strike="noStrike">
                <a:solidFill>
                  <a:schemeClr val="dk1"/>
                </a:solidFill>
                <a:latin typeface="Times New Roman"/>
                <a:ea typeface="Times New Roman"/>
                <a:cs typeface="Times New Roman"/>
                <a:sym typeface="Times New Roman"/>
              </a:defRPr>
            </a:lvl1pPr>
            <a:lvl2pPr indent="-393700" lvl="1" marL="914400" marR="0" rtl="0" algn="l">
              <a:spcBef>
                <a:spcPts val="600"/>
              </a:spcBef>
              <a:spcAft>
                <a:spcPts val="0"/>
              </a:spcAft>
              <a:buClr>
                <a:srgbClr val="0070C0"/>
              </a:buClr>
              <a:buSzPts val="2600"/>
              <a:buFont typeface="Noto Sans Symbols"/>
              <a:buChar char="▪"/>
              <a:defRPr b="0" i="0" sz="26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600"/>
              </a:spcBef>
              <a:spcAft>
                <a:spcPts val="0"/>
              </a:spcAft>
              <a:buClr>
                <a:srgbClr val="0070C0"/>
              </a:buClr>
              <a:buSzPts val="240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68300" lvl="3" marL="1828800" marR="0" rtl="0" algn="l">
              <a:spcBef>
                <a:spcPts val="600"/>
              </a:spcBef>
              <a:spcAft>
                <a:spcPts val="0"/>
              </a:spcAft>
              <a:buClr>
                <a:srgbClr val="0070C0"/>
              </a:buClr>
              <a:buSzPts val="2200"/>
              <a:buFont typeface="Noto Sans Symbols"/>
              <a:buChar char="▪"/>
              <a:defRPr b="0" i="0" sz="22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600"/>
              </a:spcBef>
              <a:spcAft>
                <a:spcPts val="0"/>
              </a:spcAft>
              <a:buClr>
                <a:srgbClr val="0070C0"/>
              </a:buClr>
              <a:buSzPts val="20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spcBef>
                <a:spcPts val="6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71" name="Google Shape;71;p66"/>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72" name="Google Shape;72;p66"/>
          <p:cNvSpPr txBox="1"/>
          <p:nvPr/>
        </p:nvSpPr>
        <p:spPr>
          <a:xfrm>
            <a:off x="0" y="0"/>
            <a:ext cx="9144000" cy="381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73" name="Google Shape;73;p66"/>
          <p:cNvSpPr txBox="1"/>
          <p:nvPr/>
        </p:nvSpPr>
        <p:spPr>
          <a:xfrm>
            <a:off x="0" y="7937"/>
            <a:ext cx="9144000" cy="220662"/>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74" name="Google Shape;74;p66"/>
          <p:cNvSpPr txBox="1"/>
          <p:nvPr/>
        </p:nvSpPr>
        <p:spPr>
          <a:xfrm>
            <a:off x="0" y="381000"/>
            <a:ext cx="9144000" cy="58737"/>
          </a:xfrm>
          <a:prstGeom prst="rect">
            <a:avLst/>
          </a:prstGeom>
          <a:solidFill>
            <a:srgbClr val="BED3E1">
              <a:alpha val="4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sp>
        <p:nvSpPr>
          <p:cNvPr id="76" name="Google Shape;76;p67"/>
          <p:cNvSpPr txBox="1"/>
          <p:nvPr/>
        </p:nvSpPr>
        <p:spPr>
          <a:xfrm flipH="1" rot="10800000">
            <a:off x="0" y="4137025"/>
            <a:ext cx="9144000" cy="46037"/>
          </a:xfrm>
          <a:prstGeom prst="rect">
            <a:avLst/>
          </a:prstGeom>
          <a:solidFill>
            <a:schemeClr val="accent2">
              <a:alpha val="59607"/>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77" name="Google Shape;77;p67"/>
          <p:cNvSpPr/>
          <p:nvPr/>
        </p:nvSpPr>
        <p:spPr>
          <a:xfrm>
            <a:off x="5410200" y="3962400"/>
            <a:ext cx="3063875" cy="26987"/>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78" name="Google Shape;78;p67"/>
          <p:cNvSpPr/>
          <p:nvPr/>
        </p:nvSpPr>
        <p:spPr>
          <a:xfrm>
            <a:off x="7377112" y="4060825"/>
            <a:ext cx="1600200" cy="3651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79" name="Google Shape;79;p67"/>
          <p:cNvSpPr txBox="1"/>
          <p:nvPr/>
        </p:nvSpPr>
        <p:spPr>
          <a:xfrm>
            <a:off x="0" y="3962400"/>
            <a:ext cx="9144000" cy="244475"/>
          </a:xfrm>
          <a:prstGeom prst="rect">
            <a:avLst/>
          </a:prstGeom>
          <a:solidFill>
            <a:srgbClr val="BED3E1">
              <a:alpha val="4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80" name="Google Shape;80;p67"/>
          <p:cNvSpPr txBox="1"/>
          <p:nvPr/>
        </p:nvSpPr>
        <p:spPr>
          <a:xfrm>
            <a:off x="0" y="3970337"/>
            <a:ext cx="9144000" cy="141287"/>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81" name="Google Shape;81;p67"/>
          <p:cNvSpPr txBox="1"/>
          <p:nvPr/>
        </p:nvSpPr>
        <p:spPr>
          <a:xfrm>
            <a:off x="0" y="0"/>
            <a:ext cx="9144000" cy="3970337"/>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pic>
        <p:nvPicPr>
          <p:cNvPr id="82" name="Google Shape;82;p67"/>
          <p:cNvPicPr preferRelativeResize="0"/>
          <p:nvPr/>
        </p:nvPicPr>
        <p:blipFill rotWithShape="1">
          <a:blip r:embed="rId1">
            <a:alphaModFix/>
          </a:blip>
          <a:srcRect b="0" l="0" r="0" t="0"/>
          <a:stretch/>
        </p:blipFill>
        <p:spPr>
          <a:xfrm>
            <a:off x="1257300" y="77787"/>
            <a:ext cx="6629400" cy="3854450"/>
          </a:xfrm>
          <a:prstGeom prst="rect">
            <a:avLst/>
          </a:prstGeom>
          <a:noFill/>
          <a:ln>
            <a:noFill/>
          </a:ln>
        </p:spPr>
      </p:pic>
      <p:sp>
        <p:nvSpPr>
          <p:cNvPr id="83" name="Google Shape;83;p67"/>
          <p:cNvSpPr txBox="1"/>
          <p:nvPr/>
        </p:nvSpPr>
        <p:spPr>
          <a:xfrm>
            <a:off x="1257300" y="117475"/>
            <a:ext cx="6629400" cy="7080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000"/>
              <a:buFont typeface="Georgia"/>
              <a:buNone/>
            </a:pPr>
            <a:r>
              <a:rPr b="1" i="0" lang="en-US" sz="2000" u="none">
                <a:solidFill>
                  <a:schemeClr val="lt1"/>
                </a:solidFill>
                <a:latin typeface="Georgia"/>
                <a:ea typeface="Georgia"/>
                <a:cs typeface="Georgia"/>
                <a:sym typeface="Georgia"/>
              </a:rPr>
              <a:t>Database Systems</a:t>
            </a:r>
            <a:endParaRPr/>
          </a:p>
          <a:p>
            <a:pPr indent="0" lvl="0" marL="0" marR="0" rtl="0" algn="ctr">
              <a:lnSpc>
                <a:spcPct val="100000"/>
              </a:lnSpc>
              <a:spcBef>
                <a:spcPts val="0"/>
              </a:spcBef>
              <a:spcAft>
                <a:spcPts val="0"/>
              </a:spcAft>
              <a:buClr>
                <a:schemeClr val="lt1"/>
              </a:buClr>
              <a:buSzPts val="2000"/>
              <a:buFont typeface="Georgia"/>
              <a:buNone/>
            </a:pPr>
            <a:r>
              <a:rPr b="1" i="0" lang="en-US" sz="2000" u="none">
                <a:solidFill>
                  <a:schemeClr val="lt1"/>
                </a:solidFill>
                <a:latin typeface="Georgia"/>
                <a:ea typeface="Georgia"/>
                <a:cs typeface="Georgia"/>
                <a:sym typeface="Georgia"/>
              </a:rPr>
              <a:t>Design, Implementation, and Management</a:t>
            </a:r>
            <a:endParaRPr/>
          </a:p>
        </p:txBody>
      </p:sp>
      <p:sp>
        <p:nvSpPr>
          <p:cNvPr id="84" name="Google Shape;84;p67"/>
          <p:cNvSpPr txBox="1"/>
          <p:nvPr/>
        </p:nvSpPr>
        <p:spPr>
          <a:xfrm>
            <a:off x="5638800" y="3505200"/>
            <a:ext cx="2195512" cy="36988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800"/>
              <a:buFont typeface="Georgia"/>
              <a:buNone/>
            </a:pPr>
            <a:r>
              <a:rPr b="1" i="0" lang="en-US" sz="1800" u="none">
                <a:solidFill>
                  <a:schemeClr val="lt1"/>
                </a:solidFill>
                <a:latin typeface="Georgia"/>
                <a:ea typeface="Georgia"/>
                <a:cs typeface="Georgia"/>
                <a:sym typeface="Georgia"/>
              </a:rPr>
              <a:t>Coronel | Morris</a:t>
            </a:r>
            <a:endParaRPr/>
          </a:p>
        </p:txBody>
      </p:sp>
      <p:sp>
        <p:nvSpPr>
          <p:cNvPr id="85" name="Google Shape;85;p67"/>
          <p:cNvSpPr txBox="1"/>
          <p:nvPr/>
        </p:nvSpPr>
        <p:spPr>
          <a:xfrm>
            <a:off x="76200" y="77787"/>
            <a:ext cx="762000"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imes New Roman"/>
              <a:buNone/>
            </a:pPr>
            <a:r>
              <a:rPr b="0" i="0" lang="en-US" sz="1600" u="none">
                <a:solidFill>
                  <a:schemeClr val="lt1"/>
                </a:solidFill>
                <a:latin typeface="Times New Roman"/>
                <a:ea typeface="Times New Roman"/>
                <a:cs typeface="Times New Roman"/>
                <a:sym typeface="Times New Roman"/>
              </a:rPr>
              <a:t>11e</a:t>
            </a:r>
            <a:endParaRPr/>
          </a:p>
        </p:txBody>
      </p:sp>
      <p:sp>
        <p:nvSpPr>
          <p:cNvPr id="86" name="Google Shape;86;p67"/>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9pPr>
          </a:lstStyle>
          <a:p/>
        </p:txBody>
      </p:sp>
      <p:sp>
        <p:nvSpPr>
          <p:cNvPr id="87" name="Google Shape;87;p67"/>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0070C0"/>
              </a:buClr>
              <a:buSzPts val="2800"/>
              <a:buFont typeface="Noto Sans Symbols"/>
              <a:buChar char="▪"/>
              <a:defRPr b="0" i="0" sz="2800" u="none" cap="none" strike="noStrike">
                <a:solidFill>
                  <a:schemeClr val="dk1"/>
                </a:solidFill>
                <a:latin typeface="Times New Roman"/>
                <a:ea typeface="Times New Roman"/>
                <a:cs typeface="Times New Roman"/>
                <a:sym typeface="Times New Roman"/>
              </a:defRPr>
            </a:lvl1pPr>
            <a:lvl2pPr indent="-393700" lvl="1" marL="914400" marR="0" rtl="0" algn="l">
              <a:spcBef>
                <a:spcPts val="600"/>
              </a:spcBef>
              <a:spcAft>
                <a:spcPts val="0"/>
              </a:spcAft>
              <a:buClr>
                <a:srgbClr val="0070C0"/>
              </a:buClr>
              <a:buSzPts val="2600"/>
              <a:buFont typeface="Noto Sans Symbols"/>
              <a:buChar char="▪"/>
              <a:defRPr b="0" i="0" sz="26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600"/>
              </a:spcBef>
              <a:spcAft>
                <a:spcPts val="0"/>
              </a:spcAft>
              <a:buClr>
                <a:srgbClr val="0070C0"/>
              </a:buClr>
              <a:buSzPts val="240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68300" lvl="3" marL="1828800" marR="0" rtl="0" algn="l">
              <a:spcBef>
                <a:spcPts val="600"/>
              </a:spcBef>
              <a:spcAft>
                <a:spcPts val="0"/>
              </a:spcAft>
              <a:buClr>
                <a:srgbClr val="0070C0"/>
              </a:buClr>
              <a:buSzPts val="2200"/>
              <a:buFont typeface="Noto Sans Symbols"/>
              <a:buChar char="▪"/>
              <a:defRPr b="0" i="0" sz="22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600"/>
              </a:spcBef>
              <a:spcAft>
                <a:spcPts val="0"/>
              </a:spcAft>
              <a:buClr>
                <a:srgbClr val="0070C0"/>
              </a:buClr>
              <a:buSzPts val="20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spcBef>
                <a:spcPts val="6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Tree>
  </p:cSld>
  <p:clrMap accent1="accent1" accent2="accent2" accent3="accent3" accent4="accent4" accent5="accent5" accent6="accent6" bg1="lt1" bg2="dk2" tx1="dk1" tx2="lt2" folHlink="folHlink" hlink="hlink"/>
  <p:sldLayoutIdLst>
    <p:sldLayoutId id="214748366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sp>
        <p:nvSpPr>
          <p:cNvPr id="91" name="Google Shape;91;p69"/>
          <p:cNvSpPr/>
          <p:nvPr/>
        </p:nvSpPr>
        <p:spPr>
          <a:xfrm>
            <a:off x="5407025" y="496887"/>
            <a:ext cx="3063875" cy="28575"/>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92" name="Google Shape;92;p69"/>
          <p:cNvSpPr txBox="1"/>
          <p:nvPr/>
        </p:nvSpPr>
        <p:spPr>
          <a:xfrm>
            <a:off x="0" y="0"/>
            <a:ext cx="9144000" cy="381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93" name="Google Shape;93;p69"/>
          <p:cNvSpPr txBox="1"/>
          <p:nvPr/>
        </p:nvSpPr>
        <p:spPr>
          <a:xfrm>
            <a:off x="0" y="7937"/>
            <a:ext cx="9144000" cy="220662"/>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94" name="Google Shape;94;p69"/>
          <p:cNvSpPr txBox="1"/>
          <p:nvPr/>
        </p:nvSpPr>
        <p:spPr>
          <a:xfrm>
            <a:off x="0" y="381000"/>
            <a:ext cx="9144000" cy="58737"/>
          </a:xfrm>
          <a:prstGeom prst="rect">
            <a:avLst/>
          </a:prstGeom>
          <a:solidFill>
            <a:srgbClr val="BED3E1">
              <a:alpha val="4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95" name="Google Shape;95;p69"/>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9pPr>
          </a:lstStyle>
          <a:p/>
        </p:txBody>
      </p:sp>
      <p:sp>
        <p:nvSpPr>
          <p:cNvPr id="96" name="Google Shape;96;p69"/>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0070C0"/>
              </a:buClr>
              <a:buSzPts val="2800"/>
              <a:buFont typeface="Noto Sans Symbols"/>
              <a:buChar char="▪"/>
              <a:defRPr b="0" i="0" sz="2800" u="none" cap="none" strike="noStrike">
                <a:solidFill>
                  <a:schemeClr val="dk1"/>
                </a:solidFill>
                <a:latin typeface="Times New Roman"/>
                <a:ea typeface="Times New Roman"/>
                <a:cs typeface="Times New Roman"/>
                <a:sym typeface="Times New Roman"/>
              </a:defRPr>
            </a:lvl1pPr>
            <a:lvl2pPr indent="-393700" lvl="1" marL="914400" marR="0" rtl="0" algn="l">
              <a:spcBef>
                <a:spcPts val="600"/>
              </a:spcBef>
              <a:spcAft>
                <a:spcPts val="0"/>
              </a:spcAft>
              <a:buClr>
                <a:srgbClr val="0070C0"/>
              </a:buClr>
              <a:buSzPts val="2600"/>
              <a:buFont typeface="Noto Sans Symbols"/>
              <a:buChar char="▪"/>
              <a:defRPr b="0" i="0" sz="26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600"/>
              </a:spcBef>
              <a:spcAft>
                <a:spcPts val="0"/>
              </a:spcAft>
              <a:buClr>
                <a:srgbClr val="0070C0"/>
              </a:buClr>
              <a:buSzPts val="240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68300" lvl="3" marL="1828800" marR="0" rtl="0" algn="l">
              <a:spcBef>
                <a:spcPts val="600"/>
              </a:spcBef>
              <a:spcAft>
                <a:spcPts val="0"/>
              </a:spcAft>
              <a:buClr>
                <a:srgbClr val="0070C0"/>
              </a:buClr>
              <a:buSzPts val="2200"/>
              <a:buFont typeface="Noto Sans Symbols"/>
              <a:buChar char="▪"/>
              <a:defRPr b="0" i="0" sz="22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600"/>
              </a:spcBef>
              <a:spcAft>
                <a:spcPts val="0"/>
              </a:spcAft>
              <a:buClr>
                <a:srgbClr val="0070C0"/>
              </a:buClr>
              <a:buSzPts val="20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spcBef>
                <a:spcPts val="6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97" name="Google Shape;97;p69"/>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98" name="Google Shape;98;p69"/>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99" name="Google Shape;99;p69"/>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sp>
        <p:nvSpPr>
          <p:cNvPr id="107" name="Google Shape;107;p71"/>
          <p:cNvSpPr/>
          <p:nvPr/>
        </p:nvSpPr>
        <p:spPr>
          <a:xfrm>
            <a:off x="5407025" y="496887"/>
            <a:ext cx="3063875" cy="28575"/>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08" name="Google Shape;108;p71"/>
          <p:cNvSpPr txBox="1"/>
          <p:nvPr/>
        </p:nvSpPr>
        <p:spPr>
          <a:xfrm>
            <a:off x="0" y="0"/>
            <a:ext cx="9144000" cy="381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09" name="Google Shape;109;p71"/>
          <p:cNvSpPr txBox="1"/>
          <p:nvPr/>
        </p:nvSpPr>
        <p:spPr>
          <a:xfrm>
            <a:off x="0" y="7937"/>
            <a:ext cx="9144000" cy="220662"/>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10" name="Google Shape;110;p71"/>
          <p:cNvSpPr txBox="1"/>
          <p:nvPr/>
        </p:nvSpPr>
        <p:spPr>
          <a:xfrm>
            <a:off x="0" y="381000"/>
            <a:ext cx="9144000" cy="58737"/>
          </a:xfrm>
          <a:prstGeom prst="rect">
            <a:avLst/>
          </a:prstGeom>
          <a:solidFill>
            <a:srgbClr val="BED3E1">
              <a:alpha val="4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11" name="Google Shape;111;p71"/>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9pPr>
          </a:lstStyle>
          <a:p/>
        </p:txBody>
      </p:sp>
      <p:sp>
        <p:nvSpPr>
          <p:cNvPr id="112" name="Google Shape;112;p71"/>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0070C0"/>
              </a:buClr>
              <a:buSzPts val="2800"/>
              <a:buFont typeface="Noto Sans Symbols"/>
              <a:buChar char="▪"/>
              <a:defRPr b="0" i="0" sz="2800" u="none" cap="none" strike="noStrike">
                <a:solidFill>
                  <a:schemeClr val="dk1"/>
                </a:solidFill>
                <a:latin typeface="Times New Roman"/>
                <a:ea typeface="Times New Roman"/>
                <a:cs typeface="Times New Roman"/>
                <a:sym typeface="Times New Roman"/>
              </a:defRPr>
            </a:lvl1pPr>
            <a:lvl2pPr indent="-393700" lvl="1" marL="914400" marR="0" rtl="0" algn="l">
              <a:spcBef>
                <a:spcPts val="600"/>
              </a:spcBef>
              <a:spcAft>
                <a:spcPts val="0"/>
              </a:spcAft>
              <a:buClr>
                <a:srgbClr val="0070C0"/>
              </a:buClr>
              <a:buSzPts val="2600"/>
              <a:buFont typeface="Noto Sans Symbols"/>
              <a:buChar char="▪"/>
              <a:defRPr b="0" i="0" sz="26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600"/>
              </a:spcBef>
              <a:spcAft>
                <a:spcPts val="0"/>
              </a:spcAft>
              <a:buClr>
                <a:srgbClr val="0070C0"/>
              </a:buClr>
              <a:buSzPts val="240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68300" lvl="3" marL="1828800" marR="0" rtl="0" algn="l">
              <a:spcBef>
                <a:spcPts val="600"/>
              </a:spcBef>
              <a:spcAft>
                <a:spcPts val="0"/>
              </a:spcAft>
              <a:buClr>
                <a:srgbClr val="0070C0"/>
              </a:buClr>
              <a:buSzPts val="2200"/>
              <a:buFont typeface="Noto Sans Symbols"/>
              <a:buChar char="▪"/>
              <a:defRPr b="0" i="0" sz="22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600"/>
              </a:spcBef>
              <a:spcAft>
                <a:spcPts val="0"/>
              </a:spcAft>
              <a:buClr>
                <a:srgbClr val="0070C0"/>
              </a:buClr>
              <a:buSzPts val="20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spcBef>
                <a:spcPts val="6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113" name="Google Shape;113;p71"/>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114" name="Google Shape;114;p71"/>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115" name="Google Shape;115;p71"/>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3" name="Shape 123"/>
        <p:cNvGrpSpPr/>
        <p:nvPr/>
      </p:nvGrpSpPr>
      <p:grpSpPr>
        <a:xfrm>
          <a:off x="0" y="0"/>
          <a:ext cx="0" cy="0"/>
          <a:chOff x="0" y="0"/>
          <a:chExt cx="0" cy="0"/>
        </a:xfrm>
      </p:grpSpPr>
      <p:sp>
        <p:nvSpPr>
          <p:cNvPr id="124" name="Google Shape;124;p73"/>
          <p:cNvSpPr/>
          <p:nvPr/>
        </p:nvSpPr>
        <p:spPr>
          <a:xfrm>
            <a:off x="5407025" y="496887"/>
            <a:ext cx="3063875" cy="28575"/>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25" name="Google Shape;125;p73"/>
          <p:cNvSpPr txBox="1"/>
          <p:nvPr/>
        </p:nvSpPr>
        <p:spPr>
          <a:xfrm>
            <a:off x="0" y="0"/>
            <a:ext cx="9144000" cy="381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26" name="Google Shape;126;p73"/>
          <p:cNvSpPr txBox="1"/>
          <p:nvPr/>
        </p:nvSpPr>
        <p:spPr>
          <a:xfrm>
            <a:off x="0" y="7937"/>
            <a:ext cx="9144000" cy="220662"/>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27" name="Google Shape;127;p73"/>
          <p:cNvSpPr txBox="1"/>
          <p:nvPr/>
        </p:nvSpPr>
        <p:spPr>
          <a:xfrm>
            <a:off x="0" y="381000"/>
            <a:ext cx="9144000" cy="58737"/>
          </a:xfrm>
          <a:prstGeom prst="rect">
            <a:avLst/>
          </a:prstGeom>
          <a:solidFill>
            <a:srgbClr val="BED3E1">
              <a:alpha val="4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28" name="Google Shape;128;p73"/>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9pPr>
          </a:lstStyle>
          <a:p/>
        </p:txBody>
      </p:sp>
      <p:sp>
        <p:nvSpPr>
          <p:cNvPr id="129" name="Google Shape;129;p73"/>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0070C0"/>
              </a:buClr>
              <a:buSzPts val="2800"/>
              <a:buFont typeface="Noto Sans Symbols"/>
              <a:buChar char="▪"/>
              <a:defRPr b="0" i="0" sz="2800" u="none" cap="none" strike="noStrike">
                <a:solidFill>
                  <a:schemeClr val="dk1"/>
                </a:solidFill>
                <a:latin typeface="Times New Roman"/>
                <a:ea typeface="Times New Roman"/>
                <a:cs typeface="Times New Roman"/>
                <a:sym typeface="Times New Roman"/>
              </a:defRPr>
            </a:lvl1pPr>
            <a:lvl2pPr indent="-393700" lvl="1" marL="914400" marR="0" rtl="0" algn="l">
              <a:spcBef>
                <a:spcPts val="600"/>
              </a:spcBef>
              <a:spcAft>
                <a:spcPts val="0"/>
              </a:spcAft>
              <a:buClr>
                <a:srgbClr val="0070C0"/>
              </a:buClr>
              <a:buSzPts val="2600"/>
              <a:buFont typeface="Noto Sans Symbols"/>
              <a:buChar char="▪"/>
              <a:defRPr b="0" i="0" sz="26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600"/>
              </a:spcBef>
              <a:spcAft>
                <a:spcPts val="0"/>
              </a:spcAft>
              <a:buClr>
                <a:srgbClr val="0070C0"/>
              </a:buClr>
              <a:buSzPts val="240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68300" lvl="3" marL="1828800" marR="0" rtl="0" algn="l">
              <a:spcBef>
                <a:spcPts val="600"/>
              </a:spcBef>
              <a:spcAft>
                <a:spcPts val="0"/>
              </a:spcAft>
              <a:buClr>
                <a:srgbClr val="0070C0"/>
              </a:buClr>
              <a:buSzPts val="2200"/>
              <a:buFont typeface="Noto Sans Symbols"/>
              <a:buChar char="▪"/>
              <a:defRPr b="0" i="0" sz="22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600"/>
              </a:spcBef>
              <a:spcAft>
                <a:spcPts val="0"/>
              </a:spcAft>
              <a:buClr>
                <a:srgbClr val="0070C0"/>
              </a:buClr>
              <a:buSzPts val="20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spcBef>
                <a:spcPts val="6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130" name="Google Shape;130;p73"/>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131" name="Google Shape;131;p73"/>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132" name="Google Shape;132;p73"/>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Tree>
  </p:cSld>
  <p:clrMap accent1="accent1" accent2="accent2" accent3="accent3" accent4="accent4" accent5="accent5" accent6="accent6" bg1="lt1" bg2="dk2" tx1="dk1" tx2="lt2" folHlink="folHlink" hlink="hlink"/>
  <p:sldLayoutIdLst>
    <p:sldLayoutId id="214748366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2" name="Shape 142"/>
        <p:cNvGrpSpPr/>
        <p:nvPr/>
      </p:nvGrpSpPr>
      <p:grpSpPr>
        <a:xfrm>
          <a:off x="0" y="0"/>
          <a:ext cx="0" cy="0"/>
          <a:chOff x="0" y="0"/>
          <a:chExt cx="0" cy="0"/>
        </a:xfrm>
      </p:grpSpPr>
      <p:sp>
        <p:nvSpPr>
          <p:cNvPr id="143" name="Google Shape;143;p75"/>
          <p:cNvSpPr/>
          <p:nvPr/>
        </p:nvSpPr>
        <p:spPr>
          <a:xfrm>
            <a:off x="5407025" y="496887"/>
            <a:ext cx="3063875" cy="28575"/>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44" name="Google Shape;144;p75"/>
          <p:cNvSpPr txBox="1"/>
          <p:nvPr/>
        </p:nvSpPr>
        <p:spPr>
          <a:xfrm>
            <a:off x="0" y="0"/>
            <a:ext cx="9144000" cy="381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45" name="Google Shape;145;p75"/>
          <p:cNvSpPr txBox="1"/>
          <p:nvPr/>
        </p:nvSpPr>
        <p:spPr>
          <a:xfrm>
            <a:off x="0" y="7937"/>
            <a:ext cx="9144000" cy="220662"/>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46" name="Google Shape;146;p75"/>
          <p:cNvSpPr txBox="1"/>
          <p:nvPr/>
        </p:nvSpPr>
        <p:spPr>
          <a:xfrm>
            <a:off x="0" y="381000"/>
            <a:ext cx="9144000" cy="58737"/>
          </a:xfrm>
          <a:prstGeom prst="rect">
            <a:avLst/>
          </a:prstGeom>
          <a:solidFill>
            <a:srgbClr val="BED3E1">
              <a:alpha val="4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47" name="Google Shape;147;p75"/>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9pPr>
          </a:lstStyle>
          <a:p/>
        </p:txBody>
      </p:sp>
      <p:sp>
        <p:nvSpPr>
          <p:cNvPr id="148" name="Google Shape;148;p75"/>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0070C0"/>
              </a:buClr>
              <a:buSzPts val="2800"/>
              <a:buFont typeface="Noto Sans Symbols"/>
              <a:buChar char="▪"/>
              <a:defRPr b="0" i="0" sz="2800" u="none" cap="none" strike="noStrike">
                <a:solidFill>
                  <a:schemeClr val="dk1"/>
                </a:solidFill>
                <a:latin typeface="Times New Roman"/>
                <a:ea typeface="Times New Roman"/>
                <a:cs typeface="Times New Roman"/>
                <a:sym typeface="Times New Roman"/>
              </a:defRPr>
            </a:lvl1pPr>
            <a:lvl2pPr indent="-393700" lvl="1" marL="914400" marR="0" rtl="0" algn="l">
              <a:spcBef>
                <a:spcPts val="600"/>
              </a:spcBef>
              <a:spcAft>
                <a:spcPts val="0"/>
              </a:spcAft>
              <a:buClr>
                <a:srgbClr val="0070C0"/>
              </a:buClr>
              <a:buSzPts val="2600"/>
              <a:buFont typeface="Noto Sans Symbols"/>
              <a:buChar char="▪"/>
              <a:defRPr b="0" i="0" sz="26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600"/>
              </a:spcBef>
              <a:spcAft>
                <a:spcPts val="0"/>
              </a:spcAft>
              <a:buClr>
                <a:srgbClr val="0070C0"/>
              </a:buClr>
              <a:buSzPts val="240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68300" lvl="3" marL="1828800" marR="0" rtl="0" algn="l">
              <a:spcBef>
                <a:spcPts val="600"/>
              </a:spcBef>
              <a:spcAft>
                <a:spcPts val="0"/>
              </a:spcAft>
              <a:buClr>
                <a:srgbClr val="0070C0"/>
              </a:buClr>
              <a:buSzPts val="2200"/>
              <a:buFont typeface="Noto Sans Symbols"/>
              <a:buChar char="▪"/>
              <a:defRPr b="0" i="0" sz="22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600"/>
              </a:spcBef>
              <a:spcAft>
                <a:spcPts val="0"/>
              </a:spcAft>
              <a:buClr>
                <a:srgbClr val="0070C0"/>
              </a:buClr>
              <a:buSzPts val="20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spcBef>
                <a:spcPts val="6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149" name="Google Shape;149;p75"/>
          <p:cNvSpPr txBox="1"/>
          <p:nvPr>
            <p:ph idx="10" type="dt"/>
          </p:nvPr>
        </p:nvSpPr>
        <p:spPr>
          <a:xfrm>
            <a:off x="6583362" y="612775"/>
            <a:ext cx="9572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150" name="Google Shape;150;p75"/>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151" name="Google Shape;151;p75"/>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7" name="Shape 157"/>
        <p:cNvGrpSpPr/>
        <p:nvPr/>
      </p:nvGrpSpPr>
      <p:grpSpPr>
        <a:xfrm>
          <a:off x="0" y="0"/>
          <a:ext cx="0" cy="0"/>
          <a:chOff x="0" y="0"/>
          <a:chExt cx="0" cy="0"/>
        </a:xfrm>
      </p:grpSpPr>
      <p:sp>
        <p:nvSpPr>
          <p:cNvPr id="158" name="Google Shape;158;p77"/>
          <p:cNvSpPr/>
          <p:nvPr/>
        </p:nvSpPr>
        <p:spPr>
          <a:xfrm>
            <a:off x="5407025" y="496887"/>
            <a:ext cx="3063875" cy="28575"/>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59" name="Google Shape;159;p77"/>
          <p:cNvSpPr txBox="1"/>
          <p:nvPr/>
        </p:nvSpPr>
        <p:spPr>
          <a:xfrm>
            <a:off x="0" y="0"/>
            <a:ext cx="9144000" cy="381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60" name="Google Shape;160;p77"/>
          <p:cNvSpPr txBox="1"/>
          <p:nvPr/>
        </p:nvSpPr>
        <p:spPr>
          <a:xfrm>
            <a:off x="0" y="7937"/>
            <a:ext cx="9144000" cy="220662"/>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61" name="Google Shape;161;p77"/>
          <p:cNvSpPr txBox="1"/>
          <p:nvPr/>
        </p:nvSpPr>
        <p:spPr>
          <a:xfrm>
            <a:off x="0" y="381000"/>
            <a:ext cx="9144000" cy="58737"/>
          </a:xfrm>
          <a:prstGeom prst="rect">
            <a:avLst/>
          </a:prstGeom>
          <a:solidFill>
            <a:srgbClr val="BED3E1">
              <a:alpha val="4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62" name="Google Shape;162;p77"/>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9pPr>
          </a:lstStyle>
          <a:p/>
        </p:txBody>
      </p:sp>
      <p:sp>
        <p:nvSpPr>
          <p:cNvPr id="163" name="Google Shape;163;p77"/>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0070C0"/>
              </a:buClr>
              <a:buSzPts val="2800"/>
              <a:buFont typeface="Noto Sans Symbols"/>
              <a:buChar char="▪"/>
              <a:defRPr b="0" i="0" sz="2800" u="none" cap="none" strike="noStrike">
                <a:solidFill>
                  <a:schemeClr val="dk1"/>
                </a:solidFill>
                <a:latin typeface="Times New Roman"/>
                <a:ea typeface="Times New Roman"/>
                <a:cs typeface="Times New Roman"/>
                <a:sym typeface="Times New Roman"/>
              </a:defRPr>
            </a:lvl1pPr>
            <a:lvl2pPr indent="-393700" lvl="1" marL="914400" marR="0" rtl="0" algn="l">
              <a:spcBef>
                <a:spcPts val="600"/>
              </a:spcBef>
              <a:spcAft>
                <a:spcPts val="0"/>
              </a:spcAft>
              <a:buClr>
                <a:srgbClr val="0070C0"/>
              </a:buClr>
              <a:buSzPts val="2600"/>
              <a:buFont typeface="Noto Sans Symbols"/>
              <a:buChar char="▪"/>
              <a:defRPr b="0" i="0" sz="26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600"/>
              </a:spcBef>
              <a:spcAft>
                <a:spcPts val="0"/>
              </a:spcAft>
              <a:buClr>
                <a:srgbClr val="0070C0"/>
              </a:buClr>
              <a:buSzPts val="240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68300" lvl="3" marL="1828800" marR="0" rtl="0" algn="l">
              <a:spcBef>
                <a:spcPts val="600"/>
              </a:spcBef>
              <a:spcAft>
                <a:spcPts val="0"/>
              </a:spcAft>
              <a:buClr>
                <a:srgbClr val="0070C0"/>
              </a:buClr>
              <a:buSzPts val="2200"/>
              <a:buFont typeface="Noto Sans Symbols"/>
              <a:buChar char="▪"/>
              <a:defRPr b="0" i="0" sz="22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600"/>
              </a:spcBef>
              <a:spcAft>
                <a:spcPts val="0"/>
              </a:spcAft>
              <a:buClr>
                <a:srgbClr val="0070C0"/>
              </a:buClr>
              <a:buSzPts val="20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spcBef>
                <a:spcPts val="6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164" name="Google Shape;164;p77"/>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165" name="Google Shape;165;p77"/>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166" name="Google Shape;166;p77"/>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p79"/>
          <p:cNvSpPr/>
          <p:nvPr/>
        </p:nvSpPr>
        <p:spPr>
          <a:xfrm>
            <a:off x="5407025" y="496887"/>
            <a:ext cx="3063875" cy="28575"/>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73" name="Google Shape;173;p79"/>
          <p:cNvSpPr txBox="1"/>
          <p:nvPr/>
        </p:nvSpPr>
        <p:spPr>
          <a:xfrm>
            <a:off x="0" y="0"/>
            <a:ext cx="9144000" cy="381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74" name="Google Shape;174;p79"/>
          <p:cNvSpPr txBox="1"/>
          <p:nvPr/>
        </p:nvSpPr>
        <p:spPr>
          <a:xfrm>
            <a:off x="0" y="7937"/>
            <a:ext cx="9144000" cy="220662"/>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75" name="Google Shape;175;p79"/>
          <p:cNvSpPr txBox="1"/>
          <p:nvPr/>
        </p:nvSpPr>
        <p:spPr>
          <a:xfrm>
            <a:off x="0" y="381000"/>
            <a:ext cx="9144000" cy="58737"/>
          </a:xfrm>
          <a:prstGeom prst="rect">
            <a:avLst/>
          </a:prstGeom>
          <a:solidFill>
            <a:srgbClr val="BED3E1">
              <a:alpha val="4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76" name="Google Shape;176;p79"/>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9pPr>
          </a:lstStyle>
          <a:p/>
        </p:txBody>
      </p:sp>
      <p:sp>
        <p:nvSpPr>
          <p:cNvPr id="177" name="Google Shape;177;p79"/>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0070C0"/>
              </a:buClr>
              <a:buSzPts val="2800"/>
              <a:buFont typeface="Noto Sans Symbols"/>
              <a:buChar char="▪"/>
              <a:defRPr b="0" i="0" sz="2800" u="none" cap="none" strike="noStrike">
                <a:solidFill>
                  <a:schemeClr val="dk1"/>
                </a:solidFill>
                <a:latin typeface="Times New Roman"/>
                <a:ea typeface="Times New Roman"/>
                <a:cs typeface="Times New Roman"/>
                <a:sym typeface="Times New Roman"/>
              </a:defRPr>
            </a:lvl1pPr>
            <a:lvl2pPr indent="-393700" lvl="1" marL="914400" marR="0" rtl="0" algn="l">
              <a:spcBef>
                <a:spcPts val="600"/>
              </a:spcBef>
              <a:spcAft>
                <a:spcPts val="0"/>
              </a:spcAft>
              <a:buClr>
                <a:srgbClr val="0070C0"/>
              </a:buClr>
              <a:buSzPts val="2600"/>
              <a:buFont typeface="Noto Sans Symbols"/>
              <a:buChar char="▪"/>
              <a:defRPr b="0" i="0" sz="26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600"/>
              </a:spcBef>
              <a:spcAft>
                <a:spcPts val="0"/>
              </a:spcAft>
              <a:buClr>
                <a:srgbClr val="0070C0"/>
              </a:buClr>
              <a:buSzPts val="240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68300" lvl="3" marL="1828800" marR="0" rtl="0" algn="l">
              <a:spcBef>
                <a:spcPts val="600"/>
              </a:spcBef>
              <a:spcAft>
                <a:spcPts val="0"/>
              </a:spcAft>
              <a:buClr>
                <a:srgbClr val="0070C0"/>
              </a:buClr>
              <a:buSzPts val="2200"/>
              <a:buFont typeface="Noto Sans Symbols"/>
              <a:buChar char="▪"/>
              <a:defRPr b="0" i="0" sz="22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600"/>
              </a:spcBef>
              <a:spcAft>
                <a:spcPts val="0"/>
              </a:spcAft>
              <a:buClr>
                <a:srgbClr val="0070C0"/>
              </a:buClr>
              <a:buSzPts val="20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spcBef>
                <a:spcPts val="6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178" name="Google Shape;178;p79"/>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179" name="Google Shape;179;p79"/>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180" name="Google Shape;180;p79"/>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8" name="Shape 188"/>
        <p:cNvGrpSpPr/>
        <p:nvPr/>
      </p:nvGrpSpPr>
      <p:grpSpPr>
        <a:xfrm>
          <a:off x="0" y="0"/>
          <a:ext cx="0" cy="0"/>
          <a:chOff x="0" y="0"/>
          <a:chExt cx="0" cy="0"/>
        </a:xfrm>
      </p:grpSpPr>
      <p:sp>
        <p:nvSpPr>
          <p:cNvPr id="189" name="Google Shape;189;p81"/>
          <p:cNvSpPr/>
          <p:nvPr/>
        </p:nvSpPr>
        <p:spPr>
          <a:xfrm>
            <a:off x="5407025" y="496887"/>
            <a:ext cx="3063875" cy="28575"/>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90" name="Google Shape;190;p81"/>
          <p:cNvSpPr txBox="1"/>
          <p:nvPr/>
        </p:nvSpPr>
        <p:spPr>
          <a:xfrm>
            <a:off x="0" y="0"/>
            <a:ext cx="9144000" cy="381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91" name="Google Shape;191;p81"/>
          <p:cNvSpPr txBox="1"/>
          <p:nvPr/>
        </p:nvSpPr>
        <p:spPr>
          <a:xfrm>
            <a:off x="0" y="7937"/>
            <a:ext cx="9144000" cy="220662"/>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92" name="Google Shape;192;p81"/>
          <p:cNvSpPr txBox="1"/>
          <p:nvPr/>
        </p:nvSpPr>
        <p:spPr>
          <a:xfrm>
            <a:off x="0" y="381000"/>
            <a:ext cx="9144000" cy="58737"/>
          </a:xfrm>
          <a:prstGeom prst="rect">
            <a:avLst/>
          </a:prstGeom>
          <a:solidFill>
            <a:srgbClr val="BED3E1">
              <a:alpha val="4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193" name="Google Shape;193;p81"/>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9pPr>
          </a:lstStyle>
          <a:p/>
        </p:txBody>
      </p:sp>
      <p:sp>
        <p:nvSpPr>
          <p:cNvPr id="194" name="Google Shape;194;p81"/>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0070C0"/>
              </a:buClr>
              <a:buSzPts val="2800"/>
              <a:buFont typeface="Noto Sans Symbols"/>
              <a:buChar char="▪"/>
              <a:defRPr b="0" i="0" sz="2800" u="none" cap="none" strike="noStrike">
                <a:solidFill>
                  <a:schemeClr val="dk1"/>
                </a:solidFill>
                <a:latin typeface="Times New Roman"/>
                <a:ea typeface="Times New Roman"/>
                <a:cs typeface="Times New Roman"/>
                <a:sym typeface="Times New Roman"/>
              </a:defRPr>
            </a:lvl1pPr>
            <a:lvl2pPr indent="-393700" lvl="1" marL="914400" marR="0" rtl="0" algn="l">
              <a:spcBef>
                <a:spcPts val="600"/>
              </a:spcBef>
              <a:spcAft>
                <a:spcPts val="0"/>
              </a:spcAft>
              <a:buClr>
                <a:srgbClr val="0070C0"/>
              </a:buClr>
              <a:buSzPts val="2600"/>
              <a:buFont typeface="Noto Sans Symbols"/>
              <a:buChar char="▪"/>
              <a:defRPr b="0" i="0" sz="26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600"/>
              </a:spcBef>
              <a:spcAft>
                <a:spcPts val="0"/>
              </a:spcAft>
              <a:buClr>
                <a:srgbClr val="0070C0"/>
              </a:buClr>
              <a:buSzPts val="240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68300" lvl="3" marL="1828800" marR="0" rtl="0" algn="l">
              <a:spcBef>
                <a:spcPts val="600"/>
              </a:spcBef>
              <a:spcAft>
                <a:spcPts val="0"/>
              </a:spcAft>
              <a:buClr>
                <a:srgbClr val="0070C0"/>
              </a:buClr>
              <a:buSzPts val="2200"/>
              <a:buFont typeface="Noto Sans Symbols"/>
              <a:buChar char="▪"/>
              <a:defRPr b="0" i="0" sz="22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600"/>
              </a:spcBef>
              <a:spcAft>
                <a:spcPts val="0"/>
              </a:spcAft>
              <a:buClr>
                <a:srgbClr val="0070C0"/>
              </a:buClr>
              <a:buSzPts val="20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spcBef>
                <a:spcPts val="6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195" name="Google Shape;195;p81"/>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196" name="Google Shape;196;p81"/>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197" name="Google Shape;197;p81"/>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 name="Shape 205"/>
        <p:cNvGrpSpPr/>
        <p:nvPr/>
      </p:nvGrpSpPr>
      <p:grpSpPr>
        <a:xfrm>
          <a:off x="0" y="0"/>
          <a:ext cx="0" cy="0"/>
          <a:chOff x="0" y="0"/>
          <a:chExt cx="0" cy="0"/>
        </a:xfrm>
      </p:grpSpPr>
      <p:sp>
        <p:nvSpPr>
          <p:cNvPr id="206" name="Google Shape;206;p83"/>
          <p:cNvSpPr/>
          <p:nvPr/>
        </p:nvSpPr>
        <p:spPr>
          <a:xfrm>
            <a:off x="5407025" y="496887"/>
            <a:ext cx="3063875" cy="28575"/>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207" name="Google Shape;207;p83"/>
          <p:cNvSpPr txBox="1"/>
          <p:nvPr/>
        </p:nvSpPr>
        <p:spPr>
          <a:xfrm>
            <a:off x="0" y="0"/>
            <a:ext cx="9144000" cy="381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208" name="Google Shape;208;p83"/>
          <p:cNvSpPr txBox="1"/>
          <p:nvPr/>
        </p:nvSpPr>
        <p:spPr>
          <a:xfrm>
            <a:off x="0" y="7937"/>
            <a:ext cx="9144000" cy="220662"/>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209" name="Google Shape;209;p83"/>
          <p:cNvSpPr txBox="1"/>
          <p:nvPr/>
        </p:nvSpPr>
        <p:spPr>
          <a:xfrm>
            <a:off x="0" y="381000"/>
            <a:ext cx="9144000" cy="58737"/>
          </a:xfrm>
          <a:prstGeom prst="rect">
            <a:avLst/>
          </a:prstGeom>
          <a:solidFill>
            <a:srgbClr val="BED3E1">
              <a:alpha val="4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210" name="Google Shape;210;p83"/>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9pPr>
          </a:lstStyle>
          <a:p/>
        </p:txBody>
      </p:sp>
      <p:sp>
        <p:nvSpPr>
          <p:cNvPr id="211" name="Google Shape;211;p83"/>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0070C0"/>
              </a:buClr>
              <a:buSzPts val="2800"/>
              <a:buFont typeface="Noto Sans Symbols"/>
              <a:buChar char="▪"/>
              <a:defRPr b="0" i="0" sz="2800" u="none" cap="none" strike="noStrike">
                <a:solidFill>
                  <a:schemeClr val="dk1"/>
                </a:solidFill>
                <a:latin typeface="Times New Roman"/>
                <a:ea typeface="Times New Roman"/>
                <a:cs typeface="Times New Roman"/>
                <a:sym typeface="Times New Roman"/>
              </a:defRPr>
            </a:lvl1pPr>
            <a:lvl2pPr indent="-393700" lvl="1" marL="914400" marR="0" rtl="0" algn="l">
              <a:spcBef>
                <a:spcPts val="600"/>
              </a:spcBef>
              <a:spcAft>
                <a:spcPts val="0"/>
              </a:spcAft>
              <a:buClr>
                <a:srgbClr val="0070C0"/>
              </a:buClr>
              <a:buSzPts val="2600"/>
              <a:buFont typeface="Noto Sans Symbols"/>
              <a:buChar char="▪"/>
              <a:defRPr b="0" i="0" sz="26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600"/>
              </a:spcBef>
              <a:spcAft>
                <a:spcPts val="0"/>
              </a:spcAft>
              <a:buClr>
                <a:srgbClr val="0070C0"/>
              </a:buClr>
              <a:buSzPts val="240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68300" lvl="3" marL="1828800" marR="0" rtl="0" algn="l">
              <a:spcBef>
                <a:spcPts val="600"/>
              </a:spcBef>
              <a:spcAft>
                <a:spcPts val="0"/>
              </a:spcAft>
              <a:buClr>
                <a:srgbClr val="0070C0"/>
              </a:buClr>
              <a:buSzPts val="2200"/>
              <a:buFont typeface="Noto Sans Symbols"/>
              <a:buChar char="▪"/>
              <a:defRPr b="0" i="0" sz="22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600"/>
              </a:spcBef>
              <a:spcAft>
                <a:spcPts val="0"/>
              </a:spcAft>
              <a:buClr>
                <a:srgbClr val="0070C0"/>
              </a:buClr>
              <a:buSzPts val="20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spcBef>
                <a:spcPts val="6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212" name="Google Shape;212;p83"/>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213" name="Google Shape;213;p83"/>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214" name="Google Shape;214;p83"/>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1" name="Shape 221"/>
        <p:cNvGrpSpPr/>
        <p:nvPr/>
      </p:nvGrpSpPr>
      <p:grpSpPr>
        <a:xfrm>
          <a:off x="0" y="0"/>
          <a:ext cx="0" cy="0"/>
          <a:chOff x="0" y="0"/>
          <a:chExt cx="0" cy="0"/>
        </a:xfrm>
      </p:grpSpPr>
      <p:sp>
        <p:nvSpPr>
          <p:cNvPr id="222" name="Google Shape;222;p85"/>
          <p:cNvSpPr/>
          <p:nvPr/>
        </p:nvSpPr>
        <p:spPr>
          <a:xfrm>
            <a:off x="5407025" y="496887"/>
            <a:ext cx="3063875" cy="28575"/>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223" name="Google Shape;223;p85"/>
          <p:cNvSpPr txBox="1"/>
          <p:nvPr/>
        </p:nvSpPr>
        <p:spPr>
          <a:xfrm>
            <a:off x="0" y="0"/>
            <a:ext cx="9144000" cy="381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224" name="Google Shape;224;p85"/>
          <p:cNvSpPr txBox="1"/>
          <p:nvPr/>
        </p:nvSpPr>
        <p:spPr>
          <a:xfrm>
            <a:off x="0" y="7937"/>
            <a:ext cx="9144000" cy="220662"/>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225" name="Google Shape;225;p85"/>
          <p:cNvSpPr txBox="1"/>
          <p:nvPr/>
        </p:nvSpPr>
        <p:spPr>
          <a:xfrm>
            <a:off x="0" y="381000"/>
            <a:ext cx="9144000" cy="58737"/>
          </a:xfrm>
          <a:prstGeom prst="rect">
            <a:avLst/>
          </a:prstGeom>
          <a:solidFill>
            <a:srgbClr val="BED3E1">
              <a:alpha val="4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226" name="Google Shape;226;p85"/>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9pPr>
          </a:lstStyle>
          <a:p/>
        </p:txBody>
      </p:sp>
      <p:sp>
        <p:nvSpPr>
          <p:cNvPr id="227" name="Google Shape;227;p85"/>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0070C0"/>
              </a:buClr>
              <a:buSzPts val="2800"/>
              <a:buFont typeface="Noto Sans Symbols"/>
              <a:buChar char="▪"/>
              <a:defRPr b="0" i="0" sz="2800" u="none" cap="none" strike="noStrike">
                <a:solidFill>
                  <a:schemeClr val="dk1"/>
                </a:solidFill>
                <a:latin typeface="Times New Roman"/>
                <a:ea typeface="Times New Roman"/>
                <a:cs typeface="Times New Roman"/>
                <a:sym typeface="Times New Roman"/>
              </a:defRPr>
            </a:lvl1pPr>
            <a:lvl2pPr indent="-393700" lvl="1" marL="914400" marR="0" rtl="0" algn="l">
              <a:spcBef>
                <a:spcPts val="600"/>
              </a:spcBef>
              <a:spcAft>
                <a:spcPts val="0"/>
              </a:spcAft>
              <a:buClr>
                <a:srgbClr val="0070C0"/>
              </a:buClr>
              <a:buSzPts val="2600"/>
              <a:buFont typeface="Noto Sans Symbols"/>
              <a:buChar char="▪"/>
              <a:defRPr b="0" i="0" sz="26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600"/>
              </a:spcBef>
              <a:spcAft>
                <a:spcPts val="0"/>
              </a:spcAft>
              <a:buClr>
                <a:srgbClr val="0070C0"/>
              </a:buClr>
              <a:buSzPts val="2400"/>
              <a:buFont typeface="Noto Sans Symbols"/>
              <a:buChar char="▪"/>
              <a:defRPr b="0" i="0" sz="2400" u="none" cap="none" strike="noStrike">
                <a:solidFill>
                  <a:schemeClr val="dk1"/>
                </a:solidFill>
                <a:latin typeface="Times New Roman"/>
                <a:ea typeface="Times New Roman"/>
                <a:cs typeface="Times New Roman"/>
                <a:sym typeface="Times New Roman"/>
              </a:defRPr>
            </a:lvl3pPr>
            <a:lvl4pPr indent="-368300" lvl="3" marL="1828800" marR="0" rtl="0" algn="l">
              <a:spcBef>
                <a:spcPts val="600"/>
              </a:spcBef>
              <a:spcAft>
                <a:spcPts val="0"/>
              </a:spcAft>
              <a:buClr>
                <a:srgbClr val="0070C0"/>
              </a:buClr>
              <a:buSzPts val="2200"/>
              <a:buFont typeface="Noto Sans Symbols"/>
              <a:buChar char="▪"/>
              <a:defRPr b="0" i="0" sz="22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600"/>
              </a:spcBef>
              <a:spcAft>
                <a:spcPts val="0"/>
              </a:spcAft>
              <a:buClr>
                <a:srgbClr val="0070C0"/>
              </a:buClr>
              <a:buSzPts val="2000"/>
              <a:buFont typeface="Noto Sans Symbols"/>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spcBef>
                <a:spcPts val="6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228" name="Google Shape;228;p85"/>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229" name="Google Shape;229;p85"/>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Georgia"/>
                <a:ea typeface="Georgia"/>
                <a:cs typeface="Georgia"/>
                <a:sym typeface="Georgia"/>
              </a:defRPr>
            </a:lvl1pPr>
            <a:lvl2pPr lvl="1"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SzPts val="1400"/>
              <a:buNone/>
              <a:defRPr b="0" i="0" sz="1800" u="none" cap="none" strike="noStrike">
                <a:solidFill>
                  <a:schemeClr val="dk1"/>
                </a:solidFill>
                <a:latin typeface="Georgia"/>
                <a:ea typeface="Georgia"/>
                <a:cs typeface="Georgia"/>
                <a:sym typeface="Georgia"/>
              </a:defRPr>
            </a:lvl9pPr>
          </a:lstStyle>
          <a:p/>
        </p:txBody>
      </p:sp>
      <p:sp>
        <p:nvSpPr>
          <p:cNvPr id="230" name="Google Shape;230;p85"/>
          <p:cNvSpPr txBox="1"/>
          <p:nvPr>
            <p:ph idx="12" type="sldNum"/>
          </p:nvPr>
        </p:nvSpPr>
        <p:spPr>
          <a:xfrm>
            <a:off x="8686800" y="6553200"/>
            <a:ext cx="457200" cy="3048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37" name="Shape 237"/>
        <p:cNvGrpSpPr/>
        <p:nvPr/>
      </p:nvGrpSpPr>
      <p:grpSpPr>
        <a:xfrm>
          <a:off x="0" y="0"/>
          <a:ext cx="0" cy="0"/>
          <a:chOff x="0" y="0"/>
          <a:chExt cx="0" cy="0"/>
        </a:xfrm>
      </p:grpSpPr>
      <p:sp>
        <p:nvSpPr>
          <p:cNvPr id="238" name="Google Shape;238;p87"/>
          <p:cNvSpPr/>
          <p:nvPr/>
        </p:nvSpPr>
        <p:spPr>
          <a:xfrm>
            <a:off x="168275" y="20637"/>
            <a:ext cx="1703387" cy="1703387"/>
          </a:xfrm>
          <a:prstGeom prst="ellipse">
            <a:avLst/>
          </a:prstGeom>
          <a:noFill/>
          <a:ln cap="rnd" cmpd="sng" w="27300">
            <a:solidFill>
              <a:srgbClr val="F1F1F1"/>
            </a:solidFill>
            <a:prstDash val="solid"/>
            <a:miter lim="800000"/>
            <a:headEnd len="sm" w="sm" type="none"/>
            <a:tailEnd len="sm" w="sm" type="none"/>
          </a:ln>
          <a:effectLst>
            <a:outerShdw blurRad="63500" dir="5400000" dist="25400">
              <a:srgbClr val="A3A3A3">
                <a:alpha val="84705"/>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239" name="Google Shape;239;p87"/>
          <p:cNvSpPr/>
          <p:nvPr/>
        </p:nvSpPr>
        <p:spPr>
          <a:xfrm rot="2315675">
            <a:off x="-312428" y="1055077"/>
            <a:ext cx="1125717" cy="1102624"/>
          </a:xfrm>
          <a:prstGeom prst="donut">
            <a:avLst>
              <a:gd fmla="val 11833" name="adj"/>
            </a:avLst>
          </a:prstGeom>
          <a:gradFill>
            <a:gsLst>
              <a:gs pos="0">
                <a:srgbClr val="FAFAFA">
                  <a:alpha val="69803"/>
                </a:srgbClr>
              </a:gs>
              <a:gs pos="70000">
                <a:srgbClr val="FDFDFD">
                  <a:alpha val="54901"/>
                </a:srgbClr>
              </a:gs>
              <a:gs pos="100000">
                <a:srgbClr val="C2C2C2">
                  <a:alpha val="60000"/>
                </a:srgbClr>
              </a:gs>
            </a:gsLst>
            <a:path path="circle">
              <a:fillToRect b="100%" r="100%"/>
            </a:path>
            <a:tileRect l="-100%" t="-100%"/>
          </a:gradFill>
          <a:ln cap="rnd" cmpd="sng" w="9525">
            <a:solidFill>
              <a:srgbClr val="AFAFAF"/>
            </a:solidFill>
            <a:prstDash val="solid"/>
            <a:round/>
            <a:headEnd len="sm" w="sm" type="none"/>
            <a:tailEnd len="sm" w="sm" type="none"/>
          </a:ln>
          <a:effectLst>
            <a:outerShdw blurRad="12700" rotWithShape="0" algn="tl" dir="4500000" dist="15000">
              <a:srgbClr val="4D4D4D">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Georgia"/>
              <a:buNone/>
            </a:pPr>
            <a:r>
              <a:t/>
            </a:r>
            <a:endParaRPr b="0" i="0" sz="1800" u="none" cap="none" strike="noStrike">
              <a:solidFill>
                <a:srgbClr val="FFFFFF"/>
              </a:solidFill>
              <a:latin typeface="Times New Roman"/>
              <a:ea typeface="Times New Roman"/>
              <a:cs typeface="Times New Roman"/>
              <a:sym typeface="Times New Roman"/>
            </a:endParaRPr>
          </a:p>
        </p:txBody>
      </p:sp>
      <p:sp>
        <p:nvSpPr>
          <p:cNvPr id="240" name="Google Shape;240;p87"/>
          <p:cNvSpPr/>
          <p:nvPr/>
        </p:nvSpPr>
        <p:spPr>
          <a:xfrm>
            <a:off x="5407025" y="496887"/>
            <a:ext cx="3063875" cy="28575"/>
          </a:xfrm>
          <a:prstGeom prst="roundRect">
            <a:avLst>
              <a:gd fmla="val 16667" name="adj"/>
            </a:avLst>
          </a:prstGeom>
          <a:blipFill rotWithShape="1">
            <a:blip r:embed="rId1">
              <a:alphaModFix/>
            </a:blip>
            <a:stretch>
              <a:fillRect b="0" l="0" r="0" t="0"/>
            </a:stretch>
          </a:blip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241" name="Google Shape;241;p87"/>
          <p:cNvSpPr/>
          <p:nvPr/>
        </p:nvSpPr>
        <p:spPr>
          <a:xfrm>
            <a:off x="-815975" y="-815975"/>
            <a:ext cx="1638300" cy="1638300"/>
          </a:xfrm>
          <a:custGeom>
            <a:rect b="b" l="l" r="r" t="t"/>
            <a:pathLst>
              <a:path extrusionOk="0" h="1638300" w="1638300">
                <a:moveTo>
                  <a:pt x="1638300" y="819150"/>
                </a:moveTo>
                <a:cubicBezTo>
                  <a:pt x="1638300" y="1036490"/>
                  <a:pt x="1551928" y="1244920"/>
                  <a:pt x="1398198" y="1398555"/>
                </a:cubicBezTo>
                <a:cubicBezTo>
                  <a:pt x="1244468" y="1552190"/>
                  <a:pt x="1035985" y="1638434"/>
                  <a:pt x="818645" y="1638300"/>
                </a:cubicBezTo>
                <a:cubicBezTo>
                  <a:pt x="818813" y="1365250"/>
                  <a:pt x="818982" y="1092200"/>
                  <a:pt x="819150" y="819150"/>
                </a:cubicBezTo>
                <a:lnTo>
                  <a:pt x="1638300" y="819150"/>
                </a:lnTo>
                <a:close/>
              </a:path>
            </a:pathLst>
          </a:custGeom>
          <a:solidFill>
            <a:srgbClr val="F9F9F9">
              <a:alpha val="32549"/>
            </a:srgbClr>
          </a:solidFill>
          <a:ln cap="rnd" cmpd="sng" w="9525">
            <a:solidFill>
              <a:srgbClr val="BDBDB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Georgia"/>
              <a:ea typeface="Georgia"/>
              <a:cs typeface="Georgia"/>
              <a:sym typeface="Georgia"/>
            </a:endParaRPr>
          </a:p>
        </p:txBody>
      </p:sp>
      <p:sp>
        <p:nvSpPr>
          <p:cNvPr id="242" name="Google Shape;242;p87"/>
          <p:cNvSpPr txBox="1"/>
          <p:nvPr>
            <p:ph type="title"/>
          </p:nvPr>
        </p:nvSpPr>
        <p:spPr>
          <a:xfrm>
            <a:off x="457200" y="304800"/>
            <a:ext cx="8229600" cy="1066800"/>
          </a:xfrm>
          <a:prstGeom prst="rect">
            <a:avLst/>
          </a:prstGeom>
          <a:solidFill>
            <a:schemeClr val="lt1">
              <a:alpha val="53725"/>
            </a:schemeClr>
          </a:solid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000" u="none" cap="none" strike="noStrike">
                <a:solidFill>
                  <a:schemeClr val="dk2"/>
                </a:solidFill>
                <a:latin typeface="Times New Roman"/>
                <a:ea typeface="Times New Roman"/>
                <a:cs typeface="Times New Roman"/>
                <a:sym typeface="Times New Roman"/>
              </a:defRPr>
            </a:lvl9pPr>
          </a:lstStyle>
          <a:p/>
        </p:txBody>
      </p:sp>
      <p:sp>
        <p:nvSpPr>
          <p:cNvPr id="243" name="Google Shape;243;p87"/>
          <p:cNvSpPr txBox="1"/>
          <p:nvPr>
            <p:ph idx="1" type="body"/>
          </p:nvPr>
        </p:nvSpPr>
        <p:spPr>
          <a:xfrm>
            <a:off x="457200" y="1600200"/>
            <a:ext cx="8229600" cy="4897437"/>
          </a:xfrm>
          <a:prstGeom prst="rect">
            <a:avLst/>
          </a:prstGeom>
          <a:solidFill>
            <a:schemeClr val="lt1">
              <a:alpha val="29803"/>
            </a:schemeClr>
          </a:solid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0070C0"/>
              </a:buClr>
              <a:buSzPts val="2800"/>
              <a:buFont typeface="Noto Sans Symbols"/>
              <a:buChar char="▪"/>
              <a:defRPr b="0" i="0" sz="2800" u="none" cap="none" strike="noStrike">
                <a:solidFill>
                  <a:schemeClr val="dk1"/>
                </a:solidFill>
                <a:latin typeface="Cambria"/>
                <a:ea typeface="Cambria"/>
                <a:cs typeface="Cambria"/>
                <a:sym typeface="Cambria"/>
              </a:defRPr>
            </a:lvl1pPr>
            <a:lvl2pPr indent="-393700" lvl="1" marL="914400" marR="0" rtl="0" algn="l">
              <a:spcBef>
                <a:spcPts val="600"/>
              </a:spcBef>
              <a:spcAft>
                <a:spcPts val="0"/>
              </a:spcAft>
              <a:buClr>
                <a:srgbClr val="0070C0"/>
              </a:buClr>
              <a:buSzPts val="2600"/>
              <a:buFont typeface="Noto Sans Symbols"/>
              <a:buChar char="▪"/>
              <a:defRPr b="0" i="0" sz="2600" u="none" cap="none" strike="noStrike">
                <a:solidFill>
                  <a:schemeClr val="dk1"/>
                </a:solidFill>
                <a:latin typeface="Cambria"/>
                <a:ea typeface="Cambria"/>
                <a:cs typeface="Cambria"/>
                <a:sym typeface="Cambria"/>
              </a:defRPr>
            </a:lvl2pPr>
            <a:lvl3pPr indent="-381000" lvl="2" marL="1371600" marR="0" rtl="0" algn="l">
              <a:spcBef>
                <a:spcPts val="600"/>
              </a:spcBef>
              <a:spcAft>
                <a:spcPts val="0"/>
              </a:spcAft>
              <a:buClr>
                <a:srgbClr val="0070C0"/>
              </a:buClr>
              <a:buSzPts val="2400"/>
              <a:buFont typeface="Noto Sans Symbols"/>
              <a:buChar char="▪"/>
              <a:defRPr b="0" i="0" sz="2400" u="none" cap="none" strike="noStrike">
                <a:solidFill>
                  <a:schemeClr val="dk1"/>
                </a:solidFill>
                <a:latin typeface="Cambria"/>
                <a:ea typeface="Cambria"/>
                <a:cs typeface="Cambria"/>
                <a:sym typeface="Cambria"/>
              </a:defRPr>
            </a:lvl3pPr>
            <a:lvl4pPr indent="-368300" lvl="3" marL="1828800" marR="0" rtl="0" algn="l">
              <a:spcBef>
                <a:spcPts val="600"/>
              </a:spcBef>
              <a:spcAft>
                <a:spcPts val="0"/>
              </a:spcAft>
              <a:buClr>
                <a:srgbClr val="0070C0"/>
              </a:buClr>
              <a:buSzPts val="2200"/>
              <a:buFont typeface="Noto Sans Symbols"/>
              <a:buChar char="▪"/>
              <a:defRPr b="0" i="0" sz="2200" u="none" cap="none" strike="noStrike">
                <a:solidFill>
                  <a:schemeClr val="dk1"/>
                </a:solidFill>
                <a:latin typeface="Cambria"/>
                <a:ea typeface="Cambria"/>
                <a:cs typeface="Cambria"/>
                <a:sym typeface="Cambria"/>
              </a:defRPr>
            </a:lvl4pPr>
            <a:lvl5pPr indent="-355600" lvl="4" marL="2286000" marR="0" rtl="0" algn="l">
              <a:spcBef>
                <a:spcPts val="600"/>
              </a:spcBef>
              <a:spcAft>
                <a:spcPts val="0"/>
              </a:spcAft>
              <a:buClr>
                <a:srgbClr val="0070C0"/>
              </a:buClr>
              <a:buSzPts val="2000"/>
              <a:buFont typeface="Noto Sans Symbols"/>
              <a:buChar char="▪"/>
              <a:defRPr b="0" i="0" sz="2000" u="none" cap="none" strike="noStrike">
                <a:solidFill>
                  <a:schemeClr val="dk1"/>
                </a:solidFill>
                <a:latin typeface="Cambria"/>
                <a:ea typeface="Cambria"/>
                <a:cs typeface="Cambria"/>
                <a:sym typeface="Cambria"/>
              </a:defRPr>
            </a:lvl5pPr>
            <a:lvl6pPr indent="-342900" lvl="5" marL="2743200" marR="0" rtl="0" algn="l">
              <a:spcBef>
                <a:spcPts val="600"/>
              </a:spcBef>
              <a:spcAft>
                <a:spcPts val="0"/>
              </a:spcAft>
              <a:buClr>
                <a:schemeClr val="accent3"/>
              </a:buClr>
              <a:buSzPts val="1800"/>
              <a:buFont typeface="Georgia"/>
              <a:buChar char="▫"/>
              <a:defRPr b="0" i="0" sz="1800" u="none" cap="none" strike="noStrike">
                <a:solidFill>
                  <a:schemeClr val="accent3"/>
                </a:solidFill>
                <a:latin typeface="Times New Roman"/>
                <a:ea typeface="Times New Roman"/>
                <a:cs typeface="Times New Roman"/>
                <a:sym typeface="Times New Roman"/>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Times New Roman"/>
                <a:ea typeface="Times New Roman"/>
                <a:cs typeface="Times New Roman"/>
                <a:sym typeface="Times New Roman"/>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Times New Roman"/>
                <a:ea typeface="Times New Roman"/>
                <a:cs typeface="Times New Roman"/>
                <a:sym typeface="Times New Roman"/>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Times New Roman"/>
                <a:ea typeface="Times New Roman"/>
                <a:cs typeface="Times New Roman"/>
                <a:sym typeface="Times New Roman"/>
              </a:defRPr>
            </a:lvl9pPr>
          </a:lstStyle>
          <a:p/>
        </p:txBody>
      </p:sp>
      <p:sp>
        <p:nvSpPr>
          <p:cNvPr id="244" name="Google Shape;244;p87"/>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1pPr>
            <a:lvl2pPr indent="0" lvl="1"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2pPr>
            <a:lvl3pPr indent="0" lvl="2"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3pPr>
            <a:lvl4pPr indent="0" lvl="3"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4pPr>
            <a:lvl5pPr indent="0" lvl="4"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5pPr>
            <a:lvl6pPr indent="0" lvl="5"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6pPr>
            <a:lvl7pPr indent="0" lvl="6"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7pPr>
            <a:lvl8pPr indent="0" lvl="7"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8pPr>
            <a:lvl9pPr indent="0" lvl="8" marL="0" marR="0" rtl="0" algn="r">
              <a:lnSpc>
                <a:spcPct val="100000"/>
              </a:lnSpc>
              <a:spcBef>
                <a:spcPts val="0"/>
              </a:spcBef>
              <a:spcAft>
                <a:spcPts val="0"/>
              </a:spcAft>
              <a:buClr>
                <a:schemeClr val="dk1"/>
              </a:buClr>
              <a:buSzPts val="1200"/>
              <a:buFont typeface="Georgia"/>
              <a:buNone/>
              <a:defRPr b="0" i="0" sz="1200" u="none">
                <a:solidFill>
                  <a:schemeClr val="dk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1"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 Id="rId3"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 Id="rId3"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7.xml"/><Relationship Id="rId3"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Relationship Id="rId3"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9.xml"/><Relationship Id="rId3"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1.xml"/><Relationship Id="rId3"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2.xml"/><Relationship Id="rId3"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3.xml"/><Relationship Id="rId3"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4.xml"/><Relationship Id="rId3" Type="http://schemas.openxmlformats.org/officeDocument/2006/relationships/image" Target="../media/image1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5.xml"/><Relationship Id="rId3"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
          <p:cNvSpPr txBox="1"/>
          <p:nvPr>
            <p:ph idx="1" type="subTitle"/>
          </p:nvPr>
        </p:nvSpPr>
        <p:spPr>
          <a:xfrm>
            <a:off x="1524000" y="1981200"/>
            <a:ext cx="6324600" cy="1828800"/>
          </a:xfrm>
          <a:prstGeom prst="rect">
            <a:avLst/>
          </a:prstGeom>
          <a:gradFill>
            <a:gsLst>
              <a:gs pos="0">
                <a:srgbClr val="F6F9FB"/>
              </a:gs>
              <a:gs pos="74000">
                <a:srgbClr val="B4CDDD"/>
              </a:gs>
              <a:gs pos="83000">
                <a:srgbClr val="B4CDDD"/>
              </a:gs>
              <a:gs pos="100000">
                <a:srgbClr val="CDDEE8"/>
              </a:gs>
            </a:gsLst>
            <a:lin ang="5400000" scaled="0"/>
          </a:gradFill>
          <a:ln>
            <a:noFill/>
          </a:ln>
        </p:spPr>
        <p:txBody>
          <a:bodyPr anchorCtr="0" anchor="t" bIns="45700" lIns="91425" spcFirstLastPara="1" rIns="91425" wrap="square" tIns="45700">
            <a:noAutofit/>
          </a:bodyPr>
          <a:lstStyle/>
          <a:p>
            <a:pPr indent="0" lvl="0" marL="26987" rtl="0" algn="ctr">
              <a:lnSpc>
                <a:spcPct val="90000"/>
              </a:lnSpc>
              <a:spcBef>
                <a:spcPts val="0"/>
              </a:spcBef>
              <a:spcAft>
                <a:spcPts val="0"/>
              </a:spcAft>
              <a:buSzPts val="3600"/>
              <a:buNone/>
            </a:pPr>
            <a:r>
              <a:rPr b="1" i="0" lang="en-US" sz="3600" u="none">
                <a:solidFill>
                  <a:srgbClr val="320E04"/>
                </a:solidFill>
                <a:latin typeface="Arial"/>
                <a:ea typeface="Arial"/>
                <a:cs typeface="Arial"/>
                <a:sym typeface="Arial"/>
              </a:rPr>
              <a:t>HỆ CƠ SỞ DỮ LIỆU</a:t>
            </a:r>
            <a:endParaRPr/>
          </a:p>
          <a:p>
            <a:pPr indent="0" lvl="0" marL="26987" rtl="0" algn="ctr">
              <a:lnSpc>
                <a:spcPct val="90000"/>
              </a:lnSpc>
              <a:spcBef>
                <a:spcPts val="900"/>
              </a:spcBef>
              <a:spcAft>
                <a:spcPts val="0"/>
              </a:spcAft>
              <a:buSzPts val="3600"/>
              <a:buNone/>
            </a:pPr>
            <a:r>
              <a:rPr b="1" i="0" lang="en-US" sz="3600" u="none">
                <a:solidFill>
                  <a:srgbClr val="320E04"/>
                </a:solidFill>
                <a:latin typeface="Arial"/>
                <a:ea typeface="Arial"/>
                <a:cs typeface="Arial"/>
                <a:sym typeface="Arial"/>
              </a:rPr>
              <a:t>Database Systems</a:t>
            </a:r>
            <a:endParaRPr/>
          </a:p>
          <a:p>
            <a:pPr indent="0" lvl="0" marL="26987" rtl="0" algn="ctr">
              <a:lnSpc>
                <a:spcPct val="90000"/>
              </a:lnSpc>
              <a:spcBef>
                <a:spcPts val="900"/>
              </a:spcBef>
              <a:spcAft>
                <a:spcPts val="0"/>
              </a:spcAft>
              <a:buSzPts val="2000"/>
              <a:buNone/>
            </a:pPr>
            <a:r>
              <a:t/>
            </a:r>
            <a:endParaRPr b="0" i="1" sz="2000" u="none">
              <a:solidFill>
                <a:srgbClr val="320E04"/>
              </a:solidFill>
              <a:latin typeface="Cambria"/>
              <a:ea typeface="Cambria"/>
              <a:cs typeface="Cambria"/>
              <a:sym typeface="Cambria"/>
            </a:endParaRPr>
          </a:p>
          <a:p>
            <a:pPr indent="0" lvl="0" marL="26987" rtl="0" algn="ctr">
              <a:lnSpc>
                <a:spcPct val="90000"/>
              </a:lnSpc>
              <a:spcBef>
                <a:spcPts val="900"/>
              </a:spcBef>
              <a:spcAft>
                <a:spcPts val="0"/>
              </a:spcAft>
              <a:buSzPts val="2000"/>
              <a:buNone/>
            </a:pPr>
            <a:r>
              <a:rPr b="0" i="1" lang="en-US" sz="2000" u="none">
                <a:solidFill>
                  <a:srgbClr val="0000FF"/>
                </a:solidFill>
                <a:latin typeface="Cambria"/>
                <a:ea typeface="Cambria"/>
                <a:cs typeface="Cambria"/>
                <a:sym typeface="Cambria"/>
              </a:rPr>
              <a:t>Giảng viên: ThS. Đào Thị Ngọc Hân</a:t>
            </a:r>
            <a:endParaRPr/>
          </a:p>
          <a:p>
            <a:pPr indent="0" lvl="0" marL="26987" rtl="0" algn="ctr">
              <a:lnSpc>
                <a:spcPct val="90000"/>
              </a:lnSpc>
              <a:spcBef>
                <a:spcPts val="900"/>
              </a:spcBef>
              <a:spcAft>
                <a:spcPts val="0"/>
              </a:spcAft>
              <a:buSzPts val="2000"/>
              <a:buNone/>
            </a:pPr>
            <a:r>
              <a:rPr b="0" i="1" lang="en-US" sz="2000" u="none">
                <a:solidFill>
                  <a:srgbClr val="0000FF"/>
                </a:solidFill>
                <a:latin typeface="Cambria"/>
                <a:ea typeface="Cambria"/>
                <a:cs typeface="Cambria"/>
                <a:sym typeface="Cambria"/>
              </a:rPr>
              <a:t>Email: </a:t>
            </a:r>
            <a:r>
              <a:rPr b="0" i="1" lang="en-US" sz="2000" u="none">
                <a:solidFill>
                  <a:srgbClr val="FF0000"/>
                </a:solidFill>
                <a:latin typeface="Cambria"/>
                <a:ea typeface="Cambria"/>
                <a:cs typeface="Cambria"/>
                <a:sym typeface="Cambria"/>
              </a:rPr>
              <a:t>handtn@huce.edu.vn</a:t>
            </a:r>
            <a:endParaRPr/>
          </a:p>
          <a:p>
            <a:pPr indent="0" lvl="0" marL="26987" rtl="0" algn="ctr">
              <a:lnSpc>
                <a:spcPct val="90000"/>
              </a:lnSpc>
              <a:spcBef>
                <a:spcPts val="900"/>
              </a:spcBef>
              <a:spcAft>
                <a:spcPts val="0"/>
              </a:spcAft>
              <a:buSzPts val="2000"/>
              <a:buNone/>
            </a:pPr>
            <a:r>
              <a:rPr b="0" i="1" lang="en-US" sz="2000" u="none">
                <a:solidFill>
                  <a:srgbClr val="0000FF"/>
                </a:solidFill>
                <a:latin typeface="Cambria"/>
                <a:ea typeface="Cambria"/>
                <a:cs typeface="Cambria"/>
                <a:sym typeface="Cambria"/>
              </a:rPr>
              <a:t>SĐT: 0987-999-338</a:t>
            </a:r>
            <a:endParaRPr/>
          </a:p>
          <a:p>
            <a:pPr indent="0" lvl="0" marL="26987" rtl="0" algn="ctr">
              <a:lnSpc>
                <a:spcPct val="90000"/>
              </a:lnSpc>
              <a:spcBef>
                <a:spcPts val="900"/>
              </a:spcBef>
              <a:spcAft>
                <a:spcPts val="0"/>
              </a:spcAft>
              <a:buSzPts val="2000"/>
              <a:buNone/>
            </a:pPr>
            <a:r>
              <a:t/>
            </a:r>
            <a:endParaRPr b="0" i="1" sz="2000" u="none">
              <a:solidFill>
                <a:srgbClr val="0000FF"/>
              </a:solidFill>
              <a:latin typeface="Cambria"/>
              <a:ea typeface="Cambria"/>
              <a:cs typeface="Cambria"/>
              <a:sym typeface="Cambria"/>
            </a:endParaRPr>
          </a:p>
          <a:p>
            <a:pPr indent="0" lvl="0" marL="26987" rtl="0" algn="ctr">
              <a:lnSpc>
                <a:spcPct val="90000"/>
              </a:lnSpc>
              <a:spcBef>
                <a:spcPts val="900"/>
              </a:spcBef>
              <a:spcAft>
                <a:spcPts val="0"/>
              </a:spcAft>
              <a:buSzPts val="2000"/>
              <a:buNone/>
            </a:pPr>
            <a:r>
              <a:rPr b="0" i="1" lang="en-US" sz="2000" u="none">
                <a:solidFill>
                  <a:srgbClr val="320E04"/>
                </a:solidFill>
                <a:latin typeface="Cambria"/>
                <a:ea typeface="Cambria"/>
                <a:cs typeface="Cambria"/>
                <a:sym typeface="Cambria"/>
              </a:rPr>
              <a:t>Bộ môn Công nghệ phần mềm – Phòng 408A1</a:t>
            </a:r>
            <a:endParaRPr/>
          </a:p>
          <a:p>
            <a:pPr indent="0" lvl="0" marL="26987" rtl="0" algn="ctr">
              <a:lnSpc>
                <a:spcPct val="90000"/>
              </a:lnSpc>
              <a:spcBef>
                <a:spcPts val="900"/>
              </a:spcBef>
              <a:spcAft>
                <a:spcPts val="0"/>
              </a:spcAft>
              <a:buSzPts val="2000"/>
              <a:buNone/>
            </a:pPr>
            <a:r>
              <a:rPr b="0" i="1" lang="en-US" sz="2000" u="none">
                <a:solidFill>
                  <a:srgbClr val="320E04"/>
                </a:solidFill>
                <a:latin typeface="Cambria"/>
                <a:ea typeface="Cambria"/>
                <a:cs typeface="Cambria"/>
                <a:sym typeface="Cambria"/>
              </a:rPr>
              <a:t>Khoa Công nghệ thông tin</a:t>
            </a:r>
            <a:endParaRPr/>
          </a:p>
          <a:p>
            <a:pPr indent="0" lvl="0" marL="26987" rtl="0" algn="ctr">
              <a:lnSpc>
                <a:spcPct val="90000"/>
              </a:lnSpc>
              <a:spcBef>
                <a:spcPts val="900"/>
              </a:spcBef>
              <a:spcAft>
                <a:spcPts val="0"/>
              </a:spcAft>
              <a:buSzPts val="2000"/>
              <a:buNone/>
            </a:pPr>
            <a:r>
              <a:rPr b="0" i="1" lang="en-US" sz="2000" u="none">
                <a:solidFill>
                  <a:srgbClr val="320E04"/>
                </a:solidFill>
                <a:latin typeface="Cambria"/>
                <a:ea typeface="Cambria"/>
                <a:cs typeface="Cambria"/>
                <a:sym typeface="Cambria"/>
              </a:rPr>
              <a:t>Đại học Xây dựng Hà Nội </a:t>
            </a:r>
            <a:endParaRPr/>
          </a:p>
          <a:p>
            <a:pPr indent="0" lvl="0" marL="64008" rtl="0" algn="ctr">
              <a:spcBef>
                <a:spcPts val="900"/>
              </a:spcBef>
              <a:spcAft>
                <a:spcPts val="0"/>
              </a:spcAft>
              <a:buSzPts val="2000"/>
              <a:buNone/>
            </a:pPr>
            <a:r>
              <a:t/>
            </a:r>
            <a:endParaRPr b="0" i="1" sz="2000" u="none">
              <a:solidFill>
                <a:srgbClr val="320E04"/>
              </a:solidFill>
              <a:latin typeface="Cambria"/>
              <a:ea typeface="Cambria"/>
              <a:cs typeface="Cambria"/>
              <a:sym typeface="Cambria"/>
            </a:endParaRPr>
          </a:p>
        </p:txBody>
      </p:sp>
      <p:pic>
        <p:nvPicPr>
          <p:cNvPr id="254" name="Google Shape;254;p1"/>
          <p:cNvPicPr preferRelativeResize="0"/>
          <p:nvPr/>
        </p:nvPicPr>
        <p:blipFill rotWithShape="1">
          <a:blip r:embed="rId3">
            <a:alphaModFix/>
          </a:blip>
          <a:srcRect b="0" l="0" r="0" t="0"/>
          <a:stretch/>
        </p:blipFill>
        <p:spPr>
          <a:xfrm>
            <a:off x="2647950" y="533400"/>
            <a:ext cx="4133850" cy="781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
          <p:cNvSpPr txBox="1"/>
          <p:nvPr>
            <p:ph idx="1" type="body"/>
          </p:nvPr>
        </p:nvSpPr>
        <p:spPr>
          <a:xfrm>
            <a:off x="457200" y="1219200"/>
            <a:ext cx="8229600" cy="3733800"/>
          </a:xfrm>
          <a:prstGeom prst="rect">
            <a:avLst/>
          </a:prstGeom>
          <a:noFill/>
          <a:ln>
            <a:noFill/>
          </a:ln>
        </p:spPr>
        <p:txBody>
          <a:bodyPr anchorCtr="0" anchor="t" bIns="45700" lIns="91425" spcFirstLastPara="1" rIns="91425" wrap="square" tIns="0">
            <a:noAutofit/>
          </a:bodyPr>
          <a:lstStyle/>
          <a:p>
            <a:pPr indent="0" lvl="0" marL="26987" marR="0" rtl="0" algn="ctr">
              <a:lnSpc>
                <a:spcPct val="100000"/>
              </a:lnSpc>
              <a:spcBef>
                <a:spcPts val="0"/>
              </a:spcBef>
              <a:spcAft>
                <a:spcPts val="0"/>
              </a:spcAft>
              <a:buClr>
                <a:srgbClr val="0070C0"/>
              </a:buClr>
              <a:buSzPts val="5400"/>
              <a:buFont typeface="Noto Sans Symbols"/>
              <a:buNone/>
            </a:pPr>
            <a:r>
              <a:rPr b="1" i="0" lang="en-US" sz="5400" u="none" cap="none" strike="noStrike">
                <a:solidFill>
                  <a:srgbClr val="320E04"/>
                </a:solidFill>
                <a:latin typeface="Cambria"/>
                <a:ea typeface="Cambria"/>
                <a:cs typeface="Cambria"/>
                <a:sym typeface="Cambria"/>
              </a:rPr>
              <a:t>Chapter 6</a:t>
            </a:r>
            <a:endParaRPr/>
          </a:p>
          <a:p>
            <a:pPr indent="0" lvl="0" marL="26987" marR="0" rtl="0" algn="ctr">
              <a:lnSpc>
                <a:spcPct val="100000"/>
              </a:lnSpc>
              <a:spcBef>
                <a:spcPts val="900"/>
              </a:spcBef>
              <a:spcAft>
                <a:spcPts val="0"/>
              </a:spcAft>
              <a:buClr>
                <a:srgbClr val="0070C0"/>
              </a:buClr>
              <a:buSzPts val="5400"/>
              <a:buFont typeface="Noto Sans Symbols"/>
              <a:buNone/>
            </a:pPr>
            <a:r>
              <a:rPr b="1" i="0" lang="en-US" sz="5400" u="none" cap="none" strike="noStrike">
                <a:solidFill>
                  <a:srgbClr val="320E04"/>
                </a:solidFill>
                <a:latin typeface="Cambria"/>
                <a:ea typeface="Cambria"/>
                <a:cs typeface="Cambria"/>
                <a:sym typeface="Cambria"/>
              </a:rPr>
              <a:t>Normalization of Database Tables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Learning Objectives</a:t>
            </a:r>
            <a:endParaRPr/>
          </a:p>
        </p:txBody>
      </p:sp>
      <p:sp>
        <p:nvSpPr>
          <p:cNvPr id="267" name="Google Shape;267;p3"/>
          <p:cNvSpPr txBox="1"/>
          <p:nvPr>
            <p:ph idx="1" type="body"/>
          </p:nvPr>
        </p:nvSpPr>
        <p:spPr>
          <a:xfrm>
            <a:off x="228600" y="1600200"/>
            <a:ext cx="86868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0" i="0" lang="en-US" sz="2800" u="none" cap="none" strike="noStrike">
                <a:solidFill>
                  <a:schemeClr val="dk1"/>
                </a:solidFill>
                <a:latin typeface="Times New Roman"/>
                <a:ea typeface="Times New Roman"/>
                <a:cs typeface="Times New Roman"/>
                <a:sym typeface="Times New Roman"/>
              </a:rPr>
              <a:t>In this chapter, students will learn:</a:t>
            </a:r>
            <a:endParaRPr/>
          </a:p>
          <a:p>
            <a:pPr indent="-246062" lvl="1" marL="657225" marR="0" rtl="0" algn="l">
              <a:lnSpc>
                <a:spcPct val="9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What normalization is and what role it plays in the database design process</a:t>
            </a:r>
            <a:endParaRPr/>
          </a:p>
          <a:p>
            <a:pPr indent="-246062" lvl="1" marL="657225" marR="0" rtl="0" algn="l">
              <a:lnSpc>
                <a:spcPct val="9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About the normal forms 1NF, 2NF, 3NF, BCNF, </a:t>
            </a:r>
            <a:br>
              <a:rPr b="0" i="0" lang="en-US" sz="2600" u="none" cap="none" strike="noStrike">
                <a:solidFill>
                  <a:schemeClr val="dk1"/>
                </a:solidFill>
                <a:latin typeface="Times New Roman"/>
                <a:ea typeface="Times New Roman"/>
                <a:cs typeface="Times New Roman"/>
                <a:sym typeface="Times New Roman"/>
              </a:rPr>
            </a:br>
            <a:r>
              <a:rPr b="0" i="0" lang="en-US" sz="2600" u="none" cap="none" strike="noStrike">
                <a:solidFill>
                  <a:schemeClr val="dk1"/>
                </a:solidFill>
                <a:latin typeface="Times New Roman"/>
                <a:ea typeface="Times New Roman"/>
                <a:cs typeface="Times New Roman"/>
                <a:sym typeface="Times New Roman"/>
              </a:rPr>
              <a:t>and 4NF</a:t>
            </a:r>
            <a:endParaRPr/>
          </a:p>
          <a:p>
            <a:pPr indent="-246062" lvl="1" marL="657225" marR="0" rtl="0" algn="l">
              <a:lnSpc>
                <a:spcPct val="9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How normal forms can be transformed from lower normal forms to higher normal forms</a:t>
            </a:r>
            <a:endParaRPr/>
          </a:p>
          <a:p>
            <a:pPr indent="-246062" lvl="1" marL="657225" marR="0" rtl="0" algn="l">
              <a:lnSpc>
                <a:spcPct val="9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That normalization and ER modeling are used concurrently to produce a good database design</a:t>
            </a:r>
            <a:endParaRPr/>
          </a:p>
          <a:p>
            <a:pPr indent="-246062" lvl="1" marL="657225" marR="0" rtl="0" algn="l">
              <a:lnSpc>
                <a:spcPct val="9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That some situations require denormalization to generate information efficiently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Bắt đầu bài toán</a:t>
            </a:r>
            <a:endParaRPr/>
          </a:p>
        </p:txBody>
      </p:sp>
      <p:sp>
        <p:nvSpPr>
          <p:cNvPr id="274" name="Google Shape;274;p4"/>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77787" lvl="0" marL="365125" marR="0" rtl="0" algn="l">
              <a:spcBef>
                <a:spcPts val="0"/>
              </a:spcBef>
              <a:spcAft>
                <a:spcPts val="0"/>
              </a:spcAft>
              <a:buClr>
                <a:srgbClr val="0070C0"/>
              </a:buClr>
              <a:buSzPts val="2800"/>
              <a:buFont typeface="Noto Sans Symbols"/>
              <a:buNone/>
            </a:pPr>
            <a:r>
              <a:t/>
            </a:r>
            <a:endParaRPr sz="2800">
              <a:solidFill>
                <a:schemeClr val="dk1"/>
              </a:solidFill>
              <a:latin typeface="Times New Roman"/>
              <a:ea typeface="Times New Roman"/>
              <a:cs typeface="Times New Roman"/>
              <a:sym typeface="Times New Roman"/>
            </a:endParaRPr>
          </a:p>
        </p:txBody>
      </p:sp>
      <p:pic>
        <p:nvPicPr>
          <p:cNvPr id="275" name="Google Shape;275;p4"/>
          <p:cNvPicPr preferRelativeResize="0"/>
          <p:nvPr/>
        </p:nvPicPr>
        <p:blipFill rotWithShape="1">
          <a:blip r:embed="rId3">
            <a:alphaModFix/>
          </a:blip>
          <a:srcRect b="0" l="0" r="0" t="0"/>
          <a:stretch/>
        </p:blipFill>
        <p:spPr>
          <a:xfrm>
            <a:off x="127000" y="373062"/>
            <a:ext cx="8940800" cy="648493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5"/>
          <p:cNvPicPr preferRelativeResize="0"/>
          <p:nvPr/>
        </p:nvPicPr>
        <p:blipFill rotWithShape="1">
          <a:blip r:embed="rId3">
            <a:alphaModFix/>
          </a:blip>
          <a:srcRect b="0" l="0" r="0" t="0"/>
          <a:stretch/>
        </p:blipFill>
        <p:spPr>
          <a:xfrm>
            <a:off x="100012" y="771525"/>
            <a:ext cx="8943975" cy="57261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6"/>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42021"/>
              </a:buClr>
              <a:buSzPts val="4000"/>
              <a:buFont typeface="EB Garamond"/>
              <a:buNone/>
            </a:pPr>
            <a:r>
              <a:rPr b="0" i="0" lang="en-US" sz="4000" u="none">
                <a:solidFill>
                  <a:srgbClr val="242021"/>
                </a:solidFill>
                <a:latin typeface="EB Garamond"/>
                <a:ea typeface="EB Garamond"/>
                <a:cs typeface="EB Garamond"/>
                <a:sym typeface="EB Garamond"/>
              </a:rPr>
              <a:t>The objective of normalization</a:t>
            </a:r>
            <a:endParaRPr/>
          </a:p>
        </p:txBody>
      </p:sp>
      <p:sp>
        <p:nvSpPr>
          <p:cNvPr id="288" name="Google Shape;288;p6"/>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0" lvl="0" marL="107950" marR="0" rtl="0" algn="l">
              <a:lnSpc>
                <a:spcPct val="100000"/>
              </a:lnSpc>
              <a:spcBef>
                <a:spcPts val="0"/>
              </a:spcBef>
              <a:spcAft>
                <a:spcPts val="0"/>
              </a:spcAft>
              <a:buClr>
                <a:srgbClr val="0070C0"/>
              </a:buClr>
              <a:buSzPts val="2800"/>
              <a:buFont typeface="Noto Sans Symbols"/>
              <a:buNone/>
            </a:pPr>
            <a:r>
              <a:rPr b="0" i="0" lang="en-US" sz="2800" u="none">
                <a:solidFill>
                  <a:schemeClr val="dk1"/>
                </a:solidFill>
                <a:latin typeface="Times New Roman"/>
                <a:ea typeface="Times New Roman"/>
                <a:cs typeface="Times New Roman"/>
                <a:sym typeface="Times New Roman"/>
              </a:rPr>
              <a:t>The objective of normalization is to ensure that each table conforms to the concept of well-formed relations—in other words, tables that have the following characteristics:</a:t>
            </a:r>
            <a:endParaRPr/>
          </a:p>
          <a:p>
            <a:pPr indent="-177800" lvl="0" marL="107950"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Each relation (table) represents a single subject. For example, a COURSE table will contain only data that directly pertain to courses. Similarly, a STUDENT table will contain only student data.</a:t>
            </a:r>
            <a:endParaRPr/>
          </a:p>
          <a:p>
            <a:pPr indent="-177800" lvl="0" marL="107950"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Each row/column intersection contains only one value and not a group of values.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7"/>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242021"/>
              </a:buClr>
              <a:buSzPts val="4000"/>
              <a:buFont typeface="EB Garamond"/>
              <a:buNone/>
            </a:pPr>
            <a:r>
              <a:rPr b="0" i="0" lang="en-US" sz="4000" u="none">
                <a:solidFill>
                  <a:srgbClr val="242021"/>
                </a:solidFill>
                <a:latin typeface="EB Garamond"/>
                <a:ea typeface="EB Garamond"/>
                <a:cs typeface="EB Garamond"/>
                <a:sym typeface="EB Garamond"/>
              </a:rPr>
              <a:t>The objective of normalization (cont.)</a:t>
            </a:r>
            <a:endParaRPr/>
          </a:p>
        </p:txBody>
      </p:sp>
      <p:sp>
        <p:nvSpPr>
          <p:cNvPr id="295" name="Google Shape;295;p7"/>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400"/>
              <a:buFont typeface="Noto Sans Symbols"/>
              <a:buChar char="▪"/>
            </a:pPr>
            <a:r>
              <a:rPr b="0" i="0" lang="en-US" sz="2400" u="none">
                <a:solidFill>
                  <a:schemeClr val="dk1"/>
                </a:solidFill>
                <a:latin typeface="Times New Roman"/>
                <a:ea typeface="Times New Roman"/>
                <a:cs typeface="Times New Roman"/>
                <a:sym typeface="Times New Roman"/>
              </a:rPr>
              <a:t>No data item will be unnecessarily stored in more than one table (tables have minimum controlled redundancy). The reason for this requirement is to ensure that the data is updated in only one place.</a:t>
            </a:r>
            <a:endParaRPr/>
          </a:p>
          <a:p>
            <a:pPr indent="-255587" lvl="0" marL="365125" marR="0" rtl="0" algn="l">
              <a:lnSpc>
                <a:spcPct val="100000"/>
              </a:lnSpc>
              <a:spcBef>
                <a:spcPts val="900"/>
              </a:spcBef>
              <a:spcAft>
                <a:spcPts val="0"/>
              </a:spcAft>
              <a:buClr>
                <a:srgbClr val="0070C0"/>
              </a:buClr>
              <a:buSzPts val="2400"/>
              <a:buFont typeface="Noto Sans Symbols"/>
              <a:buChar char="▪"/>
            </a:pPr>
            <a:r>
              <a:rPr b="0" i="0" lang="en-US" sz="2400" u="none">
                <a:solidFill>
                  <a:schemeClr val="dk1"/>
                </a:solidFill>
                <a:latin typeface="Times New Roman"/>
                <a:ea typeface="Times New Roman"/>
                <a:cs typeface="Times New Roman"/>
                <a:sym typeface="Times New Roman"/>
              </a:rPr>
              <a:t>All nonprime attributes in a relation (table) are dependent on the primary key—the entire primary key and nothing but the primary key. The reason for this requirement is to ensure that the data is uniquely identifiable by a primary key value.</a:t>
            </a:r>
            <a:endParaRPr/>
          </a:p>
          <a:p>
            <a:pPr indent="-255587" lvl="0" marL="365125" marR="0" rtl="0" algn="l">
              <a:lnSpc>
                <a:spcPct val="100000"/>
              </a:lnSpc>
              <a:spcBef>
                <a:spcPts val="900"/>
              </a:spcBef>
              <a:spcAft>
                <a:spcPts val="0"/>
              </a:spcAft>
              <a:buClr>
                <a:srgbClr val="0070C0"/>
              </a:buClr>
              <a:buSzPts val="2400"/>
              <a:buFont typeface="Noto Sans Symbols"/>
              <a:buChar char="▪"/>
            </a:pPr>
            <a:r>
              <a:rPr b="0" i="0" lang="en-US" sz="2400" u="none">
                <a:solidFill>
                  <a:schemeClr val="dk1"/>
                </a:solidFill>
                <a:latin typeface="Times New Roman"/>
                <a:ea typeface="Times New Roman"/>
                <a:cs typeface="Times New Roman"/>
                <a:sym typeface="Times New Roman"/>
              </a:rPr>
              <a:t>Each relation (table) has no insertion, update, or deletion anomalies, which ensures the integrity and consistency of the data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8"/>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Normalization</a:t>
            </a:r>
            <a:endParaRPr/>
          </a:p>
        </p:txBody>
      </p:sp>
      <p:sp>
        <p:nvSpPr>
          <p:cNvPr id="302" name="Google Shape;302;p8"/>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Evaluating and correcting table structures to minimize data redundancies </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Reduces data anomalies</a:t>
            </a:r>
            <a:endParaRPr/>
          </a:p>
          <a:p>
            <a:pPr indent="-255587" lvl="0" marL="365125" marR="0" rtl="0" algn="ctr">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Assigns attributes to tables based on </a:t>
            </a:r>
            <a:r>
              <a:rPr b="1" i="0" lang="en-US" sz="2800" u="none">
                <a:solidFill>
                  <a:schemeClr val="dk1"/>
                </a:solidFill>
                <a:latin typeface="Times New Roman"/>
                <a:ea typeface="Times New Roman"/>
                <a:cs typeface="Times New Roman"/>
                <a:sym typeface="Times New Roman"/>
              </a:rPr>
              <a:t>determination</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Normal forms</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First normal form (1NF)</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Second normal form (2NF)</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Third normal form (3NF)</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9"/>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Normalization</a:t>
            </a:r>
            <a:endParaRPr/>
          </a:p>
        </p:txBody>
      </p:sp>
      <p:sp>
        <p:nvSpPr>
          <p:cNvPr id="309" name="Google Shape;309;p9"/>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Structural point of view of normal forms</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Higher normal forms are better than lower normal forms</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Properly designed 3NF structures meet the requirement of fourth normal form (4NF)</a:t>
            </a:r>
            <a:endParaRPr/>
          </a:p>
          <a:p>
            <a:pPr indent="-255587" lvl="0" marL="365125" marR="0" rtl="0" algn="l">
              <a:lnSpc>
                <a:spcPct val="100000"/>
              </a:lnSpc>
              <a:spcBef>
                <a:spcPts val="900"/>
              </a:spcBef>
              <a:spcAft>
                <a:spcPts val="0"/>
              </a:spcAft>
              <a:buClr>
                <a:srgbClr val="0070C0"/>
              </a:buClr>
              <a:buSzPts val="2800"/>
              <a:buFont typeface="Noto Sans Symbols"/>
              <a:buChar char="▪"/>
            </a:pPr>
            <a:r>
              <a:rPr b="1" i="0" lang="en-US" sz="2800" u="none">
                <a:solidFill>
                  <a:schemeClr val="dk1"/>
                </a:solidFill>
                <a:latin typeface="Times New Roman"/>
                <a:ea typeface="Times New Roman"/>
                <a:cs typeface="Times New Roman"/>
                <a:sym typeface="Times New Roman"/>
              </a:rPr>
              <a:t>Denormalization</a:t>
            </a:r>
            <a:r>
              <a:rPr b="0" i="0" lang="en-US" sz="2800" u="none">
                <a:solidFill>
                  <a:schemeClr val="dk1"/>
                </a:solidFill>
                <a:latin typeface="Times New Roman"/>
                <a:ea typeface="Times New Roman"/>
                <a:cs typeface="Times New Roman"/>
                <a:sym typeface="Times New Roman"/>
              </a:rPr>
              <a:t>: Produces a lower normal form</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Results in increased performance and greater data redundancy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0"/>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Need for Normalization</a:t>
            </a:r>
            <a:endParaRPr/>
          </a:p>
        </p:txBody>
      </p:sp>
      <p:sp>
        <p:nvSpPr>
          <p:cNvPr id="316" name="Google Shape;316;p10"/>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Used while designing a new database structure</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Analyzes the relationship among the attributes within each entity</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Determines if the structure can be improved</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Improves the existing data structure and creates an appropriate database design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1"/>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Normalization Process</a:t>
            </a:r>
            <a:endParaRPr/>
          </a:p>
        </p:txBody>
      </p:sp>
      <p:sp>
        <p:nvSpPr>
          <p:cNvPr id="323" name="Google Shape;323;p11"/>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Objective is to ensure that each table conforms to the concept of well-formed relations</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Each table represents a single subject</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No data item will be unnecessarily stored in more than one table</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All nonprime attributes in a table are dependent on the primary key</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Each table is void of insertion, update, and deletion anomalies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2"/>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Normalization Process</a:t>
            </a:r>
            <a:endParaRPr/>
          </a:p>
        </p:txBody>
      </p:sp>
      <p:sp>
        <p:nvSpPr>
          <p:cNvPr id="330" name="Google Shape;330;p12"/>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Ensures that all tables are in at least 3NF</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Higher forms are not likely to be encountered in business environment</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Works one relation at a time</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Starts by:</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Identifying the </a:t>
            </a:r>
            <a:r>
              <a:rPr b="1" i="0" lang="en-US" sz="2600" u="none" cap="none" strike="noStrike">
                <a:solidFill>
                  <a:schemeClr val="dk1"/>
                </a:solidFill>
                <a:latin typeface="Times New Roman"/>
                <a:ea typeface="Times New Roman"/>
                <a:cs typeface="Times New Roman"/>
                <a:sym typeface="Times New Roman"/>
              </a:rPr>
              <a:t>dependencies</a:t>
            </a:r>
            <a:r>
              <a:rPr b="0" i="0" lang="en-US" sz="2600" u="none" cap="none" strike="noStrike">
                <a:solidFill>
                  <a:schemeClr val="dk1"/>
                </a:solidFill>
                <a:latin typeface="Times New Roman"/>
                <a:ea typeface="Times New Roman"/>
                <a:cs typeface="Times New Roman"/>
                <a:sym typeface="Times New Roman"/>
              </a:rPr>
              <a:t> of a relation (table)</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Progressively breaking the relation into new set of relations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3"/>
          <p:cNvSpPr txBox="1"/>
          <p:nvPr>
            <p:ph type="title"/>
          </p:nvPr>
        </p:nvSpPr>
        <p:spPr>
          <a:xfrm>
            <a:off x="457200" y="457200"/>
            <a:ext cx="8229600" cy="762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Functional Dependence Concepts</a:t>
            </a:r>
            <a:endParaRPr/>
          </a:p>
        </p:txBody>
      </p:sp>
      <p:graphicFrame>
        <p:nvGraphicFramePr>
          <p:cNvPr id="337" name="Google Shape;337;p13"/>
          <p:cNvGraphicFramePr/>
          <p:nvPr/>
        </p:nvGraphicFramePr>
        <p:xfrm>
          <a:off x="76200" y="1422400"/>
          <a:ext cx="3000000" cy="3000000"/>
        </p:xfrm>
        <a:graphic>
          <a:graphicData uri="http://schemas.openxmlformats.org/drawingml/2006/table">
            <a:tbl>
              <a:tblPr>
                <a:noFill/>
                <a:tableStyleId>{D38FBB19-83DF-42A9-BF4C-4F13E9EF1314}</a:tableStyleId>
              </a:tblPr>
              <a:tblGrid>
                <a:gridCol w="1981200"/>
                <a:gridCol w="7010400"/>
              </a:tblGrid>
              <a:tr h="365125">
                <a:tc>
                  <a:txBody>
                    <a:bodyPr/>
                    <a:lstStyle/>
                    <a:p>
                      <a:pPr indent="0" lvl="0" marL="0" marR="0" rtl="0" algn="l">
                        <a:lnSpc>
                          <a:spcPct val="100000"/>
                        </a:lnSpc>
                        <a:spcBef>
                          <a:spcPts val="0"/>
                        </a:spcBef>
                        <a:spcAft>
                          <a:spcPts val="0"/>
                        </a:spcAft>
                        <a:buClr>
                          <a:schemeClr val="dk1"/>
                        </a:buClr>
                        <a:buSzPts val="1800"/>
                        <a:buFont typeface="Georgia"/>
                        <a:buNone/>
                      </a:pPr>
                      <a:r>
                        <a:rPr b="1" i="0" lang="en-US" sz="1800" u="none" cap="none" strike="noStrike">
                          <a:solidFill>
                            <a:schemeClr val="dk1"/>
                          </a:solidFill>
                          <a:latin typeface="Georgia"/>
                          <a:ea typeface="Georgia"/>
                          <a:cs typeface="Georgia"/>
                          <a:sym typeface="Georgia"/>
                        </a:rPr>
                        <a:t>Concept </a:t>
                      </a:r>
                      <a:endParaRPr/>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Georgia"/>
                        <a:buNone/>
                      </a:pPr>
                      <a:r>
                        <a:rPr b="1" i="0" lang="en-US" sz="1800" u="none" cap="none" strike="noStrike">
                          <a:solidFill>
                            <a:schemeClr val="dk1"/>
                          </a:solidFill>
                          <a:latin typeface="Georgia"/>
                          <a:ea typeface="Georgia"/>
                          <a:cs typeface="Georgia"/>
                          <a:sym typeface="Georgia"/>
                        </a:rPr>
                        <a:t>Definition</a:t>
                      </a:r>
                      <a:endParaRPr/>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r>
              <a:tr h="2286000">
                <a:tc>
                  <a:txBody>
                    <a:bodyPr/>
                    <a:lstStyle/>
                    <a:p>
                      <a:pPr indent="0" lvl="0" marL="0" marR="0" rtl="0" algn="l">
                        <a:lnSpc>
                          <a:spcPct val="100000"/>
                        </a:lnSpc>
                        <a:spcBef>
                          <a:spcPts val="0"/>
                        </a:spcBef>
                        <a:spcAft>
                          <a:spcPts val="0"/>
                        </a:spcAft>
                        <a:buClr>
                          <a:schemeClr val="dk1"/>
                        </a:buClr>
                        <a:buSzPts val="1800"/>
                        <a:buFont typeface="Georgia"/>
                        <a:buNone/>
                      </a:pPr>
                      <a:r>
                        <a:rPr b="0" i="0" lang="en-US" sz="1800" u="none" cap="none" strike="noStrike">
                          <a:solidFill>
                            <a:schemeClr val="dk1"/>
                          </a:solidFill>
                          <a:latin typeface="Georgia"/>
                          <a:ea typeface="Georgia"/>
                          <a:cs typeface="Georgia"/>
                          <a:sym typeface="Georgia"/>
                        </a:rPr>
                        <a:t>Functional dependence</a:t>
                      </a:r>
                      <a:endParaRPr/>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5E0D3">
                        <a:alpha val="19607"/>
                      </a:srgbClr>
                    </a:solidFill>
                  </a:tcPr>
                </a:tc>
                <a:tc>
                  <a:txBody>
                    <a:bodyPr/>
                    <a:lstStyle/>
                    <a:p>
                      <a:pPr indent="0" lvl="0" marL="0" marR="0" rtl="0" algn="l">
                        <a:lnSpc>
                          <a:spcPct val="100000"/>
                        </a:lnSpc>
                        <a:spcBef>
                          <a:spcPts val="0"/>
                        </a:spcBef>
                        <a:spcAft>
                          <a:spcPts val="0"/>
                        </a:spcAft>
                        <a:buClr>
                          <a:schemeClr val="dk1"/>
                        </a:buClr>
                        <a:buSzPts val="1800"/>
                        <a:buFont typeface="Georgia"/>
                        <a:buNone/>
                      </a:pPr>
                      <a:r>
                        <a:rPr b="0" i="0" lang="en-US" sz="1800" u="none" cap="none" strike="noStrike">
                          <a:solidFill>
                            <a:schemeClr val="dk1"/>
                          </a:solidFill>
                          <a:latin typeface="Georgia"/>
                          <a:ea typeface="Georgia"/>
                          <a:cs typeface="Georgia"/>
                          <a:sym typeface="Georgia"/>
                        </a:rPr>
                        <a:t>The attribute B is fully functionally dependent on the attribute A if each value of A determines one and only one value of B.</a:t>
                      </a:r>
                      <a:endParaRPr/>
                    </a:p>
                    <a:p>
                      <a:pPr indent="0" lvl="0" marL="0" marR="0" rtl="0" algn="l">
                        <a:lnSpc>
                          <a:spcPct val="100000"/>
                        </a:lnSpc>
                        <a:spcBef>
                          <a:spcPts val="0"/>
                        </a:spcBef>
                        <a:spcAft>
                          <a:spcPts val="0"/>
                        </a:spcAft>
                        <a:buClr>
                          <a:schemeClr val="dk1"/>
                        </a:buClr>
                        <a:buSzPts val="1800"/>
                        <a:buFont typeface="Georgia"/>
                        <a:buNone/>
                      </a:pPr>
                      <a:r>
                        <a:rPr b="0" i="0" lang="en-US" sz="1800" u="sng" cap="none" strike="noStrike">
                          <a:solidFill>
                            <a:schemeClr val="dk1"/>
                          </a:solidFill>
                          <a:latin typeface="Georgia"/>
                          <a:ea typeface="Georgia"/>
                          <a:cs typeface="Georgia"/>
                          <a:sym typeface="Georgia"/>
                        </a:rPr>
                        <a:t>Example</a:t>
                      </a:r>
                      <a:r>
                        <a:rPr b="0" i="0" lang="en-US" sz="1800" u="none" cap="none" strike="noStrike">
                          <a:solidFill>
                            <a:schemeClr val="dk1"/>
                          </a:solidFill>
                          <a:latin typeface="Georgia"/>
                          <a:ea typeface="Georgia"/>
                          <a:cs typeface="Georgia"/>
                          <a:sym typeface="Georgia"/>
                        </a:rPr>
                        <a:t>: PROJ_NUM ⇨ PROJ_NAME</a:t>
                      </a:r>
                      <a:endParaRPr/>
                    </a:p>
                    <a:p>
                      <a:pPr indent="0" lvl="0" marL="0" marR="0" rtl="0" algn="l">
                        <a:lnSpc>
                          <a:spcPct val="100000"/>
                        </a:lnSpc>
                        <a:spcBef>
                          <a:spcPts val="0"/>
                        </a:spcBef>
                        <a:spcAft>
                          <a:spcPts val="0"/>
                        </a:spcAft>
                        <a:buClr>
                          <a:schemeClr val="dk1"/>
                        </a:buClr>
                        <a:buSzPts val="1800"/>
                        <a:buFont typeface="Georgia"/>
                        <a:buNone/>
                      </a:pPr>
                      <a:r>
                        <a:rPr b="0" i="0" lang="en-US" sz="1800" u="none" cap="none" strike="noStrike">
                          <a:solidFill>
                            <a:schemeClr val="dk1"/>
                          </a:solidFill>
                          <a:latin typeface="Georgia"/>
                          <a:ea typeface="Georgia"/>
                          <a:cs typeface="Georgia"/>
                          <a:sym typeface="Georgia"/>
                        </a:rPr>
                        <a:t>(read as PROJ_NUM functionally determines PROJ_NAME)</a:t>
                      </a:r>
                      <a:endParaRPr/>
                    </a:p>
                    <a:p>
                      <a:pPr indent="0" lvl="0" marL="0" marR="0" rtl="0" algn="l">
                        <a:lnSpc>
                          <a:spcPct val="100000"/>
                        </a:lnSpc>
                        <a:spcBef>
                          <a:spcPts val="0"/>
                        </a:spcBef>
                        <a:spcAft>
                          <a:spcPts val="0"/>
                        </a:spcAft>
                        <a:buClr>
                          <a:schemeClr val="dk1"/>
                        </a:buClr>
                        <a:buSzPts val="1800"/>
                        <a:buFont typeface="Georgia"/>
                        <a:buNone/>
                      </a:pPr>
                      <a:r>
                        <a:rPr b="0" i="0" lang="en-US" sz="1800" u="none" cap="none" strike="noStrike">
                          <a:solidFill>
                            <a:schemeClr val="dk1"/>
                          </a:solidFill>
                          <a:latin typeface="Georgia"/>
                          <a:ea typeface="Georgia"/>
                          <a:cs typeface="Georgia"/>
                          <a:sym typeface="Georgia"/>
                        </a:rPr>
                        <a:t>The attribute </a:t>
                      </a:r>
                      <a:r>
                        <a:rPr b="1" i="0" lang="en-US" sz="1800" u="none" cap="none" strike="noStrike">
                          <a:solidFill>
                            <a:srgbClr val="FF0000"/>
                          </a:solidFill>
                          <a:latin typeface="Georgia"/>
                          <a:ea typeface="Georgia"/>
                          <a:cs typeface="Georgia"/>
                          <a:sym typeface="Georgia"/>
                        </a:rPr>
                        <a:t>PROJ_NUM </a:t>
                      </a:r>
                      <a:r>
                        <a:rPr b="0" i="0" lang="en-US" sz="1800" u="none" cap="none" strike="noStrike">
                          <a:solidFill>
                            <a:schemeClr val="dk1"/>
                          </a:solidFill>
                          <a:latin typeface="Georgia"/>
                          <a:ea typeface="Georgia"/>
                          <a:cs typeface="Georgia"/>
                          <a:sym typeface="Georgia"/>
                        </a:rPr>
                        <a:t>is known as the </a:t>
                      </a:r>
                      <a:r>
                        <a:rPr b="1" i="0" lang="en-US" sz="1800" u="none" cap="none" strike="noStrike">
                          <a:solidFill>
                            <a:srgbClr val="FF0000"/>
                          </a:solidFill>
                          <a:latin typeface="Georgia"/>
                          <a:ea typeface="Georgia"/>
                          <a:cs typeface="Georgia"/>
                          <a:sym typeface="Georgia"/>
                        </a:rPr>
                        <a:t>determinant attribute</a:t>
                      </a:r>
                      <a:r>
                        <a:rPr b="0" i="0" lang="en-US" sz="1800" u="none" cap="none" strike="noStrike">
                          <a:solidFill>
                            <a:schemeClr val="dk1"/>
                          </a:solidFill>
                          <a:latin typeface="Georgia"/>
                          <a:ea typeface="Georgia"/>
                          <a:cs typeface="Georgia"/>
                          <a:sym typeface="Georgia"/>
                        </a:rPr>
                        <a:t>, </a:t>
                      </a:r>
                      <a:endParaRPr/>
                    </a:p>
                    <a:p>
                      <a:pPr indent="0" lvl="0" marL="0" marR="0" rtl="0" algn="l">
                        <a:lnSpc>
                          <a:spcPct val="100000"/>
                        </a:lnSpc>
                        <a:spcBef>
                          <a:spcPts val="0"/>
                        </a:spcBef>
                        <a:spcAft>
                          <a:spcPts val="0"/>
                        </a:spcAft>
                        <a:buClr>
                          <a:schemeClr val="dk1"/>
                        </a:buClr>
                        <a:buSzPts val="1800"/>
                        <a:buFont typeface="Georgia"/>
                        <a:buNone/>
                      </a:pPr>
                      <a:r>
                        <a:rPr b="0" i="0" lang="en-US" sz="1800" u="none" cap="none" strike="noStrike">
                          <a:solidFill>
                            <a:schemeClr val="dk1"/>
                          </a:solidFill>
                          <a:latin typeface="Georgia"/>
                          <a:ea typeface="Georgia"/>
                          <a:cs typeface="Georgia"/>
                          <a:sym typeface="Georgia"/>
                        </a:rPr>
                        <a:t>and the attribute </a:t>
                      </a:r>
                      <a:r>
                        <a:rPr b="1" i="0" lang="en-US" sz="1800" u="none" cap="none" strike="noStrike">
                          <a:solidFill>
                            <a:srgbClr val="7030A0"/>
                          </a:solidFill>
                          <a:latin typeface="Georgia"/>
                          <a:ea typeface="Georgia"/>
                          <a:cs typeface="Georgia"/>
                          <a:sym typeface="Georgia"/>
                        </a:rPr>
                        <a:t>PROJ_NAME </a:t>
                      </a:r>
                      <a:r>
                        <a:rPr b="0" i="0" lang="en-US" sz="1800" u="none" cap="none" strike="noStrike">
                          <a:solidFill>
                            <a:schemeClr val="dk1"/>
                          </a:solidFill>
                          <a:latin typeface="Georgia"/>
                          <a:ea typeface="Georgia"/>
                          <a:cs typeface="Georgia"/>
                          <a:sym typeface="Georgia"/>
                        </a:rPr>
                        <a:t>is known as the </a:t>
                      </a:r>
                      <a:r>
                        <a:rPr b="1" i="0" lang="en-US" sz="1800" u="none" cap="none" strike="noStrike">
                          <a:solidFill>
                            <a:srgbClr val="7030A0"/>
                          </a:solidFill>
                          <a:latin typeface="Georgia"/>
                          <a:ea typeface="Georgia"/>
                          <a:cs typeface="Georgia"/>
                          <a:sym typeface="Georgia"/>
                        </a:rPr>
                        <a:t>dependent attribute</a:t>
                      </a:r>
                      <a:r>
                        <a:rPr b="0" i="0" lang="en-US" sz="1800" u="none" cap="none" strike="noStrike">
                          <a:solidFill>
                            <a:schemeClr val="dk1"/>
                          </a:solidFill>
                          <a:latin typeface="Georgia"/>
                          <a:ea typeface="Georgia"/>
                          <a:cs typeface="Georgia"/>
                          <a:sym typeface="Georgia"/>
                        </a:rPr>
                        <a:t>.</a:t>
                      </a:r>
                      <a:endParaRPr/>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5E0D3">
                        <a:alpha val="19607"/>
                      </a:srgbClr>
                    </a:solidFill>
                  </a:tcPr>
                </a:tc>
              </a:tr>
              <a:tr h="1189025">
                <a:tc>
                  <a:txBody>
                    <a:bodyPr/>
                    <a:lstStyle/>
                    <a:p>
                      <a:pPr indent="0" lvl="0" marL="0" marR="0" rtl="0" algn="l">
                        <a:lnSpc>
                          <a:spcPct val="100000"/>
                        </a:lnSpc>
                        <a:spcBef>
                          <a:spcPts val="0"/>
                        </a:spcBef>
                        <a:spcAft>
                          <a:spcPts val="0"/>
                        </a:spcAft>
                        <a:buClr>
                          <a:schemeClr val="dk1"/>
                        </a:buClr>
                        <a:buSzPts val="1800"/>
                        <a:buFont typeface="Georgia"/>
                        <a:buNone/>
                      </a:pPr>
                      <a:r>
                        <a:rPr b="0" i="0" lang="en-US" sz="1800" u="none" cap="none" strike="noStrike">
                          <a:solidFill>
                            <a:schemeClr val="dk1"/>
                          </a:solidFill>
                          <a:latin typeface="Georgia"/>
                          <a:ea typeface="Georgia"/>
                          <a:cs typeface="Georgia"/>
                          <a:sym typeface="Georgia"/>
                        </a:rPr>
                        <a:t>Functional dependence</a:t>
                      </a:r>
                      <a:endParaRPr/>
                    </a:p>
                    <a:p>
                      <a:pPr indent="0" lvl="0" marL="0" marR="0" rtl="0" algn="l">
                        <a:lnSpc>
                          <a:spcPct val="100000"/>
                        </a:lnSpc>
                        <a:spcBef>
                          <a:spcPts val="0"/>
                        </a:spcBef>
                        <a:spcAft>
                          <a:spcPts val="0"/>
                        </a:spcAft>
                        <a:buClr>
                          <a:schemeClr val="dk1"/>
                        </a:buClr>
                        <a:buSzPts val="1800"/>
                        <a:buFont typeface="Georgia"/>
                        <a:buNone/>
                      </a:pPr>
                      <a:r>
                        <a:rPr b="0" i="0" lang="en-US" sz="1800" u="none" cap="none" strike="noStrike">
                          <a:solidFill>
                            <a:schemeClr val="dk1"/>
                          </a:solidFill>
                          <a:latin typeface="Georgia"/>
                          <a:ea typeface="Georgia"/>
                          <a:cs typeface="Georgia"/>
                          <a:sym typeface="Georgia"/>
                        </a:rPr>
                        <a:t>(Generalized definition)</a:t>
                      </a:r>
                      <a:endParaRPr/>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Georgia"/>
                        <a:buNone/>
                      </a:pPr>
                      <a:r>
                        <a:rPr b="0" i="0" lang="en-US" sz="1800" u="none" cap="none" strike="noStrike">
                          <a:solidFill>
                            <a:schemeClr val="dk1"/>
                          </a:solidFill>
                          <a:latin typeface="Georgia"/>
                          <a:ea typeface="Georgia"/>
                          <a:cs typeface="Georgia"/>
                          <a:sym typeface="Georgia"/>
                        </a:rPr>
                        <a:t>Attribute A determines attribute B (that is, B is functionally dependent on A) if all (generalized definition) of the rows in the table that agree in value for attribute A also agree in value for attribute B.</a:t>
                      </a:r>
                      <a:endParaRPr/>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tcPr>
                </a:tc>
              </a:tr>
              <a:tr h="1366825">
                <a:tc>
                  <a:txBody>
                    <a:bodyPr/>
                    <a:lstStyle/>
                    <a:p>
                      <a:pPr indent="0" lvl="0" marL="0" marR="0" rtl="0" algn="l">
                        <a:lnSpc>
                          <a:spcPct val="100000"/>
                        </a:lnSpc>
                        <a:spcBef>
                          <a:spcPts val="0"/>
                        </a:spcBef>
                        <a:spcAft>
                          <a:spcPts val="0"/>
                        </a:spcAft>
                        <a:buClr>
                          <a:schemeClr val="dk1"/>
                        </a:buClr>
                        <a:buSzPts val="1800"/>
                        <a:buFont typeface="Georgia"/>
                        <a:buNone/>
                      </a:pPr>
                      <a:r>
                        <a:rPr b="0" i="0" lang="en-US" sz="1800" u="none" cap="none" strike="noStrike">
                          <a:solidFill>
                            <a:schemeClr val="dk1"/>
                          </a:solidFill>
                          <a:latin typeface="Georgia"/>
                          <a:ea typeface="Georgia"/>
                          <a:cs typeface="Georgia"/>
                          <a:sym typeface="Georgia"/>
                        </a:rPr>
                        <a:t>Fully functional dependence</a:t>
                      </a:r>
                      <a:endParaRPr/>
                    </a:p>
                    <a:p>
                      <a:pPr indent="0" lvl="0" marL="0" marR="0" rtl="0" algn="l">
                        <a:lnSpc>
                          <a:spcPct val="100000"/>
                        </a:lnSpc>
                        <a:spcBef>
                          <a:spcPts val="0"/>
                        </a:spcBef>
                        <a:spcAft>
                          <a:spcPts val="0"/>
                        </a:spcAft>
                        <a:buClr>
                          <a:schemeClr val="dk1"/>
                        </a:buClr>
                        <a:buSzPts val="1800"/>
                        <a:buFont typeface="Georgia"/>
                        <a:buNone/>
                      </a:pPr>
                      <a:r>
                        <a:rPr b="0" i="0" lang="en-US" sz="1800" u="none" cap="none" strike="noStrike">
                          <a:solidFill>
                            <a:schemeClr val="dk1"/>
                          </a:solidFill>
                          <a:latin typeface="Georgia"/>
                          <a:ea typeface="Georgia"/>
                          <a:cs typeface="Georgia"/>
                          <a:sym typeface="Georgia"/>
                        </a:rPr>
                        <a:t>(composite key)</a:t>
                      </a:r>
                      <a:endParaRPr/>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5E0D3">
                        <a:alpha val="19607"/>
                      </a:srgbClr>
                    </a:solidFill>
                  </a:tcPr>
                </a:tc>
                <a:tc>
                  <a:txBody>
                    <a:bodyPr/>
                    <a:lstStyle/>
                    <a:p>
                      <a:pPr indent="0" lvl="0" marL="0" marR="0" rtl="0" algn="l">
                        <a:lnSpc>
                          <a:spcPct val="100000"/>
                        </a:lnSpc>
                        <a:spcBef>
                          <a:spcPts val="0"/>
                        </a:spcBef>
                        <a:spcAft>
                          <a:spcPts val="0"/>
                        </a:spcAft>
                        <a:buClr>
                          <a:schemeClr val="dk1"/>
                        </a:buClr>
                        <a:buSzPts val="1800"/>
                        <a:buFont typeface="Georgia"/>
                        <a:buNone/>
                      </a:pPr>
                      <a:r>
                        <a:rPr b="0" i="0" lang="en-US" sz="1800" u="none" cap="none" strike="noStrike">
                          <a:solidFill>
                            <a:schemeClr val="dk1"/>
                          </a:solidFill>
                          <a:latin typeface="Georgia"/>
                          <a:ea typeface="Georgia"/>
                          <a:cs typeface="Georgia"/>
                          <a:sym typeface="Georgia"/>
                        </a:rPr>
                        <a:t>If attribute B is functionally dependent on a composite key A but not on any subset of that composite key, the attribute B is fully functionally dependent on A.</a:t>
                      </a:r>
                      <a:endParaRPr/>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rgbClr val="F5E0D3">
                        <a:alpha val="19607"/>
                      </a:srgbClr>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4"/>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Types of Functional Dependencies</a:t>
            </a:r>
            <a:endParaRPr/>
          </a:p>
        </p:txBody>
      </p:sp>
      <p:sp>
        <p:nvSpPr>
          <p:cNvPr id="344" name="Google Shape;344;p14"/>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1" i="0" lang="en-US" sz="2800" u="none">
                <a:solidFill>
                  <a:schemeClr val="dk1"/>
                </a:solidFill>
                <a:latin typeface="Times New Roman"/>
                <a:ea typeface="Times New Roman"/>
                <a:cs typeface="Times New Roman"/>
                <a:sym typeface="Times New Roman"/>
              </a:rPr>
              <a:t>Partial dependency</a:t>
            </a:r>
            <a:r>
              <a:rPr b="0" i="0" lang="en-US" sz="2800" u="none">
                <a:solidFill>
                  <a:schemeClr val="dk1"/>
                </a:solidFill>
                <a:latin typeface="Times New Roman"/>
                <a:ea typeface="Times New Roman"/>
                <a:cs typeface="Times New Roman"/>
                <a:sym typeface="Times New Roman"/>
              </a:rPr>
              <a:t>: Functional dependence in which the determinant is only part of the primary key</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Assumption - One candidate key </a:t>
            </a:r>
            <a:endParaRPr/>
          </a:p>
          <a:p>
            <a:pPr indent="-255587" lvl="0" marL="365125" marR="0" rtl="0" algn="l">
              <a:lnSpc>
                <a:spcPct val="100000"/>
              </a:lnSpc>
              <a:spcBef>
                <a:spcPts val="900"/>
              </a:spcBef>
              <a:spcAft>
                <a:spcPts val="0"/>
              </a:spcAft>
              <a:buClr>
                <a:srgbClr val="0070C0"/>
              </a:buClr>
              <a:buSzPts val="2800"/>
              <a:buFont typeface="Noto Sans Symbols"/>
              <a:buChar char="▪"/>
            </a:pPr>
            <a:r>
              <a:rPr b="1" i="0" lang="en-US" sz="2800" u="none">
                <a:solidFill>
                  <a:schemeClr val="dk1"/>
                </a:solidFill>
                <a:latin typeface="Times New Roman"/>
                <a:ea typeface="Times New Roman"/>
                <a:cs typeface="Times New Roman"/>
                <a:sym typeface="Times New Roman"/>
              </a:rPr>
              <a:t>Transitive dependency</a:t>
            </a:r>
            <a:r>
              <a:rPr b="0" i="0" lang="en-US" sz="2800" u="none">
                <a:solidFill>
                  <a:schemeClr val="dk1"/>
                </a:solidFill>
                <a:latin typeface="Times New Roman"/>
                <a:ea typeface="Times New Roman"/>
                <a:cs typeface="Times New Roman"/>
                <a:sym typeface="Times New Roman"/>
              </a:rPr>
              <a:t>: An attribute functionally depends on another nonkey attribute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15"/>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1" i="0" lang="en-US" sz="4000" u="none">
                <a:solidFill>
                  <a:schemeClr val="dk2"/>
                </a:solidFill>
                <a:latin typeface="Times New Roman"/>
                <a:ea typeface="Times New Roman"/>
                <a:cs typeface="Times New Roman"/>
                <a:sym typeface="Times New Roman"/>
              </a:rPr>
              <a:t>Partial dependency</a:t>
            </a:r>
            <a:endParaRPr/>
          </a:p>
        </p:txBody>
      </p:sp>
      <p:sp>
        <p:nvSpPr>
          <p:cNvPr id="351" name="Google Shape;351;p15"/>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A partial dependency exists when there is a functional dependence in which the determinant is only part of the primary key (remember the assumption, for this discussion, that there is only one candidate key). </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For example, if (A, B) ⇨ (C, D), B ⇨ C, and (A, B) is the primary key, then the functional dependence B ⇨ C is a partial dependency because only part of the primary key (B) is needed to determine the value of C. Partial dependencies tend to be straightforward and easy to identify.</a:t>
            </a:r>
            <a:endParaRPr/>
          </a:p>
          <a:p>
            <a:pPr indent="-77787" lvl="0" marL="365125" marR="0" rtl="0" algn="l">
              <a:spcBef>
                <a:spcPts val="900"/>
              </a:spcBef>
              <a:spcAft>
                <a:spcPts val="0"/>
              </a:spcAft>
              <a:buClr>
                <a:srgbClr val="0070C0"/>
              </a:buClr>
              <a:buSzPts val="2800"/>
              <a:buFont typeface="Noto Sans Symbols"/>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6"/>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1" i="0" lang="en-US" sz="4000" u="none">
                <a:solidFill>
                  <a:schemeClr val="dk2"/>
                </a:solidFill>
                <a:latin typeface="Times New Roman"/>
                <a:ea typeface="Times New Roman"/>
                <a:cs typeface="Times New Roman"/>
                <a:sym typeface="Times New Roman"/>
              </a:rPr>
              <a:t>Transitive dependency</a:t>
            </a:r>
            <a:endParaRPr/>
          </a:p>
        </p:txBody>
      </p:sp>
      <p:sp>
        <p:nvSpPr>
          <p:cNvPr id="358" name="Google Shape;358;p16"/>
          <p:cNvSpPr txBox="1"/>
          <p:nvPr>
            <p:ph idx="1" type="body"/>
          </p:nvPr>
        </p:nvSpPr>
        <p:spPr>
          <a:xfrm>
            <a:off x="304800" y="1600200"/>
            <a:ext cx="85344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400"/>
              <a:buFont typeface="Noto Sans Symbols"/>
              <a:buChar char="▪"/>
            </a:pPr>
            <a:r>
              <a:rPr b="0" i="0" lang="en-US" sz="2400" u="none">
                <a:solidFill>
                  <a:schemeClr val="dk1"/>
                </a:solidFill>
                <a:latin typeface="Times New Roman"/>
                <a:ea typeface="Times New Roman"/>
                <a:cs typeface="Times New Roman"/>
                <a:sym typeface="Times New Roman"/>
              </a:rPr>
              <a:t>A transitive dependency exists when there are functional dependencies such that X ⇨ Y, Y ⇨ Z, and X is the primary key. </a:t>
            </a:r>
            <a:endParaRPr/>
          </a:p>
          <a:p>
            <a:pPr indent="-255587" lvl="0" marL="365125" marR="0" rtl="0" algn="l">
              <a:lnSpc>
                <a:spcPct val="100000"/>
              </a:lnSpc>
              <a:spcBef>
                <a:spcPts val="900"/>
              </a:spcBef>
              <a:spcAft>
                <a:spcPts val="0"/>
              </a:spcAft>
              <a:buClr>
                <a:srgbClr val="0070C0"/>
              </a:buClr>
              <a:buSzPts val="2400"/>
              <a:buFont typeface="Noto Sans Symbols"/>
              <a:buChar char="▪"/>
            </a:pPr>
            <a:r>
              <a:rPr b="0" i="0" lang="en-US" sz="2400" u="none">
                <a:solidFill>
                  <a:schemeClr val="dk1"/>
                </a:solidFill>
                <a:latin typeface="Times New Roman"/>
                <a:ea typeface="Times New Roman"/>
                <a:cs typeface="Times New Roman"/>
                <a:sym typeface="Times New Roman"/>
              </a:rPr>
              <a:t>In that case, the dependency X ⇨ Z is a transitive dependency because X determines the value of Z via Y. </a:t>
            </a:r>
            <a:endParaRPr/>
          </a:p>
          <a:p>
            <a:pPr indent="-255587" lvl="0" marL="365125" marR="0" rtl="0" algn="l">
              <a:lnSpc>
                <a:spcPct val="100000"/>
              </a:lnSpc>
              <a:spcBef>
                <a:spcPts val="900"/>
              </a:spcBef>
              <a:spcAft>
                <a:spcPts val="0"/>
              </a:spcAft>
              <a:buClr>
                <a:srgbClr val="0070C0"/>
              </a:buClr>
              <a:buSzPts val="2400"/>
              <a:buFont typeface="Noto Sans Symbols"/>
              <a:buChar char="▪"/>
            </a:pPr>
            <a:r>
              <a:rPr b="0" i="0" lang="en-US" sz="2400" u="none">
                <a:solidFill>
                  <a:schemeClr val="dk1"/>
                </a:solidFill>
                <a:latin typeface="Times New Roman"/>
                <a:ea typeface="Times New Roman"/>
                <a:cs typeface="Times New Roman"/>
                <a:sym typeface="Times New Roman"/>
              </a:rPr>
              <a:t>Unlike partial dependencies, transitive dependencies are more difficult to identify among a set of data. </a:t>
            </a:r>
            <a:endParaRPr/>
          </a:p>
          <a:p>
            <a:pPr indent="-255587" lvl="0" marL="365125" marR="0" rtl="0" algn="l">
              <a:lnSpc>
                <a:spcPct val="100000"/>
              </a:lnSpc>
              <a:spcBef>
                <a:spcPts val="900"/>
              </a:spcBef>
              <a:spcAft>
                <a:spcPts val="0"/>
              </a:spcAft>
              <a:buClr>
                <a:srgbClr val="0070C0"/>
              </a:buClr>
              <a:buSzPts val="2400"/>
              <a:buFont typeface="Noto Sans Symbols"/>
              <a:buChar char="▪"/>
            </a:pPr>
            <a:r>
              <a:rPr b="0" i="0" lang="en-US" sz="2400" u="none">
                <a:solidFill>
                  <a:schemeClr val="dk1"/>
                </a:solidFill>
                <a:latin typeface="Times New Roman"/>
                <a:ea typeface="Times New Roman"/>
                <a:cs typeface="Times New Roman"/>
                <a:sym typeface="Times New Roman"/>
              </a:rPr>
              <a:t>Fortunately, there is an effective way to identify transitive dependencies: they occur only when a functional dependence exists among nonprime attributes. </a:t>
            </a:r>
            <a:endParaRPr/>
          </a:p>
          <a:p>
            <a:pPr indent="-246062" lvl="1" marL="657225" marR="0" rtl="0" algn="l">
              <a:lnSpc>
                <a:spcPct val="100000"/>
              </a:lnSpc>
              <a:spcBef>
                <a:spcPts val="900"/>
              </a:spcBef>
              <a:spcAft>
                <a:spcPts val="0"/>
              </a:spcAft>
              <a:buClr>
                <a:srgbClr val="0070C0"/>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In the previous example, the actual transitive dependency is X ⇨ Z. However, the dependency Y ⇨ Z signals that a transitive dependency exists.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17"/>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Table 6.2 - Normal Forms</a:t>
            </a:r>
            <a:endParaRPr/>
          </a:p>
        </p:txBody>
      </p:sp>
      <p:pic>
        <p:nvPicPr>
          <p:cNvPr id="364" name="Google Shape;364;p17"/>
          <p:cNvPicPr preferRelativeResize="0"/>
          <p:nvPr/>
        </p:nvPicPr>
        <p:blipFill rotWithShape="1">
          <a:blip r:embed="rId3">
            <a:alphaModFix/>
          </a:blip>
          <a:srcRect b="0" l="0" r="0" t="0"/>
          <a:stretch/>
        </p:blipFill>
        <p:spPr>
          <a:xfrm>
            <a:off x="125412" y="2286000"/>
            <a:ext cx="8942387" cy="2286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18"/>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Conversion to First Normal Form</a:t>
            </a:r>
            <a:endParaRPr/>
          </a:p>
        </p:txBody>
      </p:sp>
      <p:sp>
        <p:nvSpPr>
          <p:cNvPr id="371" name="Google Shape;371;p18"/>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1" i="0" lang="en-US" sz="2800" u="none">
                <a:solidFill>
                  <a:schemeClr val="dk1"/>
                </a:solidFill>
                <a:latin typeface="Times New Roman"/>
                <a:ea typeface="Times New Roman"/>
                <a:cs typeface="Times New Roman"/>
                <a:sym typeface="Times New Roman"/>
              </a:rPr>
              <a:t>Repeating group</a:t>
            </a:r>
            <a:r>
              <a:rPr b="0" i="0" lang="en-US" sz="2800" u="none">
                <a:solidFill>
                  <a:schemeClr val="dk1"/>
                </a:solidFill>
                <a:latin typeface="Times New Roman"/>
                <a:ea typeface="Times New Roman"/>
                <a:cs typeface="Times New Roman"/>
                <a:sym typeface="Times New Roman"/>
              </a:rPr>
              <a:t>: Group of multiple entries of same type can exist for any single key attribute occurrence</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Existence proves the presence of data redundancies</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Enable reducing data redundancies</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Steps:</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Eliminate the repeating groups </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Identify the primary key </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Identify all dependencies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19"/>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Conversion to First Normal Form</a:t>
            </a:r>
            <a:endParaRPr/>
          </a:p>
        </p:txBody>
      </p:sp>
      <p:sp>
        <p:nvSpPr>
          <p:cNvPr id="378" name="Google Shape;378;p19"/>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1" i="0" lang="en-US" sz="2800" u="none">
                <a:solidFill>
                  <a:schemeClr val="dk1"/>
                </a:solidFill>
                <a:latin typeface="Times New Roman"/>
                <a:ea typeface="Times New Roman"/>
                <a:cs typeface="Times New Roman"/>
                <a:sym typeface="Times New Roman"/>
              </a:rPr>
              <a:t>Dependency diagram</a:t>
            </a:r>
            <a:r>
              <a:rPr b="0" i="0" lang="en-US" sz="2800" u="none">
                <a:solidFill>
                  <a:schemeClr val="dk1"/>
                </a:solidFill>
                <a:latin typeface="Times New Roman"/>
                <a:ea typeface="Times New Roman"/>
                <a:cs typeface="Times New Roman"/>
                <a:sym typeface="Times New Roman"/>
              </a:rPr>
              <a:t>: Depicts all dependencies found within given table structure</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Helps to get an overview of all relationships among table’s attributes</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Makes it less likely that an important dependency will be overlooked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0"/>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Conversion to First Normal Form</a:t>
            </a:r>
            <a:endParaRPr/>
          </a:p>
        </p:txBody>
      </p:sp>
      <p:sp>
        <p:nvSpPr>
          <p:cNvPr id="385" name="Google Shape;385;p20"/>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1NF describes tabular format in which:</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All key attributes are defined</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There are no repeating groups in the table</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All attributes are dependent on the primary key</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All relational tables satisfy 1NF requirements</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Some tables contain partial dependencies</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Subject to data redundancies and various anomalies</a:t>
            </a:r>
            <a:endParaRPr/>
          </a:p>
          <a:p>
            <a:pPr indent="-90487" lvl="0" marL="365125" marR="0" rtl="0" algn="l">
              <a:spcBef>
                <a:spcPts val="900"/>
              </a:spcBef>
              <a:spcAft>
                <a:spcPts val="0"/>
              </a:spcAft>
              <a:buClr>
                <a:srgbClr val="0070C0"/>
              </a:buClr>
              <a:buSzPts val="2600"/>
              <a:buFont typeface="Noto Sans Symbols"/>
              <a:buNone/>
            </a:pPr>
            <a:r>
              <a:t/>
            </a:r>
            <a:endParaRPr b="0" i="0" sz="2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1"/>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Figure 6.3 - First Normal Form (1NF) Dependency Diagram</a:t>
            </a:r>
            <a:endParaRPr/>
          </a:p>
        </p:txBody>
      </p:sp>
      <p:pic>
        <p:nvPicPr>
          <p:cNvPr id="391" name="Google Shape;391;p21"/>
          <p:cNvPicPr preferRelativeResize="0"/>
          <p:nvPr/>
        </p:nvPicPr>
        <p:blipFill rotWithShape="1">
          <a:blip r:embed="rId3">
            <a:alphaModFix/>
          </a:blip>
          <a:srcRect b="0" l="0" r="0" t="0"/>
          <a:stretch/>
        </p:blipFill>
        <p:spPr>
          <a:xfrm>
            <a:off x="228600" y="1776412"/>
            <a:ext cx="8686800" cy="447198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22"/>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Conversion to Second Normal Form</a:t>
            </a:r>
            <a:endParaRPr/>
          </a:p>
        </p:txBody>
      </p:sp>
      <p:sp>
        <p:nvSpPr>
          <p:cNvPr id="398" name="Google Shape;398;p22"/>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Steps </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Make new tables to eliminate </a:t>
            </a:r>
            <a:r>
              <a:rPr b="1" i="1" lang="en-US" sz="2600" u="none" cap="none" strike="noStrike">
                <a:solidFill>
                  <a:schemeClr val="dk1"/>
                </a:solidFill>
                <a:latin typeface="Times New Roman"/>
                <a:ea typeface="Times New Roman"/>
                <a:cs typeface="Times New Roman"/>
                <a:sym typeface="Times New Roman"/>
              </a:rPr>
              <a:t>partial dependencies</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Reassign corresponding dependent attributes</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Table is in 2NF when it:</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Is in 1NF</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Includes no partial dependencies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23"/>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Figure 6.4 - Second Normal Form (2NF) Conversion Results</a:t>
            </a:r>
            <a:endParaRPr/>
          </a:p>
        </p:txBody>
      </p:sp>
      <p:pic>
        <p:nvPicPr>
          <p:cNvPr id="404" name="Google Shape;404;p23"/>
          <p:cNvPicPr preferRelativeResize="0"/>
          <p:nvPr/>
        </p:nvPicPr>
        <p:blipFill rotWithShape="1">
          <a:blip r:embed="rId3">
            <a:alphaModFix/>
          </a:blip>
          <a:srcRect b="0" l="0" r="0" t="0"/>
          <a:stretch/>
        </p:blipFill>
        <p:spPr>
          <a:xfrm>
            <a:off x="609600" y="1600200"/>
            <a:ext cx="8001000" cy="49815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4"/>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Conversion to Third Normal Form</a:t>
            </a:r>
            <a:endParaRPr/>
          </a:p>
        </p:txBody>
      </p:sp>
      <p:sp>
        <p:nvSpPr>
          <p:cNvPr id="411" name="Google Shape;411;p24"/>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Steps</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Make new tables to eliminate transitive dependencies </a:t>
            </a:r>
            <a:endParaRPr/>
          </a:p>
          <a:p>
            <a:pPr indent="-219074" lvl="2" marL="922337" marR="0" rtl="0" algn="l">
              <a:lnSpc>
                <a:spcPct val="100000"/>
              </a:lnSpc>
              <a:spcBef>
                <a:spcPts val="900"/>
              </a:spcBef>
              <a:spcAft>
                <a:spcPts val="0"/>
              </a:spcAft>
              <a:buClr>
                <a:srgbClr val="0070C0"/>
              </a:buClr>
              <a:buSzPts val="2400"/>
              <a:buFont typeface="Noto Sans Symbols"/>
              <a:buChar char="▪"/>
            </a:pPr>
            <a:r>
              <a:rPr b="1" i="0" lang="en-US" sz="2400" u="none" cap="none" strike="noStrike">
                <a:solidFill>
                  <a:schemeClr val="dk1"/>
                </a:solidFill>
                <a:latin typeface="Times New Roman"/>
                <a:ea typeface="Times New Roman"/>
                <a:cs typeface="Times New Roman"/>
                <a:sym typeface="Times New Roman"/>
              </a:rPr>
              <a:t>Determinant</a:t>
            </a:r>
            <a:r>
              <a:rPr b="0" i="0" lang="en-US" sz="2400" u="none" cap="none" strike="noStrike">
                <a:solidFill>
                  <a:schemeClr val="dk1"/>
                </a:solidFill>
                <a:latin typeface="Times New Roman"/>
                <a:ea typeface="Times New Roman"/>
                <a:cs typeface="Times New Roman"/>
                <a:sym typeface="Times New Roman"/>
              </a:rPr>
              <a:t>: Any attribute whose value determines other values within a row</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Reassign corresponding dependent attributes</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Table is in 3NF when it:</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Is in 2NF</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Contains </a:t>
            </a:r>
            <a:r>
              <a:rPr b="1" i="0" lang="en-US" sz="2600" u="none" cap="none" strike="noStrike">
                <a:solidFill>
                  <a:schemeClr val="dk1"/>
                </a:solidFill>
                <a:latin typeface="Times New Roman"/>
                <a:ea typeface="Times New Roman"/>
                <a:cs typeface="Times New Roman"/>
                <a:sym typeface="Times New Roman"/>
              </a:rPr>
              <a:t>no </a:t>
            </a:r>
            <a:r>
              <a:rPr b="1" i="0" lang="en-US" sz="2600" u="sng" cap="none" strike="noStrike">
                <a:solidFill>
                  <a:schemeClr val="dk1"/>
                </a:solidFill>
                <a:latin typeface="Times New Roman"/>
                <a:ea typeface="Times New Roman"/>
                <a:cs typeface="Times New Roman"/>
                <a:sym typeface="Times New Roman"/>
              </a:rPr>
              <a:t>transitive</a:t>
            </a:r>
            <a:r>
              <a:rPr b="1" i="0" lang="en-US" sz="2600" u="none" cap="none" strike="noStrike">
                <a:solidFill>
                  <a:schemeClr val="dk1"/>
                </a:solidFill>
                <a:latin typeface="Times New Roman"/>
                <a:ea typeface="Times New Roman"/>
                <a:cs typeface="Times New Roman"/>
                <a:sym typeface="Times New Roman"/>
              </a:rPr>
              <a:t> dependencies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5"/>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Figure 6.5 - Third Normal Form (3NF) Conversion Results</a:t>
            </a:r>
            <a:endParaRPr/>
          </a:p>
        </p:txBody>
      </p:sp>
      <p:pic>
        <p:nvPicPr>
          <p:cNvPr id="417" name="Google Shape;417;p25"/>
          <p:cNvPicPr preferRelativeResize="0"/>
          <p:nvPr/>
        </p:nvPicPr>
        <p:blipFill rotWithShape="1">
          <a:blip r:embed="rId3">
            <a:alphaModFix/>
          </a:blip>
          <a:srcRect b="0" l="0" r="0" t="0"/>
          <a:stretch/>
        </p:blipFill>
        <p:spPr>
          <a:xfrm>
            <a:off x="228600" y="1982787"/>
            <a:ext cx="8686800" cy="396081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6"/>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br>
              <a:rPr b="0" i="0" lang="en-US" sz="4000" u="none">
                <a:solidFill>
                  <a:schemeClr val="dk2"/>
                </a:solidFill>
                <a:latin typeface="Times New Roman"/>
                <a:ea typeface="Times New Roman"/>
                <a:cs typeface="Times New Roman"/>
                <a:sym typeface="Times New Roman"/>
              </a:rPr>
            </a:br>
            <a:r>
              <a:rPr b="0" i="0" lang="en-US" sz="4000" u="none">
                <a:solidFill>
                  <a:schemeClr val="dk2"/>
                </a:solidFill>
                <a:latin typeface="Times New Roman"/>
                <a:ea typeface="Times New Roman"/>
                <a:cs typeface="Times New Roman"/>
                <a:sym typeface="Times New Roman"/>
              </a:rPr>
              <a:t>Requirements for Good Normalized Set of Tables </a:t>
            </a:r>
            <a:br>
              <a:rPr b="0" i="0" lang="en-US" sz="4000" u="none">
                <a:solidFill>
                  <a:schemeClr val="dk2"/>
                </a:solidFill>
                <a:latin typeface="Times New Roman"/>
                <a:ea typeface="Times New Roman"/>
                <a:cs typeface="Times New Roman"/>
                <a:sym typeface="Times New Roman"/>
              </a:rPr>
            </a:br>
            <a:endParaRPr/>
          </a:p>
        </p:txBody>
      </p:sp>
      <p:sp>
        <p:nvSpPr>
          <p:cNvPr id="424" name="Google Shape;424;p26"/>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Evaluate PK assignments and naming conventions</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Refine attribute atomicity</a:t>
            </a:r>
            <a:endParaRPr/>
          </a:p>
          <a:p>
            <a:pPr indent="-246062" lvl="1" marL="657225" marR="0" rtl="0" algn="l">
              <a:lnSpc>
                <a:spcPct val="100000"/>
              </a:lnSpc>
              <a:spcBef>
                <a:spcPts val="900"/>
              </a:spcBef>
              <a:spcAft>
                <a:spcPts val="0"/>
              </a:spcAft>
              <a:buClr>
                <a:srgbClr val="0070C0"/>
              </a:buClr>
              <a:buSzPts val="2600"/>
              <a:buFont typeface="Noto Sans Symbols"/>
              <a:buChar char="▪"/>
            </a:pPr>
            <a:r>
              <a:rPr b="1" i="0" lang="en-US" sz="2600" u="none" cap="none" strike="noStrike">
                <a:solidFill>
                  <a:schemeClr val="dk1"/>
                </a:solidFill>
                <a:latin typeface="Times New Roman"/>
                <a:ea typeface="Times New Roman"/>
                <a:cs typeface="Times New Roman"/>
                <a:sym typeface="Times New Roman"/>
              </a:rPr>
              <a:t>Atomic attribute</a:t>
            </a:r>
            <a:r>
              <a:rPr b="0" i="0" lang="en-US" sz="2600" u="none" cap="none" strike="noStrike">
                <a:solidFill>
                  <a:schemeClr val="dk1"/>
                </a:solidFill>
                <a:latin typeface="Times New Roman"/>
                <a:ea typeface="Times New Roman"/>
                <a:cs typeface="Times New Roman"/>
                <a:sym typeface="Times New Roman"/>
              </a:rPr>
              <a:t>: Cannot be further subdivided</a:t>
            </a:r>
            <a:endParaRPr/>
          </a:p>
          <a:p>
            <a:pPr indent="-246062" lvl="1" marL="657225" marR="0" rtl="0" algn="l">
              <a:lnSpc>
                <a:spcPct val="100000"/>
              </a:lnSpc>
              <a:spcBef>
                <a:spcPts val="900"/>
              </a:spcBef>
              <a:spcAft>
                <a:spcPts val="0"/>
              </a:spcAft>
              <a:buClr>
                <a:srgbClr val="0070C0"/>
              </a:buClr>
              <a:buSzPts val="2600"/>
              <a:buFont typeface="Noto Sans Symbols"/>
              <a:buChar char="▪"/>
            </a:pPr>
            <a:r>
              <a:rPr b="1" i="0" lang="en-US" sz="2600" u="none" cap="none" strike="noStrike">
                <a:solidFill>
                  <a:schemeClr val="dk1"/>
                </a:solidFill>
                <a:latin typeface="Times New Roman"/>
                <a:ea typeface="Times New Roman"/>
                <a:cs typeface="Times New Roman"/>
                <a:sym typeface="Times New Roman"/>
              </a:rPr>
              <a:t>Atomicity</a:t>
            </a:r>
            <a:r>
              <a:rPr b="0" i="0" lang="en-US" sz="2600" u="none" cap="none" strike="noStrike">
                <a:solidFill>
                  <a:schemeClr val="dk1"/>
                </a:solidFill>
                <a:latin typeface="Times New Roman"/>
                <a:ea typeface="Times New Roman"/>
                <a:cs typeface="Times New Roman"/>
                <a:sym typeface="Times New Roman"/>
              </a:rPr>
              <a:t>: Characteristic of an atomic attribute</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Identify new attributes and new relationships</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Refine primary keys as required for data granularity</a:t>
            </a:r>
            <a:endParaRPr/>
          </a:p>
          <a:p>
            <a:pPr indent="-246062" lvl="1" marL="657225" marR="0" rtl="0" algn="l">
              <a:lnSpc>
                <a:spcPct val="100000"/>
              </a:lnSpc>
              <a:spcBef>
                <a:spcPts val="900"/>
              </a:spcBef>
              <a:spcAft>
                <a:spcPts val="0"/>
              </a:spcAft>
              <a:buClr>
                <a:srgbClr val="0070C0"/>
              </a:buClr>
              <a:buSzPts val="2600"/>
              <a:buFont typeface="Noto Sans Symbols"/>
              <a:buChar char="▪"/>
            </a:pPr>
            <a:r>
              <a:rPr b="1" i="0" lang="en-US" sz="2600" u="none" cap="none" strike="noStrike">
                <a:solidFill>
                  <a:schemeClr val="dk1"/>
                </a:solidFill>
                <a:latin typeface="Times New Roman"/>
                <a:ea typeface="Times New Roman"/>
                <a:cs typeface="Times New Roman"/>
                <a:sym typeface="Times New Roman"/>
              </a:rPr>
              <a:t>Granularity</a:t>
            </a:r>
            <a:r>
              <a:rPr b="0" i="0" lang="en-US" sz="2600" u="none" cap="none" strike="noStrike">
                <a:solidFill>
                  <a:schemeClr val="dk1"/>
                </a:solidFill>
                <a:latin typeface="Times New Roman"/>
                <a:ea typeface="Times New Roman"/>
                <a:cs typeface="Times New Roman"/>
                <a:sym typeface="Times New Roman"/>
              </a:rPr>
              <a:t>: Level of detail represented by the values stored in a table’s row</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Maintain historical accuracy and evaluate using derived attributes</a:t>
            </a:r>
            <a:endParaRPr/>
          </a:p>
          <a:p>
            <a:pPr indent="-77787" lvl="0" marL="365125" marR="0" rtl="0" algn="l">
              <a:spcBef>
                <a:spcPts val="900"/>
              </a:spcBef>
              <a:spcAft>
                <a:spcPts val="0"/>
              </a:spcAft>
              <a:buClr>
                <a:srgbClr val="0070C0"/>
              </a:buClr>
              <a:buSzPts val="2800"/>
              <a:buFont typeface="Noto Sans Symbols"/>
              <a:buNone/>
            </a:pPr>
            <a:r>
              <a:t/>
            </a:r>
            <a:endParaRPr b="0" i="0" sz="2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27"/>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Figure 6.6 - The Completed Database</a:t>
            </a:r>
            <a:endParaRPr/>
          </a:p>
        </p:txBody>
      </p:sp>
      <p:pic>
        <p:nvPicPr>
          <p:cNvPr id="431" name="Google Shape;431;p27"/>
          <p:cNvPicPr preferRelativeResize="0"/>
          <p:nvPr/>
        </p:nvPicPr>
        <p:blipFill rotWithShape="1">
          <a:blip r:embed="rId3">
            <a:alphaModFix/>
          </a:blip>
          <a:srcRect b="0" l="0" r="0" t="0"/>
          <a:stretch/>
        </p:blipFill>
        <p:spPr>
          <a:xfrm>
            <a:off x="2133600" y="1905000"/>
            <a:ext cx="4887912" cy="412591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28"/>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Figure 6.6 - The Completed Database</a:t>
            </a:r>
            <a:endParaRPr/>
          </a:p>
        </p:txBody>
      </p:sp>
      <p:pic>
        <p:nvPicPr>
          <p:cNvPr id="437" name="Google Shape;437;p28"/>
          <p:cNvPicPr preferRelativeResize="0"/>
          <p:nvPr/>
        </p:nvPicPr>
        <p:blipFill rotWithShape="1">
          <a:blip r:embed="rId3">
            <a:alphaModFix/>
          </a:blip>
          <a:srcRect b="0" l="0" r="0" t="0"/>
          <a:stretch/>
        </p:blipFill>
        <p:spPr>
          <a:xfrm>
            <a:off x="1828800" y="1600200"/>
            <a:ext cx="5486400" cy="499586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29"/>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Figure 6.6 - The Completed Database</a:t>
            </a:r>
            <a:endParaRPr/>
          </a:p>
        </p:txBody>
      </p:sp>
      <p:pic>
        <p:nvPicPr>
          <p:cNvPr id="443" name="Google Shape;443;p29"/>
          <p:cNvPicPr preferRelativeResize="0"/>
          <p:nvPr/>
        </p:nvPicPr>
        <p:blipFill rotWithShape="1">
          <a:blip r:embed="rId3">
            <a:alphaModFix/>
          </a:blip>
          <a:srcRect b="0" l="0" r="0" t="0"/>
          <a:stretch/>
        </p:blipFill>
        <p:spPr>
          <a:xfrm>
            <a:off x="914400" y="1355725"/>
            <a:ext cx="7458075" cy="55022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0"/>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Figure 6.6 - The Completed Database</a:t>
            </a:r>
            <a:endParaRPr/>
          </a:p>
        </p:txBody>
      </p:sp>
      <p:pic>
        <p:nvPicPr>
          <p:cNvPr id="449" name="Google Shape;449;p30"/>
          <p:cNvPicPr preferRelativeResize="0"/>
          <p:nvPr/>
        </p:nvPicPr>
        <p:blipFill rotWithShape="1">
          <a:blip r:embed="rId3">
            <a:alphaModFix/>
          </a:blip>
          <a:srcRect b="0" l="0" r="0" t="0"/>
          <a:stretch/>
        </p:blipFill>
        <p:spPr>
          <a:xfrm>
            <a:off x="990600" y="1676400"/>
            <a:ext cx="7270750" cy="48768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1"/>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Surrogate Keys</a:t>
            </a:r>
            <a:endParaRPr/>
          </a:p>
        </p:txBody>
      </p:sp>
      <p:sp>
        <p:nvSpPr>
          <p:cNvPr id="456" name="Google Shape;456;p31"/>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Used by designers when the primary key is considered to be unsuitable</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System-defined attribute </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Created an managed via the DBMS</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Have a numeric value which is automatically incremented for each new row</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2"/>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The Boyce-Codd Normal Form (BCNF)</a:t>
            </a:r>
            <a:endParaRPr/>
          </a:p>
        </p:txBody>
      </p:sp>
      <p:sp>
        <p:nvSpPr>
          <p:cNvPr id="463" name="Google Shape;463;p32"/>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Every determinant in the table should be a candidate key</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Candidate key - Same characteristics as primary key but not chosen to be the primary key</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Equivalent to 3NF when the table contains only one candidate key</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Violated only when the table contains more than one candidate key</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Considered to be a special case of 3NF</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3"/>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Figure 6.7 - A Table That is in 3NF and not in BCNF </a:t>
            </a:r>
            <a:endParaRPr/>
          </a:p>
        </p:txBody>
      </p:sp>
      <p:pic>
        <p:nvPicPr>
          <p:cNvPr id="469" name="Google Shape;469;p33"/>
          <p:cNvPicPr preferRelativeResize="0"/>
          <p:nvPr/>
        </p:nvPicPr>
        <p:blipFill rotWithShape="1">
          <a:blip r:embed="rId3">
            <a:alphaModFix/>
          </a:blip>
          <a:srcRect b="0" l="0" r="0" t="0"/>
          <a:stretch/>
        </p:blipFill>
        <p:spPr>
          <a:xfrm>
            <a:off x="914400" y="1922462"/>
            <a:ext cx="7410450" cy="409733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4"/>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Table 6.5 - Sample Data for a BCNF Conversion</a:t>
            </a:r>
            <a:endParaRPr/>
          </a:p>
        </p:txBody>
      </p:sp>
      <p:pic>
        <p:nvPicPr>
          <p:cNvPr id="475" name="Google Shape;475;p34"/>
          <p:cNvPicPr preferRelativeResize="0"/>
          <p:nvPr/>
        </p:nvPicPr>
        <p:blipFill rotWithShape="1">
          <a:blip r:embed="rId3">
            <a:alphaModFix/>
          </a:blip>
          <a:srcRect b="0" l="0" r="0" t="0"/>
          <a:stretch/>
        </p:blipFill>
        <p:spPr>
          <a:xfrm>
            <a:off x="76200" y="2711450"/>
            <a:ext cx="8991600" cy="17843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5"/>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Figure 6.8 - Decomposition to BCNF </a:t>
            </a:r>
            <a:endParaRPr/>
          </a:p>
        </p:txBody>
      </p:sp>
      <p:pic>
        <p:nvPicPr>
          <p:cNvPr id="481" name="Google Shape;481;p35"/>
          <p:cNvPicPr preferRelativeResize="0"/>
          <p:nvPr/>
        </p:nvPicPr>
        <p:blipFill rotWithShape="1">
          <a:blip r:embed="rId3">
            <a:alphaModFix/>
          </a:blip>
          <a:srcRect b="0" l="0" r="0" t="0"/>
          <a:stretch/>
        </p:blipFill>
        <p:spPr>
          <a:xfrm>
            <a:off x="1662112" y="1600200"/>
            <a:ext cx="6034087" cy="4953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36"/>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Fourth Normal Form (4NF)</a:t>
            </a:r>
            <a:endParaRPr/>
          </a:p>
        </p:txBody>
      </p:sp>
      <p:sp>
        <p:nvSpPr>
          <p:cNvPr id="488" name="Google Shape;488;p36"/>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Table is in 4NF when it:</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Is in 3NF </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Has no multivalued dependencies</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Rules</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All attributes must be dependent on the primary key, but they must be independent of each other</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No row may contain two or more multivalued facts about an entity</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37"/>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Figure 6.10 - Tables with Multivalued Dependencies</a:t>
            </a:r>
            <a:endParaRPr/>
          </a:p>
        </p:txBody>
      </p:sp>
      <p:pic>
        <p:nvPicPr>
          <p:cNvPr id="494" name="Google Shape;494;p37"/>
          <p:cNvPicPr preferRelativeResize="0"/>
          <p:nvPr/>
        </p:nvPicPr>
        <p:blipFill rotWithShape="1">
          <a:blip r:embed="rId3">
            <a:alphaModFix/>
          </a:blip>
          <a:srcRect b="0" l="0" r="0" t="0"/>
          <a:stretch/>
        </p:blipFill>
        <p:spPr>
          <a:xfrm>
            <a:off x="76200" y="2152650"/>
            <a:ext cx="8991600" cy="32575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38"/>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Figure 6.11 - A Set of Tables in 4NF</a:t>
            </a:r>
            <a:endParaRPr/>
          </a:p>
        </p:txBody>
      </p:sp>
      <p:pic>
        <p:nvPicPr>
          <p:cNvPr id="500" name="Google Shape;500;p38"/>
          <p:cNvPicPr preferRelativeResize="0"/>
          <p:nvPr/>
        </p:nvPicPr>
        <p:blipFill rotWithShape="1">
          <a:blip r:embed="rId3">
            <a:alphaModFix/>
          </a:blip>
          <a:srcRect b="0" l="0" r="0" t="0"/>
          <a:stretch/>
        </p:blipFill>
        <p:spPr>
          <a:xfrm>
            <a:off x="76200" y="1530350"/>
            <a:ext cx="8991600" cy="4565650"/>
          </a:xfrm>
          <a:prstGeom prst="rect">
            <a:avLst/>
          </a:prstGeom>
          <a:noFill/>
          <a:ln>
            <a:noFill/>
          </a:ln>
        </p:spPr>
      </p:pic>
      <p:sp>
        <p:nvSpPr>
          <p:cNvPr id="501" name="Google Shape;501;p38"/>
          <p:cNvSpPr txBox="1"/>
          <p:nvPr/>
        </p:nvSpPr>
        <p:spPr>
          <a:xfrm>
            <a:off x="7467600" y="6154737"/>
            <a:ext cx="1600200" cy="2460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Times New Roman"/>
              <a:buNone/>
            </a:pPr>
            <a:r>
              <a:rPr b="0" i="0" lang="en-US" sz="1000" u="none">
                <a:solidFill>
                  <a:schemeClr val="dk1"/>
                </a:solidFill>
                <a:latin typeface="Times New Roman"/>
                <a:ea typeface="Times New Roman"/>
                <a:cs typeface="Times New Roman"/>
                <a:sym typeface="Times New Roman"/>
              </a:rPr>
              <a:t>Cengage Learning © 2015</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9"/>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Figure 6.11 - A Set of Tables in 4NF</a:t>
            </a:r>
            <a:endParaRPr/>
          </a:p>
        </p:txBody>
      </p:sp>
      <p:pic>
        <p:nvPicPr>
          <p:cNvPr id="507" name="Google Shape;507;p39"/>
          <p:cNvPicPr preferRelativeResize="0"/>
          <p:nvPr/>
        </p:nvPicPr>
        <p:blipFill rotWithShape="1">
          <a:blip r:embed="rId3">
            <a:alphaModFix/>
          </a:blip>
          <a:srcRect b="0" l="0" r="0" t="0"/>
          <a:stretch/>
        </p:blipFill>
        <p:spPr>
          <a:xfrm>
            <a:off x="266700" y="1924050"/>
            <a:ext cx="8610600" cy="3486150"/>
          </a:xfrm>
          <a:prstGeom prst="rect">
            <a:avLst/>
          </a:prstGeom>
          <a:noFill/>
          <a:ln>
            <a:noFill/>
          </a:ln>
        </p:spPr>
      </p:pic>
      <p:sp>
        <p:nvSpPr>
          <p:cNvPr id="508" name="Google Shape;508;p39"/>
          <p:cNvSpPr txBox="1"/>
          <p:nvPr/>
        </p:nvSpPr>
        <p:spPr>
          <a:xfrm>
            <a:off x="7315200" y="5410200"/>
            <a:ext cx="1600200" cy="2460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Times New Roman"/>
              <a:buNone/>
            </a:pPr>
            <a:r>
              <a:rPr b="0" i="0" lang="en-US" sz="1000" u="none">
                <a:solidFill>
                  <a:schemeClr val="dk1"/>
                </a:solidFill>
                <a:latin typeface="Times New Roman"/>
                <a:ea typeface="Times New Roman"/>
                <a:cs typeface="Times New Roman"/>
                <a:sym typeface="Times New Roman"/>
              </a:rPr>
              <a:t>Cengage Learning © 2015</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40"/>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Normalization and Database Design</a:t>
            </a:r>
            <a:endParaRPr/>
          </a:p>
        </p:txBody>
      </p:sp>
      <p:sp>
        <p:nvSpPr>
          <p:cNvPr id="515" name="Google Shape;515;p40"/>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Normalization should be part of the design process</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Proposed entities must meet required the normal form before table structures are created</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Principles and normalization procedures to be understood to redesign and modify databases</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ERD is created through an iterative process</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Normalization focuses on the characteristics of specific entities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41"/>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Figure 6.12 - Initial Contracting Company ERD</a:t>
            </a:r>
            <a:endParaRPr/>
          </a:p>
        </p:txBody>
      </p:sp>
      <p:pic>
        <p:nvPicPr>
          <p:cNvPr id="521" name="Google Shape;521;p41"/>
          <p:cNvPicPr preferRelativeResize="0"/>
          <p:nvPr/>
        </p:nvPicPr>
        <p:blipFill rotWithShape="1">
          <a:blip r:embed="rId3">
            <a:alphaModFix/>
          </a:blip>
          <a:srcRect b="0" l="0" r="0" t="0"/>
          <a:stretch/>
        </p:blipFill>
        <p:spPr>
          <a:xfrm>
            <a:off x="762000" y="2438400"/>
            <a:ext cx="7545387" cy="279558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42"/>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Figure 6.13 - Modified Contracting Company ERD</a:t>
            </a:r>
            <a:endParaRPr/>
          </a:p>
        </p:txBody>
      </p:sp>
      <p:sp>
        <p:nvSpPr>
          <p:cNvPr id="527" name="Google Shape;527;p42"/>
          <p:cNvSpPr txBox="1"/>
          <p:nvPr/>
        </p:nvSpPr>
        <p:spPr>
          <a:xfrm>
            <a:off x="6553200" y="6307137"/>
            <a:ext cx="1600200" cy="2460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Times New Roman"/>
              <a:buNone/>
            </a:pPr>
            <a:r>
              <a:rPr b="0" i="0" lang="en-US" sz="1000" u="none">
                <a:solidFill>
                  <a:schemeClr val="dk1"/>
                </a:solidFill>
                <a:latin typeface="Times New Roman"/>
                <a:ea typeface="Times New Roman"/>
                <a:cs typeface="Times New Roman"/>
                <a:sym typeface="Times New Roman"/>
              </a:rPr>
              <a:t>Cengage Learning © 2015</a:t>
            </a:r>
            <a:endParaRPr/>
          </a:p>
        </p:txBody>
      </p:sp>
      <p:pic>
        <p:nvPicPr>
          <p:cNvPr id="528" name="Google Shape;528;p42"/>
          <p:cNvPicPr preferRelativeResize="0"/>
          <p:nvPr/>
        </p:nvPicPr>
        <p:blipFill rotWithShape="1">
          <a:blip r:embed="rId3">
            <a:alphaModFix/>
          </a:blip>
          <a:srcRect b="0" l="0" r="0" t="0"/>
          <a:stretch/>
        </p:blipFill>
        <p:spPr>
          <a:xfrm>
            <a:off x="990600" y="1828800"/>
            <a:ext cx="7127875" cy="44196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43"/>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Figure 6.14 - </a:t>
            </a:r>
            <a:r>
              <a:rPr b="1" i="0" lang="en-US" sz="3600" u="none">
                <a:solidFill>
                  <a:srgbClr val="FF0000"/>
                </a:solidFill>
                <a:latin typeface="Times New Roman"/>
                <a:ea typeface="Times New Roman"/>
                <a:cs typeface="Times New Roman"/>
                <a:sym typeface="Times New Roman"/>
              </a:rPr>
              <a:t>Incorrect</a:t>
            </a:r>
            <a:r>
              <a:rPr b="0" i="0" lang="en-US" sz="3600" u="none">
                <a:solidFill>
                  <a:schemeClr val="dk2"/>
                </a:solidFill>
                <a:latin typeface="Times New Roman"/>
                <a:ea typeface="Times New Roman"/>
                <a:cs typeface="Times New Roman"/>
                <a:sym typeface="Times New Roman"/>
              </a:rPr>
              <a:t> M:N Relationship Representation</a:t>
            </a:r>
            <a:endParaRPr/>
          </a:p>
        </p:txBody>
      </p:sp>
      <p:pic>
        <p:nvPicPr>
          <p:cNvPr id="534" name="Google Shape;534;p43"/>
          <p:cNvPicPr preferRelativeResize="0"/>
          <p:nvPr/>
        </p:nvPicPr>
        <p:blipFill rotWithShape="1">
          <a:blip r:embed="rId3">
            <a:alphaModFix/>
          </a:blip>
          <a:srcRect b="0" l="0" r="0" t="0"/>
          <a:stretch/>
        </p:blipFill>
        <p:spPr>
          <a:xfrm>
            <a:off x="1143000" y="1758950"/>
            <a:ext cx="6791325" cy="4489450"/>
          </a:xfrm>
          <a:prstGeom prst="rect">
            <a:avLst/>
          </a:prstGeom>
          <a:noFill/>
          <a:ln>
            <a:noFill/>
          </a:ln>
        </p:spPr>
      </p:pic>
      <p:sp>
        <p:nvSpPr>
          <p:cNvPr id="535" name="Google Shape;535;p43"/>
          <p:cNvSpPr txBox="1"/>
          <p:nvPr/>
        </p:nvSpPr>
        <p:spPr>
          <a:xfrm>
            <a:off x="6334125" y="6307137"/>
            <a:ext cx="1600200" cy="2460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Times New Roman"/>
              <a:buNone/>
            </a:pPr>
            <a:r>
              <a:rPr b="0" i="0" lang="en-US" sz="1000" u="none">
                <a:solidFill>
                  <a:schemeClr val="dk1"/>
                </a:solidFill>
                <a:latin typeface="Times New Roman"/>
                <a:ea typeface="Times New Roman"/>
                <a:cs typeface="Times New Roman"/>
                <a:sym typeface="Times New Roman"/>
              </a:rPr>
              <a:t>Cengage Learning © 2015</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4"/>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imes New Roman"/>
              <a:buNone/>
            </a:pPr>
            <a:r>
              <a:rPr b="0" i="0" lang="en-US" sz="3600" u="none">
                <a:solidFill>
                  <a:schemeClr val="dk2"/>
                </a:solidFill>
                <a:latin typeface="Times New Roman"/>
                <a:ea typeface="Times New Roman"/>
                <a:cs typeface="Times New Roman"/>
                <a:sym typeface="Times New Roman"/>
              </a:rPr>
              <a:t>Figure 6.15 - Final Contracting Company ERD</a:t>
            </a:r>
            <a:endParaRPr/>
          </a:p>
        </p:txBody>
      </p:sp>
      <p:sp>
        <p:nvSpPr>
          <p:cNvPr id="541" name="Google Shape;541;p44"/>
          <p:cNvSpPr txBox="1"/>
          <p:nvPr/>
        </p:nvSpPr>
        <p:spPr>
          <a:xfrm>
            <a:off x="7467600" y="5943600"/>
            <a:ext cx="1600200" cy="2460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000"/>
              <a:buFont typeface="Times New Roman"/>
              <a:buNone/>
            </a:pPr>
            <a:r>
              <a:rPr b="0" i="0" lang="en-US" sz="1000" u="none">
                <a:solidFill>
                  <a:schemeClr val="dk1"/>
                </a:solidFill>
                <a:latin typeface="Times New Roman"/>
                <a:ea typeface="Times New Roman"/>
                <a:cs typeface="Times New Roman"/>
                <a:sym typeface="Times New Roman"/>
              </a:rPr>
              <a:t>Cengage Learning © 2015</a:t>
            </a:r>
            <a:endParaRPr/>
          </a:p>
        </p:txBody>
      </p:sp>
      <p:pic>
        <p:nvPicPr>
          <p:cNvPr id="542" name="Google Shape;542;p44"/>
          <p:cNvPicPr preferRelativeResize="0"/>
          <p:nvPr/>
        </p:nvPicPr>
        <p:blipFill rotWithShape="1">
          <a:blip r:embed="rId3">
            <a:alphaModFix/>
          </a:blip>
          <a:srcRect b="0" l="0" r="0" t="0"/>
          <a:stretch/>
        </p:blipFill>
        <p:spPr>
          <a:xfrm>
            <a:off x="76200" y="1671637"/>
            <a:ext cx="8991600" cy="427196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45"/>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Figure 6.16 - The Implemented Database</a:t>
            </a:r>
            <a:endParaRPr/>
          </a:p>
        </p:txBody>
      </p:sp>
      <p:pic>
        <p:nvPicPr>
          <p:cNvPr id="548" name="Google Shape;548;p45"/>
          <p:cNvPicPr preferRelativeResize="0"/>
          <p:nvPr/>
        </p:nvPicPr>
        <p:blipFill rotWithShape="1">
          <a:blip r:embed="rId3">
            <a:alphaModFix/>
          </a:blip>
          <a:srcRect b="0" l="0" r="0" t="0"/>
          <a:stretch/>
        </p:blipFill>
        <p:spPr>
          <a:xfrm>
            <a:off x="2057400" y="1593850"/>
            <a:ext cx="5181600" cy="49625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46"/>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Denormalization</a:t>
            </a:r>
            <a:endParaRPr/>
          </a:p>
        </p:txBody>
      </p:sp>
      <p:sp>
        <p:nvSpPr>
          <p:cNvPr id="555" name="Google Shape;555;p46"/>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Design goals</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Creation of normalized relations </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Processing requirements and speed</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Number of database tables expands when tables are decomposed to conform to normalization requirements</a:t>
            </a:r>
            <a:endParaRPr/>
          </a:p>
          <a:p>
            <a:pPr indent="-255587" lvl="0" marL="365125" marR="0" rtl="0" algn="l">
              <a:lnSpc>
                <a:spcPct val="100000"/>
              </a:lnSpc>
              <a:spcBef>
                <a:spcPts val="90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Joining a larger number of tables:</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Takes additional input/output (I/O) operations and processing logic</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Reduces system speed</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47"/>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Denormalization</a:t>
            </a:r>
            <a:endParaRPr/>
          </a:p>
        </p:txBody>
      </p:sp>
      <p:sp>
        <p:nvSpPr>
          <p:cNvPr id="562" name="Google Shape;562;p47"/>
          <p:cNvSpPr txBox="1"/>
          <p:nvPr>
            <p:ph idx="1" type="body"/>
          </p:nvPr>
        </p:nvSpPr>
        <p:spPr>
          <a:xfrm>
            <a:off x="457200" y="1600200"/>
            <a:ext cx="8229600" cy="489743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0070C0"/>
              </a:buClr>
              <a:buSzPts val="2800"/>
              <a:buFont typeface="Noto Sans Symbols"/>
              <a:buChar char="▪"/>
            </a:pPr>
            <a:r>
              <a:rPr b="0" i="0" lang="en-US" sz="2800" u="none">
                <a:solidFill>
                  <a:schemeClr val="dk1"/>
                </a:solidFill>
                <a:latin typeface="Times New Roman"/>
                <a:ea typeface="Times New Roman"/>
                <a:cs typeface="Times New Roman"/>
                <a:sym typeface="Times New Roman"/>
              </a:rPr>
              <a:t>Defects in unnormalized tables</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Data updates are less efficient because tables are larger</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Indexing is more cumbersome</a:t>
            </a:r>
            <a:endParaRPr/>
          </a:p>
          <a:p>
            <a:pPr indent="-246062" lvl="1" marL="657225" marR="0" rtl="0" algn="l">
              <a:lnSpc>
                <a:spcPct val="100000"/>
              </a:lnSpc>
              <a:spcBef>
                <a:spcPts val="900"/>
              </a:spcBef>
              <a:spcAft>
                <a:spcPts val="0"/>
              </a:spcAft>
              <a:buClr>
                <a:srgbClr val="0070C0"/>
              </a:buClr>
              <a:buSzPts val="2600"/>
              <a:buFont typeface="Noto Sans Symbols"/>
              <a:buChar char="▪"/>
            </a:pPr>
            <a:r>
              <a:rPr b="0" i="0" lang="en-US" sz="2600" u="none" cap="none" strike="noStrike">
                <a:solidFill>
                  <a:schemeClr val="dk1"/>
                </a:solidFill>
                <a:latin typeface="Times New Roman"/>
                <a:ea typeface="Times New Roman"/>
                <a:cs typeface="Times New Roman"/>
                <a:sym typeface="Times New Roman"/>
              </a:rPr>
              <a:t>No simple strategies for creating virtual tables known as views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48"/>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Table 6.7 - Data-Modeling Checklist</a:t>
            </a:r>
            <a:endParaRPr/>
          </a:p>
        </p:txBody>
      </p:sp>
      <p:sp>
        <p:nvSpPr>
          <p:cNvPr id="569" name="Google Shape;569;p48"/>
          <p:cNvSpPr txBox="1"/>
          <p:nvPr>
            <p:ph idx="1" type="body"/>
          </p:nvPr>
        </p:nvSpPr>
        <p:spPr>
          <a:xfrm>
            <a:off x="457200" y="1600200"/>
            <a:ext cx="8229600" cy="4897437"/>
          </a:xfrm>
          <a:prstGeom prst="rect">
            <a:avLst/>
          </a:prstGeom>
          <a:solidFill>
            <a:srgbClr val="D6E9EA"/>
          </a:solidFill>
          <a:ln>
            <a:noFill/>
          </a:ln>
        </p:spPr>
        <p:txBody>
          <a:bodyPr anchorCtr="0" anchor="t" bIns="45700" lIns="91425" spcFirstLastPara="1" rIns="91425" wrap="square" tIns="45700">
            <a:noAutofit/>
          </a:bodyPr>
          <a:lstStyle/>
          <a:p>
            <a:pPr indent="0" lvl="0" marL="107950" marR="0" rtl="0" algn="l">
              <a:lnSpc>
                <a:spcPct val="100000"/>
              </a:lnSpc>
              <a:spcBef>
                <a:spcPts val="0"/>
              </a:spcBef>
              <a:spcAft>
                <a:spcPts val="0"/>
              </a:spcAft>
              <a:buClr>
                <a:srgbClr val="0070C0"/>
              </a:buClr>
              <a:buSzPts val="2400"/>
              <a:buFont typeface="Noto Sans Symbols"/>
              <a:buNone/>
            </a:pPr>
            <a:r>
              <a:rPr b="1" i="0" lang="en-US" sz="2400" u="none">
                <a:solidFill>
                  <a:schemeClr val="dk1"/>
                </a:solidFill>
                <a:latin typeface="Times New Roman"/>
                <a:ea typeface="Times New Roman"/>
                <a:cs typeface="Times New Roman"/>
                <a:sym typeface="Times New Roman"/>
              </a:rPr>
              <a:t>BUSINESS RULES</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Properly document and verify all business rules with the end users.</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Ensure that all business rules are written precisely, clearly, and simply. The business rules must help identify entities, attributes, relationships, and constraints.</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Identify the source of all business rules, and ensure that each business rule is justified, dated, and signed off by an approving authority.</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49"/>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Table 6.7 - Data-Modeling Checklist</a:t>
            </a:r>
            <a:endParaRPr/>
          </a:p>
        </p:txBody>
      </p:sp>
      <p:sp>
        <p:nvSpPr>
          <p:cNvPr id="576" name="Google Shape;576;p49"/>
          <p:cNvSpPr txBox="1"/>
          <p:nvPr>
            <p:ph idx="1" type="body"/>
          </p:nvPr>
        </p:nvSpPr>
        <p:spPr>
          <a:xfrm>
            <a:off x="457200" y="1447800"/>
            <a:ext cx="8229600" cy="5257800"/>
          </a:xfrm>
          <a:prstGeom prst="rect">
            <a:avLst/>
          </a:prstGeom>
          <a:solidFill>
            <a:srgbClr val="F5E0D3"/>
          </a:solidFill>
          <a:ln>
            <a:noFill/>
          </a:ln>
        </p:spPr>
        <p:txBody>
          <a:bodyPr anchorCtr="0" anchor="t" bIns="45700" lIns="91425" spcFirstLastPara="1" rIns="91425" wrap="square" tIns="45700">
            <a:noAutofit/>
          </a:bodyPr>
          <a:lstStyle/>
          <a:p>
            <a:pPr indent="0" lvl="0" marL="107950" marR="0" rtl="0" algn="l">
              <a:lnSpc>
                <a:spcPct val="100000"/>
              </a:lnSpc>
              <a:spcBef>
                <a:spcPts val="0"/>
              </a:spcBef>
              <a:spcAft>
                <a:spcPts val="0"/>
              </a:spcAft>
              <a:buClr>
                <a:srgbClr val="0070C0"/>
              </a:buClr>
              <a:buSzPts val="2400"/>
              <a:buFont typeface="Noto Sans Symbols"/>
              <a:buNone/>
            </a:pPr>
            <a:r>
              <a:rPr b="1" i="0" lang="en-US" sz="2400" u="none">
                <a:solidFill>
                  <a:schemeClr val="dk1"/>
                </a:solidFill>
                <a:latin typeface="Times New Roman"/>
                <a:ea typeface="Times New Roman"/>
                <a:cs typeface="Times New Roman"/>
                <a:sym typeface="Times New Roman"/>
              </a:rPr>
              <a:t>DATA MODELING</a:t>
            </a:r>
            <a:endParaRPr/>
          </a:p>
          <a:p>
            <a:pPr indent="0" lvl="0" marL="107950" marR="0" rtl="0" algn="l">
              <a:lnSpc>
                <a:spcPct val="100000"/>
              </a:lnSpc>
              <a:spcBef>
                <a:spcPts val="900"/>
              </a:spcBef>
              <a:spcAft>
                <a:spcPts val="0"/>
              </a:spcAft>
              <a:buClr>
                <a:srgbClr val="0070C0"/>
              </a:buClr>
              <a:buSzPts val="2400"/>
              <a:buFont typeface="Noto Sans Symbols"/>
              <a:buNone/>
            </a:pPr>
            <a:r>
              <a:rPr b="1" i="0" lang="en-US" sz="2400" u="none">
                <a:solidFill>
                  <a:schemeClr val="dk1"/>
                </a:solidFill>
                <a:latin typeface="Times New Roman"/>
                <a:ea typeface="Times New Roman"/>
                <a:cs typeface="Times New Roman"/>
                <a:sym typeface="Times New Roman"/>
              </a:rPr>
              <a:t>Naming conventions</a:t>
            </a:r>
            <a:r>
              <a:rPr b="0" i="0" lang="en-US" sz="2400" u="none">
                <a:solidFill>
                  <a:schemeClr val="dk1"/>
                </a:solidFill>
                <a:latin typeface="Times New Roman"/>
                <a:ea typeface="Times New Roman"/>
                <a:cs typeface="Times New Roman"/>
                <a:sym typeface="Times New Roman"/>
              </a:rPr>
              <a:t>: All names should be limited in length (database-dependent size).</a:t>
            </a:r>
            <a:endParaRPr/>
          </a:p>
          <a:p>
            <a:pPr indent="0" lvl="0" marL="107950" marR="0" rtl="0" algn="l">
              <a:lnSpc>
                <a:spcPct val="100000"/>
              </a:lnSpc>
              <a:spcBef>
                <a:spcPts val="900"/>
              </a:spcBef>
              <a:spcAft>
                <a:spcPts val="0"/>
              </a:spcAft>
              <a:buClr>
                <a:srgbClr val="0070C0"/>
              </a:buClr>
              <a:buSzPts val="2400"/>
              <a:buFont typeface="Noto Sans Symbols"/>
              <a:buNone/>
            </a:pPr>
            <a:r>
              <a:rPr b="1" i="0" lang="en-US" sz="2400" u="none">
                <a:solidFill>
                  <a:schemeClr val="dk1"/>
                </a:solidFill>
                <a:latin typeface="Times New Roman"/>
                <a:ea typeface="Times New Roman"/>
                <a:cs typeface="Times New Roman"/>
                <a:sym typeface="Times New Roman"/>
              </a:rPr>
              <a:t>* Entity names:</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Should be nouns that are familiar to business and should be short and meaningful</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Should document abbreviations, synonyms, and aliases for each entity</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Should be unique within the model</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For composite entities, may include a combination of abbreviated names of the entities linked through the composite entity</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50"/>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Table 6.7 - Data-Modeling Checklist</a:t>
            </a:r>
            <a:endParaRPr/>
          </a:p>
        </p:txBody>
      </p:sp>
      <p:sp>
        <p:nvSpPr>
          <p:cNvPr id="583" name="Google Shape;583;p50"/>
          <p:cNvSpPr txBox="1"/>
          <p:nvPr>
            <p:ph idx="1" type="body"/>
          </p:nvPr>
        </p:nvSpPr>
        <p:spPr>
          <a:xfrm>
            <a:off x="457200" y="1600200"/>
            <a:ext cx="8229600" cy="4897437"/>
          </a:xfrm>
          <a:prstGeom prst="rect">
            <a:avLst/>
          </a:prstGeom>
          <a:solidFill>
            <a:srgbClr val="D6E9EA"/>
          </a:solidFill>
          <a:ln>
            <a:noFill/>
          </a:ln>
        </p:spPr>
        <p:txBody>
          <a:bodyPr anchorCtr="0" anchor="t" bIns="45700" lIns="91425" spcFirstLastPara="1" rIns="91425" wrap="square" tIns="45700">
            <a:noAutofit/>
          </a:bodyPr>
          <a:lstStyle/>
          <a:p>
            <a:pPr indent="0" lvl="0" marL="107950" marR="0" rtl="0" algn="l">
              <a:lnSpc>
                <a:spcPct val="100000"/>
              </a:lnSpc>
              <a:spcBef>
                <a:spcPts val="0"/>
              </a:spcBef>
              <a:spcAft>
                <a:spcPts val="0"/>
              </a:spcAft>
              <a:buClr>
                <a:srgbClr val="0070C0"/>
              </a:buClr>
              <a:buSzPts val="2000"/>
              <a:buFont typeface="Noto Sans Symbols"/>
              <a:buNone/>
            </a:pPr>
            <a:r>
              <a:rPr b="1" i="0" lang="en-US" sz="2000" u="none">
                <a:solidFill>
                  <a:schemeClr val="dk1"/>
                </a:solidFill>
                <a:latin typeface="Times New Roman"/>
                <a:ea typeface="Times New Roman"/>
                <a:cs typeface="Times New Roman"/>
                <a:sym typeface="Times New Roman"/>
              </a:rPr>
              <a:t>DATA MODELING</a:t>
            </a:r>
            <a:endParaRPr/>
          </a:p>
          <a:p>
            <a:pPr indent="0" lvl="0" marL="107950" marR="0" rtl="0" algn="l">
              <a:lnSpc>
                <a:spcPct val="100000"/>
              </a:lnSpc>
              <a:spcBef>
                <a:spcPts val="900"/>
              </a:spcBef>
              <a:spcAft>
                <a:spcPts val="0"/>
              </a:spcAft>
              <a:buClr>
                <a:srgbClr val="0070C0"/>
              </a:buClr>
              <a:buSzPts val="2000"/>
              <a:buFont typeface="Noto Sans Symbols"/>
              <a:buNone/>
            </a:pPr>
            <a:r>
              <a:rPr b="1" i="0" lang="en-US" sz="2000" u="none">
                <a:solidFill>
                  <a:schemeClr val="dk1"/>
                </a:solidFill>
                <a:latin typeface="Times New Roman"/>
                <a:ea typeface="Times New Roman"/>
                <a:cs typeface="Times New Roman"/>
                <a:sym typeface="Times New Roman"/>
              </a:rPr>
              <a:t>* Attribute names:</a:t>
            </a:r>
            <a:endParaRPr/>
          </a:p>
          <a:p>
            <a:pPr indent="0" lvl="0" marL="107950" marR="0" rtl="0" algn="l">
              <a:lnSpc>
                <a:spcPct val="100000"/>
              </a:lnSpc>
              <a:spcBef>
                <a:spcPts val="900"/>
              </a:spcBef>
              <a:spcAft>
                <a:spcPts val="0"/>
              </a:spcAft>
              <a:buClr>
                <a:srgbClr val="0070C0"/>
              </a:buClr>
              <a:buSzPts val="2000"/>
              <a:buFont typeface="Noto Sans Symbols"/>
              <a:buNone/>
            </a:pPr>
            <a:r>
              <a:rPr b="0" i="0" lang="en-US" sz="2000" u="none">
                <a:solidFill>
                  <a:schemeClr val="dk1"/>
                </a:solidFill>
                <a:latin typeface="Times New Roman"/>
                <a:ea typeface="Times New Roman"/>
                <a:cs typeface="Times New Roman"/>
                <a:sym typeface="Times New Roman"/>
              </a:rPr>
              <a:t>• Should be unique within the entity</a:t>
            </a:r>
            <a:endParaRPr/>
          </a:p>
          <a:p>
            <a:pPr indent="0" lvl="0" marL="107950" marR="0" rtl="0" algn="l">
              <a:lnSpc>
                <a:spcPct val="100000"/>
              </a:lnSpc>
              <a:spcBef>
                <a:spcPts val="900"/>
              </a:spcBef>
              <a:spcAft>
                <a:spcPts val="0"/>
              </a:spcAft>
              <a:buClr>
                <a:srgbClr val="0070C0"/>
              </a:buClr>
              <a:buSzPts val="2000"/>
              <a:buFont typeface="Noto Sans Symbols"/>
              <a:buNone/>
            </a:pPr>
            <a:r>
              <a:rPr b="0" i="0" lang="en-US" sz="2000" u="none">
                <a:solidFill>
                  <a:schemeClr val="dk1"/>
                </a:solidFill>
                <a:latin typeface="Times New Roman"/>
                <a:ea typeface="Times New Roman"/>
                <a:cs typeface="Times New Roman"/>
                <a:sym typeface="Times New Roman"/>
              </a:rPr>
              <a:t>• Should use the entity abbreviation as a prefix</a:t>
            </a:r>
            <a:endParaRPr/>
          </a:p>
          <a:p>
            <a:pPr indent="0" lvl="0" marL="107950" marR="0" rtl="0" algn="l">
              <a:lnSpc>
                <a:spcPct val="100000"/>
              </a:lnSpc>
              <a:spcBef>
                <a:spcPts val="900"/>
              </a:spcBef>
              <a:spcAft>
                <a:spcPts val="0"/>
              </a:spcAft>
              <a:buClr>
                <a:srgbClr val="0070C0"/>
              </a:buClr>
              <a:buSzPts val="2000"/>
              <a:buFont typeface="Noto Sans Symbols"/>
              <a:buNone/>
            </a:pPr>
            <a:r>
              <a:rPr b="0" i="0" lang="en-US" sz="2000" u="none">
                <a:solidFill>
                  <a:schemeClr val="dk1"/>
                </a:solidFill>
                <a:latin typeface="Times New Roman"/>
                <a:ea typeface="Times New Roman"/>
                <a:cs typeface="Times New Roman"/>
                <a:sym typeface="Times New Roman"/>
              </a:rPr>
              <a:t>• Should be descriptive of the characteristic</a:t>
            </a:r>
            <a:endParaRPr/>
          </a:p>
          <a:p>
            <a:pPr indent="0" lvl="0" marL="107950" marR="0" rtl="0" algn="l">
              <a:lnSpc>
                <a:spcPct val="100000"/>
              </a:lnSpc>
              <a:spcBef>
                <a:spcPts val="900"/>
              </a:spcBef>
              <a:spcAft>
                <a:spcPts val="0"/>
              </a:spcAft>
              <a:buClr>
                <a:srgbClr val="0070C0"/>
              </a:buClr>
              <a:buSzPts val="2000"/>
              <a:buFont typeface="Noto Sans Symbols"/>
              <a:buNone/>
            </a:pPr>
            <a:r>
              <a:rPr b="0" i="0" lang="en-US" sz="2000" u="none">
                <a:solidFill>
                  <a:schemeClr val="dk1"/>
                </a:solidFill>
                <a:latin typeface="Times New Roman"/>
                <a:ea typeface="Times New Roman"/>
                <a:cs typeface="Times New Roman"/>
                <a:sym typeface="Times New Roman"/>
              </a:rPr>
              <a:t>• Should use suffixes such as _ID, _NUM, or _CODE for the PK attribute</a:t>
            </a:r>
            <a:endParaRPr/>
          </a:p>
          <a:p>
            <a:pPr indent="0" lvl="0" marL="107950" marR="0" rtl="0" algn="l">
              <a:lnSpc>
                <a:spcPct val="100000"/>
              </a:lnSpc>
              <a:spcBef>
                <a:spcPts val="900"/>
              </a:spcBef>
              <a:spcAft>
                <a:spcPts val="0"/>
              </a:spcAft>
              <a:buClr>
                <a:srgbClr val="0070C0"/>
              </a:buClr>
              <a:buSzPts val="2000"/>
              <a:buFont typeface="Noto Sans Symbols"/>
              <a:buNone/>
            </a:pPr>
            <a:r>
              <a:rPr b="0" i="0" lang="en-US" sz="2000" u="none">
                <a:solidFill>
                  <a:schemeClr val="dk1"/>
                </a:solidFill>
                <a:latin typeface="Times New Roman"/>
                <a:ea typeface="Times New Roman"/>
                <a:cs typeface="Times New Roman"/>
                <a:sym typeface="Times New Roman"/>
              </a:rPr>
              <a:t>• Should not be a reserved word</a:t>
            </a:r>
            <a:endParaRPr/>
          </a:p>
          <a:p>
            <a:pPr indent="0" lvl="0" marL="107950" marR="0" rtl="0" algn="l">
              <a:lnSpc>
                <a:spcPct val="100000"/>
              </a:lnSpc>
              <a:spcBef>
                <a:spcPts val="900"/>
              </a:spcBef>
              <a:spcAft>
                <a:spcPts val="0"/>
              </a:spcAft>
              <a:buClr>
                <a:srgbClr val="0070C0"/>
              </a:buClr>
              <a:buSzPts val="2000"/>
              <a:buFont typeface="Noto Sans Symbols"/>
              <a:buNone/>
            </a:pPr>
            <a:r>
              <a:rPr b="0" i="0" lang="en-US" sz="2000" u="none">
                <a:solidFill>
                  <a:schemeClr val="dk1"/>
                </a:solidFill>
                <a:latin typeface="Times New Roman"/>
                <a:ea typeface="Times New Roman"/>
                <a:cs typeface="Times New Roman"/>
                <a:sym typeface="Times New Roman"/>
              </a:rPr>
              <a:t>• Should not contain spaces or special characters such as @, !, or &amp;</a:t>
            </a:r>
            <a:endParaRPr/>
          </a:p>
          <a:p>
            <a:pPr indent="0" lvl="0" marL="107950" marR="0" rtl="0" algn="l">
              <a:lnSpc>
                <a:spcPct val="100000"/>
              </a:lnSpc>
              <a:spcBef>
                <a:spcPts val="900"/>
              </a:spcBef>
              <a:spcAft>
                <a:spcPts val="0"/>
              </a:spcAft>
              <a:buClr>
                <a:srgbClr val="0070C0"/>
              </a:buClr>
              <a:buSzPts val="2000"/>
              <a:buFont typeface="Noto Sans Symbols"/>
              <a:buNone/>
            </a:pPr>
            <a:r>
              <a:rPr b="0" i="0" lang="en-US" sz="2000" u="none">
                <a:solidFill>
                  <a:schemeClr val="dk1"/>
                </a:solidFill>
                <a:latin typeface="Times New Roman"/>
                <a:ea typeface="Times New Roman"/>
                <a:cs typeface="Times New Roman"/>
                <a:sym typeface="Times New Roman"/>
              </a:rPr>
              <a:t>* </a:t>
            </a:r>
            <a:r>
              <a:rPr b="1" i="0" lang="en-US" sz="2000" u="none">
                <a:solidFill>
                  <a:schemeClr val="dk1"/>
                </a:solidFill>
                <a:latin typeface="Times New Roman"/>
                <a:ea typeface="Times New Roman"/>
                <a:cs typeface="Times New Roman"/>
                <a:sym typeface="Times New Roman"/>
              </a:rPr>
              <a:t>Relationship names:</a:t>
            </a:r>
            <a:endParaRPr/>
          </a:p>
          <a:p>
            <a:pPr indent="0" lvl="0" marL="107950" marR="0" rtl="0" algn="l">
              <a:lnSpc>
                <a:spcPct val="100000"/>
              </a:lnSpc>
              <a:spcBef>
                <a:spcPts val="900"/>
              </a:spcBef>
              <a:spcAft>
                <a:spcPts val="0"/>
              </a:spcAft>
              <a:buClr>
                <a:srgbClr val="0070C0"/>
              </a:buClr>
              <a:buSzPts val="2000"/>
              <a:buFont typeface="Noto Sans Symbols"/>
              <a:buNone/>
            </a:pPr>
            <a:r>
              <a:rPr b="0" i="0" lang="en-US" sz="2000" u="none">
                <a:solidFill>
                  <a:schemeClr val="dk1"/>
                </a:solidFill>
                <a:latin typeface="Times New Roman"/>
                <a:ea typeface="Times New Roman"/>
                <a:cs typeface="Times New Roman"/>
                <a:sym typeface="Times New Roman"/>
              </a:rPr>
              <a:t>• Should be active or passive verbs that clearly indicate the nature of the relationship</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1"/>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Table 6.7 - Data-Modeling Checklist</a:t>
            </a:r>
            <a:endParaRPr/>
          </a:p>
        </p:txBody>
      </p:sp>
      <p:sp>
        <p:nvSpPr>
          <p:cNvPr id="590" name="Google Shape;590;p51"/>
          <p:cNvSpPr txBox="1"/>
          <p:nvPr>
            <p:ph idx="1" type="body"/>
          </p:nvPr>
        </p:nvSpPr>
        <p:spPr>
          <a:xfrm>
            <a:off x="457200" y="1600200"/>
            <a:ext cx="8229600" cy="4897437"/>
          </a:xfrm>
          <a:prstGeom prst="rect">
            <a:avLst/>
          </a:prstGeom>
          <a:solidFill>
            <a:srgbClr val="F5E0D3"/>
          </a:solidFill>
          <a:ln>
            <a:noFill/>
          </a:ln>
        </p:spPr>
        <p:txBody>
          <a:bodyPr anchorCtr="0" anchor="t" bIns="45700" lIns="91425" spcFirstLastPara="1" rIns="91425" wrap="square" tIns="45700">
            <a:noAutofit/>
          </a:bodyPr>
          <a:lstStyle/>
          <a:p>
            <a:pPr indent="0" lvl="0" marL="107950" marR="0" rtl="0" algn="l">
              <a:lnSpc>
                <a:spcPct val="100000"/>
              </a:lnSpc>
              <a:spcBef>
                <a:spcPts val="0"/>
              </a:spcBef>
              <a:spcAft>
                <a:spcPts val="0"/>
              </a:spcAft>
              <a:buClr>
                <a:srgbClr val="0070C0"/>
              </a:buClr>
              <a:buSzPts val="2400"/>
              <a:buFont typeface="Noto Sans Symbols"/>
              <a:buNone/>
            </a:pPr>
            <a:r>
              <a:rPr b="1" i="0" lang="en-US" sz="2400" u="none">
                <a:solidFill>
                  <a:schemeClr val="dk1"/>
                </a:solidFill>
                <a:latin typeface="Times New Roman"/>
                <a:ea typeface="Times New Roman"/>
                <a:cs typeface="Times New Roman"/>
                <a:sym typeface="Times New Roman"/>
              </a:rPr>
              <a:t>ENTITIES</a:t>
            </a:r>
            <a:r>
              <a:rPr b="0" i="0" lang="en-US" sz="2400" u="none">
                <a:solidFill>
                  <a:schemeClr val="dk1"/>
                </a:solidFill>
                <a:latin typeface="Times New Roman"/>
                <a:ea typeface="Times New Roman"/>
                <a:cs typeface="Times New Roman"/>
                <a:sym typeface="Times New Roman"/>
              </a:rPr>
              <a:t>:</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Each entity should represent a single subject.</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Each entity should represent a set of distinguishable entity instances.</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All entities should be in 3NF or higher. Any entities below 3NF should be justified.</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The granularity of the entity instance should be clearly defined.</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The PK should be clearly defined and support the selected data granularity</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52"/>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Table 6.7 - Data-Modeling Checklist</a:t>
            </a:r>
            <a:endParaRPr/>
          </a:p>
        </p:txBody>
      </p:sp>
      <p:sp>
        <p:nvSpPr>
          <p:cNvPr id="597" name="Google Shape;597;p52"/>
          <p:cNvSpPr txBox="1"/>
          <p:nvPr>
            <p:ph idx="1" type="body"/>
          </p:nvPr>
        </p:nvSpPr>
        <p:spPr>
          <a:xfrm>
            <a:off x="457200" y="1600200"/>
            <a:ext cx="8229600" cy="4897437"/>
          </a:xfrm>
          <a:prstGeom prst="rect">
            <a:avLst/>
          </a:prstGeom>
          <a:solidFill>
            <a:srgbClr val="D6E9EA"/>
          </a:solidFill>
          <a:ln>
            <a:noFill/>
          </a:ln>
        </p:spPr>
        <p:txBody>
          <a:bodyPr anchorCtr="0" anchor="t" bIns="45700" lIns="91425" spcFirstLastPara="1" rIns="91425" wrap="square" tIns="45700">
            <a:noAutofit/>
          </a:bodyPr>
          <a:lstStyle/>
          <a:p>
            <a:pPr indent="0" lvl="0" marL="107950" marR="0" rtl="0" algn="l">
              <a:lnSpc>
                <a:spcPct val="100000"/>
              </a:lnSpc>
              <a:spcBef>
                <a:spcPts val="0"/>
              </a:spcBef>
              <a:spcAft>
                <a:spcPts val="0"/>
              </a:spcAft>
              <a:buClr>
                <a:srgbClr val="0070C0"/>
              </a:buClr>
              <a:buSzPts val="2400"/>
              <a:buFont typeface="Noto Sans Symbols"/>
              <a:buNone/>
            </a:pPr>
            <a:r>
              <a:rPr b="1" i="0" lang="en-US" sz="2400" u="none">
                <a:solidFill>
                  <a:schemeClr val="dk1"/>
                </a:solidFill>
                <a:latin typeface="Times New Roman"/>
                <a:ea typeface="Times New Roman"/>
                <a:cs typeface="Times New Roman"/>
                <a:sym typeface="Times New Roman"/>
              </a:rPr>
              <a:t>ATTRIBUTES</a:t>
            </a:r>
            <a:r>
              <a:rPr b="0" i="0" lang="en-US" sz="2400" u="none">
                <a:solidFill>
                  <a:schemeClr val="dk1"/>
                </a:solidFill>
                <a:latin typeface="Times New Roman"/>
                <a:ea typeface="Times New Roman"/>
                <a:cs typeface="Times New Roman"/>
                <a:sym typeface="Times New Roman"/>
              </a:rPr>
              <a:t>:</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Should be simple and single-valued (atomic data)</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Should document default values, constraints, synonyms, and aliases</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Derived attributes should be clearly identified and include source(s)</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Should not be redundant unless this is required for transaction accuracy, performance, or maintaining a history</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Nonkey attributes must be fully dependent on the PK attribute</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53"/>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Table 6.7 - Data-Modeling Checklist</a:t>
            </a:r>
            <a:endParaRPr/>
          </a:p>
        </p:txBody>
      </p:sp>
      <p:sp>
        <p:nvSpPr>
          <p:cNvPr id="604" name="Google Shape;604;p53"/>
          <p:cNvSpPr txBox="1"/>
          <p:nvPr>
            <p:ph idx="1" type="body"/>
          </p:nvPr>
        </p:nvSpPr>
        <p:spPr>
          <a:xfrm>
            <a:off x="457200" y="1600200"/>
            <a:ext cx="8229600" cy="4897437"/>
          </a:xfrm>
          <a:prstGeom prst="rect">
            <a:avLst/>
          </a:prstGeom>
          <a:solidFill>
            <a:srgbClr val="F5E0D3"/>
          </a:solidFill>
          <a:ln>
            <a:noFill/>
          </a:ln>
        </p:spPr>
        <p:txBody>
          <a:bodyPr anchorCtr="0" anchor="t" bIns="45700" lIns="91425" spcFirstLastPara="1" rIns="91425" wrap="square" tIns="45700">
            <a:noAutofit/>
          </a:bodyPr>
          <a:lstStyle/>
          <a:p>
            <a:pPr indent="0" lvl="0" marL="107950" marR="0" rtl="0" algn="l">
              <a:lnSpc>
                <a:spcPct val="100000"/>
              </a:lnSpc>
              <a:spcBef>
                <a:spcPts val="0"/>
              </a:spcBef>
              <a:spcAft>
                <a:spcPts val="0"/>
              </a:spcAft>
              <a:buClr>
                <a:srgbClr val="0070C0"/>
              </a:buClr>
              <a:buSzPts val="2800"/>
              <a:buFont typeface="Noto Sans Symbols"/>
              <a:buNone/>
            </a:pPr>
            <a:r>
              <a:rPr b="1" i="0" lang="en-US" sz="2800" u="none">
                <a:solidFill>
                  <a:schemeClr val="dk1"/>
                </a:solidFill>
                <a:latin typeface="Times New Roman"/>
                <a:ea typeface="Times New Roman"/>
                <a:cs typeface="Times New Roman"/>
                <a:sym typeface="Times New Roman"/>
              </a:rPr>
              <a:t>RELATIONSHIPS</a:t>
            </a:r>
            <a:r>
              <a:rPr b="0" i="0" lang="en-US" sz="2800" u="none">
                <a:solidFill>
                  <a:schemeClr val="dk1"/>
                </a:solidFill>
                <a:latin typeface="Times New Roman"/>
                <a:ea typeface="Times New Roman"/>
                <a:cs typeface="Times New Roman"/>
                <a:sym typeface="Times New Roman"/>
              </a:rPr>
              <a:t>:</a:t>
            </a:r>
            <a:endParaRPr/>
          </a:p>
          <a:p>
            <a:pPr indent="0" lvl="0" marL="107950" marR="0" rtl="0" algn="l">
              <a:lnSpc>
                <a:spcPct val="100000"/>
              </a:lnSpc>
              <a:spcBef>
                <a:spcPts val="900"/>
              </a:spcBef>
              <a:spcAft>
                <a:spcPts val="0"/>
              </a:spcAft>
              <a:buClr>
                <a:srgbClr val="0070C0"/>
              </a:buClr>
              <a:buSzPts val="2800"/>
              <a:buFont typeface="Noto Sans Symbols"/>
              <a:buNone/>
            </a:pPr>
            <a:r>
              <a:rPr b="0" i="0" lang="en-US" sz="2800" u="none">
                <a:solidFill>
                  <a:schemeClr val="dk1"/>
                </a:solidFill>
                <a:latin typeface="Times New Roman"/>
                <a:ea typeface="Times New Roman"/>
                <a:cs typeface="Times New Roman"/>
                <a:sym typeface="Times New Roman"/>
              </a:rPr>
              <a:t>• Should clearly identify relationship participants</a:t>
            </a:r>
            <a:endParaRPr/>
          </a:p>
          <a:p>
            <a:pPr indent="0" lvl="0" marL="107950" marR="0" rtl="0" algn="l">
              <a:lnSpc>
                <a:spcPct val="100000"/>
              </a:lnSpc>
              <a:spcBef>
                <a:spcPts val="900"/>
              </a:spcBef>
              <a:spcAft>
                <a:spcPts val="0"/>
              </a:spcAft>
              <a:buClr>
                <a:srgbClr val="0070C0"/>
              </a:buClr>
              <a:buSzPts val="2800"/>
              <a:buFont typeface="Noto Sans Symbols"/>
              <a:buNone/>
            </a:pPr>
            <a:r>
              <a:rPr b="0" i="0" lang="en-US" sz="2800" u="none">
                <a:solidFill>
                  <a:schemeClr val="dk1"/>
                </a:solidFill>
                <a:latin typeface="Times New Roman"/>
                <a:ea typeface="Times New Roman"/>
                <a:cs typeface="Times New Roman"/>
                <a:sym typeface="Times New Roman"/>
              </a:rPr>
              <a:t>• Should clearly define participation, connectivity, and document cardinality</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54"/>
          <p:cNvSpPr txBox="1"/>
          <p:nvPr>
            <p:ph type="title"/>
          </p:nvPr>
        </p:nvSpPr>
        <p:spPr>
          <a:xfrm>
            <a:off x="457200" y="457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Table 6.7 - Data-Modeling Checklist</a:t>
            </a:r>
            <a:endParaRPr/>
          </a:p>
        </p:txBody>
      </p:sp>
      <p:sp>
        <p:nvSpPr>
          <p:cNvPr id="611" name="Google Shape;611;p54"/>
          <p:cNvSpPr txBox="1"/>
          <p:nvPr>
            <p:ph idx="1" type="body"/>
          </p:nvPr>
        </p:nvSpPr>
        <p:spPr>
          <a:xfrm>
            <a:off x="457200" y="1600200"/>
            <a:ext cx="8229600" cy="4897437"/>
          </a:xfrm>
          <a:prstGeom prst="rect">
            <a:avLst/>
          </a:prstGeom>
          <a:solidFill>
            <a:srgbClr val="D6E9EA"/>
          </a:solidFill>
          <a:ln>
            <a:noFill/>
          </a:ln>
        </p:spPr>
        <p:txBody>
          <a:bodyPr anchorCtr="0" anchor="t" bIns="45700" lIns="91425" spcFirstLastPara="1" rIns="91425" wrap="square" tIns="45700">
            <a:noAutofit/>
          </a:bodyPr>
          <a:lstStyle/>
          <a:p>
            <a:pPr indent="0" lvl="0" marL="107950" marR="0" rtl="0" algn="l">
              <a:lnSpc>
                <a:spcPct val="100000"/>
              </a:lnSpc>
              <a:spcBef>
                <a:spcPts val="0"/>
              </a:spcBef>
              <a:spcAft>
                <a:spcPts val="0"/>
              </a:spcAft>
              <a:buClr>
                <a:srgbClr val="0070C0"/>
              </a:buClr>
              <a:buSzPts val="2400"/>
              <a:buFont typeface="Noto Sans Symbols"/>
              <a:buNone/>
            </a:pPr>
            <a:r>
              <a:rPr b="1" i="0" lang="en-US" sz="2400" u="none">
                <a:solidFill>
                  <a:schemeClr val="dk1"/>
                </a:solidFill>
                <a:latin typeface="Times New Roman"/>
                <a:ea typeface="Times New Roman"/>
                <a:cs typeface="Times New Roman"/>
                <a:sym typeface="Times New Roman"/>
              </a:rPr>
              <a:t>ER MODEL</a:t>
            </a:r>
            <a:r>
              <a:rPr b="0" i="0" lang="en-US" sz="2400" u="none">
                <a:solidFill>
                  <a:schemeClr val="dk1"/>
                </a:solidFill>
                <a:latin typeface="Times New Roman"/>
                <a:ea typeface="Times New Roman"/>
                <a:cs typeface="Times New Roman"/>
                <a:sym typeface="Times New Roman"/>
              </a:rPr>
              <a:t>:</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Should be validated against expected processes: inserts, updates, and deletions</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Should evaluate where, when, and how to maintain a history</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Should not contain redundant relationships except as required (see attributes)</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Should minimize data redundancy to ensure single-place updates</a:t>
            </a:r>
            <a:endParaRPr/>
          </a:p>
          <a:p>
            <a:pPr indent="0" lvl="0" marL="107950" marR="0" rtl="0" algn="l">
              <a:lnSpc>
                <a:spcPct val="100000"/>
              </a:lnSpc>
              <a:spcBef>
                <a:spcPts val="900"/>
              </a:spcBef>
              <a:spcAft>
                <a:spcPts val="0"/>
              </a:spcAft>
              <a:buClr>
                <a:srgbClr val="0070C0"/>
              </a:buClr>
              <a:buSzPts val="2400"/>
              <a:buFont typeface="Noto Sans Symbols"/>
              <a:buNone/>
            </a:pPr>
            <a:r>
              <a:rPr b="0" i="0" lang="en-US" sz="2400" u="none">
                <a:solidFill>
                  <a:schemeClr val="dk1"/>
                </a:solidFill>
                <a:latin typeface="Times New Roman"/>
                <a:ea typeface="Times New Roman"/>
                <a:cs typeface="Times New Roman"/>
                <a:sym typeface="Times New Roman"/>
              </a:rPr>
              <a:t>• Should conform to the minimal data rule: All that is needed is there, and all that is there is needed.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Urban">
  <a:themeElements>
    <a:clrScheme name="Urban">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1_Urban">
  <a:themeElements>
    <a:clrScheme name="Urban">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3_Urban">
  <a:themeElements>
    <a:clrScheme name="Urban">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Urban">
  <a:themeElements>
    <a:clrScheme name="Urban">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7_Urban">
  <a:themeElements>
    <a:clrScheme name="Urban">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3_Urban">
  <a:themeElements>
    <a:clrScheme name="Urban">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12_Urban">
  <a:themeElements>
    <a:clrScheme name="Urban">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4_Urban">
  <a:themeElements>
    <a:clrScheme name="Urban">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8_Urban">
  <a:themeElements>
    <a:clrScheme name="Urban">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9_Urban">
  <a:themeElements>
    <a:clrScheme name="Urban">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14_Urban">
  <a:themeElements>
    <a:clrScheme name="Urban">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10_Urban">
  <a:themeElements>
    <a:clrScheme name="Urban">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5_Urban">
  <a:themeElements>
    <a:clrScheme name="Urban">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xmlns:r="http://schemas.openxmlformats.org/officeDocument/2006/relationships" name="2_Urban">
  <a:themeElements>
    <a:clrScheme name="Urban">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6.xml><?xml version="1.0" encoding="utf-8"?>
<a:theme xmlns:a="http://schemas.openxmlformats.org/drawingml/2006/main" xmlns:r="http://schemas.openxmlformats.org/officeDocument/2006/relationships" name="6_Urban">
  <a:themeElements>
    <a:clrScheme name="Urban">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2014-01-28T12:09:28Z</dcterms:created>
  <dc:creator>Sharon Thomas</dc:creator>
</cp:coreProperties>
</file>