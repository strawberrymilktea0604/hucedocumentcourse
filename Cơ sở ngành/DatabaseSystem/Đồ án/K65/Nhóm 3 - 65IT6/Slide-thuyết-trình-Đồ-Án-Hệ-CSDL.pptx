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  <p:sldMasterId id="2147483691" r:id="rId3"/>
  </p:sldMasterIdLst>
  <p:notesMasterIdLst>
    <p:notesMasterId r:id="rId65"/>
  </p:notesMasterIdLst>
  <p:sldIdLst>
    <p:sldId id="256" r:id="rId4"/>
    <p:sldId id="304" r:id="rId5"/>
    <p:sldId id="259" r:id="rId6"/>
    <p:sldId id="260" r:id="rId7"/>
    <p:sldId id="262" r:id="rId8"/>
    <p:sldId id="264" r:id="rId9"/>
    <p:sldId id="305" r:id="rId10"/>
    <p:sldId id="306" r:id="rId11"/>
    <p:sldId id="307" r:id="rId12"/>
    <p:sldId id="308" r:id="rId13"/>
    <p:sldId id="309" r:id="rId14"/>
    <p:sldId id="266" r:id="rId15"/>
    <p:sldId id="267" r:id="rId16"/>
    <p:sldId id="310" r:id="rId17"/>
    <p:sldId id="268" r:id="rId18"/>
    <p:sldId id="269" r:id="rId19"/>
    <p:sldId id="319" r:id="rId20"/>
    <p:sldId id="311" r:id="rId21"/>
    <p:sldId id="312" r:id="rId22"/>
    <p:sldId id="313" r:id="rId23"/>
    <p:sldId id="314" r:id="rId24"/>
    <p:sldId id="315" r:id="rId25"/>
    <p:sldId id="316" r:id="rId26"/>
    <p:sldId id="317" r:id="rId27"/>
    <p:sldId id="318" r:id="rId28"/>
    <p:sldId id="320" r:id="rId29"/>
    <p:sldId id="321" r:id="rId30"/>
    <p:sldId id="322" r:id="rId31"/>
    <p:sldId id="323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82" r:id="rId42"/>
    <p:sldId id="284" r:id="rId43"/>
    <p:sldId id="285" r:id="rId44"/>
    <p:sldId id="286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287" r:id="rId58"/>
    <p:sldId id="336" r:id="rId59"/>
    <p:sldId id="337" r:id="rId60"/>
    <p:sldId id="338" r:id="rId61"/>
    <p:sldId id="339" r:id="rId62"/>
    <p:sldId id="340" r:id="rId63"/>
    <p:sldId id="289" r:id="rId64"/>
  </p:sldIdLst>
  <p:sldSz cx="9144000" cy="5143500" type="screen16x9"/>
  <p:notesSz cx="6858000" cy="9144000"/>
  <p:embeddedFontLst>
    <p:embeddedFont>
      <p:font typeface="Catamaran Black" panose="020B0604020202020204" charset="0"/>
      <p:bold r:id="rId66"/>
    </p:embeddedFont>
    <p:embeddedFont>
      <p:font typeface="Catamaran Medium" panose="020B0604020202020204" charset="0"/>
      <p:regular r:id="rId67"/>
      <p:bold r:id="rId68"/>
    </p:embeddedFont>
    <p:embeddedFont>
      <p:font typeface="Franklin Gothic Book" panose="020B0503020102020204" pitchFamily="34" charset="0"/>
      <p:regular r:id="rId69"/>
      <p:italic r:id="rId70"/>
    </p:embeddedFont>
    <p:embeddedFont>
      <p:font typeface="Montserrat Black" panose="00000A00000000000000" pitchFamily="2" charset="0"/>
      <p:bold r:id="rId71"/>
      <p:boldItalic r:id="rId72"/>
    </p:embeddedFont>
    <p:embeddedFont>
      <p:font typeface="Montserrat Light" panose="00000400000000000000" pitchFamily="2" charset="0"/>
      <p:regular r:id="rId73"/>
      <p:bold r:id="rId74"/>
      <p:italic r:id="rId75"/>
      <p:boldItalic r:id="rId76"/>
    </p:embeddedFont>
    <p:embeddedFont>
      <p:font typeface="Proxima Nova" panose="020B0604020202020204" charset="0"/>
      <p:regular r:id="rId77"/>
      <p:bold r:id="rId78"/>
      <p:italic r:id="rId79"/>
      <p:boldItalic r:id="rId80"/>
    </p:embeddedFont>
    <p:embeddedFont>
      <p:font typeface="Proxima Nova Semibold" panose="020B0604020202020204" charset="0"/>
      <p:regular r:id="rId81"/>
      <p:bold r:id="rId82"/>
      <p:boldItalic r:id="rId83"/>
    </p:embeddedFont>
    <p:embeddedFont>
      <p:font typeface="Roboto Condensed" panose="02000000000000000000" pitchFamily="2" charset="0"/>
      <p:regular r:id="rId84"/>
      <p:bold r:id="rId85"/>
      <p:italic r:id="rId86"/>
      <p:boldItalic r:id="rId8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AF9D650-216C-49CB-97AA-80E33588E855}">
  <a:tblStyle styleId="{BAF9D650-216C-49CB-97AA-80E33588E8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font" Target="fonts/font3.fntdata"/><Relationship Id="rId84" Type="http://schemas.openxmlformats.org/officeDocument/2006/relationships/font" Target="fonts/font19.fntdata"/><Relationship Id="rId89" Type="http://schemas.openxmlformats.org/officeDocument/2006/relationships/viewProps" Target="viewProp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9.fntdata"/><Relationship Id="rId79" Type="http://schemas.openxmlformats.org/officeDocument/2006/relationships/font" Target="fonts/font14.fntdata"/><Relationship Id="rId5" Type="http://schemas.openxmlformats.org/officeDocument/2006/relationships/slide" Target="slides/slide2.xml"/><Relationship Id="rId90" Type="http://schemas.openxmlformats.org/officeDocument/2006/relationships/theme" Target="theme/theme1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font" Target="fonts/font4.fntdata"/><Relationship Id="rId77" Type="http://schemas.openxmlformats.org/officeDocument/2006/relationships/font" Target="fonts/font12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7.fntdata"/><Relationship Id="rId80" Type="http://schemas.openxmlformats.org/officeDocument/2006/relationships/font" Target="fonts/font15.fntdata"/><Relationship Id="rId85" Type="http://schemas.openxmlformats.org/officeDocument/2006/relationships/font" Target="fonts/font20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font" Target="fonts/font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font" Target="fonts/font5.fntdata"/><Relationship Id="rId75" Type="http://schemas.openxmlformats.org/officeDocument/2006/relationships/font" Target="fonts/font10.fntdata"/><Relationship Id="rId83" Type="http://schemas.openxmlformats.org/officeDocument/2006/relationships/font" Target="fonts/font18.fntdata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notesMaster" Target="notesMasters/notesMaster1.xml"/><Relationship Id="rId73" Type="http://schemas.openxmlformats.org/officeDocument/2006/relationships/font" Target="fonts/font8.fntdata"/><Relationship Id="rId78" Type="http://schemas.openxmlformats.org/officeDocument/2006/relationships/font" Target="fonts/font13.fntdata"/><Relationship Id="rId81" Type="http://schemas.openxmlformats.org/officeDocument/2006/relationships/font" Target="fonts/font16.fntdata"/><Relationship Id="rId86" Type="http://schemas.openxmlformats.org/officeDocument/2006/relationships/font" Target="fonts/font21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11.fntdata"/><Relationship Id="rId7" Type="http://schemas.openxmlformats.org/officeDocument/2006/relationships/slide" Target="slides/slide4.xml"/><Relationship Id="rId71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font" Target="fonts/font1.fntdata"/><Relationship Id="rId87" Type="http://schemas.openxmlformats.org/officeDocument/2006/relationships/font" Target="fonts/font22.fntdata"/><Relationship Id="rId61" Type="http://schemas.openxmlformats.org/officeDocument/2006/relationships/slide" Target="slides/slide58.xml"/><Relationship Id="rId82" Type="http://schemas.openxmlformats.org/officeDocument/2006/relationships/font" Target="fonts/font17.fntdata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SLIDES_API8380745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8" name="Google Shape;3318;SLIDES_API8380745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" name="Google Shape;3317;SLIDES_API8380745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8" name="Google Shape;3318;SLIDES_API8380745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9994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g531f0fbb07_0_16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8" name="Google Shape;3338;g531f0fbb07_0_16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" name="Google Shape;3355;g531f0fbb07_0_1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6" name="Google Shape;3356;g531f0fbb07_0_1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0" name="Google Shape;3370;g531f0fbb07_0_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1" name="Google Shape;3371;g531f0fbb07_0_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9095b080b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9095b080b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9095b080b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9095b080b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019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9095b080b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9095b080b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7013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9095b080b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9095b080b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429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9095b080b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9095b080b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4313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g9095b080bf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8" name="Google Shape;3398;g9095b080bf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218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g91f1f61733_0_1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5" name="Google Shape;3425;g91f1f61733_0_1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g9095b080bf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3" name="Google Shape;3433;g9095b080bf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4" name="Google Shape;3424;g91f1f61733_0_1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5" name="Google Shape;3425;g91f1f61733_0_1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8998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2" name="Google Shape;3442;g9095b080bf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3" name="Google Shape;3443;g9095b080bf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8877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46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034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886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6933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555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726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753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7045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10432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0063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2578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" name="Google Shape;3450;g9095b080bf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1" name="Google Shape;3451;g9095b080bf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8630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4" name="Google Shape;3534;g91f1f61733_0_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5" name="Google Shape;3535;g91f1f61733_0_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g9095b080bf_0_1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0" name="Google Shape;3540;g9095b080bf_0_1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0" name="Google Shape;3610;g9095b080bf_0_1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1" name="Google Shape;3611;g9095b080bf_0_1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1" name="Google Shape;3631;g9095b080bf_0_1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2" name="Google Shape;3632;g9095b080bf_0_1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g91f1f61733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5" name="Google Shape;3695;g91f1f61733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1" name="Google Shape;3701;g9095b080bf_0_1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2" name="Google Shape;3702;g9095b080bf_0_1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4" name="Google Shape;3724;g9095b080bf_0_1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5" name="Google Shape;3725;g9095b080bf_0_1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Google Shape;3733;g9095b080bf_0_2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4" name="Google Shape;3734;g9095b080bf_0_2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7" name="Google Shape;3767;g9095b080bf_0_1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8" name="Google Shape;3768;g9095b080bf_0_1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91f1f61733_0_18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8" name="Google Shape;3858;g91f1f61733_0_18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g91f1f61733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3" name="Google Shape;3963;g91f1f61733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" name="Google Shape;4003;g91f1f61733_4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4" name="Google Shape;4004;g91f1f61733_4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68568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15070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93293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0664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151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85448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9852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13310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6793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26039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68989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91f1f61733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91f1f61733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12300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g9095b080bf_1_10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8" name="Google Shape;4018;g9095b080bf_1_10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g9095b080bf_1_10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8" name="Google Shape;4018;g9095b080bf_1_10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029026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g9095b080bf_1_10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8" name="Google Shape;4018;g9095b080bf_1_10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5849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g9095b080bf_1_10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8" name="Google Shape;4018;g9095b080bf_1_10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50059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g9095b080bf_1_10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8" name="Google Shape;4018;g9095b080bf_1_10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5422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7" name="Google Shape;4017;g9095b080bf_1_10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8" name="Google Shape;4018;g9095b080bf_1_10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3127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g9095b080bf_1_10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7" name="Google Shape;4047;g9095b080bf_1_10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4890367" y="2044512"/>
            <a:ext cx="5893047" cy="4073184"/>
            <a:chOff x="3747367" y="1410331"/>
            <a:chExt cx="5893047" cy="4073184"/>
          </a:xfrm>
        </p:grpSpPr>
        <p:sp>
          <p:nvSpPr>
            <p:cNvPr id="55" name="Google Shape;55;p14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4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4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4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4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4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" name="Google Shape;118;p14"/>
          <p:cNvSpPr txBox="1">
            <a:spLocks noGrp="1"/>
          </p:cNvSpPr>
          <p:nvPr>
            <p:ph type="title"/>
          </p:nvPr>
        </p:nvSpPr>
        <p:spPr>
          <a:xfrm>
            <a:off x="2060250" y="2052000"/>
            <a:ext cx="5023500" cy="103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subTitle" idx="1"/>
          </p:nvPr>
        </p:nvSpPr>
        <p:spPr>
          <a:xfrm>
            <a:off x="2946600" y="3363150"/>
            <a:ext cx="32508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grpSp>
        <p:nvGrpSpPr>
          <p:cNvPr id="120" name="Google Shape;120;p14"/>
          <p:cNvGrpSpPr/>
          <p:nvPr/>
        </p:nvGrpSpPr>
        <p:grpSpPr>
          <a:xfrm>
            <a:off x="7700866" y="2777360"/>
            <a:ext cx="509082" cy="506938"/>
            <a:chOff x="6557866" y="2143179"/>
            <a:chExt cx="509082" cy="506938"/>
          </a:xfrm>
        </p:grpSpPr>
        <p:sp>
          <p:nvSpPr>
            <p:cNvPr id="121" name="Google Shape;121;p14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4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4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" name="Google Shape;137;p14"/>
          <p:cNvGrpSpPr/>
          <p:nvPr/>
        </p:nvGrpSpPr>
        <p:grpSpPr>
          <a:xfrm>
            <a:off x="9258187" y="3211066"/>
            <a:ext cx="1044511" cy="1040037"/>
            <a:chOff x="8115187" y="2576885"/>
            <a:chExt cx="1044511" cy="1040037"/>
          </a:xfrm>
        </p:grpSpPr>
        <p:sp>
          <p:nvSpPr>
            <p:cNvPr id="138" name="Google Shape;138;p14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14"/>
          <p:cNvGrpSpPr/>
          <p:nvPr/>
        </p:nvGrpSpPr>
        <p:grpSpPr>
          <a:xfrm>
            <a:off x="7024689" y="3934220"/>
            <a:ext cx="1038857" cy="1038888"/>
            <a:chOff x="5881689" y="3300040"/>
            <a:chExt cx="1038857" cy="1038888"/>
          </a:xfrm>
        </p:grpSpPr>
        <p:sp>
          <p:nvSpPr>
            <p:cNvPr id="155" name="Google Shape;155;p14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14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57" name="Google Shape;157;p14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4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4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4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4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4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4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4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4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4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" name="Google Shape;172;p14"/>
          <p:cNvGrpSpPr/>
          <p:nvPr/>
        </p:nvGrpSpPr>
        <p:grpSpPr>
          <a:xfrm>
            <a:off x="7965842" y="4839487"/>
            <a:ext cx="1038857" cy="1039820"/>
            <a:chOff x="7203842" y="4586307"/>
            <a:chExt cx="1038857" cy="1039820"/>
          </a:xfrm>
        </p:grpSpPr>
        <p:sp>
          <p:nvSpPr>
            <p:cNvPr id="173" name="Google Shape;173;p14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189;p14"/>
          <p:cNvGrpSpPr/>
          <p:nvPr/>
        </p:nvGrpSpPr>
        <p:grpSpPr>
          <a:xfrm rot="10800000">
            <a:off x="-1635883" y="-972400"/>
            <a:ext cx="5893047" cy="4073184"/>
            <a:chOff x="3747367" y="1410331"/>
            <a:chExt cx="5893047" cy="4073184"/>
          </a:xfrm>
        </p:grpSpPr>
        <p:sp>
          <p:nvSpPr>
            <p:cNvPr id="190" name="Google Shape;190;p14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4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14"/>
          <p:cNvGrpSpPr/>
          <p:nvPr/>
        </p:nvGrpSpPr>
        <p:grpSpPr>
          <a:xfrm rot="10800000">
            <a:off x="937583" y="1860997"/>
            <a:ext cx="509082" cy="506938"/>
            <a:chOff x="6557866" y="2143179"/>
            <a:chExt cx="509082" cy="506938"/>
          </a:xfrm>
        </p:grpSpPr>
        <p:sp>
          <p:nvSpPr>
            <p:cNvPr id="254" name="Google Shape;254;p14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4"/>
          <p:cNvGrpSpPr/>
          <p:nvPr/>
        </p:nvGrpSpPr>
        <p:grpSpPr>
          <a:xfrm rot="10800000">
            <a:off x="-1155168" y="894192"/>
            <a:ext cx="1044511" cy="1040037"/>
            <a:chOff x="8115187" y="2576885"/>
            <a:chExt cx="1044511" cy="1040037"/>
          </a:xfrm>
        </p:grpSpPr>
        <p:sp>
          <p:nvSpPr>
            <p:cNvPr id="271" name="Google Shape;271;p14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287;p14"/>
          <p:cNvGrpSpPr/>
          <p:nvPr/>
        </p:nvGrpSpPr>
        <p:grpSpPr>
          <a:xfrm rot="10800000">
            <a:off x="1083984" y="172187"/>
            <a:ext cx="1038857" cy="1038888"/>
            <a:chOff x="5881689" y="3300040"/>
            <a:chExt cx="1038857" cy="1038888"/>
          </a:xfrm>
        </p:grpSpPr>
        <p:sp>
          <p:nvSpPr>
            <p:cNvPr id="288" name="Google Shape;288;p14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9" name="Google Shape;289;p14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90" name="Google Shape;290;p14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14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14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4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4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4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4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4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5" name="Google Shape;305;p14"/>
          <p:cNvGrpSpPr/>
          <p:nvPr/>
        </p:nvGrpSpPr>
        <p:grpSpPr>
          <a:xfrm rot="10800000">
            <a:off x="142832" y="-734012"/>
            <a:ext cx="1038857" cy="1039820"/>
            <a:chOff x="7203842" y="4586307"/>
            <a:chExt cx="1038857" cy="1039820"/>
          </a:xfrm>
        </p:grpSpPr>
        <p:sp>
          <p:nvSpPr>
            <p:cNvPr id="306" name="Google Shape;306;p14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words">
  <p:cSld name="TITLE_1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15"/>
          <p:cNvGrpSpPr/>
          <p:nvPr/>
        </p:nvGrpSpPr>
        <p:grpSpPr>
          <a:xfrm>
            <a:off x="5195167" y="2349312"/>
            <a:ext cx="5893047" cy="4073184"/>
            <a:chOff x="3747367" y="1410331"/>
            <a:chExt cx="5893047" cy="4073184"/>
          </a:xfrm>
        </p:grpSpPr>
        <p:sp>
          <p:nvSpPr>
            <p:cNvPr id="324" name="Google Shape;324;p15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5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5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7" name="Google Shape;387;p15"/>
          <p:cNvSpPr txBox="1">
            <a:spLocks noGrp="1"/>
          </p:cNvSpPr>
          <p:nvPr>
            <p:ph type="title"/>
          </p:nvPr>
        </p:nvSpPr>
        <p:spPr>
          <a:xfrm>
            <a:off x="2060250" y="1739400"/>
            <a:ext cx="5023500" cy="166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388" name="Google Shape;388;p15"/>
          <p:cNvGrpSpPr/>
          <p:nvPr/>
        </p:nvGrpSpPr>
        <p:grpSpPr>
          <a:xfrm>
            <a:off x="8005666" y="3082160"/>
            <a:ext cx="509082" cy="506938"/>
            <a:chOff x="6557866" y="2143179"/>
            <a:chExt cx="509082" cy="506938"/>
          </a:xfrm>
        </p:grpSpPr>
        <p:sp>
          <p:nvSpPr>
            <p:cNvPr id="389" name="Google Shape;389;p15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5" name="Google Shape;405;p15"/>
          <p:cNvGrpSpPr/>
          <p:nvPr/>
        </p:nvGrpSpPr>
        <p:grpSpPr>
          <a:xfrm>
            <a:off x="9410587" y="3363466"/>
            <a:ext cx="1044511" cy="1040037"/>
            <a:chOff x="8115187" y="2576885"/>
            <a:chExt cx="1044511" cy="1040037"/>
          </a:xfrm>
        </p:grpSpPr>
        <p:sp>
          <p:nvSpPr>
            <p:cNvPr id="406" name="Google Shape;406;p15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15"/>
          <p:cNvGrpSpPr/>
          <p:nvPr/>
        </p:nvGrpSpPr>
        <p:grpSpPr>
          <a:xfrm>
            <a:off x="7329489" y="4239020"/>
            <a:ext cx="1038857" cy="1038888"/>
            <a:chOff x="5881689" y="3300040"/>
            <a:chExt cx="1038857" cy="1038888"/>
          </a:xfrm>
        </p:grpSpPr>
        <p:sp>
          <p:nvSpPr>
            <p:cNvPr id="423" name="Google Shape;423;p15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15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425" name="Google Shape;425;p15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5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15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15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5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15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15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5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5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5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5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5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5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5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5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0" name="Google Shape;440;p15"/>
          <p:cNvGrpSpPr/>
          <p:nvPr/>
        </p:nvGrpSpPr>
        <p:grpSpPr>
          <a:xfrm>
            <a:off x="8270642" y="5144287"/>
            <a:ext cx="1038857" cy="1039820"/>
            <a:chOff x="7203842" y="4586307"/>
            <a:chExt cx="1038857" cy="1039820"/>
          </a:xfrm>
        </p:grpSpPr>
        <p:sp>
          <p:nvSpPr>
            <p:cNvPr id="441" name="Google Shape;441;p15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5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5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5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5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5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5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5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5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5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5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5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5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15"/>
          <p:cNvGrpSpPr/>
          <p:nvPr/>
        </p:nvGrpSpPr>
        <p:grpSpPr>
          <a:xfrm rot="10800000">
            <a:off x="-1940683" y="-1277200"/>
            <a:ext cx="5893047" cy="4073184"/>
            <a:chOff x="3747367" y="1410331"/>
            <a:chExt cx="5893047" cy="4073184"/>
          </a:xfrm>
        </p:grpSpPr>
        <p:sp>
          <p:nvSpPr>
            <p:cNvPr id="458" name="Google Shape;458;p15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5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5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5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5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5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5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5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5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5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5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5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5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5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5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15"/>
          <p:cNvGrpSpPr/>
          <p:nvPr/>
        </p:nvGrpSpPr>
        <p:grpSpPr>
          <a:xfrm rot="10800000">
            <a:off x="632783" y="1556197"/>
            <a:ext cx="509082" cy="506938"/>
            <a:chOff x="6557866" y="2143179"/>
            <a:chExt cx="509082" cy="506938"/>
          </a:xfrm>
        </p:grpSpPr>
        <p:sp>
          <p:nvSpPr>
            <p:cNvPr id="522" name="Google Shape;522;p15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8" name="Google Shape;538;p15"/>
          <p:cNvGrpSpPr/>
          <p:nvPr/>
        </p:nvGrpSpPr>
        <p:grpSpPr>
          <a:xfrm rot="10800000">
            <a:off x="779184" y="-132613"/>
            <a:ext cx="1038857" cy="1038888"/>
            <a:chOff x="5881689" y="3300040"/>
            <a:chExt cx="1038857" cy="1038888"/>
          </a:xfrm>
        </p:grpSpPr>
        <p:sp>
          <p:nvSpPr>
            <p:cNvPr id="539" name="Google Shape;539;p15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0" name="Google Shape;540;p15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541" name="Google Shape;541;p15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5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5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5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5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5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5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5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5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5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5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5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5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5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5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6" name="Google Shape;556;p15"/>
          <p:cNvGrpSpPr/>
          <p:nvPr/>
        </p:nvGrpSpPr>
        <p:grpSpPr>
          <a:xfrm rot="10800000">
            <a:off x="-161968" y="-1038812"/>
            <a:ext cx="1038857" cy="1039820"/>
            <a:chOff x="7203842" y="4586307"/>
            <a:chExt cx="1038857" cy="1039820"/>
          </a:xfrm>
        </p:grpSpPr>
        <p:sp>
          <p:nvSpPr>
            <p:cNvPr id="557" name="Google Shape;557;p15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5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5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5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5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5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5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5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5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5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5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5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5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5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5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5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SECTION_HEADER_1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17"/>
          <p:cNvGrpSpPr/>
          <p:nvPr/>
        </p:nvGrpSpPr>
        <p:grpSpPr>
          <a:xfrm rot="10800000" flipH="1">
            <a:off x="3902333" y="-287802"/>
            <a:ext cx="5893047" cy="4073184"/>
            <a:chOff x="3747367" y="1410331"/>
            <a:chExt cx="5893047" cy="4073184"/>
          </a:xfrm>
        </p:grpSpPr>
        <p:sp>
          <p:nvSpPr>
            <p:cNvPr id="712" name="Google Shape;712;p17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7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7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7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7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7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7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7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7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7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7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7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7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7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7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7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7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7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7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7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7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7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7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7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7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7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7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7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749" name="Google Shape;749;p17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7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7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7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7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7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7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7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7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7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7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7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7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7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7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7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7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7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7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7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7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7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7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7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7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7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5" name="Google Shape;775;p17"/>
          <p:cNvGrpSpPr/>
          <p:nvPr/>
        </p:nvGrpSpPr>
        <p:grpSpPr>
          <a:xfrm rot="10800000" flipH="1">
            <a:off x="6712832" y="2545596"/>
            <a:ext cx="509082" cy="506938"/>
            <a:chOff x="6557866" y="2143179"/>
            <a:chExt cx="509082" cy="506938"/>
          </a:xfrm>
        </p:grpSpPr>
        <p:sp>
          <p:nvSpPr>
            <p:cNvPr id="776" name="Google Shape;776;p17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7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7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7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7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7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7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7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2" name="Google Shape;792;p17"/>
          <p:cNvGrpSpPr/>
          <p:nvPr/>
        </p:nvGrpSpPr>
        <p:grpSpPr>
          <a:xfrm rot="10800000" flipH="1">
            <a:off x="8270153" y="1578790"/>
            <a:ext cx="1044511" cy="1040037"/>
            <a:chOff x="8115187" y="2576885"/>
            <a:chExt cx="1044511" cy="1040037"/>
          </a:xfrm>
        </p:grpSpPr>
        <p:sp>
          <p:nvSpPr>
            <p:cNvPr id="793" name="Google Shape;793;p17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7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7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7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7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7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7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7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9" name="Google Shape;809;p17"/>
          <p:cNvGrpSpPr/>
          <p:nvPr/>
        </p:nvGrpSpPr>
        <p:grpSpPr>
          <a:xfrm rot="10800000" flipH="1">
            <a:off x="6036655" y="856786"/>
            <a:ext cx="1038857" cy="1038888"/>
            <a:chOff x="5881689" y="3300040"/>
            <a:chExt cx="1038857" cy="1038888"/>
          </a:xfrm>
        </p:grpSpPr>
        <p:sp>
          <p:nvSpPr>
            <p:cNvPr id="810" name="Google Shape;810;p17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11" name="Google Shape;811;p17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812" name="Google Shape;812;p17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17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17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17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17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17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17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7" name="Google Shape;827;p17"/>
          <p:cNvGrpSpPr/>
          <p:nvPr/>
        </p:nvGrpSpPr>
        <p:grpSpPr>
          <a:xfrm rot="10800000" flipH="1">
            <a:off x="6977808" y="-49413"/>
            <a:ext cx="1038857" cy="1039820"/>
            <a:chOff x="7203842" y="4586307"/>
            <a:chExt cx="1038857" cy="1039820"/>
          </a:xfrm>
        </p:grpSpPr>
        <p:sp>
          <p:nvSpPr>
            <p:cNvPr id="828" name="Google Shape;828;p17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7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7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7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7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7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7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7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7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7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7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7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4" name="Google Shape;844;p17"/>
          <p:cNvGrpSpPr/>
          <p:nvPr/>
        </p:nvGrpSpPr>
        <p:grpSpPr>
          <a:xfrm flipH="1">
            <a:off x="-651379" y="1358118"/>
            <a:ext cx="5893047" cy="4073184"/>
            <a:chOff x="3747367" y="1410331"/>
            <a:chExt cx="5893047" cy="4073184"/>
          </a:xfrm>
        </p:grpSpPr>
        <p:sp>
          <p:nvSpPr>
            <p:cNvPr id="845" name="Google Shape;845;p17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7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7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7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7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7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7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7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7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7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7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7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7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7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7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7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7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7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7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7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7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7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7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7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7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7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7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7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7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7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7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7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882" name="Google Shape;882;p17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7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7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7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7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7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7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7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7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7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7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7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7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7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7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7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7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7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7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7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7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7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7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7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7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7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8" name="Google Shape;908;p17"/>
          <p:cNvGrpSpPr/>
          <p:nvPr/>
        </p:nvGrpSpPr>
        <p:grpSpPr>
          <a:xfrm flipH="1">
            <a:off x="1922087" y="2090966"/>
            <a:ext cx="509082" cy="506938"/>
            <a:chOff x="6557866" y="2143179"/>
            <a:chExt cx="509082" cy="506938"/>
          </a:xfrm>
        </p:grpSpPr>
        <p:sp>
          <p:nvSpPr>
            <p:cNvPr id="909" name="Google Shape;909;p17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7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7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7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7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7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7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7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7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7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7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7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7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7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7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7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17"/>
          <p:cNvGrpSpPr/>
          <p:nvPr/>
        </p:nvGrpSpPr>
        <p:grpSpPr>
          <a:xfrm flipH="1">
            <a:off x="-170664" y="2524672"/>
            <a:ext cx="1044511" cy="1040037"/>
            <a:chOff x="8115187" y="2576885"/>
            <a:chExt cx="1044511" cy="1040037"/>
          </a:xfrm>
        </p:grpSpPr>
        <p:sp>
          <p:nvSpPr>
            <p:cNvPr id="926" name="Google Shape;926;p17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7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7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7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7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7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7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7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7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7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7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7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7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7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7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7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2" name="Google Shape;942;p17"/>
          <p:cNvGrpSpPr/>
          <p:nvPr/>
        </p:nvGrpSpPr>
        <p:grpSpPr>
          <a:xfrm flipH="1">
            <a:off x="2068488" y="3247827"/>
            <a:ext cx="1038857" cy="1038888"/>
            <a:chOff x="5881689" y="3300040"/>
            <a:chExt cx="1038857" cy="1038888"/>
          </a:xfrm>
        </p:grpSpPr>
        <p:sp>
          <p:nvSpPr>
            <p:cNvPr id="943" name="Google Shape;943;p17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4" name="Google Shape;944;p17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945" name="Google Shape;945;p17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7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7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7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7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7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7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7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7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7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7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7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7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7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7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0" name="Google Shape;960;p17"/>
          <p:cNvGrpSpPr/>
          <p:nvPr/>
        </p:nvGrpSpPr>
        <p:grpSpPr>
          <a:xfrm flipH="1">
            <a:off x="1127336" y="4153094"/>
            <a:ext cx="1038857" cy="1039820"/>
            <a:chOff x="7203842" y="4586307"/>
            <a:chExt cx="1038857" cy="1039820"/>
          </a:xfrm>
        </p:grpSpPr>
        <p:sp>
          <p:nvSpPr>
            <p:cNvPr id="961" name="Google Shape;961;p17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7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7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7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7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7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7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7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7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7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7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7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7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7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7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7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8"/>
          <p:cNvSpPr txBox="1">
            <a:spLocks noGrp="1"/>
          </p:cNvSpPr>
          <p:nvPr>
            <p:ph type="subTitle" idx="1"/>
          </p:nvPr>
        </p:nvSpPr>
        <p:spPr>
          <a:xfrm>
            <a:off x="1143575" y="2273900"/>
            <a:ext cx="31116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8"/>
          <p:cNvSpPr txBox="1">
            <a:spLocks noGrp="1"/>
          </p:cNvSpPr>
          <p:nvPr>
            <p:ph type="title"/>
          </p:nvPr>
        </p:nvSpPr>
        <p:spPr>
          <a:xfrm>
            <a:off x="1143575" y="1846750"/>
            <a:ext cx="31116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80" name="Google Shape;980;p18"/>
          <p:cNvGrpSpPr/>
          <p:nvPr/>
        </p:nvGrpSpPr>
        <p:grpSpPr>
          <a:xfrm>
            <a:off x="3899767" y="1358712"/>
            <a:ext cx="5893047" cy="4073184"/>
            <a:chOff x="3747367" y="1410331"/>
            <a:chExt cx="5893047" cy="4073184"/>
          </a:xfrm>
        </p:grpSpPr>
        <p:sp>
          <p:nvSpPr>
            <p:cNvPr id="981" name="Google Shape;981;p18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8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8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8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8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8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8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8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8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8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8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8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8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8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8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8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8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8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8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8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8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8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8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8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8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8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1018" name="Google Shape;1018;p18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8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8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8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8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8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8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8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8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8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8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8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8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8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8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8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8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8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8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8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4" name="Google Shape;1044;p18"/>
          <p:cNvGrpSpPr/>
          <p:nvPr/>
        </p:nvGrpSpPr>
        <p:grpSpPr>
          <a:xfrm>
            <a:off x="6710266" y="2091560"/>
            <a:ext cx="509082" cy="506938"/>
            <a:chOff x="6557866" y="2143179"/>
            <a:chExt cx="509082" cy="506938"/>
          </a:xfrm>
        </p:grpSpPr>
        <p:sp>
          <p:nvSpPr>
            <p:cNvPr id="1045" name="Google Shape;1045;p18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8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8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8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8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8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8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8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8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8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8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8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8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8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18"/>
          <p:cNvGrpSpPr/>
          <p:nvPr/>
        </p:nvGrpSpPr>
        <p:grpSpPr>
          <a:xfrm>
            <a:off x="8267587" y="2525266"/>
            <a:ext cx="1044511" cy="1040037"/>
            <a:chOff x="8115187" y="2576885"/>
            <a:chExt cx="1044511" cy="1040037"/>
          </a:xfrm>
        </p:grpSpPr>
        <p:sp>
          <p:nvSpPr>
            <p:cNvPr id="1062" name="Google Shape;1062;p18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8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8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8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8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8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8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8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8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8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8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8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8" name="Google Shape;1078;p18"/>
          <p:cNvGrpSpPr/>
          <p:nvPr/>
        </p:nvGrpSpPr>
        <p:grpSpPr>
          <a:xfrm>
            <a:off x="6034089" y="3248420"/>
            <a:ext cx="1038857" cy="1038888"/>
            <a:chOff x="5881689" y="3300040"/>
            <a:chExt cx="1038857" cy="1038888"/>
          </a:xfrm>
        </p:grpSpPr>
        <p:sp>
          <p:nvSpPr>
            <p:cNvPr id="1079" name="Google Shape;1079;p18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0" name="Google Shape;1080;p18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081" name="Google Shape;1081;p18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18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18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18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18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18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18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18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18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18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18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18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18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18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18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6" name="Google Shape;1096;p18"/>
          <p:cNvGrpSpPr/>
          <p:nvPr/>
        </p:nvGrpSpPr>
        <p:grpSpPr>
          <a:xfrm>
            <a:off x="6975242" y="4153687"/>
            <a:ext cx="1038857" cy="1039820"/>
            <a:chOff x="7203842" y="4586307"/>
            <a:chExt cx="1038857" cy="1039820"/>
          </a:xfrm>
        </p:grpSpPr>
        <p:sp>
          <p:nvSpPr>
            <p:cNvPr id="1097" name="Google Shape;1097;p18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8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8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8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8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8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8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8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8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8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4">
  <p:cSld name="TITLE_AND_BODY_1_3"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20"/>
          <p:cNvSpPr txBox="1">
            <a:spLocks noGrp="1"/>
          </p:cNvSpPr>
          <p:nvPr>
            <p:ph type="subTitle" idx="1"/>
          </p:nvPr>
        </p:nvSpPr>
        <p:spPr>
          <a:xfrm>
            <a:off x="5484505" y="2477925"/>
            <a:ext cx="28497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4" name="Google Shape;1234;p20"/>
          <p:cNvSpPr txBox="1">
            <a:spLocks noGrp="1"/>
          </p:cNvSpPr>
          <p:nvPr>
            <p:ph type="title"/>
          </p:nvPr>
        </p:nvSpPr>
        <p:spPr>
          <a:xfrm>
            <a:off x="5484505" y="2050775"/>
            <a:ext cx="28497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235" name="Google Shape;1235;p20"/>
          <p:cNvGrpSpPr/>
          <p:nvPr/>
        </p:nvGrpSpPr>
        <p:grpSpPr>
          <a:xfrm rot="10800000">
            <a:off x="-1638931" y="-973602"/>
            <a:ext cx="5893047" cy="4073184"/>
            <a:chOff x="3747367" y="1410331"/>
            <a:chExt cx="5893047" cy="4073184"/>
          </a:xfrm>
        </p:grpSpPr>
        <p:sp>
          <p:nvSpPr>
            <p:cNvPr id="1236" name="Google Shape;1236;p20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0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20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20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0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0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0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20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20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20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20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20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20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20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20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0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0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20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20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0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0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20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0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20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0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0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0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0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0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0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0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20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0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1273" name="Google Shape;1273;p20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0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0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20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0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0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0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0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20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0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0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0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0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0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0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0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0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0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20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20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0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0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0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0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0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0"/>
          <p:cNvGrpSpPr/>
          <p:nvPr/>
        </p:nvGrpSpPr>
        <p:grpSpPr>
          <a:xfrm rot="10800000">
            <a:off x="1080936" y="170986"/>
            <a:ext cx="1038857" cy="1038888"/>
            <a:chOff x="5881689" y="3300040"/>
            <a:chExt cx="1038857" cy="1038888"/>
          </a:xfrm>
        </p:grpSpPr>
        <p:sp>
          <p:nvSpPr>
            <p:cNvPr id="1299" name="Google Shape;1299;p20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00" name="Google Shape;1300;p20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301" name="Google Shape;1301;p20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0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0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0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0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0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0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0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0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0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0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0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0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0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0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16" name="Google Shape;1316;p20"/>
          <p:cNvGrpSpPr/>
          <p:nvPr/>
        </p:nvGrpSpPr>
        <p:grpSpPr>
          <a:xfrm rot="10800000">
            <a:off x="139784" y="-735213"/>
            <a:ext cx="1038857" cy="1039820"/>
            <a:chOff x="7203842" y="4586307"/>
            <a:chExt cx="1038857" cy="1039820"/>
          </a:xfrm>
        </p:grpSpPr>
        <p:sp>
          <p:nvSpPr>
            <p:cNvPr id="1317" name="Google Shape;1317;p20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20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0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0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0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0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0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0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0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0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20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20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20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20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20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20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 3">
  <p:cSld name="TITLE_AND_BODY_1_2"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1"/>
          <p:cNvSpPr txBox="1">
            <a:spLocks noGrp="1"/>
          </p:cNvSpPr>
          <p:nvPr>
            <p:ph type="subTitle" idx="1"/>
          </p:nvPr>
        </p:nvSpPr>
        <p:spPr>
          <a:xfrm>
            <a:off x="1143575" y="2935125"/>
            <a:ext cx="28497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5" name="Google Shape;1335;p21"/>
          <p:cNvSpPr txBox="1">
            <a:spLocks noGrp="1"/>
          </p:cNvSpPr>
          <p:nvPr>
            <p:ph type="title"/>
          </p:nvPr>
        </p:nvSpPr>
        <p:spPr>
          <a:xfrm>
            <a:off x="1143575" y="1381600"/>
            <a:ext cx="2849700" cy="16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336" name="Google Shape;1336;p21"/>
          <p:cNvGrpSpPr/>
          <p:nvPr/>
        </p:nvGrpSpPr>
        <p:grpSpPr>
          <a:xfrm>
            <a:off x="7965842" y="4839487"/>
            <a:ext cx="1038857" cy="1039820"/>
            <a:chOff x="7203842" y="4586307"/>
            <a:chExt cx="1038857" cy="1039820"/>
          </a:xfrm>
        </p:grpSpPr>
        <p:sp>
          <p:nvSpPr>
            <p:cNvPr id="1337" name="Google Shape;1337;p21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21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21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1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1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1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21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1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1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1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1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1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21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1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1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1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3" name="Google Shape;1353;p21"/>
          <p:cNvGrpSpPr/>
          <p:nvPr/>
        </p:nvGrpSpPr>
        <p:grpSpPr>
          <a:xfrm>
            <a:off x="4890367" y="2044512"/>
            <a:ext cx="5893047" cy="4073184"/>
            <a:chOff x="3747367" y="1410331"/>
            <a:chExt cx="5893047" cy="4073184"/>
          </a:xfrm>
        </p:grpSpPr>
        <p:sp>
          <p:nvSpPr>
            <p:cNvPr id="1354" name="Google Shape;1354;p21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1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21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1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1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21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21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21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21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21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1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1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1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1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1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21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21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1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1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1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21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1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1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1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1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21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21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21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21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21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21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21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1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1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1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1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1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1391" name="Google Shape;1391;p21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1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1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1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1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1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1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1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1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1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1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1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1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1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21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21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1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1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1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1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1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1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1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1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1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1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21"/>
          <p:cNvGrpSpPr/>
          <p:nvPr/>
        </p:nvGrpSpPr>
        <p:grpSpPr>
          <a:xfrm>
            <a:off x="7700866" y="2777360"/>
            <a:ext cx="509082" cy="506938"/>
            <a:chOff x="6557866" y="2143179"/>
            <a:chExt cx="509082" cy="506938"/>
          </a:xfrm>
        </p:grpSpPr>
        <p:sp>
          <p:nvSpPr>
            <p:cNvPr id="1418" name="Google Shape;1418;p21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1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1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1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1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1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1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1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21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21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21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21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1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1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1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1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4" name="Google Shape;1434;p21"/>
          <p:cNvGrpSpPr/>
          <p:nvPr/>
        </p:nvGrpSpPr>
        <p:grpSpPr>
          <a:xfrm>
            <a:off x="7024689" y="3934220"/>
            <a:ext cx="1038857" cy="1038888"/>
            <a:chOff x="5881689" y="3300040"/>
            <a:chExt cx="1038857" cy="1038888"/>
          </a:xfrm>
        </p:grpSpPr>
        <p:sp>
          <p:nvSpPr>
            <p:cNvPr id="1435" name="Google Shape;1435;p21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6" name="Google Shape;1436;p21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437" name="Google Shape;1437;p21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21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21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1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1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1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1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1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1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1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1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1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1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1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1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52" name="Google Shape;1452;p21"/>
          <p:cNvGrpSpPr/>
          <p:nvPr/>
        </p:nvGrpSpPr>
        <p:grpSpPr>
          <a:xfrm rot="10800000" flipH="1">
            <a:off x="7605112" y="-135712"/>
            <a:ext cx="1038857" cy="1038888"/>
            <a:chOff x="5881689" y="3300040"/>
            <a:chExt cx="1038857" cy="1038888"/>
          </a:xfrm>
        </p:grpSpPr>
        <p:sp>
          <p:nvSpPr>
            <p:cNvPr id="1453" name="Google Shape;1453;p21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54" name="Google Shape;1454;p21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455" name="Google Shape;1455;p21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1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1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1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1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1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1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1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1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1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1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1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1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21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21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0" name="Google Shape;1470;p21"/>
          <p:cNvGrpSpPr/>
          <p:nvPr/>
        </p:nvGrpSpPr>
        <p:grpSpPr>
          <a:xfrm>
            <a:off x="6360386" y="-478120"/>
            <a:ext cx="3262940" cy="2478716"/>
            <a:chOff x="6364688" y="-473685"/>
            <a:chExt cx="3262940" cy="2478716"/>
          </a:xfrm>
        </p:grpSpPr>
        <p:sp>
          <p:nvSpPr>
            <p:cNvPr id="1471" name="Google Shape;1471;p21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1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1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1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1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1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1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1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1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21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21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1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1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TITLE_AND_BODY_1_1"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22"/>
          <p:cNvSpPr txBox="1">
            <a:spLocks noGrp="1"/>
          </p:cNvSpPr>
          <p:nvPr>
            <p:ph type="subTitle" idx="1"/>
          </p:nvPr>
        </p:nvSpPr>
        <p:spPr>
          <a:xfrm>
            <a:off x="4312750" y="1141200"/>
            <a:ext cx="4108800" cy="28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6" name="Google Shape;1486;p22"/>
          <p:cNvSpPr txBox="1">
            <a:spLocks noGrp="1"/>
          </p:cNvSpPr>
          <p:nvPr>
            <p:ph type="title"/>
          </p:nvPr>
        </p:nvSpPr>
        <p:spPr>
          <a:xfrm>
            <a:off x="1143575" y="2306550"/>
            <a:ext cx="28497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487" name="Google Shape;1487;p22"/>
          <p:cNvGrpSpPr/>
          <p:nvPr/>
        </p:nvGrpSpPr>
        <p:grpSpPr>
          <a:xfrm rot="10800000" flipH="1">
            <a:off x="7609414" y="-131277"/>
            <a:ext cx="1038857" cy="1038888"/>
            <a:chOff x="5881689" y="3300040"/>
            <a:chExt cx="1038857" cy="1038888"/>
          </a:xfrm>
        </p:grpSpPr>
        <p:sp>
          <p:nvSpPr>
            <p:cNvPr id="1488" name="Google Shape;1488;p22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9" name="Google Shape;1489;p22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490" name="Google Shape;1490;p22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2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2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22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22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22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22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22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22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22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22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22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22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22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22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5" name="Google Shape;1505;p22"/>
          <p:cNvGrpSpPr/>
          <p:nvPr/>
        </p:nvGrpSpPr>
        <p:grpSpPr>
          <a:xfrm>
            <a:off x="6364688" y="-473685"/>
            <a:ext cx="3262940" cy="2478716"/>
            <a:chOff x="6364688" y="-473685"/>
            <a:chExt cx="3262940" cy="2478716"/>
          </a:xfrm>
        </p:grpSpPr>
        <p:sp>
          <p:nvSpPr>
            <p:cNvPr id="1506" name="Google Shape;1506;p22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22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22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22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22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22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22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22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22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22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22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22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22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AND_TWO_COLUMNS_1"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2" name="Google Shape;1592;p24"/>
          <p:cNvGrpSpPr/>
          <p:nvPr/>
        </p:nvGrpSpPr>
        <p:grpSpPr>
          <a:xfrm rot="10800000" flipH="1">
            <a:off x="7609414" y="-131277"/>
            <a:ext cx="1038857" cy="1038888"/>
            <a:chOff x="5881689" y="3300040"/>
            <a:chExt cx="1038857" cy="1038888"/>
          </a:xfrm>
        </p:grpSpPr>
        <p:sp>
          <p:nvSpPr>
            <p:cNvPr id="1593" name="Google Shape;1593;p24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4" name="Google Shape;1594;p24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595" name="Google Shape;1595;p24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24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24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24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24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24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24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24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24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24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24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24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24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24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24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0" name="Google Shape;1610;p24"/>
          <p:cNvGrpSpPr/>
          <p:nvPr/>
        </p:nvGrpSpPr>
        <p:grpSpPr>
          <a:xfrm>
            <a:off x="6364688" y="-473685"/>
            <a:ext cx="3262940" cy="2478716"/>
            <a:chOff x="6364688" y="-473685"/>
            <a:chExt cx="3262940" cy="2478716"/>
          </a:xfrm>
        </p:grpSpPr>
        <p:sp>
          <p:nvSpPr>
            <p:cNvPr id="1611" name="Google Shape;1611;p24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4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4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4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4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4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4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4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4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4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4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4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4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4"/>
          <p:cNvGrpSpPr/>
          <p:nvPr/>
        </p:nvGrpSpPr>
        <p:grpSpPr>
          <a:xfrm flipH="1">
            <a:off x="500031" y="4240325"/>
            <a:ext cx="1038857" cy="1038888"/>
            <a:chOff x="5881689" y="3300040"/>
            <a:chExt cx="1038857" cy="1038888"/>
          </a:xfrm>
        </p:grpSpPr>
        <p:sp>
          <p:nvSpPr>
            <p:cNvPr id="1625" name="Google Shape;1625;p24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6" name="Google Shape;1626;p24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627" name="Google Shape;1627;p24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24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24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24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24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24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24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24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24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24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24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24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24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24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24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42" name="Google Shape;1642;p24"/>
          <p:cNvGrpSpPr/>
          <p:nvPr/>
        </p:nvGrpSpPr>
        <p:grpSpPr>
          <a:xfrm rot="10800000">
            <a:off x="-479326" y="3142904"/>
            <a:ext cx="3262940" cy="2478716"/>
            <a:chOff x="6364688" y="-473685"/>
            <a:chExt cx="3262940" cy="2478716"/>
          </a:xfrm>
        </p:grpSpPr>
        <p:sp>
          <p:nvSpPr>
            <p:cNvPr id="1643" name="Google Shape;1643;p24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4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4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4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4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4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4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4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4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4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4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4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4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25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658" name="Google Shape;1658;p25"/>
          <p:cNvGrpSpPr/>
          <p:nvPr/>
        </p:nvGrpSpPr>
        <p:grpSpPr>
          <a:xfrm rot="10800000" flipH="1">
            <a:off x="7609414" y="-131277"/>
            <a:ext cx="1038857" cy="1038888"/>
            <a:chOff x="5881689" y="3300040"/>
            <a:chExt cx="1038857" cy="1038888"/>
          </a:xfrm>
        </p:grpSpPr>
        <p:sp>
          <p:nvSpPr>
            <p:cNvPr id="1659" name="Google Shape;1659;p25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0" name="Google Shape;1660;p25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661" name="Google Shape;1661;p25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25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25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25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25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25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25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25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25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25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25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25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25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25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25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76" name="Google Shape;1676;p25"/>
          <p:cNvGrpSpPr/>
          <p:nvPr/>
        </p:nvGrpSpPr>
        <p:grpSpPr>
          <a:xfrm>
            <a:off x="6364688" y="-473685"/>
            <a:ext cx="3262940" cy="2478716"/>
            <a:chOff x="6364688" y="-473685"/>
            <a:chExt cx="3262940" cy="2478716"/>
          </a:xfrm>
        </p:grpSpPr>
        <p:sp>
          <p:nvSpPr>
            <p:cNvPr id="1677" name="Google Shape;1677;p25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5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5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5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5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5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5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5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5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5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5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5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5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1"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6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29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796" name="Google Shape;1796;p29"/>
          <p:cNvGrpSpPr/>
          <p:nvPr/>
        </p:nvGrpSpPr>
        <p:grpSpPr>
          <a:xfrm rot="10800000" flipH="1">
            <a:off x="7609414" y="-131277"/>
            <a:ext cx="1038857" cy="1038888"/>
            <a:chOff x="5881689" y="3300040"/>
            <a:chExt cx="1038857" cy="1038888"/>
          </a:xfrm>
        </p:grpSpPr>
        <p:sp>
          <p:nvSpPr>
            <p:cNvPr id="1797" name="Google Shape;1797;p29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8" name="Google Shape;1798;p29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799" name="Google Shape;1799;p29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Google Shape;1800;p29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Google Shape;1801;p29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Google Shape;1802;p29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Google Shape;1803;p29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Google Shape;1804;p29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Google Shape;1805;p29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Google Shape;1806;p29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Google Shape;1807;p29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29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Google Shape;1809;p29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Google Shape;1810;p29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Google Shape;1811;p29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Google Shape;1812;p29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29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14" name="Google Shape;1814;p29"/>
          <p:cNvGrpSpPr/>
          <p:nvPr/>
        </p:nvGrpSpPr>
        <p:grpSpPr>
          <a:xfrm>
            <a:off x="6364688" y="-473685"/>
            <a:ext cx="3262940" cy="2478716"/>
            <a:chOff x="6364688" y="-473685"/>
            <a:chExt cx="3262940" cy="2478716"/>
          </a:xfrm>
        </p:grpSpPr>
        <p:sp>
          <p:nvSpPr>
            <p:cNvPr id="1815" name="Google Shape;1815;p29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9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9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9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9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9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9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9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9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9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9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9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9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8" name="Google Shape;1828;p29"/>
          <p:cNvSpPr txBox="1">
            <a:spLocks noGrp="1"/>
          </p:cNvSpPr>
          <p:nvPr>
            <p:ph type="subTitle" idx="1"/>
          </p:nvPr>
        </p:nvSpPr>
        <p:spPr>
          <a:xfrm>
            <a:off x="1143575" y="2273900"/>
            <a:ext cx="3111600" cy="10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9" name="Google Shape;1829;p29"/>
          <p:cNvSpPr txBox="1">
            <a:spLocks noGrp="1"/>
          </p:cNvSpPr>
          <p:nvPr>
            <p:ph type="title" idx="2"/>
          </p:nvPr>
        </p:nvSpPr>
        <p:spPr>
          <a:xfrm>
            <a:off x="1143575" y="1846750"/>
            <a:ext cx="3111600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list">
  <p:cSld name="SECTION_TITLE_AND_DESCRIPTION_1"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30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32" name="Google Shape;1832;p30"/>
          <p:cNvSpPr txBox="1">
            <a:spLocks noGrp="1"/>
          </p:cNvSpPr>
          <p:nvPr>
            <p:ph type="subTitle" idx="1"/>
          </p:nvPr>
        </p:nvSpPr>
        <p:spPr>
          <a:xfrm>
            <a:off x="1143575" y="1764825"/>
            <a:ext cx="4738500" cy="20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●"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833" name="Google Shape;1833;p30"/>
          <p:cNvGrpSpPr/>
          <p:nvPr/>
        </p:nvGrpSpPr>
        <p:grpSpPr>
          <a:xfrm>
            <a:off x="3899767" y="1358712"/>
            <a:ext cx="5893047" cy="4073184"/>
            <a:chOff x="3747367" y="1410331"/>
            <a:chExt cx="5893047" cy="4073184"/>
          </a:xfrm>
        </p:grpSpPr>
        <p:sp>
          <p:nvSpPr>
            <p:cNvPr id="1834" name="Google Shape;1834;p30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0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0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0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0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0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0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0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0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0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0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0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0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0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0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0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0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0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0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0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0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0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0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0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0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0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0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0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0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0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0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0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0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0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0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0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0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1871" name="Google Shape;1871;p30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0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0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0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0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0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0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0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0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0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0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0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0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30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30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30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30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30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30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30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30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30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30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30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30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30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7" name="Google Shape;1897;p30"/>
          <p:cNvGrpSpPr/>
          <p:nvPr/>
        </p:nvGrpSpPr>
        <p:grpSpPr>
          <a:xfrm>
            <a:off x="6710266" y="2091560"/>
            <a:ext cx="509082" cy="506938"/>
            <a:chOff x="6557866" y="2143179"/>
            <a:chExt cx="509082" cy="506938"/>
          </a:xfrm>
        </p:grpSpPr>
        <p:sp>
          <p:nvSpPr>
            <p:cNvPr id="1898" name="Google Shape;1898;p30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0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0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0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0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0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0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0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0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0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0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0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0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0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0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0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4" name="Google Shape;1914;p30"/>
          <p:cNvGrpSpPr/>
          <p:nvPr/>
        </p:nvGrpSpPr>
        <p:grpSpPr>
          <a:xfrm>
            <a:off x="8267587" y="2525266"/>
            <a:ext cx="1044511" cy="1040037"/>
            <a:chOff x="8115187" y="2576885"/>
            <a:chExt cx="1044511" cy="1040037"/>
          </a:xfrm>
        </p:grpSpPr>
        <p:sp>
          <p:nvSpPr>
            <p:cNvPr id="1915" name="Google Shape;1915;p30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0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0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0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0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0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0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0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0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0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0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0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0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0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0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0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1" name="Google Shape;1931;p30"/>
          <p:cNvGrpSpPr/>
          <p:nvPr/>
        </p:nvGrpSpPr>
        <p:grpSpPr>
          <a:xfrm>
            <a:off x="6034089" y="3248420"/>
            <a:ext cx="1038857" cy="1038888"/>
            <a:chOff x="5881689" y="3300040"/>
            <a:chExt cx="1038857" cy="1038888"/>
          </a:xfrm>
        </p:grpSpPr>
        <p:sp>
          <p:nvSpPr>
            <p:cNvPr id="1932" name="Google Shape;1932;p30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33" name="Google Shape;1933;p30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1934" name="Google Shape;1934;p30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30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30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30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30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30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30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30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30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30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30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30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30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30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30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49" name="Google Shape;1949;p30"/>
          <p:cNvGrpSpPr/>
          <p:nvPr/>
        </p:nvGrpSpPr>
        <p:grpSpPr>
          <a:xfrm>
            <a:off x="6975242" y="4153687"/>
            <a:ext cx="1038857" cy="1039820"/>
            <a:chOff x="7203842" y="4586307"/>
            <a:chExt cx="1038857" cy="1039820"/>
          </a:xfrm>
        </p:grpSpPr>
        <p:sp>
          <p:nvSpPr>
            <p:cNvPr id="1950" name="Google Shape;1950;p30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0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0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0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0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0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0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0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0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0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0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0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0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0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0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31"/>
          <p:cNvSpPr txBox="1">
            <a:spLocks noGrp="1"/>
          </p:cNvSpPr>
          <p:nvPr>
            <p:ph type="title"/>
          </p:nvPr>
        </p:nvSpPr>
        <p:spPr>
          <a:xfrm>
            <a:off x="1143575" y="2020950"/>
            <a:ext cx="2240400" cy="110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968" name="Google Shape;1968;p31"/>
          <p:cNvGrpSpPr/>
          <p:nvPr/>
        </p:nvGrpSpPr>
        <p:grpSpPr>
          <a:xfrm flipH="1">
            <a:off x="-1638931" y="2044512"/>
            <a:ext cx="5893047" cy="4073184"/>
            <a:chOff x="3747367" y="1410331"/>
            <a:chExt cx="5893047" cy="4073184"/>
          </a:xfrm>
        </p:grpSpPr>
        <p:sp>
          <p:nvSpPr>
            <p:cNvPr id="1969" name="Google Shape;1969;p31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1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1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1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1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1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1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1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1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1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1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1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1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1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1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1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1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1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1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1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1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1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1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1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1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1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1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1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1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1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1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1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1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1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1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1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1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006" name="Google Shape;2006;p31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1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1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1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1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1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1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1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1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1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1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1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1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1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1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1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1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1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1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1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1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1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1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1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1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1" name="Google Shape;2031;p31"/>
          <p:cNvGrpSpPr/>
          <p:nvPr/>
        </p:nvGrpSpPr>
        <p:grpSpPr>
          <a:xfrm flipH="1">
            <a:off x="1080936" y="3934220"/>
            <a:ext cx="1038857" cy="1038888"/>
            <a:chOff x="5881689" y="3300040"/>
            <a:chExt cx="1038857" cy="1038888"/>
          </a:xfrm>
        </p:grpSpPr>
        <p:sp>
          <p:nvSpPr>
            <p:cNvPr id="2032" name="Google Shape;2032;p31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3" name="Google Shape;2033;p31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034" name="Google Shape;2034;p31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31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31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31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31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31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31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31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31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31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31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31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31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31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31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49" name="Google Shape;2049;p31"/>
          <p:cNvGrpSpPr/>
          <p:nvPr/>
        </p:nvGrpSpPr>
        <p:grpSpPr>
          <a:xfrm flipH="1">
            <a:off x="139784" y="4839487"/>
            <a:ext cx="1038857" cy="1039820"/>
            <a:chOff x="7203842" y="4586307"/>
            <a:chExt cx="1038857" cy="1039820"/>
          </a:xfrm>
        </p:grpSpPr>
        <p:sp>
          <p:nvSpPr>
            <p:cNvPr id="2050" name="Google Shape;2050;p31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1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1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1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1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1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1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1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1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1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1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1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1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1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1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1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31"/>
          <p:cNvGrpSpPr/>
          <p:nvPr/>
        </p:nvGrpSpPr>
        <p:grpSpPr>
          <a:xfrm rot="10800000" flipH="1">
            <a:off x="4880741" y="-973602"/>
            <a:ext cx="5893047" cy="4073184"/>
            <a:chOff x="3747367" y="1410331"/>
            <a:chExt cx="5893047" cy="4073184"/>
          </a:xfrm>
        </p:grpSpPr>
        <p:sp>
          <p:nvSpPr>
            <p:cNvPr id="2067" name="Google Shape;2067;p31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1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1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1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1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1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1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1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1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1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1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1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1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1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1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1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1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1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1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1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1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1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1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1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1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1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1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1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1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1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1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1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1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1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1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1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1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104" name="Google Shape;2104;p31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1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1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1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1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1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1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1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1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1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1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1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1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31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31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1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1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1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1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1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1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1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1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1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1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9" name="Google Shape;2129;p31"/>
          <p:cNvGrpSpPr/>
          <p:nvPr/>
        </p:nvGrpSpPr>
        <p:grpSpPr>
          <a:xfrm rot="10800000" flipH="1">
            <a:off x="7015063" y="170986"/>
            <a:ext cx="1038857" cy="1038888"/>
            <a:chOff x="5881689" y="3300040"/>
            <a:chExt cx="1038857" cy="1038888"/>
          </a:xfrm>
        </p:grpSpPr>
        <p:sp>
          <p:nvSpPr>
            <p:cNvPr id="2130" name="Google Shape;2130;p31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1" name="Google Shape;2131;p31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132" name="Google Shape;2132;p31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1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31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31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31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31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31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31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31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31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31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31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31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31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31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47" name="Google Shape;2147;p31"/>
          <p:cNvGrpSpPr/>
          <p:nvPr/>
        </p:nvGrpSpPr>
        <p:grpSpPr>
          <a:xfrm rot="10800000" flipH="1">
            <a:off x="7956216" y="-735213"/>
            <a:ext cx="1038857" cy="1039820"/>
            <a:chOff x="7203842" y="4586307"/>
            <a:chExt cx="1038857" cy="1039820"/>
          </a:xfrm>
        </p:grpSpPr>
        <p:sp>
          <p:nvSpPr>
            <p:cNvPr id="2148" name="Google Shape;2148;p31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1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1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1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1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1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1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1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1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1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1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1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31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31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1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1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APTION_ONLY_1">
    <p:spTree>
      <p:nvGrpSpPr>
        <p:cNvPr id="1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5" name="Google Shape;2165;p32"/>
          <p:cNvGrpSpPr/>
          <p:nvPr/>
        </p:nvGrpSpPr>
        <p:grpSpPr>
          <a:xfrm flipH="1">
            <a:off x="-1638931" y="2044512"/>
            <a:ext cx="5893047" cy="4073184"/>
            <a:chOff x="3747367" y="1410331"/>
            <a:chExt cx="5893047" cy="4073184"/>
          </a:xfrm>
        </p:grpSpPr>
        <p:sp>
          <p:nvSpPr>
            <p:cNvPr id="2166" name="Google Shape;2166;p32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2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2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2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2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2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2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2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2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2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2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2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2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2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2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32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32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32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2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2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2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2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2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2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2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2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2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2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2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2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32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32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32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32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32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32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32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203" name="Google Shape;2203;p32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32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32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32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32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32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32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32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32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32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32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32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32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32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32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32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32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32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32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32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32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32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32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32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32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8" name="Google Shape;2228;p32"/>
          <p:cNvGrpSpPr/>
          <p:nvPr/>
        </p:nvGrpSpPr>
        <p:grpSpPr>
          <a:xfrm flipH="1">
            <a:off x="1080936" y="3934220"/>
            <a:ext cx="1038857" cy="1038888"/>
            <a:chOff x="5881689" y="3300040"/>
            <a:chExt cx="1038857" cy="1038888"/>
          </a:xfrm>
        </p:grpSpPr>
        <p:sp>
          <p:nvSpPr>
            <p:cNvPr id="2229" name="Google Shape;2229;p32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0" name="Google Shape;2230;p32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231" name="Google Shape;2231;p32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32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32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32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32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32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32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32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32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32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32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32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32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32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32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46" name="Google Shape;2246;p32"/>
          <p:cNvGrpSpPr/>
          <p:nvPr/>
        </p:nvGrpSpPr>
        <p:grpSpPr>
          <a:xfrm flipH="1">
            <a:off x="139784" y="4839487"/>
            <a:ext cx="1038857" cy="1039820"/>
            <a:chOff x="7203842" y="4586307"/>
            <a:chExt cx="1038857" cy="1039820"/>
          </a:xfrm>
        </p:grpSpPr>
        <p:sp>
          <p:nvSpPr>
            <p:cNvPr id="2247" name="Google Shape;2247;p32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32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32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32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32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32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32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32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32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32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32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32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32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32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32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32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3" name="Google Shape;2263;p32"/>
          <p:cNvGrpSpPr/>
          <p:nvPr/>
        </p:nvGrpSpPr>
        <p:grpSpPr>
          <a:xfrm rot="10800000" flipH="1">
            <a:off x="4880741" y="-973602"/>
            <a:ext cx="5893047" cy="4073184"/>
            <a:chOff x="3747367" y="1410331"/>
            <a:chExt cx="5893047" cy="4073184"/>
          </a:xfrm>
        </p:grpSpPr>
        <p:sp>
          <p:nvSpPr>
            <p:cNvPr id="2264" name="Google Shape;2264;p32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32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32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32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32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32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32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32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32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32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32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32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32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32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32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32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32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32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32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32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32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32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32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32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32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32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32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32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32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32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32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32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32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32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32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32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32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301" name="Google Shape;2301;p32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32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32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32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32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32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32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32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32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32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32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32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32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32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32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32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32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2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32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2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2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2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2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2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32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6" name="Google Shape;2326;p32"/>
          <p:cNvGrpSpPr/>
          <p:nvPr/>
        </p:nvGrpSpPr>
        <p:grpSpPr>
          <a:xfrm rot="10800000" flipH="1">
            <a:off x="7015063" y="170986"/>
            <a:ext cx="1038857" cy="1038888"/>
            <a:chOff x="5881689" y="3300040"/>
            <a:chExt cx="1038857" cy="1038888"/>
          </a:xfrm>
        </p:grpSpPr>
        <p:sp>
          <p:nvSpPr>
            <p:cNvPr id="2327" name="Google Shape;2327;p32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8" name="Google Shape;2328;p32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329" name="Google Shape;2329;p32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32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32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32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32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32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32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32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32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32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32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32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32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32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32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4" name="Google Shape;2344;p32"/>
          <p:cNvGrpSpPr/>
          <p:nvPr/>
        </p:nvGrpSpPr>
        <p:grpSpPr>
          <a:xfrm rot="10800000" flipH="1">
            <a:off x="7956216" y="-735213"/>
            <a:ext cx="1038857" cy="1039820"/>
            <a:chOff x="7203842" y="4586307"/>
            <a:chExt cx="1038857" cy="1039820"/>
          </a:xfrm>
        </p:grpSpPr>
        <p:sp>
          <p:nvSpPr>
            <p:cNvPr id="2345" name="Google Shape;2345;p32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32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32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32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2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2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2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2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2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2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2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2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2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2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2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2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33"/>
          <p:cNvSpPr txBox="1">
            <a:spLocks noGrp="1"/>
          </p:cNvSpPr>
          <p:nvPr>
            <p:ph type="title" hasCustomPrompt="1"/>
          </p:nvPr>
        </p:nvSpPr>
        <p:spPr>
          <a:xfrm>
            <a:off x="1909800" y="2033878"/>
            <a:ext cx="5324400" cy="94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2363" name="Google Shape;2363;p33"/>
          <p:cNvGrpSpPr/>
          <p:nvPr/>
        </p:nvGrpSpPr>
        <p:grpSpPr>
          <a:xfrm flipH="1">
            <a:off x="-1635883" y="2044512"/>
            <a:ext cx="5893047" cy="4073184"/>
            <a:chOff x="3747367" y="1410331"/>
            <a:chExt cx="5893047" cy="4073184"/>
          </a:xfrm>
        </p:grpSpPr>
        <p:sp>
          <p:nvSpPr>
            <p:cNvPr id="2364" name="Google Shape;2364;p33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3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3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3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3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3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3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3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33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33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3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3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3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3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3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3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3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3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3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3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3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3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3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3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3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3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3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33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33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3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3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3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3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3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3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3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3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401" name="Google Shape;2401;p33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3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33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33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3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3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3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3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3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3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3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3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3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3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3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3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3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3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3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3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3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3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3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3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3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3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7" name="Google Shape;2427;p33"/>
          <p:cNvGrpSpPr/>
          <p:nvPr/>
        </p:nvGrpSpPr>
        <p:grpSpPr>
          <a:xfrm flipH="1">
            <a:off x="937583" y="2777360"/>
            <a:ext cx="509082" cy="506938"/>
            <a:chOff x="6557866" y="2143179"/>
            <a:chExt cx="509082" cy="506938"/>
          </a:xfrm>
        </p:grpSpPr>
        <p:sp>
          <p:nvSpPr>
            <p:cNvPr id="2428" name="Google Shape;2428;p33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33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33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33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33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33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33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33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33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33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33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33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33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33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33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33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4" name="Google Shape;2444;p33"/>
          <p:cNvGrpSpPr/>
          <p:nvPr/>
        </p:nvGrpSpPr>
        <p:grpSpPr>
          <a:xfrm flipH="1">
            <a:off x="1083984" y="3934220"/>
            <a:ext cx="1038857" cy="1038888"/>
            <a:chOff x="5881689" y="3300040"/>
            <a:chExt cx="1038857" cy="1038888"/>
          </a:xfrm>
        </p:grpSpPr>
        <p:sp>
          <p:nvSpPr>
            <p:cNvPr id="2445" name="Google Shape;2445;p33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6" name="Google Shape;2446;p33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447" name="Google Shape;2447;p33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Google Shape;2448;p33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Google Shape;2449;p33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33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33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Google Shape;2452;p33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33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33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33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33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33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33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33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33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33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62" name="Google Shape;2462;p33"/>
          <p:cNvGrpSpPr/>
          <p:nvPr/>
        </p:nvGrpSpPr>
        <p:grpSpPr>
          <a:xfrm rot="10800000" flipH="1">
            <a:off x="4890367" y="-972400"/>
            <a:ext cx="5893047" cy="4073184"/>
            <a:chOff x="3747367" y="1410331"/>
            <a:chExt cx="5893047" cy="4073184"/>
          </a:xfrm>
        </p:grpSpPr>
        <p:sp>
          <p:nvSpPr>
            <p:cNvPr id="2463" name="Google Shape;2463;p33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33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33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33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33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33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33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33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33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33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33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33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33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33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33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33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33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33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33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33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33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33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33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33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33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33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33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33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33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33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33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33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33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33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33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33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33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500" name="Google Shape;2500;p33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33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33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33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33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33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33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33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33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33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33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33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33"/>
            <p:cNvSpPr/>
            <p:nvPr/>
          </p:nvSpPr>
          <p:spPr>
            <a:xfrm>
              <a:off x="6812857" y="225176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33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33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33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33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33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33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33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33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33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33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33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33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33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6" name="Google Shape;2526;p33"/>
          <p:cNvGrpSpPr/>
          <p:nvPr/>
        </p:nvGrpSpPr>
        <p:grpSpPr>
          <a:xfrm rot="10800000" flipH="1">
            <a:off x="7700866" y="1860997"/>
            <a:ext cx="509082" cy="506938"/>
            <a:chOff x="6557866" y="2143179"/>
            <a:chExt cx="509082" cy="506938"/>
          </a:xfrm>
        </p:grpSpPr>
        <p:sp>
          <p:nvSpPr>
            <p:cNvPr id="2527" name="Google Shape;2527;p33"/>
            <p:cNvSpPr/>
            <p:nvPr/>
          </p:nvSpPr>
          <p:spPr>
            <a:xfrm>
              <a:off x="6557866" y="2384220"/>
              <a:ext cx="25540" cy="23427"/>
            </a:xfrm>
            <a:custGeom>
              <a:avLst/>
              <a:gdLst/>
              <a:ahLst/>
              <a:cxnLst/>
              <a:rect l="l" t="t" r="r" b="b"/>
              <a:pathLst>
                <a:path w="822" h="754" extrusionOk="0">
                  <a:moveTo>
                    <a:pt x="426" y="1"/>
                  </a:moveTo>
                  <a:cubicBezTo>
                    <a:pt x="328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21" y="510"/>
                    <a:pt x="821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33"/>
            <p:cNvSpPr/>
            <p:nvPr/>
          </p:nvSpPr>
          <p:spPr>
            <a:xfrm>
              <a:off x="6639083" y="2303718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1" y="183"/>
                    <a:pt x="1" y="396"/>
                  </a:cubicBezTo>
                  <a:cubicBezTo>
                    <a:pt x="1" y="609"/>
                    <a:pt x="183" y="760"/>
                    <a:pt x="396" y="760"/>
                  </a:cubicBezTo>
                  <a:cubicBezTo>
                    <a:pt x="609" y="760"/>
                    <a:pt x="761" y="609"/>
                    <a:pt x="761" y="396"/>
                  </a:cubicBezTo>
                  <a:cubicBezTo>
                    <a:pt x="761" y="183"/>
                    <a:pt x="609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33"/>
            <p:cNvSpPr/>
            <p:nvPr/>
          </p:nvSpPr>
          <p:spPr>
            <a:xfrm>
              <a:off x="6719368" y="2223433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1"/>
                  </a:moveTo>
                  <a:cubicBezTo>
                    <a:pt x="183" y="1"/>
                    <a:pt x="0" y="183"/>
                    <a:pt x="0" y="396"/>
                  </a:cubicBezTo>
                  <a:cubicBezTo>
                    <a:pt x="0" y="609"/>
                    <a:pt x="183" y="761"/>
                    <a:pt x="396" y="761"/>
                  </a:cubicBezTo>
                  <a:cubicBezTo>
                    <a:pt x="608" y="761"/>
                    <a:pt x="760" y="609"/>
                    <a:pt x="760" y="396"/>
                  </a:cubicBezTo>
                  <a:cubicBezTo>
                    <a:pt x="760" y="183"/>
                    <a:pt x="608" y="1"/>
                    <a:pt x="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33"/>
            <p:cNvSpPr/>
            <p:nvPr/>
          </p:nvSpPr>
          <p:spPr>
            <a:xfrm>
              <a:off x="6798689" y="2143179"/>
              <a:ext cx="25540" cy="22464"/>
            </a:xfrm>
            <a:custGeom>
              <a:avLst/>
              <a:gdLst/>
              <a:ahLst/>
              <a:cxnLst/>
              <a:rect l="l" t="t" r="r" b="b"/>
              <a:pathLst>
                <a:path w="822" h="723" extrusionOk="0">
                  <a:moveTo>
                    <a:pt x="445" y="0"/>
                  </a:moveTo>
                  <a:cubicBezTo>
                    <a:pt x="350" y="0"/>
                    <a:pt x="244" y="31"/>
                    <a:pt x="153" y="92"/>
                  </a:cubicBezTo>
                  <a:cubicBezTo>
                    <a:pt x="1" y="244"/>
                    <a:pt x="1" y="456"/>
                    <a:pt x="153" y="608"/>
                  </a:cubicBezTo>
                  <a:cubicBezTo>
                    <a:pt x="229" y="684"/>
                    <a:pt x="327" y="722"/>
                    <a:pt x="422" y="722"/>
                  </a:cubicBezTo>
                  <a:cubicBezTo>
                    <a:pt x="517" y="722"/>
                    <a:pt x="609" y="684"/>
                    <a:pt x="669" y="608"/>
                  </a:cubicBezTo>
                  <a:cubicBezTo>
                    <a:pt x="821" y="456"/>
                    <a:pt x="821" y="244"/>
                    <a:pt x="669" y="92"/>
                  </a:cubicBezTo>
                  <a:cubicBezTo>
                    <a:pt x="624" y="31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33"/>
            <p:cNvSpPr/>
            <p:nvPr/>
          </p:nvSpPr>
          <p:spPr>
            <a:xfrm>
              <a:off x="671843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8" y="39"/>
                    <a:pt x="152" y="115"/>
                  </a:cubicBezTo>
                  <a:cubicBezTo>
                    <a:pt x="0" y="267"/>
                    <a:pt x="0" y="510"/>
                    <a:pt x="152" y="662"/>
                  </a:cubicBezTo>
                  <a:cubicBezTo>
                    <a:pt x="228" y="723"/>
                    <a:pt x="327" y="753"/>
                    <a:pt x="426" y="753"/>
                  </a:cubicBezTo>
                  <a:cubicBezTo>
                    <a:pt x="524" y="753"/>
                    <a:pt x="623" y="723"/>
                    <a:pt x="699" y="662"/>
                  </a:cubicBezTo>
                  <a:cubicBezTo>
                    <a:pt x="851" y="510"/>
                    <a:pt x="851" y="267"/>
                    <a:pt x="699" y="115"/>
                  </a:cubicBezTo>
                  <a:cubicBezTo>
                    <a:pt x="623" y="39"/>
                    <a:pt x="524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33"/>
            <p:cNvSpPr/>
            <p:nvPr/>
          </p:nvSpPr>
          <p:spPr>
            <a:xfrm>
              <a:off x="6798689" y="230396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0"/>
                  </a:moveTo>
                  <a:cubicBezTo>
                    <a:pt x="350" y="0"/>
                    <a:pt x="244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29" y="737"/>
                    <a:pt x="327" y="775"/>
                    <a:pt x="422" y="775"/>
                  </a:cubicBezTo>
                  <a:cubicBezTo>
                    <a:pt x="517" y="775"/>
                    <a:pt x="609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24" y="38"/>
                    <a:pt x="540" y="0"/>
                    <a:pt x="4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33"/>
            <p:cNvSpPr/>
            <p:nvPr/>
          </p:nvSpPr>
          <p:spPr>
            <a:xfrm>
              <a:off x="6879906" y="222368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6" y="776"/>
                  </a:cubicBezTo>
                  <a:cubicBezTo>
                    <a:pt x="525" y="776"/>
                    <a:pt x="624" y="738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33"/>
            <p:cNvSpPr/>
            <p:nvPr/>
          </p:nvSpPr>
          <p:spPr>
            <a:xfrm>
              <a:off x="6798689" y="246543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45" y="1"/>
                  </a:moveTo>
                  <a:cubicBezTo>
                    <a:pt x="350" y="1"/>
                    <a:pt x="244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38"/>
                    <a:pt x="327" y="776"/>
                    <a:pt x="422" y="776"/>
                  </a:cubicBezTo>
                  <a:cubicBezTo>
                    <a:pt x="517" y="776"/>
                    <a:pt x="609" y="738"/>
                    <a:pt x="669" y="662"/>
                  </a:cubicBezTo>
                  <a:cubicBezTo>
                    <a:pt x="821" y="510"/>
                    <a:pt x="821" y="267"/>
                    <a:pt x="669" y="115"/>
                  </a:cubicBezTo>
                  <a:cubicBezTo>
                    <a:pt x="624" y="39"/>
                    <a:pt x="540" y="1"/>
                    <a:pt x="4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33"/>
            <p:cNvSpPr/>
            <p:nvPr/>
          </p:nvSpPr>
          <p:spPr>
            <a:xfrm>
              <a:off x="6879906" y="2384220"/>
              <a:ext cx="26472" cy="23427"/>
            </a:xfrm>
            <a:custGeom>
              <a:avLst/>
              <a:gdLst/>
              <a:ahLst/>
              <a:cxnLst/>
              <a:rect l="l" t="t" r="r" b="b"/>
              <a:pathLst>
                <a:path w="852" h="754" extrusionOk="0">
                  <a:moveTo>
                    <a:pt x="426" y="1"/>
                  </a:moveTo>
                  <a:cubicBezTo>
                    <a:pt x="327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7" y="753"/>
                    <a:pt x="426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24" y="39"/>
                    <a:pt x="525" y="1"/>
                    <a:pt x="4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33"/>
            <p:cNvSpPr/>
            <p:nvPr/>
          </p:nvSpPr>
          <p:spPr>
            <a:xfrm>
              <a:off x="6960191" y="2303967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09"/>
                    <a:pt x="152" y="661"/>
                  </a:cubicBezTo>
                  <a:cubicBezTo>
                    <a:pt x="228" y="737"/>
                    <a:pt x="327" y="775"/>
                    <a:pt x="426" y="775"/>
                  </a:cubicBezTo>
                  <a:cubicBezTo>
                    <a:pt x="525" y="775"/>
                    <a:pt x="623" y="737"/>
                    <a:pt x="699" y="661"/>
                  </a:cubicBezTo>
                  <a:cubicBezTo>
                    <a:pt x="851" y="509"/>
                    <a:pt x="851" y="266"/>
                    <a:pt x="699" y="114"/>
                  </a:cubicBezTo>
                  <a:cubicBezTo>
                    <a:pt x="623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33"/>
            <p:cNvSpPr/>
            <p:nvPr/>
          </p:nvSpPr>
          <p:spPr>
            <a:xfrm>
              <a:off x="6881802" y="2546437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65" y="0"/>
                  </a:moveTo>
                  <a:cubicBezTo>
                    <a:pt x="152" y="0"/>
                    <a:pt x="0" y="152"/>
                    <a:pt x="0" y="365"/>
                  </a:cubicBezTo>
                  <a:cubicBezTo>
                    <a:pt x="0" y="578"/>
                    <a:pt x="152" y="760"/>
                    <a:pt x="365" y="760"/>
                  </a:cubicBezTo>
                  <a:cubicBezTo>
                    <a:pt x="578" y="760"/>
                    <a:pt x="760" y="578"/>
                    <a:pt x="760" y="365"/>
                  </a:cubicBezTo>
                  <a:cubicBezTo>
                    <a:pt x="760" y="152"/>
                    <a:pt x="578" y="0"/>
                    <a:pt x="3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33"/>
            <p:cNvSpPr/>
            <p:nvPr/>
          </p:nvSpPr>
          <p:spPr>
            <a:xfrm>
              <a:off x="6961123" y="2465220"/>
              <a:ext cx="23644" cy="23644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396" y="0"/>
                  </a:moveTo>
                  <a:cubicBezTo>
                    <a:pt x="183" y="0"/>
                    <a:pt x="1" y="183"/>
                    <a:pt x="1" y="395"/>
                  </a:cubicBezTo>
                  <a:cubicBezTo>
                    <a:pt x="1" y="608"/>
                    <a:pt x="183" y="760"/>
                    <a:pt x="396" y="760"/>
                  </a:cubicBezTo>
                  <a:cubicBezTo>
                    <a:pt x="609" y="760"/>
                    <a:pt x="761" y="608"/>
                    <a:pt x="761" y="395"/>
                  </a:cubicBezTo>
                  <a:cubicBezTo>
                    <a:pt x="761" y="183"/>
                    <a:pt x="609" y="0"/>
                    <a:pt x="3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33"/>
            <p:cNvSpPr/>
            <p:nvPr/>
          </p:nvSpPr>
          <p:spPr>
            <a:xfrm>
              <a:off x="7040445" y="2384220"/>
              <a:ext cx="26503" cy="23427"/>
            </a:xfrm>
            <a:custGeom>
              <a:avLst/>
              <a:gdLst/>
              <a:ahLst/>
              <a:cxnLst/>
              <a:rect l="l" t="t" r="r" b="b"/>
              <a:pathLst>
                <a:path w="853" h="754" extrusionOk="0">
                  <a:moveTo>
                    <a:pt x="438" y="1"/>
                  </a:moveTo>
                  <a:cubicBezTo>
                    <a:pt x="335" y="1"/>
                    <a:pt x="229" y="39"/>
                    <a:pt x="153" y="115"/>
                  </a:cubicBezTo>
                  <a:cubicBezTo>
                    <a:pt x="1" y="267"/>
                    <a:pt x="1" y="510"/>
                    <a:pt x="153" y="662"/>
                  </a:cubicBezTo>
                  <a:cubicBezTo>
                    <a:pt x="229" y="723"/>
                    <a:pt x="328" y="753"/>
                    <a:pt x="427" y="753"/>
                  </a:cubicBezTo>
                  <a:cubicBezTo>
                    <a:pt x="525" y="753"/>
                    <a:pt x="624" y="723"/>
                    <a:pt x="700" y="662"/>
                  </a:cubicBezTo>
                  <a:cubicBezTo>
                    <a:pt x="852" y="510"/>
                    <a:pt x="852" y="267"/>
                    <a:pt x="700" y="115"/>
                  </a:cubicBezTo>
                  <a:cubicBezTo>
                    <a:pt x="639" y="39"/>
                    <a:pt x="541" y="1"/>
                    <a:pt x="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33"/>
            <p:cNvSpPr/>
            <p:nvPr/>
          </p:nvSpPr>
          <p:spPr>
            <a:xfrm>
              <a:off x="6638151" y="2464505"/>
              <a:ext cx="26472" cy="23396"/>
            </a:xfrm>
            <a:custGeom>
              <a:avLst/>
              <a:gdLst/>
              <a:ahLst/>
              <a:cxnLst/>
              <a:rect l="l" t="t" r="r" b="b"/>
              <a:pathLst>
                <a:path w="852" h="753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22"/>
                    <a:pt x="320" y="753"/>
                    <a:pt x="415" y="753"/>
                  </a:cubicBezTo>
                  <a:cubicBezTo>
                    <a:pt x="510" y="753"/>
                    <a:pt x="608" y="722"/>
                    <a:pt x="700" y="662"/>
                  </a:cubicBezTo>
                  <a:cubicBezTo>
                    <a:pt x="851" y="510"/>
                    <a:pt x="851" y="266"/>
                    <a:pt x="700" y="114"/>
                  </a:cubicBezTo>
                  <a:cubicBezTo>
                    <a:pt x="624" y="38"/>
                    <a:pt x="525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33"/>
            <p:cNvSpPr/>
            <p:nvPr/>
          </p:nvSpPr>
          <p:spPr>
            <a:xfrm>
              <a:off x="6718436" y="2545722"/>
              <a:ext cx="26472" cy="24110"/>
            </a:xfrm>
            <a:custGeom>
              <a:avLst/>
              <a:gdLst/>
              <a:ahLst/>
              <a:cxnLst/>
              <a:rect l="l" t="t" r="r" b="b"/>
              <a:pathLst>
                <a:path w="852" h="776" extrusionOk="0">
                  <a:moveTo>
                    <a:pt x="426" y="0"/>
                  </a:moveTo>
                  <a:cubicBezTo>
                    <a:pt x="327" y="0"/>
                    <a:pt x="228" y="38"/>
                    <a:pt x="152" y="114"/>
                  </a:cubicBezTo>
                  <a:cubicBezTo>
                    <a:pt x="0" y="266"/>
                    <a:pt x="0" y="510"/>
                    <a:pt x="152" y="662"/>
                  </a:cubicBezTo>
                  <a:cubicBezTo>
                    <a:pt x="228" y="738"/>
                    <a:pt x="327" y="776"/>
                    <a:pt x="426" y="776"/>
                  </a:cubicBezTo>
                  <a:cubicBezTo>
                    <a:pt x="524" y="776"/>
                    <a:pt x="623" y="738"/>
                    <a:pt x="699" y="662"/>
                  </a:cubicBezTo>
                  <a:cubicBezTo>
                    <a:pt x="851" y="510"/>
                    <a:pt x="851" y="266"/>
                    <a:pt x="699" y="114"/>
                  </a:cubicBezTo>
                  <a:cubicBezTo>
                    <a:pt x="623" y="38"/>
                    <a:pt x="524" y="0"/>
                    <a:pt x="4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33"/>
            <p:cNvSpPr/>
            <p:nvPr/>
          </p:nvSpPr>
          <p:spPr>
            <a:xfrm>
              <a:off x="6798689" y="2626007"/>
              <a:ext cx="25540" cy="24110"/>
            </a:xfrm>
            <a:custGeom>
              <a:avLst/>
              <a:gdLst/>
              <a:ahLst/>
              <a:cxnLst/>
              <a:rect l="l" t="t" r="r" b="b"/>
              <a:pathLst>
                <a:path w="822" h="776" extrusionOk="0">
                  <a:moveTo>
                    <a:pt x="422" y="0"/>
                  </a:moveTo>
                  <a:cubicBezTo>
                    <a:pt x="327" y="0"/>
                    <a:pt x="229" y="38"/>
                    <a:pt x="153" y="114"/>
                  </a:cubicBezTo>
                  <a:cubicBezTo>
                    <a:pt x="1" y="266"/>
                    <a:pt x="1" y="509"/>
                    <a:pt x="153" y="661"/>
                  </a:cubicBezTo>
                  <a:cubicBezTo>
                    <a:pt x="244" y="737"/>
                    <a:pt x="350" y="775"/>
                    <a:pt x="445" y="775"/>
                  </a:cubicBezTo>
                  <a:cubicBezTo>
                    <a:pt x="540" y="775"/>
                    <a:pt x="624" y="737"/>
                    <a:pt x="669" y="661"/>
                  </a:cubicBezTo>
                  <a:cubicBezTo>
                    <a:pt x="821" y="509"/>
                    <a:pt x="821" y="266"/>
                    <a:pt x="669" y="114"/>
                  </a:cubicBezTo>
                  <a:cubicBezTo>
                    <a:pt x="609" y="38"/>
                    <a:pt x="517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3" name="Google Shape;2543;p33"/>
          <p:cNvGrpSpPr/>
          <p:nvPr/>
        </p:nvGrpSpPr>
        <p:grpSpPr>
          <a:xfrm rot="10800000" flipH="1">
            <a:off x="7024689" y="172187"/>
            <a:ext cx="1038857" cy="1038888"/>
            <a:chOff x="5881689" y="3300040"/>
            <a:chExt cx="1038857" cy="1038888"/>
          </a:xfrm>
        </p:grpSpPr>
        <p:sp>
          <p:nvSpPr>
            <p:cNvPr id="2544" name="Google Shape;2544;p33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45" name="Google Shape;2545;p33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546" name="Google Shape;2546;p33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33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33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33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33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33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33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33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Google Shape;2554;p33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Google Shape;2555;p33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Google Shape;2556;p33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Google Shape;2557;p33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Google Shape;2558;p33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Google Shape;2559;p33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Google Shape;2560;p33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61" name="Google Shape;2561;p33"/>
          <p:cNvGrpSpPr/>
          <p:nvPr/>
        </p:nvGrpSpPr>
        <p:grpSpPr>
          <a:xfrm rot="10800000" flipH="1">
            <a:off x="7965842" y="-734012"/>
            <a:ext cx="1038857" cy="1039820"/>
            <a:chOff x="7203842" y="4586307"/>
            <a:chExt cx="1038857" cy="1039820"/>
          </a:xfrm>
        </p:grpSpPr>
        <p:sp>
          <p:nvSpPr>
            <p:cNvPr id="2562" name="Google Shape;2562;p33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33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33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33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33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33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33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33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33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33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33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33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33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33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33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33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8" name="Google Shape;2578;p33"/>
          <p:cNvSpPr txBox="1">
            <a:spLocks noGrp="1"/>
          </p:cNvSpPr>
          <p:nvPr>
            <p:ph type="subTitle" idx="1"/>
          </p:nvPr>
        </p:nvSpPr>
        <p:spPr>
          <a:xfrm>
            <a:off x="2946600" y="3369369"/>
            <a:ext cx="32508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Montserrat Light"/>
              <a:buNone/>
              <a:defRPr sz="3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BIG_NUMBER_1">
    <p:spTree>
      <p:nvGrpSpPr>
        <p:cNvPr id="1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34"/>
          <p:cNvSpPr txBox="1">
            <a:spLocks noGrp="1"/>
          </p:cNvSpPr>
          <p:nvPr>
            <p:ph type="title" hasCustomPrompt="1"/>
          </p:nvPr>
        </p:nvSpPr>
        <p:spPr>
          <a:xfrm>
            <a:off x="4242850" y="1030413"/>
            <a:ext cx="2450700" cy="7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r>
              <a:t>xx%</a:t>
            </a:r>
          </a:p>
        </p:txBody>
      </p:sp>
      <p:sp>
        <p:nvSpPr>
          <p:cNvPr id="2581" name="Google Shape;2581;p34"/>
          <p:cNvSpPr txBox="1">
            <a:spLocks noGrp="1"/>
          </p:cNvSpPr>
          <p:nvPr>
            <p:ph type="subTitle" idx="1"/>
          </p:nvPr>
        </p:nvSpPr>
        <p:spPr>
          <a:xfrm>
            <a:off x="4242621" y="1576438"/>
            <a:ext cx="38424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82" name="Google Shape;2582;p34"/>
          <p:cNvSpPr txBox="1">
            <a:spLocks noGrp="1"/>
          </p:cNvSpPr>
          <p:nvPr>
            <p:ph type="title" idx="2" hasCustomPrompt="1"/>
          </p:nvPr>
        </p:nvSpPr>
        <p:spPr>
          <a:xfrm>
            <a:off x="4245654" y="1985225"/>
            <a:ext cx="2450700" cy="7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r>
              <a:t>xx%</a:t>
            </a:r>
          </a:p>
        </p:txBody>
      </p:sp>
      <p:sp>
        <p:nvSpPr>
          <p:cNvPr id="2583" name="Google Shape;2583;p34"/>
          <p:cNvSpPr txBox="1">
            <a:spLocks noGrp="1"/>
          </p:cNvSpPr>
          <p:nvPr>
            <p:ph type="subTitle" idx="3"/>
          </p:nvPr>
        </p:nvSpPr>
        <p:spPr>
          <a:xfrm>
            <a:off x="4246259" y="2531250"/>
            <a:ext cx="38424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84" name="Google Shape;2584;p34"/>
          <p:cNvSpPr txBox="1">
            <a:spLocks noGrp="1"/>
          </p:cNvSpPr>
          <p:nvPr>
            <p:ph type="title" idx="4" hasCustomPrompt="1"/>
          </p:nvPr>
        </p:nvSpPr>
        <p:spPr>
          <a:xfrm>
            <a:off x="4248458" y="2940063"/>
            <a:ext cx="2450700" cy="7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000"/>
              <a:buFont typeface="Catamaran Black"/>
              <a:buNone/>
              <a:defRPr sz="4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r>
              <a:t>xx%</a:t>
            </a:r>
          </a:p>
        </p:txBody>
      </p:sp>
      <p:sp>
        <p:nvSpPr>
          <p:cNvPr id="2585" name="Google Shape;2585;p34"/>
          <p:cNvSpPr txBox="1">
            <a:spLocks noGrp="1"/>
          </p:cNvSpPr>
          <p:nvPr>
            <p:ph type="subTitle" idx="5"/>
          </p:nvPr>
        </p:nvSpPr>
        <p:spPr>
          <a:xfrm>
            <a:off x="4249898" y="3486088"/>
            <a:ext cx="3842400" cy="62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586" name="Google Shape;2586;p34"/>
          <p:cNvGrpSpPr/>
          <p:nvPr/>
        </p:nvGrpSpPr>
        <p:grpSpPr>
          <a:xfrm flipH="1">
            <a:off x="-1638931" y="2044512"/>
            <a:ext cx="5893047" cy="4073184"/>
            <a:chOff x="3747367" y="1410331"/>
            <a:chExt cx="5893047" cy="4073184"/>
          </a:xfrm>
        </p:grpSpPr>
        <p:sp>
          <p:nvSpPr>
            <p:cNvPr id="2587" name="Google Shape;2587;p34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34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34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34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34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34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34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34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34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34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34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34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34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34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34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34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34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34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34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34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34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34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34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34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34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34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34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34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34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34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34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34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34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34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34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34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34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624" name="Google Shape;2624;p34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34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34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34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34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34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34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34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34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34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34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34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34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34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34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34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34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34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34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34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34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34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34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34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34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49" name="Google Shape;2649;p34"/>
          <p:cNvGrpSpPr/>
          <p:nvPr/>
        </p:nvGrpSpPr>
        <p:grpSpPr>
          <a:xfrm flipH="1">
            <a:off x="1080936" y="3934220"/>
            <a:ext cx="1038857" cy="1038888"/>
            <a:chOff x="5881689" y="3300040"/>
            <a:chExt cx="1038857" cy="1038888"/>
          </a:xfrm>
        </p:grpSpPr>
        <p:sp>
          <p:nvSpPr>
            <p:cNvPr id="2650" name="Google Shape;2650;p34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1" name="Google Shape;2651;p34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652" name="Google Shape;2652;p34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34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34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34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34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34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34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34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34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34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34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34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34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34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34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667" name="Google Shape;2667;p34"/>
          <p:cNvGrpSpPr/>
          <p:nvPr/>
        </p:nvGrpSpPr>
        <p:grpSpPr>
          <a:xfrm flipH="1">
            <a:off x="139784" y="4839487"/>
            <a:ext cx="1038857" cy="1039820"/>
            <a:chOff x="7203842" y="4586307"/>
            <a:chExt cx="1038857" cy="1039820"/>
          </a:xfrm>
        </p:grpSpPr>
        <p:sp>
          <p:nvSpPr>
            <p:cNvPr id="2668" name="Google Shape;2668;p34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4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4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4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4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4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4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4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4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4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4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4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4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4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4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4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4" name="Google Shape;2684;p34"/>
          <p:cNvSpPr txBox="1">
            <a:spLocks noGrp="1"/>
          </p:cNvSpPr>
          <p:nvPr>
            <p:ph type="title" idx="6"/>
          </p:nvPr>
        </p:nvSpPr>
        <p:spPr>
          <a:xfrm>
            <a:off x="1143575" y="2306550"/>
            <a:ext cx="31116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2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Google Shape;2687;p36"/>
          <p:cNvSpPr txBox="1">
            <a:spLocks noGrp="1"/>
          </p:cNvSpPr>
          <p:nvPr>
            <p:ph type="title" hasCustomPrompt="1"/>
          </p:nvPr>
        </p:nvSpPr>
        <p:spPr>
          <a:xfrm>
            <a:off x="3782941" y="581924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88" name="Google Shape;2688;p36"/>
          <p:cNvSpPr txBox="1">
            <a:spLocks noGrp="1"/>
          </p:cNvSpPr>
          <p:nvPr>
            <p:ph type="subTitle" idx="1"/>
          </p:nvPr>
        </p:nvSpPr>
        <p:spPr>
          <a:xfrm>
            <a:off x="4912750" y="710774"/>
            <a:ext cx="3261000" cy="3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grpSp>
        <p:nvGrpSpPr>
          <p:cNvPr id="2689" name="Google Shape;2689;p36"/>
          <p:cNvGrpSpPr/>
          <p:nvPr/>
        </p:nvGrpSpPr>
        <p:grpSpPr>
          <a:xfrm flipH="1">
            <a:off x="-1638931" y="2044512"/>
            <a:ext cx="5893047" cy="4073184"/>
            <a:chOff x="3747367" y="1410331"/>
            <a:chExt cx="5893047" cy="4073184"/>
          </a:xfrm>
        </p:grpSpPr>
        <p:sp>
          <p:nvSpPr>
            <p:cNvPr id="2690" name="Google Shape;2690;p36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36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36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36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36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36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6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6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6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6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6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36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36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6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6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6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6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6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36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36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6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6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6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6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36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36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36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36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36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36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36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36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36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36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36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36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36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727" name="Google Shape;2727;p36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36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36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36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36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36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36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36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36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36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36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36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6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6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6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6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6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6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6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6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6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6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6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6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6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2" name="Google Shape;2752;p36"/>
          <p:cNvGrpSpPr/>
          <p:nvPr/>
        </p:nvGrpSpPr>
        <p:grpSpPr>
          <a:xfrm flipH="1">
            <a:off x="-1158216" y="3211066"/>
            <a:ext cx="1044511" cy="1040037"/>
            <a:chOff x="8115187" y="2576885"/>
            <a:chExt cx="1044511" cy="1040037"/>
          </a:xfrm>
        </p:grpSpPr>
        <p:sp>
          <p:nvSpPr>
            <p:cNvPr id="2753" name="Google Shape;2753;p36"/>
            <p:cNvSpPr/>
            <p:nvPr/>
          </p:nvSpPr>
          <p:spPr>
            <a:xfrm>
              <a:off x="8115187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48" y="1"/>
                  </a:moveTo>
                  <a:cubicBezTo>
                    <a:pt x="654" y="1"/>
                    <a:pt x="456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31" y="62"/>
                    <a:pt x="1041" y="1"/>
                    <a:pt x="8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36"/>
            <p:cNvSpPr/>
            <p:nvPr/>
          </p:nvSpPr>
          <p:spPr>
            <a:xfrm>
              <a:off x="8281381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36"/>
            <p:cNvSpPr/>
            <p:nvPr/>
          </p:nvSpPr>
          <p:spPr>
            <a:xfrm>
              <a:off x="8446673" y="2742147"/>
              <a:ext cx="51949" cy="47506"/>
            </a:xfrm>
            <a:custGeom>
              <a:avLst/>
              <a:gdLst/>
              <a:ahLst/>
              <a:cxnLst/>
              <a:rect l="l" t="t" r="r" b="b"/>
              <a:pathLst>
                <a:path w="1672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36"/>
            <p:cNvSpPr/>
            <p:nvPr/>
          </p:nvSpPr>
          <p:spPr>
            <a:xfrm>
              <a:off x="8611935" y="2576885"/>
              <a:ext cx="51980" cy="47475"/>
            </a:xfrm>
            <a:custGeom>
              <a:avLst/>
              <a:gdLst/>
              <a:ahLst/>
              <a:cxnLst/>
              <a:rect l="l" t="t" r="r" b="b"/>
              <a:pathLst>
                <a:path w="1673" h="152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36"/>
            <p:cNvSpPr/>
            <p:nvPr/>
          </p:nvSpPr>
          <p:spPr>
            <a:xfrm>
              <a:off x="8446673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36"/>
            <p:cNvSpPr/>
            <p:nvPr/>
          </p:nvSpPr>
          <p:spPr>
            <a:xfrm>
              <a:off x="8611935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40"/>
                    <a:pt x="0" y="966"/>
                    <a:pt x="304" y="1300"/>
                  </a:cubicBezTo>
                  <a:cubicBezTo>
                    <a:pt x="456" y="1452"/>
                    <a:pt x="646" y="1528"/>
                    <a:pt x="836" y="1528"/>
                  </a:cubicBezTo>
                  <a:cubicBezTo>
                    <a:pt x="1026" y="1528"/>
                    <a:pt x="1216" y="1452"/>
                    <a:pt x="1368" y="1300"/>
                  </a:cubicBezTo>
                  <a:cubicBezTo>
                    <a:pt x="1672" y="966"/>
                    <a:pt x="1672" y="54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36"/>
            <p:cNvSpPr/>
            <p:nvPr/>
          </p:nvSpPr>
          <p:spPr>
            <a:xfrm>
              <a:off x="8776264" y="2742395"/>
              <a:ext cx="51017" cy="47257"/>
            </a:xfrm>
            <a:custGeom>
              <a:avLst/>
              <a:gdLst/>
              <a:ahLst/>
              <a:cxnLst/>
              <a:rect l="l" t="t" r="r" b="b"/>
              <a:pathLst>
                <a:path w="1642" h="1521" extrusionOk="0">
                  <a:moveTo>
                    <a:pt x="821" y="0"/>
                  </a:moveTo>
                  <a:cubicBezTo>
                    <a:pt x="623" y="0"/>
                    <a:pt x="426" y="76"/>
                    <a:pt x="274" y="228"/>
                  </a:cubicBezTo>
                  <a:cubicBezTo>
                    <a:pt x="0" y="532"/>
                    <a:pt x="0" y="1019"/>
                    <a:pt x="274" y="1292"/>
                  </a:cubicBezTo>
                  <a:cubicBezTo>
                    <a:pt x="426" y="1444"/>
                    <a:pt x="623" y="1520"/>
                    <a:pt x="821" y="1520"/>
                  </a:cubicBezTo>
                  <a:cubicBezTo>
                    <a:pt x="1019" y="1520"/>
                    <a:pt x="1216" y="1444"/>
                    <a:pt x="1368" y="1292"/>
                  </a:cubicBezTo>
                  <a:cubicBezTo>
                    <a:pt x="1642" y="1019"/>
                    <a:pt x="1642" y="532"/>
                    <a:pt x="1368" y="228"/>
                  </a:cubicBezTo>
                  <a:cubicBezTo>
                    <a:pt x="1216" y="76"/>
                    <a:pt x="1019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36"/>
            <p:cNvSpPr/>
            <p:nvPr/>
          </p:nvSpPr>
          <p:spPr>
            <a:xfrm>
              <a:off x="8611935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6"/>
            <p:cNvSpPr/>
            <p:nvPr/>
          </p:nvSpPr>
          <p:spPr>
            <a:xfrm>
              <a:off x="8777196" y="3073384"/>
              <a:ext cx="51980" cy="46791"/>
            </a:xfrm>
            <a:custGeom>
              <a:avLst/>
              <a:gdLst/>
              <a:ahLst/>
              <a:cxnLst/>
              <a:rect l="l" t="t" r="r" b="b"/>
              <a:pathLst>
                <a:path w="1673" h="1506" extrusionOk="0">
                  <a:moveTo>
                    <a:pt x="825" y="1"/>
                  </a:moveTo>
                  <a:cubicBezTo>
                    <a:pt x="631" y="1"/>
                    <a:pt x="441" y="62"/>
                    <a:pt x="305" y="183"/>
                  </a:cubicBezTo>
                  <a:cubicBezTo>
                    <a:pt x="1" y="518"/>
                    <a:pt x="1" y="943"/>
                    <a:pt x="305" y="1278"/>
                  </a:cubicBezTo>
                  <a:cubicBezTo>
                    <a:pt x="457" y="1430"/>
                    <a:pt x="647" y="1506"/>
                    <a:pt x="837" y="1506"/>
                  </a:cubicBezTo>
                  <a:cubicBezTo>
                    <a:pt x="1027" y="1506"/>
                    <a:pt x="1217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7" y="62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6"/>
            <p:cNvSpPr/>
            <p:nvPr/>
          </p:nvSpPr>
          <p:spPr>
            <a:xfrm>
              <a:off x="8942457" y="2907408"/>
              <a:ext cx="51980" cy="47506"/>
            </a:xfrm>
            <a:custGeom>
              <a:avLst/>
              <a:gdLst/>
              <a:ahLst/>
              <a:cxnLst/>
              <a:rect l="l" t="t" r="r" b="b"/>
              <a:pathLst>
                <a:path w="1673" h="1529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40"/>
                    <a:pt x="1" y="966"/>
                    <a:pt x="305" y="1300"/>
                  </a:cubicBezTo>
                  <a:cubicBezTo>
                    <a:pt x="457" y="1452"/>
                    <a:pt x="647" y="1528"/>
                    <a:pt x="837" y="1528"/>
                  </a:cubicBezTo>
                  <a:cubicBezTo>
                    <a:pt x="1027" y="1528"/>
                    <a:pt x="1217" y="1452"/>
                    <a:pt x="1369" y="1300"/>
                  </a:cubicBezTo>
                  <a:cubicBezTo>
                    <a:pt x="1673" y="966"/>
                    <a:pt x="1673" y="54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6"/>
            <p:cNvSpPr/>
            <p:nvPr/>
          </p:nvSpPr>
          <p:spPr>
            <a:xfrm>
              <a:off x="8777196" y="340418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1" y="0"/>
                    <a:pt x="441" y="68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7" y="68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6"/>
            <p:cNvSpPr/>
            <p:nvPr/>
          </p:nvSpPr>
          <p:spPr>
            <a:xfrm>
              <a:off x="8942457" y="3238894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6"/>
            <p:cNvSpPr/>
            <p:nvPr/>
          </p:nvSpPr>
          <p:spPr>
            <a:xfrm>
              <a:off x="9107750" y="3073384"/>
              <a:ext cx="51949" cy="46791"/>
            </a:xfrm>
            <a:custGeom>
              <a:avLst/>
              <a:gdLst/>
              <a:ahLst/>
              <a:cxnLst/>
              <a:rect l="l" t="t" r="r" b="b"/>
              <a:pathLst>
                <a:path w="1672" h="1506" extrusionOk="0">
                  <a:moveTo>
                    <a:pt x="825" y="1"/>
                  </a:moveTo>
                  <a:cubicBezTo>
                    <a:pt x="631" y="1"/>
                    <a:pt x="441" y="62"/>
                    <a:pt x="304" y="183"/>
                  </a:cubicBezTo>
                  <a:cubicBezTo>
                    <a:pt x="0" y="518"/>
                    <a:pt x="0" y="943"/>
                    <a:pt x="304" y="1278"/>
                  </a:cubicBezTo>
                  <a:cubicBezTo>
                    <a:pt x="456" y="1430"/>
                    <a:pt x="646" y="1506"/>
                    <a:pt x="836" y="1506"/>
                  </a:cubicBezTo>
                  <a:cubicBezTo>
                    <a:pt x="1026" y="1506"/>
                    <a:pt x="1216" y="1430"/>
                    <a:pt x="1368" y="1278"/>
                  </a:cubicBezTo>
                  <a:cubicBezTo>
                    <a:pt x="1672" y="943"/>
                    <a:pt x="1672" y="518"/>
                    <a:pt x="1368" y="183"/>
                  </a:cubicBezTo>
                  <a:cubicBezTo>
                    <a:pt x="1216" y="62"/>
                    <a:pt x="1018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36"/>
            <p:cNvSpPr/>
            <p:nvPr/>
          </p:nvSpPr>
          <p:spPr>
            <a:xfrm>
              <a:off x="8282344" y="3237713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36"/>
            <p:cNvSpPr/>
            <p:nvPr/>
          </p:nvSpPr>
          <p:spPr>
            <a:xfrm>
              <a:off x="8446673" y="3404404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8"/>
                    <a:pt x="304" y="1292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8" y="1498"/>
                    <a:pt x="1216" y="1429"/>
                    <a:pt x="1368" y="1292"/>
                  </a:cubicBezTo>
                  <a:cubicBezTo>
                    <a:pt x="1672" y="988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36"/>
            <p:cNvSpPr/>
            <p:nvPr/>
          </p:nvSpPr>
          <p:spPr>
            <a:xfrm>
              <a:off x="8611935" y="3569665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45"/>
                    <a:pt x="631" y="1521"/>
                    <a:pt x="825" y="1521"/>
                  </a:cubicBezTo>
                  <a:cubicBezTo>
                    <a:pt x="1019" y="1521"/>
                    <a:pt x="1216" y="1445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9" name="Google Shape;2769;p36"/>
          <p:cNvGrpSpPr/>
          <p:nvPr/>
        </p:nvGrpSpPr>
        <p:grpSpPr>
          <a:xfrm flipH="1">
            <a:off x="1080936" y="3934220"/>
            <a:ext cx="1038857" cy="1038888"/>
            <a:chOff x="5881689" y="3300040"/>
            <a:chExt cx="1038857" cy="1038888"/>
          </a:xfrm>
        </p:grpSpPr>
        <p:sp>
          <p:nvSpPr>
            <p:cNvPr id="2770" name="Google Shape;2770;p36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1" name="Google Shape;2771;p36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772" name="Google Shape;2772;p36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36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36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36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36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36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36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36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36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36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36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36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36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36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36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87" name="Google Shape;2787;p36"/>
          <p:cNvGrpSpPr/>
          <p:nvPr/>
        </p:nvGrpSpPr>
        <p:grpSpPr>
          <a:xfrm flipH="1">
            <a:off x="139784" y="4839487"/>
            <a:ext cx="1038857" cy="1039820"/>
            <a:chOff x="7203842" y="4586307"/>
            <a:chExt cx="1038857" cy="1039820"/>
          </a:xfrm>
        </p:grpSpPr>
        <p:sp>
          <p:nvSpPr>
            <p:cNvPr id="2788" name="Google Shape;2788;p36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6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6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6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36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36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36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36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36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36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36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36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6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6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6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6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04" name="Google Shape;2804;p36"/>
          <p:cNvSpPr txBox="1">
            <a:spLocks noGrp="1"/>
          </p:cNvSpPr>
          <p:nvPr>
            <p:ph type="title" idx="2"/>
          </p:nvPr>
        </p:nvSpPr>
        <p:spPr>
          <a:xfrm>
            <a:off x="1143575" y="2306550"/>
            <a:ext cx="3111600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805" name="Google Shape;2805;p36"/>
          <p:cNvGrpSpPr/>
          <p:nvPr/>
        </p:nvGrpSpPr>
        <p:grpSpPr>
          <a:xfrm rot="10800000" flipH="1">
            <a:off x="7609414" y="-131277"/>
            <a:ext cx="1038857" cy="1038888"/>
            <a:chOff x="5881689" y="3300040"/>
            <a:chExt cx="1038857" cy="1038888"/>
          </a:xfrm>
        </p:grpSpPr>
        <p:sp>
          <p:nvSpPr>
            <p:cNvPr id="2806" name="Google Shape;2806;p36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07" name="Google Shape;2807;p36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808" name="Google Shape;2808;p36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36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36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36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36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36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36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36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36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36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36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36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36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36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36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823" name="Google Shape;2823;p36"/>
          <p:cNvGrpSpPr/>
          <p:nvPr/>
        </p:nvGrpSpPr>
        <p:grpSpPr>
          <a:xfrm>
            <a:off x="6364688" y="-473685"/>
            <a:ext cx="3262940" cy="2478716"/>
            <a:chOff x="6364688" y="-473685"/>
            <a:chExt cx="3262940" cy="2478716"/>
          </a:xfrm>
        </p:grpSpPr>
        <p:sp>
          <p:nvSpPr>
            <p:cNvPr id="2824" name="Google Shape;2824;p36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36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6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6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6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6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6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36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36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36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36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36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36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37" name="Google Shape;2837;p36"/>
          <p:cNvSpPr txBox="1">
            <a:spLocks noGrp="1"/>
          </p:cNvSpPr>
          <p:nvPr>
            <p:ph type="subTitle" idx="3"/>
          </p:nvPr>
        </p:nvSpPr>
        <p:spPr>
          <a:xfrm>
            <a:off x="4912750" y="1010475"/>
            <a:ext cx="238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2838" name="Google Shape;2838;p36"/>
          <p:cNvSpPr txBox="1">
            <a:spLocks noGrp="1"/>
          </p:cNvSpPr>
          <p:nvPr>
            <p:ph type="title" idx="4" hasCustomPrompt="1"/>
          </p:nvPr>
        </p:nvSpPr>
        <p:spPr>
          <a:xfrm>
            <a:off x="3782941" y="1551149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39" name="Google Shape;2839;p36"/>
          <p:cNvSpPr txBox="1">
            <a:spLocks noGrp="1"/>
          </p:cNvSpPr>
          <p:nvPr>
            <p:ph type="subTitle" idx="5"/>
          </p:nvPr>
        </p:nvSpPr>
        <p:spPr>
          <a:xfrm>
            <a:off x="4912750" y="1654599"/>
            <a:ext cx="32610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2840" name="Google Shape;2840;p36"/>
          <p:cNvSpPr txBox="1">
            <a:spLocks noGrp="1"/>
          </p:cNvSpPr>
          <p:nvPr>
            <p:ph type="subTitle" idx="6"/>
          </p:nvPr>
        </p:nvSpPr>
        <p:spPr>
          <a:xfrm>
            <a:off x="4912750" y="1954300"/>
            <a:ext cx="238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2841" name="Google Shape;2841;p36"/>
          <p:cNvSpPr txBox="1">
            <a:spLocks noGrp="1"/>
          </p:cNvSpPr>
          <p:nvPr>
            <p:ph type="title" idx="7" hasCustomPrompt="1"/>
          </p:nvPr>
        </p:nvSpPr>
        <p:spPr>
          <a:xfrm>
            <a:off x="3782941" y="2520374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42" name="Google Shape;2842;p36"/>
          <p:cNvSpPr txBox="1">
            <a:spLocks noGrp="1"/>
          </p:cNvSpPr>
          <p:nvPr>
            <p:ph type="subTitle" idx="8"/>
          </p:nvPr>
        </p:nvSpPr>
        <p:spPr>
          <a:xfrm>
            <a:off x="4912750" y="2598424"/>
            <a:ext cx="32610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2843" name="Google Shape;2843;p36"/>
          <p:cNvSpPr txBox="1">
            <a:spLocks noGrp="1"/>
          </p:cNvSpPr>
          <p:nvPr>
            <p:ph type="subTitle" idx="9"/>
          </p:nvPr>
        </p:nvSpPr>
        <p:spPr>
          <a:xfrm>
            <a:off x="4912750" y="2898125"/>
            <a:ext cx="238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2844" name="Google Shape;2844;p36"/>
          <p:cNvSpPr txBox="1">
            <a:spLocks noGrp="1"/>
          </p:cNvSpPr>
          <p:nvPr>
            <p:ph type="title" idx="13" hasCustomPrompt="1"/>
          </p:nvPr>
        </p:nvSpPr>
        <p:spPr>
          <a:xfrm>
            <a:off x="3782941" y="3489599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45" name="Google Shape;2845;p36"/>
          <p:cNvSpPr txBox="1">
            <a:spLocks noGrp="1"/>
          </p:cNvSpPr>
          <p:nvPr>
            <p:ph type="subTitle" idx="14"/>
          </p:nvPr>
        </p:nvSpPr>
        <p:spPr>
          <a:xfrm>
            <a:off x="4912750" y="3542249"/>
            <a:ext cx="32610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2846" name="Google Shape;2846;p36"/>
          <p:cNvSpPr txBox="1">
            <a:spLocks noGrp="1"/>
          </p:cNvSpPr>
          <p:nvPr>
            <p:ph type="subTitle" idx="15"/>
          </p:nvPr>
        </p:nvSpPr>
        <p:spPr>
          <a:xfrm>
            <a:off x="4912750" y="3841950"/>
            <a:ext cx="23892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Roboto Condensed"/>
              <a:buNone/>
              <a:defRPr sz="23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"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7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49" name="Google Shape;2849;p37"/>
          <p:cNvSpPr txBox="1">
            <a:spLocks noGrp="1"/>
          </p:cNvSpPr>
          <p:nvPr>
            <p:ph type="subTitle" idx="1"/>
          </p:nvPr>
        </p:nvSpPr>
        <p:spPr>
          <a:xfrm>
            <a:off x="914334" y="2513430"/>
            <a:ext cx="15729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2850" name="Google Shape;2850;p37"/>
          <p:cNvSpPr txBox="1">
            <a:spLocks noGrp="1"/>
          </p:cNvSpPr>
          <p:nvPr>
            <p:ph type="subTitle" idx="2"/>
          </p:nvPr>
        </p:nvSpPr>
        <p:spPr>
          <a:xfrm>
            <a:off x="905184" y="2769402"/>
            <a:ext cx="15912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51" name="Google Shape;2851;p37"/>
          <p:cNvSpPr txBox="1">
            <a:spLocks noGrp="1"/>
          </p:cNvSpPr>
          <p:nvPr>
            <p:ph type="subTitle" idx="3"/>
          </p:nvPr>
        </p:nvSpPr>
        <p:spPr>
          <a:xfrm>
            <a:off x="6656766" y="2513430"/>
            <a:ext cx="15729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2852" name="Google Shape;2852;p37"/>
          <p:cNvSpPr txBox="1">
            <a:spLocks noGrp="1"/>
          </p:cNvSpPr>
          <p:nvPr>
            <p:ph type="subTitle" idx="4"/>
          </p:nvPr>
        </p:nvSpPr>
        <p:spPr>
          <a:xfrm>
            <a:off x="6647616" y="2769402"/>
            <a:ext cx="15912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53" name="Google Shape;2853;p37"/>
          <p:cNvSpPr txBox="1">
            <a:spLocks noGrp="1"/>
          </p:cNvSpPr>
          <p:nvPr>
            <p:ph type="subTitle" idx="5"/>
          </p:nvPr>
        </p:nvSpPr>
        <p:spPr>
          <a:xfrm>
            <a:off x="2828478" y="2513430"/>
            <a:ext cx="15729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2854" name="Google Shape;2854;p37"/>
          <p:cNvSpPr txBox="1">
            <a:spLocks noGrp="1"/>
          </p:cNvSpPr>
          <p:nvPr>
            <p:ph type="subTitle" idx="6"/>
          </p:nvPr>
        </p:nvSpPr>
        <p:spPr>
          <a:xfrm>
            <a:off x="2819328" y="2769402"/>
            <a:ext cx="15912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55" name="Google Shape;2855;p37"/>
          <p:cNvSpPr txBox="1">
            <a:spLocks noGrp="1"/>
          </p:cNvSpPr>
          <p:nvPr>
            <p:ph type="subTitle" idx="7"/>
          </p:nvPr>
        </p:nvSpPr>
        <p:spPr>
          <a:xfrm>
            <a:off x="4742622" y="2513430"/>
            <a:ext cx="15729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2856" name="Google Shape;2856;p37"/>
          <p:cNvSpPr txBox="1">
            <a:spLocks noGrp="1"/>
          </p:cNvSpPr>
          <p:nvPr>
            <p:ph type="subTitle" idx="8"/>
          </p:nvPr>
        </p:nvSpPr>
        <p:spPr>
          <a:xfrm>
            <a:off x="4733472" y="2769402"/>
            <a:ext cx="15912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57" name="Google Shape;2857;p37"/>
          <p:cNvGrpSpPr/>
          <p:nvPr/>
        </p:nvGrpSpPr>
        <p:grpSpPr>
          <a:xfrm rot="10800000" flipH="1">
            <a:off x="4890367" y="-972400"/>
            <a:ext cx="5893047" cy="4073184"/>
            <a:chOff x="3747367" y="1410331"/>
            <a:chExt cx="5893047" cy="4073184"/>
          </a:xfrm>
        </p:grpSpPr>
        <p:sp>
          <p:nvSpPr>
            <p:cNvPr id="2858" name="Google Shape;2858;p37"/>
            <p:cNvSpPr/>
            <p:nvPr/>
          </p:nvSpPr>
          <p:spPr>
            <a:xfrm>
              <a:off x="8336157" y="3724083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59"/>
                  </a:lnTo>
                  <a:lnTo>
                    <a:pt x="13983" y="4074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37"/>
            <p:cNvSpPr/>
            <p:nvPr/>
          </p:nvSpPr>
          <p:spPr>
            <a:xfrm>
              <a:off x="8988751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0" y="12128"/>
                  </a:moveTo>
                  <a:lnTo>
                    <a:pt x="6991" y="16141"/>
                  </a:lnTo>
                  <a:lnTo>
                    <a:pt x="13982" y="12128"/>
                  </a:lnTo>
                  <a:lnTo>
                    <a:pt x="13982" y="4013"/>
                  </a:lnTo>
                  <a:lnTo>
                    <a:pt x="6991" y="1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37"/>
            <p:cNvSpPr/>
            <p:nvPr/>
          </p:nvSpPr>
          <p:spPr>
            <a:xfrm>
              <a:off x="7899872" y="4478649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1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37"/>
            <p:cNvSpPr/>
            <p:nvPr/>
          </p:nvSpPr>
          <p:spPr>
            <a:xfrm>
              <a:off x="7030068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2" y="1"/>
                  </a:moveTo>
                  <a:lnTo>
                    <a:pt x="1" y="4074"/>
                  </a:lnTo>
                  <a:lnTo>
                    <a:pt x="1" y="12128"/>
                  </a:ln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37"/>
            <p:cNvSpPr/>
            <p:nvPr/>
          </p:nvSpPr>
          <p:spPr>
            <a:xfrm>
              <a:off x="9205962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37"/>
            <p:cNvSpPr/>
            <p:nvPr/>
          </p:nvSpPr>
          <p:spPr>
            <a:xfrm>
              <a:off x="877057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37"/>
            <p:cNvSpPr/>
            <p:nvPr/>
          </p:nvSpPr>
          <p:spPr>
            <a:xfrm>
              <a:off x="8988751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3982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37"/>
            <p:cNvSpPr/>
            <p:nvPr/>
          </p:nvSpPr>
          <p:spPr>
            <a:xfrm>
              <a:off x="8553368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401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37"/>
            <p:cNvSpPr/>
            <p:nvPr/>
          </p:nvSpPr>
          <p:spPr>
            <a:xfrm>
              <a:off x="8117083" y="4603302"/>
              <a:ext cx="436316" cy="502464"/>
            </a:xfrm>
            <a:custGeom>
              <a:avLst/>
              <a:gdLst/>
              <a:ahLst/>
              <a:cxnLst/>
              <a:rect l="l" t="t" r="r" b="b"/>
              <a:pathLst>
                <a:path w="14043" h="16172" extrusionOk="0">
                  <a:moveTo>
                    <a:pt x="0" y="12129"/>
                  </a:moveTo>
                  <a:lnTo>
                    <a:pt x="7052" y="1617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7052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37"/>
            <p:cNvSpPr/>
            <p:nvPr/>
          </p:nvSpPr>
          <p:spPr>
            <a:xfrm>
              <a:off x="7899872" y="4980119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28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rgbClr val="55BD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37"/>
            <p:cNvSpPr/>
            <p:nvPr/>
          </p:nvSpPr>
          <p:spPr>
            <a:xfrm>
              <a:off x="7464488" y="498011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31" y="12128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37"/>
            <p:cNvSpPr/>
            <p:nvPr/>
          </p:nvSpPr>
          <p:spPr>
            <a:xfrm>
              <a:off x="6160294" y="497704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28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37"/>
            <p:cNvSpPr/>
            <p:nvPr/>
          </p:nvSpPr>
          <p:spPr>
            <a:xfrm>
              <a:off x="6377504" y="4603302"/>
              <a:ext cx="435384" cy="502464"/>
            </a:xfrm>
            <a:custGeom>
              <a:avLst/>
              <a:gdLst/>
              <a:ahLst/>
              <a:cxnLst/>
              <a:rect l="l" t="t" r="r" b="b"/>
              <a:pathLst>
                <a:path w="14013" h="16172" extrusionOk="0">
                  <a:moveTo>
                    <a:pt x="0" y="12129"/>
                  </a:moveTo>
                  <a:lnTo>
                    <a:pt x="6991" y="16171"/>
                  </a:lnTo>
                  <a:lnTo>
                    <a:pt x="14013" y="12129"/>
                  </a:lnTo>
                  <a:lnTo>
                    <a:pt x="13982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37"/>
            <p:cNvSpPr/>
            <p:nvPr/>
          </p:nvSpPr>
          <p:spPr>
            <a:xfrm>
              <a:off x="5942120" y="4603302"/>
              <a:ext cx="435415" cy="502464"/>
            </a:xfrm>
            <a:custGeom>
              <a:avLst/>
              <a:gdLst/>
              <a:ahLst/>
              <a:cxnLst/>
              <a:rect l="l" t="t" r="r" b="b"/>
              <a:pathLst>
                <a:path w="14014" h="16172" extrusionOk="0">
                  <a:moveTo>
                    <a:pt x="31" y="12129"/>
                  </a:moveTo>
                  <a:lnTo>
                    <a:pt x="7022" y="1617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37"/>
            <p:cNvSpPr/>
            <p:nvPr/>
          </p:nvSpPr>
          <p:spPr>
            <a:xfrm>
              <a:off x="5507700" y="4603302"/>
              <a:ext cx="434452" cy="502464"/>
            </a:xfrm>
            <a:custGeom>
              <a:avLst/>
              <a:gdLst/>
              <a:ahLst/>
              <a:cxnLst/>
              <a:rect l="l" t="t" r="r" b="b"/>
              <a:pathLst>
                <a:path w="13983" h="16172" extrusionOk="0">
                  <a:moveTo>
                    <a:pt x="6992" y="1"/>
                  </a:moveTo>
                  <a:lnTo>
                    <a:pt x="1" y="4043"/>
                  </a:lnTo>
                  <a:lnTo>
                    <a:pt x="1" y="12129"/>
                  </a:lnTo>
                  <a:lnTo>
                    <a:pt x="6992" y="1617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37"/>
            <p:cNvSpPr/>
            <p:nvPr/>
          </p:nvSpPr>
          <p:spPr>
            <a:xfrm>
              <a:off x="5290489" y="4980119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" y="12128"/>
                  </a:moveTo>
                  <a:lnTo>
                    <a:pt x="6992" y="16201"/>
                  </a:lnTo>
                  <a:lnTo>
                    <a:pt x="13983" y="12128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37"/>
            <p:cNvSpPr/>
            <p:nvPr/>
          </p:nvSpPr>
          <p:spPr>
            <a:xfrm>
              <a:off x="877057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37"/>
            <p:cNvSpPr/>
            <p:nvPr/>
          </p:nvSpPr>
          <p:spPr>
            <a:xfrm>
              <a:off x="8553368" y="38506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8"/>
                  </a:moveTo>
                  <a:lnTo>
                    <a:pt x="6992" y="16141"/>
                  </a:lnTo>
                  <a:lnTo>
                    <a:pt x="14013" y="12128"/>
                  </a:lnTo>
                  <a:lnTo>
                    <a:pt x="13983" y="4013"/>
                  </a:lnTo>
                  <a:lnTo>
                    <a:pt x="6992" y="1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37"/>
            <p:cNvSpPr/>
            <p:nvPr/>
          </p:nvSpPr>
          <p:spPr>
            <a:xfrm>
              <a:off x="7899872" y="4227448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7052" y="16140"/>
                  </a:lnTo>
                  <a:lnTo>
                    <a:pt x="14043" y="12098"/>
                  </a:lnTo>
                  <a:lnTo>
                    <a:pt x="14043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37"/>
            <p:cNvSpPr/>
            <p:nvPr/>
          </p:nvSpPr>
          <p:spPr>
            <a:xfrm>
              <a:off x="7464488" y="42274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37"/>
            <p:cNvSpPr/>
            <p:nvPr/>
          </p:nvSpPr>
          <p:spPr>
            <a:xfrm>
              <a:off x="6812857" y="38506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37"/>
            <p:cNvSpPr/>
            <p:nvPr/>
          </p:nvSpPr>
          <p:spPr>
            <a:xfrm>
              <a:off x="6594715" y="4228984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37"/>
            <p:cNvSpPr/>
            <p:nvPr/>
          </p:nvSpPr>
          <p:spPr>
            <a:xfrm>
              <a:off x="5290489" y="42274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37"/>
            <p:cNvSpPr/>
            <p:nvPr/>
          </p:nvSpPr>
          <p:spPr>
            <a:xfrm>
              <a:off x="877057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37"/>
            <p:cNvSpPr/>
            <p:nvPr/>
          </p:nvSpPr>
          <p:spPr>
            <a:xfrm>
              <a:off x="8988751" y="3096065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0" y="12159"/>
                  </a:moveTo>
                  <a:lnTo>
                    <a:pt x="6991" y="16201"/>
                  </a:lnTo>
                  <a:lnTo>
                    <a:pt x="13982" y="12128"/>
                  </a:lnTo>
                  <a:lnTo>
                    <a:pt x="13982" y="4073"/>
                  </a:lnTo>
                  <a:lnTo>
                    <a:pt x="6991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37"/>
            <p:cNvSpPr/>
            <p:nvPr/>
          </p:nvSpPr>
          <p:spPr>
            <a:xfrm>
              <a:off x="8117083" y="3096065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0" y="12159"/>
                  </a:moveTo>
                  <a:lnTo>
                    <a:pt x="7052" y="16201"/>
                  </a:lnTo>
                  <a:lnTo>
                    <a:pt x="14043" y="12128"/>
                  </a:lnTo>
                  <a:lnTo>
                    <a:pt x="14043" y="4073"/>
                  </a:lnTo>
                  <a:lnTo>
                    <a:pt x="7052" y="0"/>
                  </a:lnTo>
                  <a:lnTo>
                    <a:pt x="0" y="40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37"/>
            <p:cNvSpPr/>
            <p:nvPr/>
          </p:nvSpPr>
          <p:spPr>
            <a:xfrm>
              <a:off x="7899872" y="3473814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0" y="12129"/>
                  </a:moveTo>
                  <a:lnTo>
                    <a:pt x="7052" y="16141"/>
                  </a:lnTo>
                  <a:lnTo>
                    <a:pt x="14043" y="12129"/>
                  </a:lnTo>
                  <a:lnTo>
                    <a:pt x="14043" y="4043"/>
                  </a:lnTo>
                  <a:lnTo>
                    <a:pt x="6991" y="1"/>
                  </a:lnTo>
                  <a:lnTo>
                    <a:pt x="0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37"/>
            <p:cNvSpPr/>
            <p:nvPr/>
          </p:nvSpPr>
          <p:spPr>
            <a:xfrm>
              <a:off x="7464488" y="3473814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37"/>
            <p:cNvSpPr/>
            <p:nvPr/>
          </p:nvSpPr>
          <p:spPr>
            <a:xfrm>
              <a:off x="7030068" y="3473814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37"/>
            <p:cNvSpPr/>
            <p:nvPr/>
          </p:nvSpPr>
          <p:spPr>
            <a:xfrm>
              <a:off x="7247278" y="3096065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37"/>
            <p:cNvSpPr/>
            <p:nvPr/>
          </p:nvSpPr>
          <p:spPr>
            <a:xfrm>
              <a:off x="9205962" y="2719248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59"/>
                  </a:lnTo>
                  <a:lnTo>
                    <a:pt x="6991" y="16201"/>
                  </a:lnTo>
                  <a:lnTo>
                    <a:pt x="13982" y="12128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37"/>
            <p:cNvSpPr/>
            <p:nvPr/>
          </p:nvSpPr>
          <p:spPr>
            <a:xfrm>
              <a:off x="8770578" y="271924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" y="12159"/>
                  </a:moveTo>
                  <a:lnTo>
                    <a:pt x="7022" y="16201"/>
                  </a:lnTo>
                  <a:lnTo>
                    <a:pt x="14013" y="12128"/>
                  </a:lnTo>
                  <a:lnTo>
                    <a:pt x="14013" y="4074"/>
                  </a:lnTo>
                  <a:lnTo>
                    <a:pt x="6992" y="1"/>
                  </a:lnTo>
                  <a:lnTo>
                    <a:pt x="1" y="4074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37"/>
            <p:cNvSpPr/>
            <p:nvPr/>
          </p:nvSpPr>
          <p:spPr>
            <a:xfrm>
              <a:off x="5071384" y="4855466"/>
              <a:ext cx="436347" cy="501501"/>
            </a:xfrm>
            <a:custGeom>
              <a:avLst/>
              <a:gdLst/>
              <a:ahLst/>
              <a:cxnLst/>
              <a:rect l="l" t="t" r="r" b="b"/>
              <a:pathLst>
                <a:path w="14044" h="16141" extrusionOk="0">
                  <a:moveTo>
                    <a:pt x="7053" y="0"/>
                  </a:moveTo>
                  <a:lnTo>
                    <a:pt x="1" y="4013"/>
                  </a:lnTo>
                  <a:lnTo>
                    <a:pt x="1" y="12098"/>
                  </a:lnTo>
                  <a:lnTo>
                    <a:pt x="6992" y="16140"/>
                  </a:lnTo>
                  <a:lnTo>
                    <a:pt x="14044" y="12098"/>
                  </a:lnTo>
                  <a:lnTo>
                    <a:pt x="14044" y="4013"/>
                  </a:lnTo>
                  <a:lnTo>
                    <a:pt x="7053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37"/>
            <p:cNvSpPr/>
            <p:nvPr/>
          </p:nvSpPr>
          <p:spPr>
            <a:xfrm>
              <a:off x="374736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1" y="0"/>
                  </a:moveTo>
                  <a:lnTo>
                    <a:pt x="0" y="4013"/>
                  </a:lnTo>
                  <a:lnTo>
                    <a:pt x="0" y="12098"/>
                  </a:lnTo>
                  <a:lnTo>
                    <a:pt x="6991" y="16140"/>
                  </a:lnTo>
                  <a:lnTo>
                    <a:pt x="13982" y="12098"/>
                  </a:lnTo>
                  <a:lnTo>
                    <a:pt x="13982" y="401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0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37"/>
            <p:cNvSpPr/>
            <p:nvPr/>
          </p:nvSpPr>
          <p:spPr>
            <a:xfrm>
              <a:off x="8553368" y="1410331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6992" y="0"/>
                  </a:moveTo>
                  <a:lnTo>
                    <a:pt x="1" y="4043"/>
                  </a:lnTo>
                  <a:lnTo>
                    <a:pt x="1" y="12128"/>
                  </a:lnTo>
                  <a:lnTo>
                    <a:pt x="6992" y="16140"/>
                  </a:lnTo>
                  <a:lnTo>
                    <a:pt x="13983" y="12128"/>
                  </a:lnTo>
                  <a:lnTo>
                    <a:pt x="1401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37"/>
            <p:cNvSpPr/>
            <p:nvPr/>
          </p:nvSpPr>
          <p:spPr>
            <a:xfrm>
              <a:off x="5507700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37"/>
            <p:cNvSpPr/>
            <p:nvPr/>
          </p:nvSpPr>
          <p:spPr>
            <a:xfrm>
              <a:off x="5290489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2895" name="Google Shape;2895;p37"/>
            <p:cNvSpPr/>
            <p:nvPr/>
          </p:nvSpPr>
          <p:spPr>
            <a:xfrm>
              <a:off x="6160294" y="3677820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37"/>
            <p:cNvSpPr/>
            <p:nvPr/>
          </p:nvSpPr>
          <p:spPr>
            <a:xfrm>
              <a:off x="6160294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1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1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37"/>
            <p:cNvSpPr/>
            <p:nvPr/>
          </p:nvSpPr>
          <p:spPr>
            <a:xfrm>
              <a:off x="5724910" y="3427551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128"/>
                  </a:moveTo>
                  <a:lnTo>
                    <a:pt x="6992" y="16171"/>
                  </a:lnTo>
                  <a:lnTo>
                    <a:pt x="1" y="12128"/>
                  </a:lnTo>
                  <a:lnTo>
                    <a:pt x="1" y="4043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37"/>
            <p:cNvSpPr/>
            <p:nvPr/>
          </p:nvSpPr>
          <p:spPr>
            <a:xfrm>
              <a:off x="4418821" y="4478649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4013" y="12128"/>
                  </a:moveTo>
                  <a:lnTo>
                    <a:pt x="7022" y="16141"/>
                  </a:lnTo>
                  <a:lnTo>
                    <a:pt x="1" y="12128"/>
                  </a:lnTo>
                  <a:lnTo>
                    <a:pt x="31" y="4013"/>
                  </a:lnTo>
                  <a:lnTo>
                    <a:pt x="7022" y="1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37"/>
            <p:cNvSpPr/>
            <p:nvPr/>
          </p:nvSpPr>
          <p:spPr>
            <a:xfrm>
              <a:off x="8117083" y="209312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61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37"/>
            <p:cNvSpPr/>
            <p:nvPr/>
          </p:nvSpPr>
          <p:spPr>
            <a:xfrm>
              <a:off x="6377504" y="4855466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4013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37"/>
            <p:cNvSpPr/>
            <p:nvPr/>
          </p:nvSpPr>
          <p:spPr>
            <a:xfrm>
              <a:off x="6812857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098"/>
                  </a:moveTo>
                  <a:lnTo>
                    <a:pt x="6992" y="16140"/>
                  </a:lnTo>
                  <a:lnTo>
                    <a:pt x="1" y="12098"/>
                  </a:lnTo>
                  <a:lnTo>
                    <a:pt x="1" y="4013"/>
                  </a:lnTo>
                  <a:lnTo>
                    <a:pt x="6992" y="0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37"/>
            <p:cNvSpPr/>
            <p:nvPr/>
          </p:nvSpPr>
          <p:spPr>
            <a:xfrm>
              <a:off x="8117083" y="4855466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098"/>
                  </a:moveTo>
                  <a:lnTo>
                    <a:pt x="7052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rgbClr val="AEE1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37"/>
            <p:cNvSpPr/>
            <p:nvPr/>
          </p:nvSpPr>
          <p:spPr>
            <a:xfrm>
              <a:off x="8336157" y="4478649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8"/>
                  </a:moveTo>
                  <a:lnTo>
                    <a:pt x="6992" y="16141"/>
                  </a:lnTo>
                  <a:lnTo>
                    <a:pt x="1" y="12128"/>
                  </a:lnTo>
                  <a:lnTo>
                    <a:pt x="1" y="4013"/>
                  </a:lnTo>
                  <a:lnTo>
                    <a:pt x="6992" y="1"/>
                  </a:lnTo>
                  <a:lnTo>
                    <a:pt x="1398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37"/>
            <p:cNvSpPr/>
            <p:nvPr/>
          </p:nvSpPr>
          <p:spPr>
            <a:xfrm>
              <a:off x="8770578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37"/>
            <p:cNvSpPr/>
            <p:nvPr/>
          </p:nvSpPr>
          <p:spPr>
            <a:xfrm>
              <a:off x="8988751" y="485546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098"/>
                  </a:moveTo>
                  <a:lnTo>
                    <a:pt x="6991" y="16140"/>
                  </a:lnTo>
                  <a:lnTo>
                    <a:pt x="0" y="1209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37"/>
            <p:cNvSpPr/>
            <p:nvPr/>
          </p:nvSpPr>
          <p:spPr>
            <a:xfrm>
              <a:off x="6812857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37"/>
            <p:cNvSpPr/>
            <p:nvPr/>
          </p:nvSpPr>
          <p:spPr>
            <a:xfrm>
              <a:off x="4636963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37"/>
            <p:cNvSpPr/>
            <p:nvPr/>
          </p:nvSpPr>
          <p:spPr>
            <a:xfrm>
              <a:off x="746448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37"/>
            <p:cNvSpPr/>
            <p:nvPr/>
          </p:nvSpPr>
          <p:spPr>
            <a:xfrm>
              <a:off x="7682662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37"/>
            <p:cNvSpPr/>
            <p:nvPr/>
          </p:nvSpPr>
          <p:spPr>
            <a:xfrm>
              <a:off x="8770578" y="3724083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59"/>
                  </a:moveTo>
                  <a:lnTo>
                    <a:pt x="6992" y="16201"/>
                  </a:lnTo>
                  <a:lnTo>
                    <a:pt x="1" y="12128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37"/>
            <p:cNvSpPr/>
            <p:nvPr/>
          </p:nvSpPr>
          <p:spPr>
            <a:xfrm>
              <a:off x="8988751" y="41018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9"/>
                  </a:moveTo>
                  <a:lnTo>
                    <a:pt x="6991" y="16141"/>
                  </a:lnTo>
                  <a:lnTo>
                    <a:pt x="0" y="12129"/>
                  </a:lnTo>
                  <a:lnTo>
                    <a:pt x="0" y="4043"/>
                  </a:lnTo>
                  <a:lnTo>
                    <a:pt x="6991" y="1"/>
                  </a:lnTo>
                  <a:lnTo>
                    <a:pt x="13982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37"/>
            <p:cNvSpPr/>
            <p:nvPr/>
          </p:nvSpPr>
          <p:spPr>
            <a:xfrm>
              <a:off x="7247278" y="3347266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37"/>
            <p:cNvSpPr/>
            <p:nvPr/>
          </p:nvSpPr>
          <p:spPr>
            <a:xfrm>
              <a:off x="8117083" y="3347266"/>
              <a:ext cx="436316" cy="503396"/>
            </a:xfrm>
            <a:custGeom>
              <a:avLst/>
              <a:gdLst/>
              <a:ahLst/>
              <a:cxnLst/>
              <a:rect l="l" t="t" r="r" b="b"/>
              <a:pathLst>
                <a:path w="14043" h="16202" extrusionOk="0">
                  <a:moveTo>
                    <a:pt x="14043" y="12129"/>
                  </a:moveTo>
                  <a:lnTo>
                    <a:pt x="7052" y="16202"/>
                  </a:lnTo>
                  <a:lnTo>
                    <a:pt x="0" y="12129"/>
                  </a:lnTo>
                  <a:lnTo>
                    <a:pt x="0" y="4074"/>
                  </a:lnTo>
                  <a:lnTo>
                    <a:pt x="7052" y="1"/>
                  </a:lnTo>
                  <a:lnTo>
                    <a:pt x="14043" y="4074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37"/>
            <p:cNvSpPr/>
            <p:nvPr/>
          </p:nvSpPr>
          <p:spPr>
            <a:xfrm>
              <a:off x="8117083" y="2594595"/>
              <a:ext cx="436316" cy="501501"/>
            </a:xfrm>
            <a:custGeom>
              <a:avLst/>
              <a:gdLst/>
              <a:ahLst/>
              <a:cxnLst/>
              <a:rect l="l" t="t" r="r" b="b"/>
              <a:pathLst>
                <a:path w="14043" h="16141" extrusionOk="0">
                  <a:moveTo>
                    <a:pt x="14043" y="12128"/>
                  </a:moveTo>
                  <a:lnTo>
                    <a:pt x="7052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7052" y="0"/>
                  </a:lnTo>
                  <a:lnTo>
                    <a:pt x="14043" y="401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37"/>
            <p:cNvSpPr/>
            <p:nvPr/>
          </p:nvSpPr>
          <p:spPr>
            <a:xfrm>
              <a:off x="8336157" y="2971412"/>
              <a:ext cx="434452" cy="502433"/>
            </a:xfrm>
            <a:custGeom>
              <a:avLst/>
              <a:gdLst/>
              <a:ahLst/>
              <a:cxnLst/>
              <a:rect l="l" t="t" r="r" b="b"/>
              <a:pathLst>
                <a:path w="13983" h="16171" extrusionOk="0">
                  <a:moveTo>
                    <a:pt x="6992" y="0"/>
                  </a:moveTo>
                  <a:lnTo>
                    <a:pt x="1" y="4012"/>
                  </a:lnTo>
                  <a:lnTo>
                    <a:pt x="1" y="12098"/>
                  </a:lnTo>
                  <a:lnTo>
                    <a:pt x="6992" y="16171"/>
                  </a:lnTo>
                  <a:lnTo>
                    <a:pt x="13983" y="12098"/>
                  </a:lnTo>
                  <a:lnTo>
                    <a:pt x="13983" y="404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37"/>
            <p:cNvSpPr/>
            <p:nvPr/>
          </p:nvSpPr>
          <p:spPr>
            <a:xfrm>
              <a:off x="8770578" y="2971412"/>
              <a:ext cx="435415" cy="502433"/>
            </a:xfrm>
            <a:custGeom>
              <a:avLst/>
              <a:gdLst/>
              <a:ahLst/>
              <a:cxnLst/>
              <a:rect l="l" t="t" r="r" b="b"/>
              <a:pathLst>
                <a:path w="14014" h="16171" extrusionOk="0">
                  <a:moveTo>
                    <a:pt x="14013" y="12098"/>
                  </a:moveTo>
                  <a:lnTo>
                    <a:pt x="6992" y="16171"/>
                  </a:lnTo>
                  <a:lnTo>
                    <a:pt x="1" y="12098"/>
                  </a:lnTo>
                  <a:lnTo>
                    <a:pt x="1" y="4012"/>
                  </a:lnTo>
                  <a:lnTo>
                    <a:pt x="7022" y="0"/>
                  </a:lnTo>
                  <a:lnTo>
                    <a:pt x="14013" y="4043"/>
                  </a:lnTo>
                  <a:close/>
                </a:path>
              </a:pathLst>
            </a:custGeom>
            <a:solidFill>
              <a:srgbClr val="DDF4F7">
                <a:alpha val="791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37"/>
            <p:cNvSpPr/>
            <p:nvPr/>
          </p:nvSpPr>
          <p:spPr>
            <a:xfrm>
              <a:off x="8988751" y="334726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6991" y="1"/>
                  </a:moveTo>
                  <a:lnTo>
                    <a:pt x="0" y="4074"/>
                  </a:lnTo>
                  <a:lnTo>
                    <a:pt x="0" y="12129"/>
                  </a:lnTo>
                  <a:lnTo>
                    <a:pt x="6991" y="16202"/>
                  </a:lnTo>
                  <a:lnTo>
                    <a:pt x="13982" y="12129"/>
                  </a:lnTo>
                  <a:lnTo>
                    <a:pt x="13982" y="4074"/>
                  </a:lnTo>
                  <a:lnTo>
                    <a:pt x="6991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37"/>
            <p:cNvSpPr/>
            <p:nvPr/>
          </p:nvSpPr>
          <p:spPr>
            <a:xfrm>
              <a:off x="8988751" y="2594595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2" y="12128"/>
                  </a:moveTo>
                  <a:lnTo>
                    <a:pt x="6991" y="16140"/>
                  </a:lnTo>
                  <a:lnTo>
                    <a:pt x="0" y="12128"/>
                  </a:lnTo>
                  <a:lnTo>
                    <a:pt x="0" y="4013"/>
                  </a:lnTo>
                  <a:lnTo>
                    <a:pt x="6991" y="0"/>
                  </a:lnTo>
                  <a:lnTo>
                    <a:pt x="13982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37"/>
            <p:cNvSpPr/>
            <p:nvPr/>
          </p:nvSpPr>
          <p:spPr>
            <a:xfrm>
              <a:off x="5724910" y="4478649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702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4013" y="12128"/>
                  </a:lnTo>
                  <a:lnTo>
                    <a:pt x="14013" y="4013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0" name="Google Shape;2920;p37"/>
          <p:cNvGrpSpPr/>
          <p:nvPr/>
        </p:nvGrpSpPr>
        <p:grpSpPr>
          <a:xfrm rot="10800000" flipH="1">
            <a:off x="7024689" y="172187"/>
            <a:ext cx="1038857" cy="1038888"/>
            <a:chOff x="5881689" y="3300040"/>
            <a:chExt cx="1038857" cy="1038888"/>
          </a:xfrm>
        </p:grpSpPr>
        <p:sp>
          <p:nvSpPr>
            <p:cNvPr id="2921" name="Google Shape;2921;p37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22" name="Google Shape;2922;p37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2923" name="Google Shape;2923;p37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37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37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37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37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37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Google Shape;2929;p37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Google Shape;2930;p37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Google Shape;2931;p37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Google Shape;2932;p37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Google Shape;2933;p37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Google Shape;2934;p37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Google Shape;2935;p37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Google Shape;2936;p37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Google Shape;2937;p37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38" name="Google Shape;2938;p37"/>
          <p:cNvGrpSpPr/>
          <p:nvPr/>
        </p:nvGrpSpPr>
        <p:grpSpPr>
          <a:xfrm rot="10800000" flipH="1">
            <a:off x="7965842" y="-734012"/>
            <a:ext cx="1038857" cy="1039820"/>
            <a:chOff x="7203842" y="4586307"/>
            <a:chExt cx="1038857" cy="1039820"/>
          </a:xfrm>
        </p:grpSpPr>
        <p:sp>
          <p:nvSpPr>
            <p:cNvPr id="2939" name="Google Shape;2939;p37"/>
            <p:cNvSpPr/>
            <p:nvPr/>
          </p:nvSpPr>
          <p:spPr>
            <a:xfrm>
              <a:off x="7203842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86"/>
                    <a:pt x="335" y="1521"/>
                    <a:pt x="760" y="1521"/>
                  </a:cubicBezTo>
                  <a:cubicBezTo>
                    <a:pt x="1186" y="1521"/>
                    <a:pt x="1520" y="118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37"/>
            <p:cNvSpPr/>
            <p:nvPr/>
          </p:nvSpPr>
          <p:spPr>
            <a:xfrm>
              <a:off x="7366276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37"/>
            <p:cNvSpPr/>
            <p:nvPr/>
          </p:nvSpPr>
          <p:spPr>
            <a:xfrm>
              <a:off x="7531537" y="4751816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37"/>
            <p:cNvSpPr/>
            <p:nvPr/>
          </p:nvSpPr>
          <p:spPr>
            <a:xfrm>
              <a:off x="7699657" y="4586307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1"/>
                  </a:moveTo>
                  <a:cubicBezTo>
                    <a:pt x="335" y="1"/>
                    <a:pt x="0" y="335"/>
                    <a:pt x="0" y="761"/>
                  </a:cubicBezTo>
                  <a:cubicBezTo>
                    <a:pt x="0" y="1156"/>
                    <a:pt x="335" y="1520"/>
                    <a:pt x="760" y="1520"/>
                  </a:cubicBezTo>
                  <a:cubicBezTo>
                    <a:pt x="1186" y="1520"/>
                    <a:pt x="1520" y="1156"/>
                    <a:pt x="1520" y="761"/>
                  </a:cubicBezTo>
                  <a:cubicBezTo>
                    <a:pt x="1520" y="335"/>
                    <a:pt x="1186" y="1"/>
                    <a:pt x="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37"/>
            <p:cNvSpPr/>
            <p:nvPr/>
          </p:nvSpPr>
          <p:spPr>
            <a:xfrm>
              <a:off x="7531537" y="508233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1" y="1"/>
                    <a:pt x="441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37"/>
            <p:cNvSpPr/>
            <p:nvPr/>
          </p:nvSpPr>
          <p:spPr>
            <a:xfrm>
              <a:off x="7696799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1"/>
                  </a:moveTo>
                  <a:cubicBezTo>
                    <a:pt x="632" y="1"/>
                    <a:pt x="442" y="69"/>
                    <a:pt x="305" y="206"/>
                  </a:cubicBezTo>
                  <a:cubicBezTo>
                    <a:pt x="1" y="510"/>
                    <a:pt x="1" y="966"/>
                    <a:pt x="305" y="1270"/>
                  </a:cubicBezTo>
                  <a:cubicBezTo>
                    <a:pt x="457" y="1422"/>
                    <a:pt x="647" y="1498"/>
                    <a:pt x="837" y="1498"/>
                  </a:cubicBezTo>
                  <a:cubicBezTo>
                    <a:pt x="1027" y="1498"/>
                    <a:pt x="1217" y="1422"/>
                    <a:pt x="1369" y="1270"/>
                  </a:cubicBezTo>
                  <a:cubicBezTo>
                    <a:pt x="1673" y="966"/>
                    <a:pt x="1673" y="510"/>
                    <a:pt x="1369" y="206"/>
                  </a:cubicBezTo>
                  <a:cubicBezTo>
                    <a:pt x="1217" y="69"/>
                    <a:pt x="1019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37"/>
            <p:cNvSpPr/>
            <p:nvPr/>
          </p:nvSpPr>
          <p:spPr>
            <a:xfrm>
              <a:off x="7862091" y="4751816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37"/>
            <p:cNvSpPr/>
            <p:nvPr/>
          </p:nvSpPr>
          <p:spPr>
            <a:xfrm>
              <a:off x="7696799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25" y="0"/>
                  </a:moveTo>
                  <a:cubicBezTo>
                    <a:pt x="632" y="0"/>
                    <a:pt x="442" y="69"/>
                    <a:pt x="305" y="205"/>
                  </a:cubicBezTo>
                  <a:cubicBezTo>
                    <a:pt x="1" y="509"/>
                    <a:pt x="1" y="965"/>
                    <a:pt x="305" y="1269"/>
                  </a:cubicBezTo>
                  <a:cubicBezTo>
                    <a:pt x="457" y="1421"/>
                    <a:pt x="647" y="1497"/>
                    <a:pt x="837" y="1497"/>
                  </a:cubicBezTo>
                  <a:cubicBezTo>
                    <a:pt x="1027" y="1497"/>
                    <a:pt x="1217" y="1421"/>
                    <a:pt x="1369" y="1269"/>
                  </a:cubicBezTo>
                  <a:cubicBezTo>
                    <a:pt x="1673" y="965"/>
                    <a:pt x="1673" y="509"/>
                    <a:pt x="1369" y="205"/>
                  </a:cubicBezTo>
                  <a:cubicBezTo>
                    <a:pt x="1217" y="69"/>
                    <a:pt x="1019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37"/>
            <p:cNvSpPr/>
            <p:nvPr/>
          </p:nvSpPr>
          <p:spPr>
            <a:xfrm>
              <a:off x="7862091" y="5082339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37"/>
            <p:cNvSpPr/>
            <p:nvPr/>
          </p:nvSpPr>
          <p:spPr>
            <a:xfrm>
              <a:off x="8027352" y="4917078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69"/>
                    <a:pt x="304" y="206"/>
                  </a:cubicBezTo>
                  <a:cubicBezTo>
                    <a:pt x="0" y="510"/>
                    <a:pt x="0" y="966"/>
                    <a:pt x="304" y="1270"/>
                  </a:cubicBezTo>
                  <a:cubicBezTo>
                    <a:pt x="456" y="1422"/>
                    <a:pt x="646" y="1498"/>
                    <a:pt x="836" y="1498"/>
                  </a:cubicBezTo>
                  <a:cubicBezTo>
                    <a:pt x="1026" y="1498"/>
                    <a:pt x="1216" y="1422"/>
                    <a:pt x="1368" y="1270"/>
                  </a:cubicBezTo>
                  <a:cubicBezTo>
                    <a:pt x="1672" y="966"/>
                    <a:pt x="1672" y="510"/>
                    <a:pt x="1368" y="206"/>
                  </a:cubicBezTo>
                  <a:cubicBezTo>
                    <a:pt x="1216" y="69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37"/>
            <p:cNvSpPr/>
            <p:nvPr/>
          </p:nvSpPr>
          <p:spPr>
            <a:xfrm>
              <a:off x="7862091" y="5412893"/>
              <a:ext cx="51949" cy="46543"/>
            </a:xfrm>
            <a:custGeom>
              <a:avLst/>
              <a:gdLst/>
              <a:ahLst/>
              <a:cxnLst/>
              <a:rect l="l" t="t" r="r" b="b"/>
              <a:pathLst>
                <a:path w="1672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6"/>
                  </a:cubicBezTo>
                  <a:cubicBezTo>
                    <a:pt x="0" y="510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10"/>
                    <a:pt x="1368" y="206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37"/>
            <p:cNvSpPr/>
            <p:nvPr/>
          </p:nvSpPr>
          <p:spPr>
            <a:xfrm>
              <a:off x="8027352" y="5247632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0"/>
                  </a:moveTo>
                  <a:cubicBezTo>
                    <a:pt x="646" y="0"/>
                    <a:pt x="456" y="69"/>
                    <a:pt x="304" y="205"/>
                  </a:cubicBezTo>
                  <a:cubicBezTo>
                    <a:pt x="0" y="509"/>
                    <a:pt x="0" y="965"/>
                    <a:pt x="304" y="1269"/>
                  </a:cubicBezTo>
                  <a:cubicBezTo>
                    <a:pt x="456" y="1421"/>
                    <a:pt x="646" y="1497"/>
                    <a:pt x="836" y="1497"/>
                  </a:cubicBezTo>
                  <a:cubicBezTo>
                    <a:pt x="1026" y="1497"/>
                    <a:pt x="1216" y="1421"/>
                    <a:pt x="1368" y="1269"/>
                  </a:cubicBezTo>
                  <a:cubicBezTo>
                    <a:pt x="1672" y="965"/>
                    <a:pt x="1672" y="509"/>
                    <a:pt x="1368" y="205"/>
                  </a:cubicBezTo>
                  <a:cubicBezTo>
                    <a:pt x="1216" y="69"/>
                    <a:pt x="1026" y="0"/>
                    <a:pt x="8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37"/>
            <p:cNvSpPr/>
            <p:nvPr/>
          </p:nvSpPr>
          <p:spPr>
            <a:xfrm>
              <a:off x="8195441" y="5083054"/>
              <a:ext cx="47257" cy="47257"/>
            </a:xfrm>
            <a:custGeom>
              <a:avLst/>
              <a:gdLst/>
              <a:ahLst/>
              <a:cxnLst/>
              <a:rect l="l" t="t" r="r" b="b"/>
              <a:pathLst>
                <a:path w="1521" h="1521" extrusionOk="0">
                  <a:moveTo>
                    <a:pt x="761" y="1"/>
                  </a:moveTo>
                  <a:cubicBezTo>
                    <a:pt x="335" y="1"/>
                    <a:pt x="1" y="335"/>
                    <a:pt x="1" y="761"/>
                  </a:cubicBezTo>
                  <a:cubicBezTo>
                    <a:pt x="1" y="1186"/>
                    <a:pt x="335" y="1521"/>
                    <a:pt x="761" y="1521"/>
                  </a:cubicBezTo>
                  <a:cubicBezTo>
                    <a:pt x="1186" y="1521"/>
                    <a:pt x="1521" y="1186"/>
                    <a:pt x="1521" y="761"/>
                  </a:cubicBezTo>
                  <a:cubicBezTo>
                    <a:pt x="1521" y="335"/>
                    <a:pt x="1186" y="1"/>
                    <a:pt x="7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37"/>
            <p:cNvSpPr/>
            <p:nvPr/>
          </p:nvSpPr>
          <p:spPr>
            <a:xfrm>
              <a:off x="7366276" y="5247849"/>
              <a:ext cx="51980" cy="46543"/>
            </a:xfrm>
            <a:custGeom>
              <a:avLst/>
              <a:gdLst/>
              <a:ahLst/>
              <a:cxnLst/>
              <a:rect l="l" t="t" r="r" b="b"/>
              <a:pathLst>
                <a:path w="1673" h="1498" extrusionOk="0">
                  <a:moveTo>
                    <a:pt x="836" y="1"/>
                  </a:moveTo>
                  <a:cubicBezTo>
                    <a:pt x="646" y="1"/>
                    <a:pt x="456" y="77"/>
                    <a:pt x="304" y="229"/>
                  </a:cubicBezTo>
                  <a:cubicBezTo>
                    <a:pt x="0" y="533"/>
                    <a:pt x="0" y="989"/>
                    <a:pt x="304" y="1293"/>
                  </a:cubicBezTo>
                  <a:cubicBezTo>
                    <a:pt x="441" y="1429"/>
                    <a:pt x="631" y="1498"/>
                    <a:pt x="825" y="1498"/>
                  </a:cubicBezTo>
                  <a:cubicBezTo>
                    <a:pt x="1019" y="1498"/>
                    <a:pt x="1216" y="1429"/>
                    <a:pt x="1368" y="1293"/>
                  </a:cubicBezTo>
                  <a:cubicBezTo>
                    <a:pt x="1672" y="989"/>
                    <a:pt x="1672" y="533"/>
                    <a:pt x="1368" y="229"/>
                  </a:cubicBezTo>
                  <a:cubicBezTo>
                    <a:pt x="1216" y="77"/>
                    <a:pt x="1026" y="1"/>
                    <a:pt x="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37"/>
            <p:cNvSpPr/>
            <p:nvPr/>
          </p:nvSpPr>
          <p:spPr>
            <a:xfrm>
              <a:off x="7531537" y="5413141"/>
              <a:ext cx="51980" cy="47226"/>
            </a:xfrm>
            <a:custGeom>
              <a:avLst/>
              <a:gdLst/>
              <a:ahLst/>
              <a:cxnLst/>
              <a:rect l="l" t="t" r="r" b="b"/>
              <a:pathLst>
                <a:path w="1673" h="1520" extrusionOk="0">
                  <a:moveTo>
                    <a:pt x="837" y="0"/>
                  </a:moveTo>
                  <a:cubicBezTo>
                    <a:pt x="647" y="0"/>
                    <a:pt x="457" y="76"/>
                    <a:pt x="305" y="228"/>
                  </a:cubicBezTo>
                  <a:cubicBezTo>
                    <a:pt x="1" y="532"/>
                    <a:pt x="1" y="988"/>
                    <a:pt x="305" y="1292"/>
                  </a:cubicBezTo>
                  <a:cubicBezTo>
                    <a:pt x="441" y="1444"/>
                    <a:pt x="631" y="1520"/>
                    <a:pt x="825" y="1520"/>
                  </a:cubicBezTo>
                  <a:cubicBezTo>
                    <a:pt x="1019" y="1520"/>
                    <a:pt x="1217" y="1444"/>
                    <a:pt x="1369" y="1292"/>
                  </a:cubicBezTo>
                  <a:cubicBezTo>
                    <a:pt x="1673" y="988"/>
                    <a:pt x="1673" y="532"/>
                    <a:pt x="1369" y="228"/>
                  </a:cubicBezTo>
                  <a:cubicBezTo>
                    <a:pt x="1217" y="76"/>
                    <a:pt x="1027" y="0"/>
                    <a:pt x="83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37"/>
            <p:cNvSpPr/>
            <p:nvPr/>
          </p:nvSpPr>
          <p:spPr>
            <a:xfrm>
              <a:off x="7699657" y="5578869"/>
              <a:ext cx="47226" cy="47257"/>
            </a:xfrm>
            <a:custGeom>
              <a:avLst/>
              <a:gdLst/>
              <a:ahLst/>
              <a:cxnLst/>
              <a:rect l="l" t="t" r="r" b="b"/>
              <a:pathLst>
                <a:path w="1520" h="1521" extrusionOk="0">
                  <a:moveTo>
                    <a:pt x="760" y="0"/>
                  </a:moveTo>
                  <a:cubicBezTo>
                    <a:pt x="335" y="0"/>
                    <a:pt x="0" y="335"/>
                    <a:pt x="0" y="760"/>
                  </a:cubicBezTo>
                  <a:cubicBezTo>
                    <a:pt x="0" y="1186"/>
                    <a:pt x="335" y="1520"/>
                    <a:pt x="760" y="1520"/>
                  </a:cubicBezTo>
                  <a:cubicBezTo>
                    <a:pt x="1186" y="1520"/>
                    <a:pt x="1520" y="1186"/>
                    <a:pt x="1520" y="760"/>
                  </a:cubicBezTo>
                  <a:cubicBezTo>
                    <a:pt x="1520" y="335"/>
                    <a:pt x="1186" y="0"/>
                    <a:pt x="7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6">
    <p:spTree>
      <p:nvGrpSpPr>
        <p:cNvPr id="1" name="Shape 3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2" name="Google Shape;3062;p39"/>
          <p:cNvSpPr txBox="1">
            <a:spLocks noGrp="1"/>
          </p:cNvSpPr>
          <p:nvPr>
            <p:ph type="subTitle" idx="1"/>
          </p:nvPr>
        </p:nvSpPr>
        <p:spPr>
          <a:xfrm>
            <a:off x="3459150" y="1747652"/>
            <a:ext cx="22257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3063" name="Google Shape;3063;p39"/>
          <p:cNvSpPr txBox="1">
            <a:spLocks noGrp="1"/>
          </p:cNvSpPr>
          <p:nvPr>
            <p:ph type="subTitle" idx="2"/>
          </p:nvPr>
        </p:nvSpPr>
        <p:spPr>
          <a:xfrm>
            <a:off x="3373200" y="2023006"/>
            <a:ext cx="23976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64" name="Google Shape;3064;p39"/>
          <p:cNvSpPr txBox="1">
            <a:spLocks noGrp="1"/>
          </p:cNvSpPr>
          <p:nvPr>
            <p:ph type="subTitle" idx="3"/>
          </p:nvPr>
        </p:nvSpPr>
        <p:spPr>
          <a:xfrm>
            <a:off x="6110910" y="1747652"/>
            <a:ext cx="22257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3065" name="Google Shape;3065;p39"/>
          <p:cNvSpPr txBox="1">
            <a:spLocks noGrp="1"/>
          </p:cNvSpPr>
          <p:nvPr>
            <p:ph type="subTitle" idx="4"/>
          </p:nvPr>
        </p:nvSpPr>
        <p:spPr>
          <a:xfrm>
            <a:off x="6026400" y="2023006"/>
            <a:ext cx="23976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66" name="Google Shape;3066;p39"/>
          <p:cNvSpPr txBox="1">
            <a:spLocks noGrp="1"/>
          </p:cNvSpPr>
          <p:nvPr>
            <p:ph type="subTitle" idx="5"/>
          </p:nvPr>
        </p:nvSpPr>
        <p:spPr>
          <a:xfrm>
            <a:off x="807390" y="1747682"/>
            <a:ext cx="22257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3067" name="Google Shape;3067;p39"/>
          <p:cNvSpPr txBox="1">
            <a:spLocks noGrp="1"/>
          </p:cNvSpPr>
          <p:nvPr>
            <p:ph type="subTitle" idx="6"/>
          </p:nvPr>
        </p:nvSpPr>
        <p:spPr>
          <a:xfrm>
            <a:off x="720000" y="2022996"/>
            <a:ext cx="23976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68" name="Google Shape;3068;p39"/>
          <p:cNvSpPr txBox="1">
            <a:spLocks noGrp="1"/>
          </p:cNvSpPr>
          <p:nvPr>
            <p:ph type="subTitle" idx="7"/>
          </p:nvPr>
        </p:nvSpPr>
        <p:spPr>
          <a:xfrm>
            <a:off x="3459150" y="3367119"/>
            <a:ext cx="22257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3069" name="Google Shape;3069;p39"/>
          <p:cNvSpPr txBox="1">
            <a:spLocks noGrp="1"/>
          </p:cNvSpPr>
          <p:nvPr>
            <p:ph type="subTitle" idx="8"/>
          </p:nvPr>
        </p:nvSpPr>
        <p:spPr>
          <a:xfrm>
            <a:off x="3373200" y="3645371"/>
            <a:ext cx="23976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70" name="Google Shape;3070;p39"/>
          <p:cNvSpPr txBox="1">
            <a:spLocks noGrp="1"/>
          </p:cNvSpPr>
          <p:nvPr>
            <p:ph type="subTitle" idx="9"/>
          </p:nvPr>
        </p:nvSpPr>
        <p:spPr>
          <a:xfrm>
            <a:off x="6110910" y="3367119"/>
            <a:ext cx="22257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3071" name="Google Shape;3071;p39"/>
          <p:cNvSpPr txBox="1">
            <a:spLocks noGrp="1"/>
          </p:cNvSpPr>
          <p:nvPr>
            <p:ph type="subTitle" idx="13"/>
          </p:nvPr>
        </p:nvSpPr>
        <p:spPr>
          <a:xfrm>
            <a:off x="6026400" y="3645371"/>
            <a:ext cx="23976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72" name="Google Shape;3072;p39"/>
          <p:cNvSpPr txBox="1">
            <a:spLocks noGrp="1"/>
          </p:cNvSpPr>
          <p:nvPr>
            <p:ph type="subTitle" idx="14"/>
          </p:nvPr>
        </p:nvSpPr>
        <p:spPr>
          <a:xfrm>
            <a:off x="807390" y="3367099"/>
            <a:ext cx="22257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tamaran Black"/>
              <a:buNone/>
              <a:defRPr sz="2000">
                <a:latin typeface="Catamaran Black"/>
                <a:ea typeface="Catamaran Black"/>
                <a:cs typeface="Catamaran Black"/>
                <a:sym typeface="Catamaran Black"/>
              </a:defRPr>
            </a:lvl9pPr>
          </a:lstStyle>
          <a:p>
            <a:endParaRPr/>
          </a:p>
        </p:txBody>
      </p:sp>
      <p:sp>
        <p:nvSpPr>
          <p:cNvPr id="3073" name="Google Shape;3073;p39"/>
          <p:cNvSpPr txBox="1">
            <a:spLocks noGrp="1"/>
          </p:cNvSpPr>
          <p:nvPr>
            <p:ph type="subTitle" idx="15"/>
          </p:nvPr>
        </p:nvSpPr>
        <p:spPr>
          <a:xfrm>
            <a:off x="720000" y="3645361"/>
            <a:ext cx="2397600" cy="7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74" name="Google Shape;3074;p39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075" name="Google Shape;3075;p39"/>
          <p:cNvGrpSpPr/>
          <p:nvPr/>
        </p:nvGrpSpPr>
        <p:grpSpPr>
          <a:xfrm rot="10800000" flipH="1">
            <a:off x="7609414" y="-135712"/>
            <a:ext cx="1038857" cy="1038888"/>
            <a:chOff x="5881689" y="3300040"/>
            <a:chExt cx="1038857" cy="1038888"/>
          </a:xfrm>
        </p:grpSpPr>
        <p:sp>
          <p:nvSpPr>
            <p:cNvPr id="3076" name="Google Shape;3076;p39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77" name="Google Shape;3077;p39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3078" name="Google Shape;3078;p39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Google Shape;3079;p39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Google Shape;3080;p39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Google Shape;3081;p39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Google Shape;3082;p39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Google Shape;3083;p39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Google Shape;3084;p39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39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39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39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39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39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39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39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39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93" name="Google Shape;3093;p39"/>
          <p:cNvGrpSpPr/>
          <p:nvPr/>
        </p:nvGrpSpPr>
        <p:grpSpPr>
          <a:xfrm>
            <a:off x="6364688" y="-478120"/>
            <a:ext cx="3262940" cy="2478716"/>
            <a:chOff x="6364688" y="-473685"/>
            <a:chExt cx="3262940" cy="2478716"/>
          </a:xfrm>
        </p:grpSpPr>
        <p:sp>
          <p:nvSpPr>
            <p:cNvPr id="3094" name="Google Shape;3094;p39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39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39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39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39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39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39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39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39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39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39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39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39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8">
    <p:spTree>
      <p:nvGrpSpPr>
        <p:cNvPr id="1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41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246" name="Google Shape;3246;p41"/>
          <p:cNvGrpSpPr/>
          <p:nvPr/>
        </p:nvGrpSpPr>
        <p:grpSpPr>
          <a:xfrm>
            <a:off x="7609414" y="4240325"/>
            <a:ext cx="1038857" cy="1038888"/>
            <a:chOff x="5881689" y="3300040"/>
            <a:chExt cx="1038857" cy="1038888"/>
          </a:xfrm>
        </p:grpSpPr>
        <p:sp>
          <p:nvSpPr>
            <p:cNvPr id="3247" name="Google Shape;3247;p41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48" name="Google Shape;3248;p41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3249" name="Google Shape;3249;p41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41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41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41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41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41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41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41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41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8" name="Google Shape;3258;p41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9" name="Google Shape;3259;p41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41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41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41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41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64" name="Google Shape;3264;p41"/>
          <p:cNvGrpSpPr/>
          <p:nvPr/>
        </p:nvGrpSpPr>
        <p:grpSpPr>
          <a:xfrm rot="10800000" flipH="1">
            <a:off x="6364688" y="3142904"/>
            <a:ext cx="3262940" cy="2478716"/>
            <a:chOff x="6364688" y="-473685"/>
            <a:chExt cx="3262940" cy="2478716"/>
          </a:xfrm>
        </p:grpSpPr>
        <p:sp>
          <p:nvSpPr>
            <p:cNvPr id="3265" name="Google Shape;3265;p41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41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41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41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41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41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41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41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41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41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41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41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41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8_1">
    <p:spTree>
      <p:nvGrpSpPr>
        <p:cNvPr id="1" name="Shape 3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9" name="Google Shape;3279;p42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3280" name="Google Shape;3280;p42"/>
          <p:cNvGrpSpPr/>
          <p:nvPr/>
        </p:nvGrpSpPr>
        <p:grpSpPr>
          <a:xfrm flipH="1">
            <a:off x="500031" y="4240325"/>
            <a:ext cx="1038857" cy="1038888"/>
            <a:chOff x="5881689" y="3300040"/>
            <a:chExt cx="1038857" cy="1038888"/>
          </a:xfrm>
        </p:grpSpPr>
        <p:sp>
          <p:nvSpPr>
            <p:cNvPr id="3281" name="Google Shape;3281;p42"/>
            <p:cNvSpPr/>
            <p:nvPr/>
          </p:nvSpPr>
          <p:spPr>
            <a:xfrm>
              <a:off x="6209385" y="3796321"/>
              <a:ext cx="51980" cy="47257"/>
            </a:xfrm>
            <a:custGeom>
              <a:avLst/>
              <a:gdLst/>
              <a:ahLst/>
              <a:cxnLst/>
              <a:rect l="l" t="t" r="r" b="b"/>
              <a:pathLst>
                <a:path w="1673" h="1521" extrusionOk="0">
                  <a:moveTo>
                    <a:pt x="837" y="1"/>
                  </a:moveTo>
                  <a:cubicBezTo>
                    <a:pt x="647" y="1"/>
                    <a:pt x="457" y="77"/>
                    <a:pt x="305" y="229"/>
                  </a:cubicBezTo>
                  <a:cubicBezTo>
                    <a:pt x="1" y="533"/>
                    <a:pt x="1" y="989"/>
                    <a:pt x="305" y="1293"/>
                  </a:cubicBezTo>
                  <a:cubicBezTo>
                    <a:pt x="457" y="1445"/>
                    <a:pt x="647" y="1521"/>
                    <a:pt x="837" y="1521"/>
                  </a:cubicBezTo>
                  <a:cubicBezTo>
                    <a:pt x="1027" y="1521"/>
                    <a:pt x="1217" y="1445"/>
                    <a:pt x="1369" y="1293"/>
                  </a:cubicBezTo>
                  <a:cubicBezTo>
                    <a:pt x="1673" y="989"/>
                    <a:pt x="1673" y="533"/>
                    <a:pt x="1369" y="229"/>
                  </a:cubicBezTo>
                  <a:cubicBezTo>
                    <a:pt x="1217" y="77"/>
                    <a:pt x="1027" y="1"/>
                    <a:pt x="8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82" name="Google Shape;3282;p42"/>
            <p:cNvGrpSpPr/>
            <p:nvPr/>
          </p:nvGrpSpPr>
          <p:grpSpPr>
            <a:xfrm>
              <a:off x="5881689" y="3300040"/>
              <a:ext cx="1038857" cy="1038888"/>
              <a:chOff x="5881689" y="3300040"/>
              <a:chExt cx="1038857" cy="1038888"/>
            </a:xfrm>
          </p:grpSpPr>
          <p:sp>
            <p:nvSpPr>
              <p:cNvPr id="3283" name="Google Shape;3283;p42"/>
              <p:cNvSpPr/>
              <p:nvPr/>
            </p:nvSpPr>
            <p:spPr>
              <a:xfrm>
                <a:off x="5881689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42"/>
              <p:cNvSpPr/>
              <p:nvPr/>
            </p:nvSpPr>
            <p:spPr>
              <a:xfrm>
                <a:off x="6044123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42"/>
              <p:cNvSpPr/>
              <p:nvPr/>
            </p:nvSpPr>
            <p:spPr>
              <a:xfrm>
                <a:off x="6209385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42"/>
              <p:cNvSpPr/>
              <p:nvPr/>
            </p:nvSpPr>
            <p:spPr>
              <a:xfrm>
                <a:off x="6377504" y="330004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1"/>
                    </a:moveTo>
                    <a:cubicBezTo>
                      <a:pt x="335" y="1"/>
                      <a:pt x="0" y="335"/>
                      <a:pt x="0" y="761"/>
                    </a:cubicBezTo>
                    <a:cubicBezTo>
                      <a:pt x="0" y="1186"/>
                      <a:pt x="335" y="1521"/>
                      <a:pt x="760" y="1521"/>
                    </a:cubicBezTo>
                    <a:cubicBezTo>
                      <a:pt x="1186" y="1521"/>
                      <a:pt x="1520" y="1186"/>
                      <a:pt x="1520" y="761"/>
                    </a:cubicBezTo>
                    <a:cubicBezTo>
                      <a:pt x="1520" y="335"/>
                      <a:pt x="1186" y="1"/>
                      <a:pt x="76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42"/>
              <p:cNvSpPr/>
              <p:nvPr/>
            </p:nvSpPr>
            <p:spPr>
              <a:xfrm>
                <a:off x="6374677" y="3631059"/>
                <a:ext cx="51949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42"/>
              <p:cNvSpPr/>
              <p:nvPr/>
            </p:nvSpPr>
            <p:spPr>
              <a:xfrm>
                <a:off x="6539938" y="3465798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42"/>
              <p:cNvSpPr/>
              <p:nvPr/>
            </p:nvSpPr>
            <p:spPr>
              <a:xfrm>
                <a:off x="6374677" y="3961613"/>
                <a:ext cx="51949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2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42"/>
              <p:cNvSpPr/>
              <p:nvPr/>
            </p:nvSpPr>
            <p:spPr>
              <a:xfrm>
                <a:off x="6539938" y="3796321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0" y="533"/>
                      <a:pt x="0" y="989"/>
                      <a:pt x="304" y="1293"/>
                    </a:cubicBezTo>
                    <a:cubicBezTo>
                      <a:pt x="456" y="1445"/>
                      <a:pt x="646" y="1521"/>
                      <a:pt x="836" y="1521"/>
                    </a:cubicBezTo>
                    <a:cubicBezTo>
                      <a:pt x="1026" y="1521"/>
                      <a:pt x="1216" y="1445"/>
                      <a:pt x="1368" y="1293"/>
                    </a:cubicBezTo>
                    <a:cubicBezTo>
                      <a:pt x="1672" y="989"/>
                      <a:pt x="1672" y="533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42"/>
              <p:cNvSpPr/>
              <p:nvPr/>
            </p:nvSpPr>
            <p:spPr>
              <a:xfrm>
                <a:off x="6705200" y="3631059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1"/>
                    </a:moveTo>
                    <a:cubicBezTo>
                      <a:pt x="646" y="1"/>
                      <a:pt x="456" y="77"/>
                      <a:pt x="304" y="229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9"/>
                    </a:cubicBezTo>
                    <a:cubicBezTo>
                      <a:pt x="1216" y="77"/>
                      <a:pt x="1026" y="1"/>
                      <a:pt x="83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42"/>
              <p:cNvSpPr/>
              <p:nvPr/>
            </p:nvSpPr>
            <p:spPr>
              <a:xfrm>
                <a:off x="6539938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0" y="532"/>
                      <a:pt x="0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42"/>
              <p:cNvSpPr/>
              <p:nvPr/>
            </p:nvSpPr>
            <p:spPr>
              <a:xfrm>
                <a:off x="6705200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42"/>
              <p:cNvSpPr/>
              <p:nvPr/>
            </p:nvSpPr>
            <p:spPr>
              <a:xfrm>
                <a:off x="6873288" y="3795855"/>
                <a:ext cx="47257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521" extrusionOk="0">
                    <a:moveTo>
                      <a:pt x="761" y="1"/>
                    </a:moveTo>
                    <a:cubicBezTo>
                      <a:pt x="335" y="1"/>
                      <a:pt x="1" y="335"/>
                      <a:pt x="1" y="760"/>
                    </a:cubicBezTo>
                    <a:cubicBezTo>
                      <a:pt x="1" y="1186"/>
                      <a:pt x="335" y="1520"/>
                      <a:pt x="761" y="1520"/>
                    </a:cubicBezTo>
                    <a:cubicBezTo>
                      <a:pt x="1186" y="1520"/>
                      <a:pt x="1521" y="1186"/>
                      <a:pt x="1521" y="760"/>
                    </a:cubicBezTo>
                    <a:cubicBezTo>
                      <a:pt x="1521" y="335"/>
                      <a:pt x="1186" y="1"/>
                      <a:pt x="76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42"/>
              <p:cNvSpPr/>
              <p:nvPr/>
            </p:nvSpPr>
            <p:spPr>
              <a:xfrm>
                <a:off x="6044123" y="3961613"/>
                <a:ext cx="51980" cy="47226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0" extrusionOk="0">
                    <a:moveTo>
                      <a:pt x="836" y="0"/>
                    </a:moveTo>
                    <a:cubicBezTo>
                      <a:pt x="646" y="0"/>
                      <a:pt x="456" y="76"/>
                      <a:pt x="304" y="228"/>
                    </a:cubicBezTo>
                    <a:cubicBezTo>
                      <a:pt x="1" y="532"/>
                      <a:pt x="1" y="988"/>
                      <a:pt x="304" y="1292"/>
                    </a:cubicBezTo>
                    <a:cubicBezTo>
                      <a:pt x="456" y="1444"/>
                      <a:pt x="646" y="1520"/>
                      <a:pt x="836" y="1520"/>
                    </a:cubicBezTo>
                    <a:cubicBezTo>
                      <a:pt x="1026" y="1520"/>
                      <a:pt x="1216" y="1444"/>
                      <a:pt x="1368" y="1292"/>
                    </a:cubicBezTo>
                    <a:cubicBezTo>
                      <a:pt x="1672" y="988"/>
                      <a:pt x="1672" y="532"/>
                      <a:pt x="1368" y="228"/>
                    </a:cubicBezTo>
                    <a:cubicBezTo>
                      <a:pt x="1216" y="76"/>
                      <a:pt x="1026" y="0"/>
                      <a:pt x="8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42"/>
              <p:cNvSpPr/>
              <p:nvPr/>
            </p:nvSpPr>
            <p:spPr>
              <a:xfrm>
                <a:off x="6209385" y="4126875"/>
                <a:ext cx="51980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673" h="1521" extrusionOk="0">
                    <a:moveTo>
                      <a:pt x="837" y="0"/>
                    </a:moveTo>
                    <a:cubicBezTo>
                      <a:pt x="647" y="0"/>
                      <a:pt x="457" y="76"/>
                      <a:pt x="305" y="228"/>
                    </a:cubicBezTo>
                    <a:cubicBezTo>
                      <a:pt x="1" y="532"/>
                      <a:pt x="1" y="988"/>
                      <a:pt x="305" y="1292"/>
                    </a:cubicBezTo>
                    <a:cubicBezTo>
                      <a:pt x="457" y="1444"/>
                      <a:pt x="647" y="1520"/>
                      <a:pt x="837" y="1520"/>
                    </a:cubicBezTo>
                    <a:cubicBezTo>
                      <a:pt x="1027" y="1520"/>
                      <a:pt x="1217" y="1444"/>
                      <a:pt x="1369" y="1292"/>
                    </a:cubicBezTo>
                    <a:cubicBezTo>
                      <a:pt x="1673" y="988"/>
                      <a:pt x="1673" y="532"/>
                      <a:pt x="1369" y="228"/>
                    </a:cubicBezTo>
                    <a:cubicBezTo>
                      <a:pt x="1217" y="76"/>
                      <a:pt x="1027" y="0"/>
                      <a:pt x="8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42"/>
              <p:cNvSpPr/>
              <p:nvPr/>
            </p:nvSpPr>
            <p:spPr>
              <a:xfrm>
                <a:off x="6377504" y="4291670"/>
                <a:ext cx="47226" cy="47257"/>
              </a:xfrm>
              <a:custGeom>
                <a:avLst/>
                <a:gdLst/>
                <a:ahLst/>
                <a:cxnLst/>
                <a:rect l="l" t="t" r="r" b="b"/>
                <a:pathLst>
                  <a:path w="1520" h="1521" extrusionOk="0">
                    <a:moveTo>
                      <a:pt x="760" y="0"/>
                    </a:moveTo>
                    <a:cubicBezTo>
                      <a:pt x="335" y="0"/>
                      <a:pt x="0" y="335"/>
                      <a:pt x="0" y="760"/>
                    </a:cubicBezTo>
                    <a:cubicBezTo>
                      <a:pt x="0" y="1186"/>
                      <a:pt x="335" y="1520"/>
                      <a:pt x="760" y="1520"/>
                    </a:cubicBezTo>
                    <a:cubicBezTo>
                      <a:pt x="1186" y="1520"/>
                      <a:pt x="1520" y="1186"/>
                      <a:pt x="1520" y="760"/>
                    </a:cubicBezTo>
                    <a:cubicBezTo>
                      <a:pt x="1520" y="335"/>
                      <a:pt x="1186" y="0"/>
                      <a:pt x="7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98" name="Google Shape;3298;p42"/>
          <p:cNvGrpSpPr/>
          <p:nvPr/>
        </p:nvGrpSpPr>
        <p:grpSpPr>
          <a:xfrm rot="10800000">
            <a:off x="-479326" y="3142904"/>
            <a:ext cx="3262940" cy="2478716"/>
            <a:chOff x="6364688" y="-473685"/>
            <a:chExt cx="3262940" cy="2478716"/>
          </a:xfrm>
        </p:grpSpPr>
        <p:sp>
          <p:nvSpPr>
            <p:cNvPr id="3299" name="Google Shape;3299;p42"/>
            <p:cNvSpPr/>
            <p:nvPr/>
          </p:nvSpPr>
          <p:spPr>
            <a:xfrm rot="10800000" flipH="1">
              <a:off x="9192213" y="-472148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702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42"/>
            <p:cNvSpPr/>
            <p:nvPr/>
          </p:nvSpPr>
          <p:spPr>
            <a:xfrm rot="10800000" flipH="1">
              <a:off x="8540582" y="-95331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6992" y="1"/>
                  </a:moveTo>
                  <a:lnTo>
                    <a:pt x="1" y="4013"/>
                  </a:lnTo>
                  <a:lnTo>
                    <a:pt x="1" y="12128"/>
                  </a:lnTo>
                  <a:lnTo>
                    <a:pt x="6992" y="16141"/>
                  </a:lnTo>
                  <a:lnTo>
                    <a:pt x="13983" y="12128"/>
                  </a:lnTo>
                  <a:lnTo>
                    <a:pt x="13983" y="4013"/>
                  </a:lnTo>
                  <a:lnTo>
                    <a:pt x="699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42"/>
            <p:cNvSpPr/>
            <p:nvPr/>
          </p:nvSpPr>
          <p:spPr>
            <a:xfrm rot="10800000" flipH="1">
              <a:off x="8322440" y="-473685"/>
              <a:ext cx="435384" cy="501501"/>
            </a:xfrm>
            <a:custGeom>
              <a:avLst/>
              <a:gdLst/>
              <a:ahLst/>
              <a:cxnLst/>
              <a:rect l="l" t="t" r="r" b="b"/>
              <a:pathLst>
                <a:path w="14013" h="16141" extrusionOk="0">
                  <a:moveTo>
                    <a:pt x="0" y="12098"/>
                  </a:moveTo>
                  <a:lnTo>
                    <a:pt x="7022" y="16140"/>
                  </a:lnTo>
                  <a:lnTo>
                    <a:pt x="14013" y="12098"/>
                  </a:lnTo>
                  <a:lnTo>
                    <a:pt x="14013" y="4013"/>
                  </a:lnTo>
                  <a:lnTo>
                    <a:pt x="6991" y="0"/>
                  </a:lnTo>
                  <a:lnTo>
                    <a:pt x="0" y="40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42"/>
            <p:cNvSpPr/>
            <p:nvPr/>
          </p:nvSpPr>
          <p:spPr>
            <a:xfrm rot="10800000" flipH="1">
              <a:off x="7018214" y="-472148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098"/>
                  </a:moveTo>
                  <a:lnTo>
                    <a:pt x="6992" y="16140"/>
                  </a:lnTo>
                  <a:lnTo>
                    <a:pt x="13983" y="12098"/>
                  </a:lnTo>
                  <a:lnTo>
                    <a:pt x="13983" y="4013"/>
                  </a:lnTo>
                  <a:lnTo>
                    <a:pt x="6992" y="0"/>
                  </a:lnTo>
                  <a:lnTo>
                    <a:pt x="1" y="4013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42"/>
            <p:cNvSpPr/>
            <p:nvPr/>
          </p:nvSpPr>
          <p:spPr>
            <a:xfrm rot="10800000" flipH="1">
              <a:off x="9192213" y="281486"/>
              <a:ext cx="435415" cy="501501"/>
            </a:xfrm>
            <a:custGeom>
              <a:avLst/>
              <a:gdLst/>
              <a:ahLst/>
              <a:cxnLst/>
              <a:rect l="l" t="t" r="r" b="b"/>
              <a:pathLst>
                <a:path w="14014" h="16141" extrusionOk="0">
                  <a:moveTo>
                    <a:pt x="31" y="12129"/>
                  </a:moveTo>
                  <a:lnTo>
                    <a:pt x="7022" y="16141"/>
                  </a:lnTo>
                  <a:lnTo>
                    <a:pt x="14013" y="12129"/>
                  </a:lnTo>
                  <a:lnTo>
                    <a:pt x="14013" y="4043"/>
                  </a:lnTo>
                  <a:lnTo>
                    <a:pt x="702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42"/>
            <p:cNvSpPr/>
            <p:nvPr/>
          </p:nvSpPr>
          <p:spPr>
            <a:xfrm rot="10800000" flipH="1">
              <a:off x="8757793" y="281486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" y="12129"/>
                  </a:moveTo>
                  <a:lnTo>
                    <a:pt x="6992" y="16141"/>
                  </a:lnTo>
                  <a:lnTo>
                    <a:pt x="13983" y="12129"/>
                  </a:lnTo>
                  <a:lnTo>
                    <a:pt x="13983" y="4043"/>
                  </a:lnTo>
                  <a:lnTo>
                    <a:pt x="6992" y="1"/>
                  </a:lnTo>
                  <a:lnTo>
                    <a:pt x="1" y="40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42"/>
            <p:cNvSpPr/>
            <p:nvPr/>
          </p:nvSpPr>
          <p:spPr>
            <a:xfrm rot="10800000" flipH="1">
              <a:off x="8975003" y="657339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6992" y="0"/>
                  </a:moveTo>
                  <a:lnTo>
                    <a:pt x="1" y="4073"/>
                  </a:lnTo>
                  <a:lnTo>
                    <a:pt x="1" y="12159"/>
                  </a:lnTo>
                  <a:lnTo>
                    <a:pt x="7022" y="16201"/>
                  </a:lnTo>
                  <a:lnTo>
                    <a:pt x="14013" y="12128"/>
                  </a:lnTo>
                  <a:lnTo>
                    <a:pt x="14013" y="4073"/>
                  </a:lnTo>
                  <a:lnTo>
                    <a:pt x="6992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42"/>
            <p:cNvSpPr/>
            <p:nvPr/>
          </p:nvSpPr>
          <p:spPr>
            <a:xfrm rot="10800000" flipH="1">
              <a:off x="7888019" y="75616"/>
              <a:ext cx="434452" cy="503365"/>
            </a:xfrm>
            <a:custGeom>
              <a:avLst/>
              <a:gdLst/>
              <a:ahLst/>
              <a:cxnLst/>
              <a:rect l="l" t="t" r="r" b="b"/>
              <a:pathLst>
                <a:path w="13983" h="16201" extrusionOk="0">
                  <a:moveTo>
                    <a:pt x="6991" y="0"/>
                  </a:moveTo>
                  <a:lnTo>
                    <a:pt x="0" y="4073"/>
                  </a:lnTo>
                  <a:lnTo>
                    <a:pt x="0" y="12128"/>
                  </a:lnTo>
                  <a:lnTo>
                    <a:pt x="6991" y="16201"/>
                  </a:lnTo>
                  <a:lnTo>
                    <a:pt x="13982" y="12158"/>
                  </a:lnTo>
                  <a:lnTo>
                    <a:pt x="13982" y="4073"/>
                  </a:lnTo>
                  <a:lnTo>
                    <a:pt x="6991" y="0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42"/>
            <p:cNvSpPr/>
            <p:nvPr/>
          </p:nvSpPr>
          <p:spPr>
            <a:xfrm rot="10800000" flipH="1">
              <a:off x="8540582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42"/>
            <p:cNvSpPr/>
            <p:nvPr/>
          </p:nvSpPr>
          <p:spPr>
            <a:xfrm rot="10800000" flipH="1">
              <a:off x="6364688" y="-346532"/>
              <a:ext cx="434452" cy="501501"/>
            </a:xfrm>
            <a:custGeom>
              <a:avLst/>
              <a:gdLst/>
              <a:ahLst/>
              <a:cxnLst/>
              <a:rect l="l" t="t" r="r" b="b"/>
              <a:pathLst>
                <a:path w="13983" h="16141" extrusionOk="0">
                  <a:moveTo>
                    <a:pt x="13983" y="12129"/>
                  </a:moveTo>
                  <a:lnTo>
                    <a:pt x="6992" y="16141"/>
                  </a:lnTo>
                  <a:lnTo>
                    <a:pt x="1" y="12129"/>
                  </a:lnTo>
                  <a:lnTo>
                    <a:pt x="1" y="4043"/>
                  </a:lnTo>
                  <a:lnTo>
                    <a:pt x="6992" y="1"/>
                  </a:lnTo>
                  <a:lnTo>
                    <a:pt x="13983" y="4043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42"/>
            <p:cNvSpPr/>
            <p:nvPr/>
          </p:nvSpPr>
          <p:spPr>
            <a:xfrm rot="10800000" flipH="1">
              <a:off x="9192213" y="29321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7022" y="1"/>
                  </a:moveTo>
                  <a:lnTo>
                    <a:pt x="31" y="4074"/>
                  </a:lnTo>
                  <a:lnTo>
                    <a:pt x="1" y="12128"/>
                  </a:lnTo>
                  <a:lnTo>
                    <a:pt x="7022" y="16201"/>
                  </a:lnTo>
                  <a:lnTo>
                    <a:pt x="14013" y="12159"/>
                  </a:lnTo>
                  <a:lnTo>
                    <a:pt x="14013" y="4074"/>
                  </a:lnTo>
                  <a:lnTo>
                    <a:pt x="7022" y="1"/>
                  </a:lnTo>
                  <a:close/>
                </a:path>
              </a:pathLst>
            </a:custGeom>
            <a:solidFill>
              <a:srgbClr val="FFFFFF">
                <a:alpha val="38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42"/>
            <p:cNvSpPr/>
            <p:nvPr/>
          </p:nvSpPr>
          <p:spPr>
            <a:xfrm rot="10800000" flipH="1">
              <a:off x="8975003" y="406138"/>
              <a:ext cx="435415" cy="503396"/>
            </a:xfrm>
            <a:custGeom>
              <a:avLst/>
              <a:gdLst/>
              <a:ahLst/>
              <a:cxnLst/>
              <a:rect l="l" t="t" r="r" b="b"/>
              <a:pathLst>
                <a:path w="14014" h="16202" extrusionOk="0">
                  <a:moveTo>
                    <a:pt x="14013" y="1212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7022" y="1"/>
                  </a:lnTo>
                  <a:lnTo>
                    <a:pt x="1401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42"/>
            <p:cNvSpPr/>
            <p:nvPr/>
          </p:nvSpPr>
          <p:spPr>
            <a:xfrm rot="10800000" flipH="1">
              <a:off x="8540582" y="1501636"/>
              <a:ext cx="434452" cy="50339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rgbClr val="7FCED6">
                <a:alpha val="647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2B82D5"/>
            </a:gs>
            <a:gs pos="100000">
              <a:srgbClr val="1D28A4"/>
            </a:gs>
          </a:gsLst>
          <a:lin ang="2700006" scaled="0"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901600" cy="11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atamaran Black"/>
              <a:buNone/>
              <a:defRPr sz="3000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673213"/>
            <a:ext cx="85206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tamaran Medium"/>
              <a:buChar char="●"/>
              <a:defRPr sz="1800"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 Medium"/>
              <a:buChar char="○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 Medium"/>
              <a:buChar char="■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 Medium"/>
              <a:buChar char="●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 Medium"/>
              <a:buChar char="○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 Medium"/>
              <a:buChar char="■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 Medium"/>
              <a:buChar char="●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tamaran Medium"/>
              <a:buChar char="○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Catamaran Medium"/>
              <a:buChar char="■"/>
              <a:defRPr>
                <a:solidFill>
                  <a:schemeClr val="lt1"/>
                </a:solidFill>
                <a:latin typeface="Catamaran Medium"/>
                <a:ea typeface="Catamaran Medium"/>
                <a:cs typeface="Catamaran Medium"/>
                <a:sym typeface="Catamaran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63" r:id="rId4"/>
    <p:sldLayoutId id="2147483665" r:id="rId5"/>
    <p:sldLayoutId id="2147483666" r:id="rId6"/>
    <p:sldLayoutId id="2147483667" r:id="rId7"/>
    <p:sldLayoutId id="2147483669" r:id="rId8"/>
    <p:sldLayoutId id="2147483670" r:id="rId9"/>
    <p:sldLayoutId id="2147483671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4" r:id="rId20"/>
    <p:sldLayoutId id="2147483686" r:id="rId21"/>
    <p:sldLayoutId id="2147483687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4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314" name="Google Shape;3314;p4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Relationship Id="rId5" Type="http://schemas.openxmlformats.org/officeDocument/2006/relationships/audio" Target="../media/audio1.wav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7" Type="http://schemas.openxmlformats.org/officeDocument/2006/relationships/image" Target="../media/image58.gi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57.gif"/><Relationship Id="rId5" Type="http://schemas.openxmlformats.org/officeDocument/2006/relationships/image" Target="../media/image56.gif"/><Relationship Id="rId4" Type="http://schemas.openxmlformats.org/officeDocument/2006/relationships/image" Target="../media/image5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 descr="Ảnh có chứa vật thể ngoài trời, bầu trời đêm&#10;&#10;Mô tả được tạo tự động">
            <a:extLst>
              <a:ext uri="{FF2B5EF4-FFF2-40B4-BE49-F238E27FC236}">
                <a16:creationId xmlns:a16="http://schemas.microsoft.com/office/drawing/2014/main" id="{A3C041DA-4FB0-4B8E-97D8-0EC8441B6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320" name="Google Shape;3320;p45"/>
          <p:cNvSpPr txBox="1">
            <a:spLocks noGrp="1"/>
          </p:cNvSpPr>
          <p:nvPr>
            <p:ph type="title" idx="4294967295"/>
          </p:nvPr>
        </p:nvSpPr>
        <p:spPr>
          <a:xfrm>
            <a:off x="0" y="2359956"/>
            <a:ext cx="5010614" cy="1260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500" dirty="0">
                <a:solidFill>
                  <a:srgbClr val="FFFFFF"/>
                </a:solidFill>
                <a:latin typeface="+mn-lt"/>
                <a:ea typeface="Arial"/>
                <a:cs typeface="Arial"/>
                <a:sym typeface="Arial"/>
              </a:rPr>
              <a:t>CHÀO MỪNG CÔ VÀ CÁC BẠN ĐẾN VỚI BÀI THUYẾT TRÌNH CỦA NHÓM</a:t>
            </a:r>
            <a:endParaRPr sz="2500" dirty="0">
              <a:solidFill>
                <a:srgbClr val="FFFFFF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3321" name="Google Shape;3321;p45"/>
          <p:cNvSpPr txBox="1">
            <a:spLocks noGrp="1"/>
          </p:cNvSpPr>
          <p:nvPr>
            <p:ph type="body" idx="4294967295"/>
          </p:nvPr>
        </p:nvSpPr>
        <p:spPr>
          <a:xfrm>
            <a:off x="1048350" y="1219583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rgbClr val="435D74"/>
              </a:solidFill>
              <a:latin typeface="Franklin Gothic Book" panose="020B0503020102020204" pitchFamily="34" charset="0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435D74"/>
              </a:solidFill>
              <a:latin typeface="Franklin Gothic Book" panose="020B05030201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435D74"/>
              </a:solidFill>
              <a:latin typeface="Franklin Gothic Book" panose="020B0503020102020204" pitchFamily="34" charset="0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wipe/>
        <p:sndAc>
          <p:stSnd>
            <p:snd r:embed="rId3" name="chimes.wav"/>
          </p:stSnd>
        </p:sndAc>
      </p:transition>
    </mc:Choice>
    <mc:Fallback xmlns="">
      <p:transition spd="slow">
        <p:wipe/>
        <p:sndAc>
          <p:stSnd>
            <p:snd r:embed="rId5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00" fill="hold"/>
                                        <p:tgtEl>
                                          <p:spTgt spid="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00" fill="hold"/>
                                        <p:tgtEl>
                                          <p:spTgt spid="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0" name="Google Shape;3320;p45"/>
          <p:cNvSpPr txBox="1">
            <a:spLocks noGrp="1"/>
          </p:cNvSpPr>
          <p:nvPr>
            <p:ph type="title" idx="4294967295"/>
          </p:nvPr>
        </p:nvSpPr>
        <p:spPr>
          <a:xfrm>
            <a:off x="1048350" y="323849"/>
            <a:ext cx="7047300" cy="806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BÁO CÁO</a:t>
            </a:r>
            <a:b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ĐỒ ÁN: HỆ QUẢN TRỊ CSDL</a:t>
            </a:r>
            <a:b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1" name="Google Shape;3321;p45"/>
          <p:cNvSpPr txBox="1">
            <a:spLocks noGrp="1"/>
          </p:cNvSpPr>
          <p:nvPr>
            <p:ph type="body" idx="4294967295"/>
          </p:nvPr>
        </p:nvSpPr>
        <p:spPr>
          <a:xfrm>
            <a:off x="1048350" y="1219583"/>
            <a:ext cx="7047300" cy="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Đề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tài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thống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quản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lý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kinh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doanh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quán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cafe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lang="en-US" sz="1400" b="1" dirty="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400" b="1" dirty="0" err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r>
              <a:rPr lang="en-US" sz="1400" b="1" dirty="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dirty="0" err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1400" b="1" dirty="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1" dirty="0" err="1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1400" b="1" dirty="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r>
              <a:rPr lang="en-US" sz="14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3.</a:t>
            </a:r>
            <a:endParaRPr lang="en-US" sz="10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Thành viên nhóm:</a:t>
            </a:r>
            <a:endParaRPr sz="1400" b="1" dirty="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Hà Tiến Đại – 30465. (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Nhóm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trưởng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4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Leang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Tepkannitha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5000165.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Hồ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Xuân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Vũ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228265.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Vũ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Đình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Đông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Dương</a:t>
            </a:r>
            <a:r>
              <a:rPr lang="en-US" sz="14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55065.</a:t>
            </a:r>
            <a:endParaRPr sz="14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2" name="Google Shape;3322;p45"/>
          <p:cNvSpPr txBox="1"/>
          <p:nvPr/>
        </p:nvSpPr>
        <p:spPr>
          <a:xfrm>
            <a:off x="1048350" y="4599601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Hà </a:t>
            </a:r>
            <a:r>
              <a:rPr lang="en-US" sz="1200" dirty="0" err="1">
                <a:solidFill>
                  <a:srgbClr val="FFFFFF"/>
                </a:solidFill>
              </a:rPr>
              <a:t>Nội</a:t>
            </a:r>
            <a:r>
              <a:rPr lang="en-US" sz="1200" dirty="0">
                <a:solidFill>
                  <a:srgbClr val="FFFFFF"/>
                </a:solidFill>
              </a:rPr>
              <a:t>, 2022</a:t>
            </a:r>
            <a:endParaRPr sz="1200" u="sng" dirty="0">
              <a:solidFill>
                <a:srgbClr val="869F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16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0" name="Google Shape;3340;p48"/>
          <p:cNvSpPr txBox="1">
            <a:spLocks noGrp="1"/>
          </p:cNvSpPr>
          <p:nvPr>
            <p:ph type="title" idx="2"/>
          </p:nvPr>
        </p:nvSpPr>
        <p:spPr>
          <a:xfrm>
            <a:off x="1143575" y="2306550"/>
            <a:ext cx="1748308" cy="5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PHỤ LỤC</a:t>
            </a:r>
            <a:endParaRPr b="1" dirty="0">
              <a:latin typeface="+mj-lt"/>
            </a:endParaRPr>
          </a:p>
        </p:txBody>
      </p:sp>
      <p:sp>
        <p:nvSpPr>
          <p:cNvPr id="3341" name="Google Shape;3341;p48"/>
          <p:cNvSpPr txBox="1">
            <a:spLocks noGrp="1"/>
          </p:cNvSpPr>
          <p:nvPr>
            <p:ph type="title"/>
          </p:nvPr>
        </p:nvSpPr>
        <p:spPr>
          <a:xfrm>
            <a:off x="3551941" y="723173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342" name="Google Shape;3342;p48"/>
          <p:cNvSpPr txBox="1">
            <a:spLocks noGrp="1"/>
          </p:cNvSpPr>
          <p:nvPr>
            <p:ph type="subTitle" idx="1"/>
          </p:nvPr>
        </p:nvSpPr>
        <p:spPr>
          <a:xfrm>
            <a:off x="4681749" y="852023"/>
            <a:ext cx="3577046" cy="3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Phân tích thiết kế hệ thống</a:t>
            </a:r>
            <a:endParaRPr b="1" dirty="0">
              <a:latin typeface="+mj-lt"/>
            </a:endParaRPr>
          </a:p>
        </p:txBody>
      </p:sp>
      <p:sp>
        <p:nvSpPr>
          <p:cNvPr id="3343" name="Google Shape;3343;p48"/>
          <p:cNvSpPr/>
          <p:nvPr/>
        </p:nvSpPr>
        <p:spPr>
          <a:xfrm>
            <a:off x="717000" y="1637251"/>
            <a:ext cx="666873" cy="1868983"/>
          </a:xfrm>
          <a:custGeom>
            <a:avLst/>
            <a:gdLst/>
            <a:ahLst/>
            <a:cxnLst/>
            <a:rect l="l" t="t" r="r" b="b"/>
            <a:pathLst>
              <a:path w="14663" h="15776" extrusionOk="0">
                <a:moveTo>
                  <a:pt x="14663" y="0"/>
                </a:moveTo>
                <a:lnTo>
                  <a:pt x="0" y="36"/>
                </a:lnTo>
                <a:lnTo>
                  <a:pt x="0" y="15776"/>
                </a:lnTo>
                <a:lnTo>
                  <a:pt x="14627" y="15776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45" name="Google Shape;3345;p48"/>
          <p:cNvSpPr txBox="1">
            <a:spLocks noGrp="1"/>
          </p:cNvSpPr>
          <p:nvPr>
            <p:ph type="title" idx="4"/>
          </p:nvPr>
        </p:nvSpPr>
        <p:spPr>
          <a:xfrm>
            <a:off x="3551941" y="1692398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346" name="Google Shape;3346;p48"/>
          <p:cNvSpPr txBox="1">
            <a:spLocks noGrp="1"/>
          </p:cNvSpPr>
          <p:nvPr>
            <p:ph type="subTitle" idx="5"/>
          </p:nvPr>
        </p:nvSpPr>
        <p:spPr>
          <a:xfrm>
            <a:off x="4681750" y="1795848"/>
            <a:ext cx="32610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</a:rPr>
              <a:t>Sơ đồ ERD</a:t>
            </a:r>
            <a:endParaRPr b="1" dirty="0">
              <a:latin typeface="+mj-lt"/>
            </a:endParaRPr>
          </a:p>
        </p:txBody>
      </p:sp>
      <p:sp>
        <p:nvSpPr>
          <p:cNvPr id="3348" name="Google Shape;3348;p48"/>
          <p:cNvSpPr txBox="1">
            <a:spLocks noGrp="1"/>
          </p:cNvSpPr>
          <p:nvPr>
            <p:ph type="title" idx="7"/>
          </p:nvPr>
        </p:nvSpPr>
        <p:spPr>
          <a:xfrm>
            <a:off x="3551941" y="2661623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349" name="Google Shape;3349;p48"/>
          <p:cNvSpPr txBox="1">
            <a:spLocks noGrp="1"/>
          </p:cNvSpPr>
          <p:nvPr>
            <p:ph type="subTitle" idx="8"/>
          </p:nvPr>
        </p:nvSpPr>
        <p:spPr>
          <a:xfrm>
            <a:off x="4681750" y="2739673"/>
            <a:ext cx="3510138" cy="7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+mj-lt"/>
              </a:rPr>
              <a:t>Thiết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kế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cơ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sở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dữ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liệu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sau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chuyển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đổi</a:t>
            </a:r>
            <a:r>
              <a:rPr lang="en-US" b="1" dirty="0">
                <a:latin typeface="+mj-lt"/>
              </a:rPr>
              <a:t> ER</a:t>
            </a:r>
            <a:endParaRPr b="1" dirty="0">
              <a:latin typeface="+mj-lt"/>
            </a:endParaRPr>
          </a:p>
        </p:txBody>
      </p:sp>
      <p:sp>
        <p:nvSpPr>
          <p:cNvPr id="3351" name="Google Shape;3351;p48"/>
          <p:cNvSpPr txBox="1">
            <a:spLocks noGrp="1"/>
          </p:cNvSpPr>
          <p:nvPr>
            <p:ph type="title" idx="13"/>
          </p:nvPr>
        </p:nvSpPr>
        <p:spPr>
          <a:xfrm>
            <a:off x="3551941" y="3630848"/>
            <a:ext cx="1044600" cy="7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352" name="Google Shape;3352;p48"/>
          <p:cNvSpPr txBox="1">
            <a:spLocks noGrp="1"/>
          </p:cNvSpPr>
          <p:nvPr>
            <p:ph type="subTitle" idx="14"/>
          </p:nvPr>
        </p:nvSpPr>
        <p:spPr>
          <a:xfrm>
            <a:off x="4681750" y="3683498"/>
            <a:ext cx="392645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Chi </a:t>
            </a:r>
            <a:r>
              <a:rPr lang="en-US" b="1" dirty="0" err="1">
                <a:latin typeface="+mj-lt"/>
              </a:rPr>
              <a:t>tiết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thiết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kế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hệ</a:t>
            </a:r>
            <a:r>
              <a:rPr lang="en-US" b="1" dirty="0">
                <a:latin typeface="+mj-lt"/>
              </a:rPr>
              <a:t> thống </a:t>
            </a:r>
            <a:r>
              <a:rPr lang="en-US" b="1" dirty="0" err="1">
                <a:latin typeface="+mj-lt"/>
              </a:rPr>
              <a:t>chính</a:t>
            </a:r>
            <a:endParaRPr b="1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3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3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3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500" fill="hold"/>
                                        <p:tgtEl>
                                          <p:spTgt spid="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3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3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500" fill="hold"/>
                                        <p:tgtEl>
                                          <p:spTgt spid="3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3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3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3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3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3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500" fill="hold"/>
                                        <p:tgtEl>
                                          <p:spTgt spid="3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500" fill="hold"/>
                                        <p:tgtEl>
                                          <p:spTgt spid="3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500"/>
                                        <p:tgtEl>
                                          <p:spTgt spid="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500" fill="hold"/>
                                        <p:tgtEl>
                                          <p:spTgt spid="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500" fill="hold"/>
                                        <p:tgtEl>
                                          <p:spTgt spid="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3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500" fill="hold"/>
                                        <p:tgtEl>
                                          <p:spTgt spid="3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500" fill="hold"/>
                                        <p:tgtEl>
                                          <p:spTgt spid="3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00" fill="hold"/>
                                        <p:tgtEl>
                                          <p:spTgt spid="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0" grpId="0"/>
      <p:bldP spid="3341" grpId="0"/>
      <p:bldP spid="3342" grpId="0" build="p"/>
      <p:bldP spid="3345" grpId="0"/>
      <p:bldP spid="3346" grpId="0" build="p"/>
      <p:bldP spid="3348" grpId="0"/>
      <p:bldP spid="3349" grpId="0" build="p"/>
      <p:bldP spid="3351" grpId="0"/>
      <p:bldP spid="335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p49"/>
          <p:cNvSpPr/>
          <p:nvPr/>
        </p:nvSpPr>
        <p:spPr>
          <a:xfrm>
            <a:off x="717000" y="547844"/>
            <a:ext cx="666873" cy="4232312"/>
          </a:xfrm>
          <a:custGeom>
            <a:avLst/>
            <a:gdLst/>
            <a:ahLst/>
            <a:cxnLst/>
            <a:rect l="l" t="t" r="r" b="b"/>
            <a:pathLst>
              <a:path w="14663" h="15776" extrusionOk="0">
                <a:moveTo>
                  <a:pt x="14663" y="0"/>
                </a:moveTo>
                <a:lnTo>
                  <a:pt x="0" y="36"/>
                </a:lnTo>
                <a:lnTo>
                  <a:pt x="0" y="15776"/>
                </a:lnTo>
                <a:lnTo>
                  <a:pt x="14627" y="15776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" name="Google Shape;3359;p49">
            <a:extLst>
              <a:ext uri="{FF2B5EF4-FFF2-40B4-BE49-F238E27FC236}">
                <a16:creationId xmlns:a16="http://schemas.microsoft.com/office/drawing/2014/main" id="{4898AF17-E70F-4F72-AFEC-B049485CD796}"/>
              </a:ext>
            </a:extLst>
          </p:cNvPr>
          <p:cNvSpPr txBox="1">
            <a:spLocks/>
          </p:cNvSpPr>
          <p:nvPr/>
        </p:nvSpPr>
        <p:spPr>
          <a:xfrm>
            <a:off x="3878568" y="17444"/>
            <a:ext cx="1386863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b="1" dirty="0" err="1">
                <a:latin typeface="+mj-lt"/>
              </a:rPr>
              <a:t>Mục</a:t>
            </a:r>
            <a:r>
              <a:rPr lang="en-US" b="1" dirty="0">
                <a:latin typeface="+mj-lt"/>
              </a:rPr>
              <a:t> 01</a:t>
            </a:r>
          </a:p>
        </p:txBody>
      </p:sp>
      <p:sp>
        <p:nvSpPr>
          <p:cNvPr id="8" name="Google Shape;3359;p49">
            <a:extLst>
              <a:ext uri="{FF2B5EF4-FFF2-40B4-BE49-F238E27FC236}">
                <a16:creationId xmlns:a16="http://schemas.microsoft.com/office/drawing/2014/main" id="{FF3A7ADB-7044-42E7-95D9-8878EB307E11}"/>
              </a:ext>
            </a:extLst>
          </p:cNvPr>
          <p:cNvSpPr txBox="1">
            <a:spLocks/>
          </p:cNvSpPr>
          <p:nvPr/>
        </p:nvSpPr>
        <p:spPr>
          <a:xfrm>
            <a:off x="1143575" y="972806"/>
            <a:ext cx="7283425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2000" b="1" dirty="0" err="1">
                <a:latin typeface="+mj-lt"/>
              </a:rPr>
              <a:t>Tên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quán</a:t>
            </a:r>
            <a:r>
              <a:rPr lang="en-US" sz="2000" b="1" dirty="0">
                <a:latin typeface="+mj-lt"/>
              </a:rPr>
              <a:t>: </a:t>
            </a:r>
            <a:r>
              <a:rPr lang="en-US" sz="2000" dirty="0">
                <a:latin typeface="+mj-lt"/>
              </a:rPr>
              <a:t>Relax Coffee.</a:t>
            </a:r>
            <a:endParaRPr lang="en-US" sz="2000" b="1" dirty="0">
              <a:latin typeface="+mj-lt"/>
            </a:endParaRPr>
          </a:p>
        </p:txBody>
      </p:sp>
      <p:sp>
        <p:nvSpPr>
          <p:cNvPr id="9" name="Google Shape;3359;p49">
            <a:extLst>
              <a:ext uri="{FF2B5EF4-FFF2-40B4-BE49-F238E27FC236}">
                <a16:creationId xmlns:a16="http://schemas.microsoft.com/office/drawing/2014/main" id="{67C0A31B-64EE-4906-855C-DD271F82BBD1}"/>
              </a:ext>
            </a:extLst>
          </p:cNvPr>
          <p:cNvSpPr txBox="1">
            <a:spLocks/>
          </p:cNvSpPr>
          <p:nvPr/>
        </p:nvSpPr>
        <p:spPr>
          <a:xfrm>
            <a:off x="1143575" y="1343445"/>
            <a:ext cx="7283425" cy="991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2000" b="1" dirty="0" err="1">
                <a:latin typeface="+mj-lt"/>
              </a:rPr>
              <a:t>Vị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trí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quán</a:t>
            </a:r>
            <a:r>
              <a:rPr lang="en-US" sz="2000" b="1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Mỗi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chuỗi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hệ</a:t>
            </a:r>
            <a:r>
              <a:rPr lang="en-US" sz="2000" dirty="0">
                <a:latin typeface="+mj-lt"/>
              </a:rPr>
              <a:t> thống </a:t>
            </a:r>
            <a:r>
              <a:rPr lang="en-US" sz="2000" dirty="0" err="1">
                <a:latin typeface="+mj-lt"/>
              </a:rPr>
              <a:t>quán</a:t>
            </a:r>
            <a:r>
              <a:rPr lang="en-US" sz="2000" dirty="0">
                <a:latin typeface="+mj-lt"/>
              </a:rPr>
              <a:t> “Relax Coffee” </a:t>
            </a:r>
            <a:r>
              <a:rPr lang="en-US" sz="2000" dirty="0" err="1">
                <a:latin typeface="+mj-lt"/>
              </a:rPr>
              <a:t>nằm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trong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thành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phố</a:t>
            </a:r>
            <a:r>
              <a:rPr lang="en-US" sz="2000" dirty="0">
                <a:latin typeface="+mj-lt"/>
              </a:rPr>
              <a:t> Hà </a:t>
            </a:r>
            <a:r>
              <a:rPr lang="en-US" sz="2000" dirty="0" err="1">
                <a:latin typeface="+mj-lt"/>
              </a:rPr>
              <a:t>Nội</a:t>
            </a:r>
            <a:r>
              <a:rPr lang="en-US" sz="2000" dirty="0">
                <a:latin typeface="+mj-lt"/>
              </a:rPr>
              <a:t>.</a:t>
            </a:r>
            <a:endParaRPr lang="en-US" sz="2000" b="1" dirty="0">
              <a:latin typeface="+mj-lt"/>
            </a:endParaRPr>
          </a:p>
        </p:txBody>
      </p:sp>
      <p:sp>
        <p:nvSpPr>
          <p:cNvPr id="14" name="Google Shape;3359;p49">
            <a:extLst>
              <a:ext uri="{FF2B5EF4-FFF2-40B4-BE49-F238E27FC236}">
                <a16:creationId xmlns:a16="http://schemas.microsoft.com/office/drawing/2014/main" id="{5AEF9890-4E65-48DE-9DF5-48101F25FAF6}"/>
              </a:ext>
            </a:extLst>
          </p:cNvPr>
          <p:cNvSpPr txBox="1">
            <a:spLocks/>
          </p:cNvSpPr>
          <p:nvPr/>
        </p:nvSpPr>
        <p:spPr>
          <a:xfrm>
            <a:off x="1143576" y="2356624"/>
            <a:ext cx="3792698" cy="2341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2000" b="1" dirty="0" err="1">
                <a:latin typeface="+mj-lt"/>
              </a:rPr>
              <a:t>Quy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trình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hoạt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động</a:t>
            </a:r>
            <a:r>
              <a:rPr lang="en-US" sz="2000" b="1" dirty="0">
                <a:latin typeface="+mj-lt"/>
              </a:rPr>
              <a:t> của </a:t>
            </a:r>
            <a:r>
              <a:rPr lang="en-US" sz="2000" b="1" dirty="0" err="1">
                <a:latin typeface="+mj-lt"/>
              </a:rPr>
              <a:t>hệ</a:t>
            </a:r>
            <a:r>
              <a:rPr lang="en-US" sz="2000" b="1" dirty="0">
                <a:latin typeface="+mj-lt"/>
              </a:rPr>
              <a:t> thống của </a:t>
            </a:r>
            <a:r>
              <a:rPr lang="en-US" sz="2000" b="1" dirty="0" err="1">
                <a:latin typeface="+mj-lt"/>
              </a:rPr>
              <a:t>quán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theo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mô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hình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chung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gồm</a:t>
            </a:r>
            <a:r>
              <a:rPr lang="en-US" sz="2000" b="1" dirty="0">
                <a:latin typeface="+mj-lt"/>
              </a:rPr>
              <a:t>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j-lt"/>
              </a:rPr>
              <a:t>Nhập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nguyên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liệu</a:t>
            </a:r>
            <a:endParaRPr lang="en-US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j-lt"/>
              </a:rPr>
              <a:t>Bán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hàng</a:t>
            </a:r>
            <a:endParaRPr lang="en-US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j-lt"/>
              </a:rPr>
              <a:t>Tổng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thu</a:t>
            </a:r>
            <a:r>
              <a:rPr lang="en-US" sz="2000" dirty="0">
                <a:latin typeface="+mj-lt"/>
              </a:rPr>
              <a:t> chi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j-lt"/>
              </a:rPr>
              <a:t>Quản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: </a:t>
            </a:r>
            <a:r>
              <a:rPr lang="en-US" sz="2000" dirty="0" err="1">
                <a:latin typeface="+mj-lt"/>
              </a:rPr>
              <a:t>Nhập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nguyên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liệu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bán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hàng</a:t>
            </a:r>
            <a:r>
              <a:rPr lang="en-US" sz="2000" dirty="0">
                <a:latin typeface="+mj-lt"/>
              </a:rPr>
              <a:t>,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viên</a:t>
            </a:r>
            <a:endParaRPr lang="en-US" sz="2000" dirty="0">
              <a:latin typeface="+mj-lt"/>
            </a:endParaRPr>
          </a:p>
        </p:txBody>
      </p:sp>
      <p:sp>
        <p:nvSpPr>
          <p:cNvPr id="15" name="Google Shape;3359;p49">
            <a:extLst>
              <a:ext uri="{FF2B5EF4-FFF2-40B4-BE49-F238E27FC236}">
                <a16:creationId xmlns:a16="http://schemas.microsoft.com/office/drawing/2014/main" id="{66CE5AEF-454C-4B6A-8655-E97155A05E16}"/>
              </a:ext>
            </a:extLst>
          </p:cNvPr>
          <p:cNvSpPr txBox="1">
            <a:spLocks/>
          </p:cNvSpPr>
          <p:nvPr/>
        </p:nvSpPr>
        <p:spPr>
          <a:xfrm>
            <a:off x="1143575" y="547844"/>
            <a:ext cx="7283425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2000" b="1" dirty="0">
                <a:latin typeface="+mj-lt"/>
              </a:rPr>
              <a:t>I. </a:t>
            </a:r>
            <a:r>
              <a:rPr lang="en-US" sz="2000" b="1" dirty="0" err="1">
                <a:latin typeface="+mj-lt"/>
              </a:rPr>
              <a:t>Mô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tả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bài</a:t>
            </a:r>
            <a:r>
              <a:rPr lang="en-US" sz="2000" b="1" dirty="0">
                <a:latin typeface="+mj-lt"/>
              </a:rPr>
              <a:t> </a:t>
            </a:r>
            <a:r>
              <a:rPr lang="en-US" sz="2000" b="1" dirty="0" err="1">
                <a:latin typeface="+mj-lt"/>
              </a:rPr>
              <a:t>toán</a:t>
            </a:r>
            <a:endParaRPr lang="en-US" sz="2000" b="1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6" name="Google Shape;3376;p51"/>
          <p:cNvSpPr txBox="1">
            <a:spLocks noGrp="1"/>
          </p:cNvSpPr>
          <p:nvPr>
            <p:ph type="title"/>
          </p:nvPr>
        </p:nvSpPr>
        <p:spPr>
          <a:xfrm>
            <a:off x="714500" y="632966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II. </a:t>
            </a:r>
            <a:r>
              <a:rPr lang="en-US" b="1" dirty="0" err="1">
                <a:latin typeface="+mj-lt"/>
              </a:rPr>
              <a:t>Mô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tả</a:t>
            </a:r>
            <a:r>
              <a:rPr lang="en-US" b="1" dirty="0">
                <a:latin typeface="+mj-lt"/>
              </a:rPr>
              <a:t> các </a:t>
            </a:r>
            <a:r>
              <a:rPr lang="en-US" b="1" dirty="0" err="1">
                <a:latin typeface="+mj-lt"/>
              </a:rPr>
              <a:t>chức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năng</a:t>
            </a:r>
            <a:r>
              <a:rPr lang="en-US" b="1" dirty="0">
                <a:latin typeface="+mj-lt"/>
              </a:rPr>
              <a:t> của </a:t>
            </a:r>
            <a:r>
              <a:rPr lang="en-US" b="1" dirty="0" err="1">
                <a:latin typeface="+mj-lt"/>
              </a:rPr>
              <a:t>hệ</a:t>
            </a:r>
            <a:r>
              <a:rPr lang="en-US" b="1" dirty="0">
                <a:latin typeface="+mj-lt"/>
              </a:rPr>
              <a:t> thống</a:t>
            </a:r>
            <a:endParaRPr b="1" dirty="0">
              <a:latin typeface="+mj-lt"/>
            </a:endParaRPr>
          </a:p>
        </p:txBody>
      </p:sp>
      <p:sp>
        <p:nvSpPr>
          <p:cNvPr id="17" name="Google Shape;3359;p49">
            <a:extLst>
              <a:ext uri="{FF2B5EF4-FFF2-40B4-BE49-F238E27FC236}">
                <a16:creationId xmlns:a16="http://schemas.microsoft.com/office/drawing/2014/main" id="{9BE1F8D3-8886-441E-8B5C-5C99ADF699CD}"/>
              </a:ext>
            </a:extLst>
          </p:cNvPr>
          <p:cNvSpPr txBox="1">
            <a:spLocks/>
          </p:cNvSpPr>
          <p:nvPr/>
        </p:nvSpPr>
        <p:spPr>
          <a:xfrm>
            <a:off x="3718257" y="0"/>
            <a:ext cx="1386863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b="1" dirty="0" err="1">
                <a:latin typeface="+mj-lt"/>
              </a:rPr>
              <a:t>Mục</a:t>
            </a:r>
            <a:r>
              <a:rPr lang="en-US" b="1" dirty="0">
                <a:latin typeface="+mj-lt"/>
              </a:rPr>
              <a:t> 01</a:t>
            </a:r>
          </a:p>
        </p:txBody>
      </p:sp>
      <p:sp>
        <p:nvSpPr>
          <p:cNvPr id="19" name="Google Shape;3359;p49">
            <a:extLst>
              <a:ext uri="{FF2B5EF4-FFF2-40B4-BE49-F238E27FC236}">
                <a16:creationId xmlns:a16="http://schemas.microsoft.com/office/drawing/2014/main" id="{0F966406-6D8C-4237-9120-063875A9912E}"/>
              </a:ext>
            </a:extLst>
          </p:cNvPr>
          <p:cNvSpPr txBox="1">
            <a:spLocks/>
          </p:cNvSpPr>
          <p:nvPr/>
        </p:nvSpPr>
        <p:spPr>
          <a:xfrm>
            <a:off x="714500" y="1163366"/>
            <a:ext cx="3723685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000" dirty="0" err="1">
                <a:latin typeface="+mj-lt"/>
              </a:rPr>
              <a:t>Quản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nhập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nguyên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liệu</a:t>
            </a:r>
            <a:endParaRPr lang="en-US" sz="2000" dirty="0">
              <a:latin typeface="+mj-lt"/>
            </a:endParaRPr>
          </a:p>
        </p:txBody>
      </p:sp>
      <p:sp>
        <p:nvSpPr>
          <p:cNvPr id="22" name="Google Shape;3359;p49">
            <a:extLst>
              <a:ext uri="{FF2B5EF4-FFF2-40B4-BE49-F238E27FC236}">
                <a16:creationId xmlns:a16="http://schemas.microsoft.com/office/drawing/2014/main" id="{1BF17CD6-FE05-48C2-8C8C-079A2AA30DBE}"/>
              </a:ext>
            </a:extLst>
          </p:cNvPr>
          <p:cNvSpPr txBox="1">
            <a:spLocks/>
          </p:cNvSpPr>
          <p:nvPr/>
        </p:nvSpPr>
        <p:spPr>
          <a:xfrm>
            <a:off x="1381435" y="2041349"/>
            <a:ext cx="3723685" cy="530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dirty="0">
                <a:latin typeface="+mj-lt"/>
              </a:rPr>
              <a:t>2. </a:t>
            </a:r>
            <a:r>
              <a:rPr lang="en-US" sz="2000" dirty="0" err="1">
                <a:latin typeface="+mj-lt"/>
              </a:rPr>
              <a:t>Quản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bán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hàng</a:t>
            </a:r>
            <a:endParaRPr lang="en-US" sz="2000" dirty="0">
              <a:latin typeface="+mj-lt"/>
            </a:endParaRPr>
          </a:p>
          <a:p>
            <a:pPr>
              <a:lnSpc>
                <a:spcPct val="200000"/>
              </a:lnSpc>
            </a:pPr>
            <a:endParaRPr lang="en-US" sz="2000" dirty="0">
              <a:latin typeface="+mj-lt"/>
            </a:endParaRPr>
          </a:p>
        </p:txBody>
      </p:sp>
      <p:sp>
        <p:nvSpPr>
          <p:cNvPr id="23" name="Google Shape;3359;p49">
            <a:extLst>
              <a:ext uri="{FF2B5EF4-FFF2-40B4-BE49-F238E27FC236}">
                <a16:creationId xmlns:a16="http://schemas.microsoft.com/office/drawing/2014/main" id="{55C0B3CA-2D18-4DBC-B520-E7CF09230EB6}"/>
              </a:ext>
            </a:extLst>
          </p:cNvPr>
          <p:cNvSpPr txBox="1">
            <a:spLocks/>
          </p:cNvSpPr>
          <p:nvPr/>
        </p:nvSpPr>
        <p:spPr>
          <a:xfrm>
            <a:off x="1856414" y="2123733"/>
            <a:ext cx="3723685" cy="7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dirty="0">
                <a:latin typeface="+mj-lt"/>
              </a:rPr>
              <a:t>3. </a:t>
            </a:r>
            <a:r>
              <a:rPr lang="en-US" sz="2000" dirty="0" err="1">
                <a:latin typeface="+mj-lt"/>
              </a:rPr>
              <a:t>Quản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nhân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viên</a:t>
            </a:r>
            <a:endParaRPr lang="en-US" sz="2000" dirty="0">
              <a:latin typeface="+mj-lt"/>
            </a:endParaRPr>
          </a:p>
        </p:txBody>
      </p:sp>
      <p:sp>
        <p:nvSpPr>
          <p:cNvPr id="24" name="Google Shape;3359;p49">
            <a:extLst>
              <a:ext uri="{FF2B5EF4-FFF2-40B4-BE49-F238E27FC236}">
                <a16:creationId xmlns:a16="http://schemas.microsoft.com/office/drawing/2014/main" id="{A1FCB692-5318-44C0-8711-D57B9083B5CE}"/>
              </a:ext>
            </a:extLst>
          </p:cNvPr>
          <p:cNvSpPr txBox="1">
            <a:spLocks/>
          </p:cNvSpPr>
          <p:nvPr/>
        </p:nvSpPr>
        <p:spPr>
          <a:xfrm>
            <a:off x="2331393" y="1265932"/>
            <a:ext cx="3723685" cy="356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dirty="0">
                <a:latin typeface="+mj-lt"/>
              </a:rPr>
              <a:t>4. </a:t>
            </a:r>
            <a:r>
              <a:rPr lang="en-US" sz="2000" dirty="0" err="1">
                <a:latin typeface="+mj-lt"/>
              </a:rPr>
              <a:t>Quản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thu</a:t>
            </a:r>
            <a:r>
              <a:rPr lang="en-US" sz="2000" dirty="0">
                <a:latin typeface="+mj-lt"/>
              </a:rPr>
              <a:t> chi</a:t>
            </a:r>
          </a:p>
        </p:txBody>
      </p:sp>
      <p:sp>
        <p:nvSpPr>
          <p:cNvPr id="25" name="Google Shape;3359;p49">
            <a:extLst>
              <a:ext uri="{FF2B5EF4-FFF2-40B4-BE49-F238E27FC236}">
                <a16:creationId xmlns:a16="http://schemas.microsoft.com/office/drawing/2014/main" id="{492CFC49-8B21-468A-BEC5-03922D4983C4}"/>
              </a:ext>
            </a:extLst>
          </p:cNvPr>
          <p:cNvSpPr txBox="1">
            <a:spLocks/>
          </p:cNvSpPr>
          <p:nvPr/>
        </p:nvSpPr>
        <p:spPr>
          <a:xfrm>
            <a:off x="2797702" y="1756878"/>
            <a:ext cx="3723685" cy="356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dirty="0">
                <a:latin typeface="+mj-lt"/>
              </a:rPr>
              <a:t>5. </a:t>
            </a:r>
            <a:r>
              <a:rPr lang="en-US" sz="2000" dirty="0" err="1">
                <a:latin typeface="+mj-lt"/>
              </a:rPr>
              <a:t>Quản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thức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uống</a:t>
            </a:r>
            <a:endParaRPr lang="en-US" sz="2000" dirty="0">
              <a:latin typeface="+mj-lt"/>
            </a:endParaRPr>
          </a:p>
        </p:txBody>
      </p:sp>
      <p:sp>
        <p:nvSpPr>
          <p:cNvPr id="26" name="Google Shape;3359;p49">
            <a:extLst>
              <a:ext uri="{FF2B5EF4-FFF2-40B4-BE49-F238E27FC236}">
                <a16:creationId xmlns:a16="http://schemas.microsoft.com/office/drawing/2014/main" id="{D902ADAF-88BE-4361-A55B-C302D43876F5}"/>
              </a:ext>
            </a:extLst>
          </p:cNvPr>
          <p:cNvSpPr txBox="1">
            <a:spLocks/>
          </p:cNvSpPr>
          <p:nvPr/>
        </p:nvSpPr>
        <p:spPr>
          <a:xfrm>
            <a:off x="3281351" y="2247825"/>
            <a:ext cx="3723685" cy="3564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2000" dirty="0">
                <a:latin typeface="+mj-lt"/>
              </a:rPr>
              <a:t>6. </a:t>
            </a:r>
            <a:r>
              <a:rPr lang="en-US" sz="2000" dirty="0" err="1">
                <a:latin typeface="+mj-lt"/>
              </a:rPr>
              <a:t>Quản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lý</a:t>
            </a:r>
            <a:r>
              <a:rPr lang="en-US" sz="2000" dirty="0">
                <a:latin typeface="+mj-lt"/>
              </a:rPr>
              <a:t> báo </a:t>
            </a:r>
            <a:r>
              <a:rPr lang="en-US" sz="2000" dirty="0" err="1">
                <a:latin typeface="+mj-lt"/>
              </a:rPr>
              <a:t>cáo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3" grpId="0"/>
      <p:bldP spid="24" grpId="0"/>
      <p:bldP spid="25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53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+mj-lt"/>
              </a:rPr>
              <a:t>Quản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lý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nhập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nguyên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liệu</a:t>
            </a:r>
            <a:endParaRPr b="1" dirty="0">
              <a:latin typeface="+mj-lt"/>
            </a:endParaRPr>
          </a:p>
        </p:txBody>
      </p:sp>
      <p:sp>
        <p:nvSpPr>
          <p:cNvPr id="3402" name="Google Shape;3402;p53"/>
          <p:cNvSpPr txBox="1"/>
          <p:nvPr/>
        </p:nvSpPr>
        <p:spPr>
          <a:xfrm>
            <a:off x="1053112" y="1549074"/>
            <a:ext cx="7373888" cy="25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Tìm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nguyên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liệu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: Khi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cần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kiểm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tra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số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lượng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, xem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thông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tin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nguyên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liệu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.</a:t>
            </a:r>
            <a:endParaRPr sz="1600" dirty="0">
              <a:solidFill>
                <a:schemeClr val="lt1"/>
              </a:solidFill>
              <a:latin typeface="+mj-lt"/>
              <a:ea typeface="Catamaran Medium"/>
              <a:cs typeface="Catamaran Medium"/>
              <a:sym typeface="Catamaran Medium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Cập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nhật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: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Số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lượng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nguyên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liệu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được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cập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nhật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thường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xuyên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.</a:t>
            </a:r>
            <a:endParaRPr sz="1600" dirty="0">
              <a:solidFill>
                <a:schemeClr val="lt1"/>
              </a:solidFill>
              <a:latin typeface="+mj-lt"/>
              <a:ea typeface="Catamaran Medium"/>
              <a:cs typeface="Catamaran Medium"/>
              <a:sym typeface="Catamaran Medium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Thêm: Có thể thêm nguyên liệu mới khi có thức uống mới.</a:t>
            </a:r>
            <a:endParaRPr sz="1600" dirty="0">
              <a:solidFill>
                <a:schemeClr val="lt1"/>
              </a:solidFill>
              <a:latin typeface="+mj-lt"/>
              <a:ea typeface="Catamaran Medium"/>
              <a:cs typeface="Catamaran Medium"/>
              <a:sym typeface="Catamaran Medium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Xóa: Xóa nguyên liệu khi không dùng nữa.</a:t>
            </a:r>
            <a:endParaRPr sz="1600" dirty="0">
              <a:solidFill>
                <a:schemeClr val="lt1"/>
              </a:solidFill>
              <a:latin typeface="+mj-lt"/>
              <a:ea typeface="Catamaran Medium"/>
              <a:cs typeface="Catamaran Medium"/>
              <a:sym typeface="Catamaran Medium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Lưu phiếu nhập hàng: Lưu lại phiếu nhập sau mỗi lần nhập hàng.</a:t>
            </a:r>
            <a:endParaRPr sz="1600" dirty="0">
              <a:solidFill>
                <a:schemeClr val="lt1"/>
              </a:solidFill>
              <a:latin typeface="+mj-lt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3405" name="Google Shape;3405;p53"/>
          <p:cNvSpPr/>
          <p:nvPr/>
        </p:nvSpPr>
        <p:spPr>
          <a:xfrm>
            <a:off x="713225" y="1549075"/>
            <a:ext cx="679775" cy="2568250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53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+mj-lt"/>
              </a:rPr>
              <a:t>Quản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lý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bán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hàng</a:t>
            </a:r>
            <a:endParaRPr b="1" dirty="0">
              <a:latin typeface="+mj-lt"/>
            </a:endParaRPr>
          </a:p>
        </p:txBody>
      </p:sp>
      <p:sp>
        <p:nvSpPr>
          <p:cNvPr id="3402" name="Google Shape;3402;p53"/>
          <p:cNvSpPr txBox="1"/>
          <p:nvPr/>
        </p:nvSpPr>
        <p:spPr>
          <a:xfrm>
            <a:off x="1053111" y="1549074"/>
            <a:ext cx="7860429" cy="2568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Tìm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uống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: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Thêm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vào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hóa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đơn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.</a:t>
            </a:r>
            <a:endParaRPr sz="1600" dirty="0">
              <a:solidFill>
                <a:schemeClr val="lt1"/>
              </a:solidFill>
              <a:latin typeface="+mj-lt"/>
              <a:ea typeface="Catamaran Medium"/>
              <a:cs typeface="Catamaran Medium"/>
              <a:sym typeface="Catamaran Medium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Số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thứ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tự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: 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Sau khi in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hóa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đơn,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khách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hàng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được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số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tự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khác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nhau.</a:t>
            </a:r>
            <a:endParaRPr sz="1600" dirty="0">
              <a:solidFill>
                <a:schemeClr val="lt1"/>
              </a:solidFill>
              <a:latin typeface="+mn-lt"/>
              <a:ea typeface="Catamaran Medium"/>
              <a:cs typeface="Catamaran Medium"/>
              <a:sym typeface="Catamaran Medium"/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In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hóa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đơn</a:t>
            </a:r>
            <a:r>
              <a:rPr lang="en-US" sz="1600" dirty="0">
                <a:solidFill>
                  <a:schemeClr val="lt1"/>
                </a:solidFill>
                <a:latin typeface="+mj-lt"/>
                <a:ea typeface="Catamaran Medium"/>
                <a:cs typeface="Catamaran Medium"/>
                <a:sym typeface="Catamaran Medium"/>
              </a:rPr>
              <a:t>: 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Sau khi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hóa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đơn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được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in, nguyên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liệu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để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làm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uống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trong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hóa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đơn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đó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được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tự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động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trừ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trong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hệ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và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mức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giá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được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lưu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lại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để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tính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doanh thu.</a:t>
            </a:r>
            <a:endParaRPr sz="1600" dirty="0">
              <a:solidFill>
                <a:schemeClr val="lt1"/>
              </a:solidFill>
              <a:latin typeface="+mn-lt"/>
              <a:ea typeface="Catamaran Medium"/>
              <a:cs typeface="Catamaran Medium"/>
              <a:sym typeface="Catamaran Medium"/>
            </a:endParaRPr>
          </a:p>
        </p:txBody>
      </p:sp>
      <p:sp>
        <p:nvSpPr>
          <p:cNvPr id="3405" name="Google Shape;3405;p53"/>
          <p:cNvSpPr/>
          <p:nvPr/>
        </p:nvSpPr>
        <p:spPr>
          <a:xfrm>
            <a:off x="713225" y="1549075"/>
            <a:ext cx="679775" cy="2568250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57535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53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+mj-lt"/>
              </a:rPr>
              <a:t>Quản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lý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nhân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viên</a:t>
            </a:r>
            <a:endParaRPr b="1" dirty="0">
              <a:latin typeface="+mj-lt"/>
            </a:endParaRPr>
          </a:p>
        </p:txBody>
      </p:sp>
      <p:sp>
        <p:nvSpPr>
          <p:cNvPr id="3402" name="Google Shape;3402;p53"/>
          <p:cNvSpPr txBox="1"/>
          <p:nvPr/>
        </p:nvSpPr>
        <p:spPr>
          <a:xfrm>
            <a:off x="1053111" y="1549074"/>
            <a:ext cx="7860429" cy="256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Thêm: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một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tài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khoản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có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thông tin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nhân riêng cho nhân viên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mới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đăng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vào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hệ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.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Xóa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: Khi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có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nhân viên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nghỉ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việc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,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tài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khoản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của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nhân viên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đó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bị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xóa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khỏi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hệ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.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nhật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Chỉnh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sửa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thông tin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nhân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của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nhân viên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hoặc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phân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lại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công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việc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cho nhân viên.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Lương: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Hệ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tính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lương cho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mỗi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nhân viên theo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hệ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số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lượng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tương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ứng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. </a:t>
            </a:r>
          </a:p>
        </p:txBody>
      </p:sp>
      <p:sp>
        <p:nvSpPr>
          <p:cNvPr id="3405" name="Google Shape;3405;p53"/>
          <p:cNvSpPr/>
          <p:nvPr/>
        </p:nvSpPr>
        <p:spPr>
          <a:xfrm>
            <a:off x="713225" y="1549075"/>
            <a:ext cx="679775" cy="2568250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7008331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53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+mj-lt"/>
              </a:rPr>
              <a:t>Quản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lý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thu</a:t>
            </a:r>
            <a:r>
              <a:rPr lang="en-US" b="1" dirty="0">
                <a:latin typeface="+mj-lt"/>
              </a:rPr>
              <a:t> chi</a:t>
            </a:r>
            <a:endParaRPr b="1" dirty="0">
              <a:latin typeface="+mj-lt"/>
            </a:endParaRPr>
          </a:p>
        </p:txBody>
      </p:sp>
      <p:sp>
        <p:nvSpPr>
          <p:cNvPr id="3402" name="Google Shape;3402;p53"/>
          <p:cNvSpPr txBox="1"/>
          <p:nvPr/>
        </p:nvSpPr>
        <p:spPr>
          <a:xfrm>
            <a:off x="1053111" y="1549074"/>
            <a:ext cx="7860429" cy="256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Khoản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chi: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Từ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việc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hệ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và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hàng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giúp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quản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tổng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hợp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lại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khoản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đã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chi.</a:t>
            </a: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Khoản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thu: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Giúp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cho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quản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lý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có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thể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xem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và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kiểm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soát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được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doanh thu.</a:t>
            </a:r>
          </a:p>
        </p:txBody>
      </p:sp>
      <p:sp>
        <p:nvSpPr>
          <p:cNvPr id="3405" name="Google Shape;3405;p53"/>
          <p:cNvSpPr/>
          <p:nvPr/>
        </p:nvSpPr>
        <p:spPr>
          <a:xfrm>
            <a:off x="713225" y="1549075"/>
            <a:ext cx="679775" cy="2568250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35039053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53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+mj-lt"/>
              </a:rPr>
              <a:t>Quản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lý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thức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uống</a:t>
            </a:r>
            <a:endParaRPr b="1" dirty="0">
              <a:latin typeface="+mj-lt"/>
            </a:endParaRPr>
          </a:p>
        </p:txBody>
      </p:sp>
      <p:sp>
        <p:nvSpPr>
          <p:cNvPr id="3402" name="Google Shape;3402;p53"/>
          <p:cNvSpPr txBox="1"/>
          <p:nvPr/>
        </p:nvSpPr>
        <p:spPr>
          <a:xfrm>
            <a:off x="1053111" y="1549074"/>
            <a:ext cx="7860429" cy="256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Thêm: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Bổ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sung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uống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mới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vào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hệ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kèm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theo công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.</a:t>
            </a: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Xóa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Xóa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uống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khi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uống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đó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không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còn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trong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quán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.</a:t>
            </a: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nhật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nhật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lại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tên, đơn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giá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hoặc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công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của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thức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uống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đó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.</a:t>
            </a:r>
          </a:p>
        </p:txBody>
      </p:sp>
      <p:sp>
        <p:nvSpPr>
          <p:cNvPr id="3405" name="Google Shape;3405;p53"/>
          <p:cNvSpPr/>
          <p:nvPr/>
        </p:nvSpPr>
        <p:spPr>
          <a:xfrm>
            <a:off x="713225" y="1549075"/>
            <a:ext cx="679775" cy="2568250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5129418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53"/>
          <p:cNvSpPr txBox="1"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latin typeface="+mj-lt"/>
              </a:rPr>
              <a:t>Quản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lý</a:t>
            </a:r>
            <a:r>
              <a:rPr lang="en-US" b="1" dirty="0">
                <a:latin typeface="+mj-lt"/>
              </a:rPr>
              <a:t> báo </a:t>
            </a:r>
            <a:r>
              <a:rPr lang="en-US" b="1" dirty="0" err="1">
                <a:latin typeface="+mj-lt"/>
              </a:rPr>
              <a:t>cáo</a:t>
            </a:r>
            <a:endParaRPr b="1" dirty="0">
              <a:latin typeface="+mj-lt"/>
            </a:endParaRPr>
          </a:p>
        </p:txBody>
      </p:sp>
      <p:sp>
        <p:nvSpPr>
          <p:cNvPr id="3402" name="Google Shape;3402;p53"/>
          <p:cNvSpPr txBox="1"/>
          <p:nvPr/>
        </p:nvSpPr>
        <p:spPr>
          <a:xfrm>
            <a:off x="1053111" y="1549074"/>
            <a:ext cx="7860429" cy="256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phiếu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thu: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theo doanh thu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hàng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theo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ngày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/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tháng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/năm.</a:t>
            </a: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phiếu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Thống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kê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số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lượng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nguyên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liệu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,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tiền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nguyên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liệu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đã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nhập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theo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ngày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/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tháng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/năm.</a:t>
            </a: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atamaran Medium"/>
              <a:buChar char="●"/>
            </a:pP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phiếu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chi: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Báo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cáo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chi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tiền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lương nhân viên,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tiến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tiền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điện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,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tiền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 </a:t>
            </a:r>
            <a:r>
              <a:rPr lang="vi-VN" sz="1600" dirty="0" err="1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nước</a:t>
            </a:r>
            <a:r>
              <a:rPr lang="vi-VN" sz="1600" dirty="0">
                <a:solidFill>
                  <a:schemeClr val="lt1"/>
                </a:solidFill>
                <a:latin typeface="+mn-lt"/>
                <a:ea typeface="Catamaran Medium"/>
                <a:cs typeface="Catamaran Medium"/>
                <a:sym typeface="Catamaran Medium"/>
              </a:rPr>
              <a:t>…</a:t>
            </a:r>
          </a:p>
        </p:txBody>
      </p:sp>
      <p:sp>
        <p:nvSpPr>
          <p:cNvPr id="3405" name="Google Shape;3405;p53"/>
          <p:cNvSpPr/>
          <p:nvPr/>
        </p:nvSpPr>
        <p:spPr>
          <a:xfrm>
            <a:off x="713225" y="1549075"/>
            <a:ext cx="679775" cy="2568250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8323925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55"/>
          <p:cNvSpPr txBox="1">
            <a:spLocks noGrp="1"/>
          </p:cNvSpPr>
          <p:nvPr>
            <p:ph type="subTitle" idx="1"/>
          </p:nvPr>
        </p:nvSpPr>
        <p:spPr>
          <a:xfrm>
            <a:off x="1143575" y="2722461"/>
            <a:ext cx="2338418" cy="7688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latin typeface="+mn-lt"/>
              </a:rPr>
              <a:t>Sơ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 err="1">
                <a:latin typeface="+mn-lt"/>
              </a:rPr>
              <a:t>đồ</a:t>
            </a:r>
            <a:r>
              <a:rPr lang="en-US" sz="3200" dirty="0">
                <a:latin typeface="+mn-lt"/>
              </a:rPr>
              <a:t> ERD</a:t>
            </a:r>
            <a:endParaRPr sz="3200" dirty="0">
              <a:latin typeface="+mn-lt"/>
            </a:endParaRPr>
          </a:p>
        </p:txBody>
      </p:sp>
      <p:sp>
        <p:nvSpPr>
          <p:cNvPr id="3428" name="Google Shape;3428;p55"/>
          <p:cNvSpPr txBox="1">
            <a:spLocks noGrp="1"/>
          </p:cNvSpPr>
          <p:nvPr>
            <p:ph type="title"/>
          </p:nvPr>
        </p:nvSpPr>
        <p:spPr>
          <a:xfrm>
            <a:off x="1480923" y="1510667"/>
            <a:ext cx="1501575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+mj-lt"/>
              </a:rPr>
              <a:t>Mục 02</a:t>
            </a:r>
            <a:endParaRPr sz="3000" dirty="0">
              <a:latin typeface="+mj-lt"/>
            </a:endParaRPr>
          </a:p>
        </p:txBody>
      </p:sp>
      <p:pic>
        <p:nvPicPr>
          <p:cNvPr id="3429" name="Google Shape;3429;p55"/>
          <p:cNvPicPr preferRelativeResize="0"/>
          <p:nvPr/>
        </p:nvPicPr>
        <p:blipFill rotWithShape="1">
          <a:blip r:embed="rId3">
            <a:alphaModFix/>
          </a:blip>
          <a:srcRect l="17846" t="4572" r="17840" b="15209"/>
          <a:stretch/>
        </p:blipFill>
        <p:spPr>
          <a:xfrm rot="-5400000">
            <a:off x="4275086" y="1106211"/>
            <a:ext cx="3524900" cy="2931075"/>
          </a:xfrm>
          <a:prstGeom prst="flowChartPreparation">
            <a:avLst/>
          </a:prstGeom>
          <a:noFill/>
          <a:ln>
            <a:noFill/>
          </a:ln>
        </p:spPr>
      </p:pic>
      <p:sp>
        <p:nvSpPr>
          <p:cNvPr id="3430" name="Google Shape;3430;p55"/>
          <p:cNvSpPr/>
          <p:nvPr/>
        </p:nvSpPr>
        <p:spPr>
          <a:xfrm>
            <a:off x="713225" y="865019"/>
            <a:ext cx="679775" cy="3413461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7" grpId="0" build="p"/>
      <p:bldP spid="34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Hình ảnh 9">
            <a:extLst>
              <a:ext uri="{FF2B5EF4-FFF2-40B4-BE49-F238E27FC236}">
                <a16:creationId xmlns:a16="http://schemas.microsoft.com/office/drawing/2014/main" id="{738A676C-ED31-4507-A6DC-C6AB36EE3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55"/>
          <p:cNvSpPr txBox="1">
            <a:spLocks noGrp="1"/>
          </p:cNvSpPr>
          <p:nvPr>
            <p:ph type="subTitle" idx="1"/>
          </p:nvPr>
        </p:nvSpPr>
        <p:spPr>
          <a:xfrm>
            <a:off x="1053112" y="2335213"/>
            <a:ext cx="2864683" cy="1290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latin typeface="+mn-lt"/>
              </a:rPr>
              <a:t>Thiết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kế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cơ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sở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dữ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liệu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sau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chuyển</a:t>
            </a:r>
            <a:r>
              <a:rPr lang="en-US" sz="2400" dirty="0">
                <a:latin typeface="+mn-lt"/>
              </a:rPr>
              <a:t> </a:t>
            </a:r>
            <a:r>
              <a:rPr lang="en-US" sz="2400" dirty="0" err="1">
                <a:latin typeface="+mn-lt"/>
              </a:rPr>
              <a:t>đổi</a:t>
            </a:r>
            <a:r>
              <a:rPr lang="en-US" sz="2400" dirty="0">
                <a:latin typeface="+mn-lt"/>
              </a:rPr>
              <a:t> ERD</a:t>
            </a:r>
            <a:endParaRPr sz="2400" dirty="0">
              <a:latin typeface="+mn-lt"/>
            </a:endParaRPr>
          </a:p>
        </p:txBody>
      </p:sp>
      <p:sp>
        <p:nvSpPr>
          <p:cNvPr id="3428" name="Google Shape;3428;p55"/>
          <p:cNvSpPr txBox="1">
            <a:spLocks noGrp="1"/>
          </p:cNvSpPr>
          <p:nvPr>
            <p:ph type="title"/>
          </p:nvPr>
        </p:nvSpPr>
        <p:spPr>
          <a:xfrm>
            <a:off x="1053112" y="1317043"/>
            <a:ext cx="2864683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+mj-lt"/>
              </a:rPr>
              <a:t>Mục 03</a:t>
            </a:r>
            <a:endParaRPr sz="3000" dirty="0">
              <a:latin typeface="+mj-lt"/>
            </a:endParaRPr>
          </a:p>
        </p:txBody>
      </p:sp>
      <p:sp>
        <p:nvSpPr>
          <p:cNvPr id="3430" name="Google Shape;3430;p55"/>
          <p:cNvSpPr/>
          <p:nvPr/>
        </p:nvSpPr>
        <p:spPr>
          <a:xfrm>
            <a:off x="713225" y="865019"/>
            <a:ext cx="679775" cy="3413461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6" name="Google Shape;3794;p68">
            <a:extLst>
              <a:ext uri="{FF2B5EF4-FFF2-40B4-BE49-F238E27FC236}">
                <a16:creationId xmlns:a16="http://schemas.microsoft.com/office/drawing/2014/main" id="{30762648-D655-4EB4-AA02-E095A427155A}"/>
              </a:ext>
            </a:extLst>
          </p:cNvPr>
          <p:cNvGrpSpPr/>
          <p:nvPr/>
        </p:nvGrpSpPr>
        <p:grpSpPr>
          <a:xfrm>
            <a:off x="4958577" y="1113521"/>
            <a:ext cx="2319452" cy="2916456"/>
            <a:chOff x="3896265" y="2034686"/>
            <a:chExt cx="1351457" cy="1529266"/>
          </a:xfrm>
        </p:grpSpPr>
        <p:sp>
          <p:nvSpPr>
            <p:cNvPr id="7" name="Google Shape;3795;p68">
              <a:extLst>
                <a:ext uri="{FF2B5EF4-FFF2-40B4-BE49-F238E27FC236}">
                  <a16:creationId xmlns:a16="http://schemas.microsoft.com/office/drawing/2014/main" id="{40E5933E-8884-4B46-80FC-A10BE6C6A88C}"/>
                </a:ext>
              </a:extLst>
            </p:cNvPr>
            <p:cNvSpPr/>
            <p:nvPr/>
          </p:nvSpPr>
          <p:spPr>
            <a:xfrm rot="10800000" flipH="1">
              <a:off x="3896265" y="2034686"/>
              <a:ext cx="1351457" cy="1529266"/>
            </a:xfrm>
            <a:custGeom>
              <a:avLst/>
              <a:gdLst/>
              <a:ahLst/>
              <a:cxnLst/>
              <a:rect l="l" t="t" r="r" b="b"/>
              <a:pathLst>
                <a:path w="13983" h="16202" extrusionOk="0">
                  <a:moveTo>
                    <a:pt x="13983" y="12159"/>
                  </a:moveTo>
                  <a:lnTo>
                    <a:pt x="6992" y="16202"/>
                  </a:lnTo>
                  <a:lnTo>
                    <a:pt x="1" y="12129"/>
                  </a:lnTo>
                  <a:lnTo>
                    <a:pt x="1" y="4074"/>
                  </a:lnTo>
                  <a:lnTo>
                    <a:pt x="6992" y="1"/>
                  </a:lnTo>
                  <a:lnTo>
                    <a:pt x="13983" y="407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3796;p68">
              <a:extLst>
                <a:ext uri="{FF2B5EF4-FFF2-40B4-BE49-F238E27FC236}">
                  <a16:creationId xmlns:a16="http://schemas.microsoft.com/office/drawing/2014/main" id="{7B687BF2-382A-4A56-BD13-08CB22948716}"/>
                </a:ext>
              </a:extLst>
            </p:cNvPr>
            <p:cNvGrpSpPr/>
            <p:nvPr/>
          </p:nvGrpSpPr>
          <p:grpSpPr>
            <a:xfrm>
              <a:off x="4190218" y="2417538"/>
              <a:ext cx="763564" cy="765624"/>
              <a:chOff x="-44528075" y="1982825"/>
              <a:chExt cx="300900" cy="301700"/>
            </a:xfrm>
          </p:grpSpPr>
          <p:sp>
            <p:nvSpPr>
              <p:cNvPr id="9" name="Google Shape;3797;p68">
                <a:extLst>
                  <a:ext uri="{FF2B5EF4-FFF2-40B4-BE49-F238E27FC236}">
                    <a16:creationId xmlns:a16="http://schemas.microsoft.com/office/drawing/2014/main" id="{75A53637-0BA3-470E-8C92-E58FA222BFF3}"/>
                  </a:ext>
                </a:extLst>
              </p:cNvPr>
              <p:cNvSpPr/>
              <p:nvPr/>
            </p:nvSpPr>
            <p:spPr>
              <a:xfrm>
                <a:off x="-44528075" y="1982825"/>
                <a:ext cx="300900" cy="301700"/>
              </a:xfrm>
              <a:custGeom>
                <a:avLst/>
                <a:gdLst/>
                <a:ahLst/>
                <a:cxnLst/>
                <a:rect l="l" t="t" r="r" b="b"/>
                <a:pathLst>
                  <a:path w="12036" h="12068" extrusionOk="0">
                    <a:moveTo>
                      <a:pt x="9547" y="2175"/>
                    </a:moveTo>
                    <a:cubicBezTo>
                      <a:pt x="9736" y="2175"/>
                      <a:pt x="9893" y="2332"/>
                      <a:pt x="9893" y="2521"/>
                    </a:cubicBezTo>
                    <a:lnTo>
                      <a:pt x="9893" y="9547"/>
                    </a:lnTo>
                    <a:cubicBezTo>
                      <a:pt x="9893" y="9736"/>
                      <a:pt x="9736" y="9893"/>
                      <a:pt x="9547" y="9893"/>
                    </a:cubicBezTo>
                    <a:lnTo>
                      <a:pt x="2552" y="9893"/>
                    </a:lnTo>
                    <a:cubicBezTo>
                      <a:pt x="2332" y="9893"/>
                      <a:pt x="2206" y="9736"/>
                      <a:pt x="2206" y="9547"/>
                    </a:cubicBezTo>
                    <a:lnTo>
                      <a:pt x="2206" y="2521"/>
                    </a:lnTo>
                    <a:cubicBezTo>
                      <a:pt x="2206" y="2332"/>
                      <a:pt x="2332" y="2175"/>
                      <a:pt x="2552" y="2175"/>
                    </a:cubicBezTo>
                    <a:close/>
                    <a:moveTo>
                      <a:pt x="3183" y="1"/>
                    </a:moveTo>
                    <a:cubicBezTo>
                      <a:pt x="2994" y="1"/>
                      <a:pt x="2836" y="158"/>
                      <a:pt x="2836" y="347"/>
                    </a:cubicBezTo>
                    <a:lnTo>
                      <a:pt x="2836" y="1419"/>
                    </a:lnTo>
                    <a:lnTo>
                      <a:pt x="2458" y="1419"/>
                    </a:lnTo>
                    <a:cubicBezTo>
                      <a:pt x="1891" y="1419"/>
                      <a:pt x="1418" y="1891"/>
                      <a:pt x="1418" y="2490"/>
                    </a:cubicBezTo>
                    <a:lnTo>
                      <a:pt x="1418" y="2836"/>
                    </a:lnTo>
                    <a:lnTo>
                      <a:pt x="347" y="2836"/>
                    </a:lnTo>
                    <a:cubicBezTo>
                      <a:pt x="158" y="2836"/>
                      <a:pt x="1" y="2994"/>
                      <a:pt x="1" y="3183"/>
                    </a:cubicBezTo>
                    <a:cubicBezTo>
                      <a:pt x="1" y="3372"/>
                      <a:pt x="158" y="3529"/>
                      <a:pt x="347" y="3529"/>
                    </a:cubicBezTo>
                    <a:lnTo>
                      <a:pt x="1418" y="3529"/>
                    </a:lnTo>
                    <a:lnTo>
                      <a:pt x="1418" y="4254"/>
                    </a:lnTo>
                    <a:lnTo>
                      <a:pt x="347" y="4254"/>
                    </a:lnTo>
                    <a:cubicBezTo>
                      <a:pt x="158" y="4254"/>
                      <a:pt x="1" y="4412"/>
                      <a:pt x="1" y="4601"/>
                    </a:cubicBezTo>
                    <a:cubicBezTo>
                      <a:pt x="1" y="4821"/>
                      <a:pt x="158" y="4979"/>
                      <a:pt x="347" y="4979"/>
                    </a:cubicBezTo>
                    <a:lnTo>
                      <a:pt x="1418" y="4979"/>
                    </a:lnTo>
                    <a:lnTo>
                      <a:pt x="1418" y="5672"/>
                    </a:lnTo>
                    <a:lnTo>
                      <a:pt x="347" y="5672"/>
                    </a:lnTo>
                    <a:cubicBezTo>
                      <a:pt x="158" y="5672"/>
                      <a:pt x="1" y="5829"/>
                      <a:pt x="1" y="6018"/>
                    </a:cubicBezTo>
                    <a:cubicBezTo>
                      <a:pt x="1" y="6239"/>
                      <a:pt x="158" y="6396"/>
                      <a:pt x="347" y="6396"/>
                    </a:cubicBezTo>
                    <a:lnTo>
                      <a:pt x="1418" y="6396"/>
                    </a:lnTo>
                    <a:lnTo>
                      <a:pt x="1418" y="7090"/>
                    </a:lnTo>
                    <a:lnTo>
                      <a:pt x="347" y="7090"/>
                    </a:lnTo>
                    <a:cubicBezTo>
                      <a:pt x="158" y="7090"/>
                      <a:pt x="1" y="7247"/>
                      <a:pt x="1" y="7436"/>
                    </a:cubicBezTo>
                    <a:cubicBezTo>
                      <a:pt x="1" y="7657"/>
                      <a:pt x="158" y="7814"/>
                      <a:pt x="347" y="7814"/>
                    </a:cubicBezTo>
                    <a:lnTo>
                      <a:pt x="1418" y="7814"/>
                    </a:lnTo>
                    <a:lnTo>
                      <a:pt x="1418" y="8507"/>
                    </a:lnTo>
                    <a:lnTo>
                      <a:pt x="347" y="8507"/>
                    </a:lnTo>
                    <a:cubicBezTo>
                      <a:pt x="158" y="8507"/>
                      <a:pt x="1" y="8665"/>
                      <a:pt x="1" y="8854"/>
                    </a:cubicBezTo>
                    <a:cubicBezTo>
                      <a:pt x="1" y="9074"/>
                      <a:pt x="158" y="9232"/>
                      <a:pt x="347" y="9232"/>
                    </a:cubicBezTo>
                    <a:lnTo>
                      <a:pt x="1418" y="9232"/>
                    </a:lnTo>
                    <a:lnTo>
                      <a:pt x="1418" y="9578"/>
                    </a:lnTo>
                    <a:cubicBezTo>
                      <a:pt x="1418" y="10177"/>
                      <a:pt x="1891" y="10650"/>
                      <a:pt x="2458" y="10650"/>
                    </a:cubicBezTo>
                    <a:lnTo>
                      <a:pt x="2836" y="10650"/>
                    </a:lnTo>
                    <a:lnTo>
                      <a:pt x="2836" y="11689"/>
                    </a:lnTo>
                    <a:cubicBezTo>
                      <a:pt x="2836" y="11910"/>
                      <a:pt x="2994" y="12067"/>
                      <a:pt x="3183" y="12067"/>
                    </a:cubicBezTo>
                    <a:cubicBezTo>
                      <a:pt x="3372" y="12067"/>
                      <a:pt x="3529" y="11910"/>
                      <a:pt x="3529" y="11689"/>
                    </a:cubicBezTo>
                    <a:lnTo>
                      <a:pt x="3529" y="10555"/>
                    </a:lnTo>
                    <a:lnTo>
                      <a:pt x="4254" y="10555"/>
                    </a:lnTo>
                    <a:lnTo>
                      <a:pt x="4254" y="11626"/>
                    </a:lnTo>
                    <a:cubicBezTo>
                      <a:pt x="4254" y="11815"/>
                      <a:pt x="4411" y="11973"/>
                      <a:pt x="4600" y="11973"/>
                    </a:cubicBezTo>
                    <a:cubicBezTo>
                      <a:pt x="4789" y="11973"/>
                      <a:pt x="4947" y="11815"/>
                      <a:pt x="4947" y="11626"/>
                    </a:cubicBezTo>
                    <a:lnTo>
                      <a:pt x="4947" y="10555"/>
                    </a:lnTo>
                    <a:lnTo>
                      <a:pt x="5671" y="10555"/>
                    </a:lnTo>
                    <a:lnTo>
                      <a:pt x="5671" y="11626"/>
                    </a:lnTo>
                    <a:cubicBezTo>
                      <a:pt x="5671" y="11815"/>
                      <a:pt x="5829" y="11973"/>
                      <a:pt x="6018" y="11973"/>
                    </a:cubicBezTo>
                    <a:cubicBezTo>
                      <a:pt x="6207" y="11973"/>
                      <a:pt x="6365" y="11815"/>
                      <a:pt x="6365" y="11626"/>
                    </a:cubicBezTo>
                    <a:lnTo>
                      <a:pt x="6365" y="10555"/>
                    </a:lnTo>
                    <a:lnTo>
                      <a:pt x="7089" y="10555"/>
                    </a:lnTo>
                    <a:lnTo>
                      <a:pt x="7089" y="11626"/>
                    </a:lnTo>
                    <a:cubicBezTo>
                      <a:pt x="7089" y="11815"/>
                      <a:pt x="7247" y="11973"/>
                      <a:pt x="7436" y="11973"/>
                    </a:cubicBezTo>
                    <a:cubicBezTo>
                      <a:pt x="7625" y="11973"/>
                      <a:pt x="7782" y="11815"/>
                      <a:pt x="7782" y="11626"/>
                    </a:cubicBezTo>
                    <a:lnTo>
                      <a:pt x="7782" y="10555"/>
                    </a:lnTo>
                    <a:lnTo>
                      <a:pt x="8507" y="10555"/>
                    </a:lnTo>
                    <a:lnTo>
                      <a:pt x="8507" y="11626"/>
                    </a:lnTo>
                    <a:cubicBezTo>
                      <a:pt x="8507" y="11815"/>
                      <a:pt x="8664" y="11973"/>
                      <a:pt x="8853" y="11973"/>
                    </a:cubicBezTo>
                    <a:cubicBezTo>
                      <a:pt x="9042" y="11973"/>
                      <a:pt x="9200" y="11815"/>
                      <a:pt x="9200" y="11626"/>
                    </a:cubicBezTo>
                    <a:lnTo>
                      <a:pt x="9200" y="10555"/>
                    </a:lnTo>
                    <a:lnTo>
                      <a:pt x="9547" y="10555"/>
                    </a:lnTo>
                    <a:cubicBezTo>
                      <a:pt x="10145" y="10555"/>
                      <a:pt x="10618" y="10082"/>
                      <a:pt x="10618" y="9484"/>
                    </a:cubicBezTo>
                    <a:lnTo>
                      <a:pt x="10618" y="9137"/>
                    </a:lnTo>
                    <a:lnTo>
                      <a:pt x="11689" y="9137"/>
                    </a:lnTo>
                    <a:cubicBezTo>
                      <a:pt x="11878" y="9137"/>
                      <a:pt x="12035" y="8980"/>
                      <a:pt x="12035" y="8791"/>
                    </a:cubicBezTo>
                    <a:cubicBezTo>
                      <a:pt x="12035" y="8602"/>
                      <a:pt x="11878" y="8444"/>
                      <a:pt x="11689" y="8444"/>
                    </a:cubicBezTo>
                    <a:lnTo>
                      <a:pt x="10618" y="8444"/>
                    </a:lnTo>
                    <a:lnTo>
                      <a:pt x="10618" y="7720"/>
                    </a:lnTo>
                    <a:lnTo>
                      <a:pt x="11689" y="7720"/>
                    </a:lnTo>
                    <a:cubicBezTo>
                      <a:pt x="11878" y="7720"/>
                      <a:pt x="12035" y="7562"/>
                      <a:pt x="12035" y="7373"/>
                    </a:cubicBezTo>
                    <a:cubicBezTo>
                      <a:pt x="12035" y="7153"/>
                      <a:pt x="11878" y="6995"/>
                      <a:pt x="11689" y="6995"/>
                    </a:cubicBezTo>
                    <a:lnTo>
                      <a:pt x="10618" y="6995"/>
                    </a:lnTo>
                    <a:lnTo>
                      <a:pt x="10618" y="6302"/>
                    </a:lnTo>
                    <a:lnTo>
                      <a:pt x="11689" y="6302"/>
                    </a:lnTo>
                    <a:cubicBezTo>
                      <a:pt x="11878" y="6302"/>
                      <a:pt x="12035" y="6144"/>
                      <a:pt x="12035" y="5955"/>
                    </a:cubicBezTo>
                    <a:cubicBezTo>
                      <a:pt x="12035" y="5735"/>
                      <a:pt x="11878" y="5577"/>
                      <a:pt x="11689" y="5577"/>
                    </a:cubicBezTo>
                    <a:lnTo>
                      <a:pt x="10618" y="5577"/>
                    </a:lnTo>
                    <a:lnTo>
                      <a:pt x="10618" y="4884"/>
                    </a:lnTo>
                    <a:lnTo>
                      <a:pt x="11689" y="4884"/>
                    </a:lnTo>
                    <a:lnTo>
                      <a:pt x="11689" y="4979"/>
                    </a:lnTo>
                    <a:cubicBezTo>
                      <a:pt x="11878" y="4979"/>
                      <a:pt x="12035" y="4821"/>
                      <a:pt x="12035" y="4601"/>
                    </a:cubicBezTo>
                    <a:cubicBezTo>
                      <a:pt x="12035" y="4412"/>
                      <a:pt x="11878" y="4254"/>
                      <a:pt x="11689" y="4254"/>
                    </a:cubicBezTo>
                    <a:lnTo>
                      <a:pt x="10618" y="4254"/>
                    </a:lnTo>
                    <a:lnTo>
                      <a:pt x="10618" y="3529"/>
                    </a:lnTo>
                    <a:lnTo>
                      <a:pt x="11689" y="3529"/>
                    </a:lnTo>
                    <a:cubicBezTo>
                      <a:pt x="11878" y="3529"/>
                      <a:pt x="12035" y="3372"/>
                      <a:pt x="12035" y="3183"/>
                    </a:cubicBezTo>
                    <a:cubicBezTo>
                      <a:pt x="12035" y="2994"/>
                      <a:pt x="11878" y="2836"/>
                      <a:pt x="11689" y="2836"/>
                    </a:cubicBezTo>
                    <a:lnTo>
                      <a:pt x="10618" y="2836"/>
                    </a:lnTo>
                    <a:lnTo>
                      <a:pt x="10618" y="2490"/>
                    </a:lnTo>
                    <a:cubicBezTo>
                      <a:pt x="10618" y="1891"/>
                      <a:pt x="10145" y="1419"/>
                      <a:pt x="9547" y="1419"/>
                    </a:cubicBezTo>
                    <a:lnTo>
                      <a:pt x="9200" y="1419"/>
                    </a:lnTo>
                    <a:lnTo>
                      <a:pt x="9200" y="347"/>
                    </a:lnTo>
                    <a:cubicBezTo>
                      <a:pt x="9200" y="158"/>
                      <a:pt x="9042" y="1"/>
                      <a:pt x="8853" y="1"/>
                    </a:cubicBezTo>
                    <a:cubicBezTo>
                      <a:pt x="8664" y="1"/>
                      <a:pt x="8507" y="158"/>
                      <a:pt x="8507" y="347"/>
                    </a:cubicBezTo>
                    <a:lnTo>
                      <a:pt x="8507" y="1419"/>
                    </a:lnTo>
                    <a:lnTo>
                      <a:pt x="7782" y="1419"/>
                    </a:lnTo>
                    <a:lnTo>
                      <a:pt x="7782" y="347"/>
                    </a:lnTo>
                    <a:cubicBezTo>
                      <a:pt x="7782" y="158"/>
                      <a:pt x="7625" y="1"/>
                      <a:pt x="7436" y="1"/>
                    </a:cubicBezTo>
                    <a:cubicBezTo>
                      <a:pt x="7247" y="1"/>
                      <a:pt x="7089" y="158"/>
                      <a:pt x="7089" y="347"/>
                    </a:cubicBezTo>
                    <a:lnTo>
                      <a:pt x="7089" y="1419"/>
                    </a:lnTo>
                    <a:lnTo>
                      <a:pt x="6365" y="1419"/>
                    </a:lnTo>
                    <a:lnTo>
                      <a:pt x="6365" y="347"/>
                    </a:lnTo>
                    <a:cubicBezTo>
                      <a:pt x="6365" y="158"/>
                      <a:pt x="6207" y="1"/>
                      <a:pt x="6018" y="1"/>
                    </a:cubicBezTo>
                    <a:cubicBezTo>
                      <a:pt x="5829" y="1"/>
                      <a:pt x="5671" y="158"/>
                      <a:pt x="5671" y="347"/>
                    </a:cubicBezTo>
                    <a:lnTo>
                      <a:pt x="5671" y="1419"/>
                    </a:lnTo>
                    <a:lnTo>
                      <a:pt x="4947" y="1419"/>
                    </a:lnTo>
                    <a:lnTo>
                      <a:pt x="4947" y="347"/>
                    </a:lnTo>
                    <a:cubicBezTo>
                      <a:pt x="4947" y="158"/>
                      <a:pt x="4789" y="1"/>
                      <a:pt x="4600" y="1"/>
                    </a:cubicBezTo>
                    <a:cubicBezTo>
                      <a:pt x="4411" y="1"/>
                      <a:pt x="4254" y="158"/>
                      <a:pt x="4254" y="347"/>
                    </a:cubicBezTo>
                    <a:lnTo>
                      <a:pt x="4254" y="1419"/>
                    </a:lnTo>
                    <a:lnTo>
                      <a:pt x="3529" y="1419"/>
                    </a:lnTo>
                    <a:lnTo>
                      <a:pt x="3529" y="347"/>
                    </a:lnTo>
                    <a:cubicBezTo>
                      <a:pt x="3529" y="158"/>
                      <a:pt x="3372" y="1"/>
                      <a:pt x="31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3798;p68">
                <a:extLst>
                  <a:ext uri="{FF2B5EF4-FFF2-40B4-BE49-F238E27FC236}">
                    <a16:creationId xmlns:a16="http://schemas.microsoft.com/office/drawing/2014/main" id="{5B1C2212-7B1D-40FB-8B68-825D89C88255}"/>
                  </a:ext>
                </a:extLst>
              </p:cNvPr>
              <p:cNvSpPr/>
              <p:nvPr/>
            </p:nvSpPr>
            <p:spPr>
              <a:xfrm>
                <a:off x="-44455600" y="205372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67"/>
                      <a:pt x="158" y="725"/>
                      <a:pt x="347" y="725"/>
                    </a:cubicBezTo>
                    <a:cubicBezTo>
                      <a:pt x="536" y="725"/>
                      <a:pt x="693" y="567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3799;p68">
                <a:extLst>
                  <a:ext uri="{FF2B5EF4-FFF2-40B4-BE49-F238E27FC236}">
                    <a16:creationId xmlns:a16="http://schemas.microsoft.com/office/drawing/2014/main" id="{C3D79226-1F6F-473D-BD9D-D9A82D8EC82B}"/>
                  </a:ext>
                </a:extLst>
              </p:cNvPr>
              <p:cNvSpPr/>
              <p:nvPr/>
            </p:nvSpPr>
            <p:spPr>
              <a:xfrm>
                <a:off x="-44455600" y="219470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3800;p68">
                <a:extLst>
                  <a:ext uri="{FF2B5EF4-FFF2-40B4-BE49-F238E27FC236}">
                    <a16:creationId xmlns:a16="http://schemas.microsoft.com/office/drawing/2014/main" id="{FA6A2593-3A0B-4708-A81A-F57E6A882789}"/>
                  </a:ext>
                </a:extLst>
              </p:cNvPr>
              <p:cNvSpPr/>
              <p:nvPr/>
            </p:nvSpPr>
            <p:spPr>
              <a:xfrm>
                <a:off x="-44314625" y="219470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4" y="536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3801;p68">
                <a:extLst>
                  <a:ext uri="{FF2B5EF4-FFF2-40B4-BE49-F238E27FC236}">
                    <a16:creationId xmlns:a16="http://schemas.microsoft.com/office/drawing/2014/main" id="{4BA45220-77EA-4F4E-A8B9-7BB39A60CD78}"/>
                  </a:ext>
                </a:extLst>
              </p:cNvPr>
              <p:cNvSpPr/>
              <p:nvPr/>
            </p:nvSpPr>
            <p:spPr>
              <a:xfrm>
                <a:off x="-44314625" y="205372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725"/>
                      <a:pt x="347" y="725"/>
                    </a:cubicBezTo>
                    <a:cubicBezTo>
                      <a:pt x="536" y="725"/>
                      <a:pt x="694" y="536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3802;p68">
                <a:extLst>
                  <a:ext uri="{FF2B5EF4-FFF2-40B4-BE49-F238E27FC236}">
                    <a16:creationId xmlns:a16="http://schemas.microsoft.com/office/drawing/2014/main" id="{A7E78D00-75B8-47EE-B41A-699121068EF7}"/>
                  </a:ext>
                </a:extLst>
              </p:cNvPr>
              <p:cNvSpPr/>
              <p:nvPr/>
            </p:nvSpPr>
            <p:spPr>
              <a:xfrm>
                <a:off x="-44447725" y="2062375"/>
                <a:ext cx="14335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609" extrusionOk="0">
                    <a:moveTo>
                      <a:pt x="3182" y="757"/>
                    </a:moveTo>
                    <a:lnTo>
                      <a:pt x="3182" y="883"/>
                    </a:lnTo>
                    <a:cubicBezTo>
                      <a:pt x="3182" y="1041"/>
                      <a:pt x="3277" y="1167"/>
                      <a:pt x="3434" y="1198"/>
                    </a:cubicBezTo>
                    <a:cubicBezTo>
                      <a:pt x="3623" y="1261"/>
                      <a:pt x="3812" y="1387"/>
                      <a:pt x="3970" y="1513"/>
                    </a:cubicBezTo>
                    <a:cubicBezTo>
                      <a:pt x="4049" y="1553"/>
                      <a:pt x="4142" y="1593"/>
                      <a:pt x="4231" y="1593"/>
                    </a:cubicBezTo>
                    <a:cubicBezTo>
                      <a:pt x="4282" y="1593"/>
                      <a:pt x="4333" y="1579"/>
                      <a:pt x="4379" y="1545"/>
                    </a:cubicBezTo>
                    <a:lnTo>
                      <a:pt x="4505" y="1482"/>
                    </a:lnTo>
                    <a:lnTo>
                      <a:pt x="4852" y="2049"/>
                    </a:lnTo>
                    <a:lnTo>
                      <a:pt x="4726" y="2143"/>
                    </a:lnTo>
                    <a:cubicBezTo>
                      <a:pt x="4600" y="2206"/>
                      <a:pt x="4537" y="2364"/>
                      <a:pt x="4568" y="2490"/>
                    </a:cubicBezTo>
                    <a:cubicBezTo>
                      <a:pt x="4600" y="2710"/>
                      <a:pt x="4600" y="2899"/>
                      <a:pt x="4568" y="3120"/>
                    </a:cubicBezTo>
                    <a:cubicBezTo>
                      <a:pt x="4537" y="3277"/>
                      <a:pt x="4600" y="3403"/>
                      <a:pt x="4726" y="3466"/>
                    </a:cubicBezTo>
                    <a:lnTo>
                      <a:pt x="4852" y="3561"/>
                    </a:lnTo>
                    <a:lnTo>
                      <a:pt x="4505" y="4128"/>
                    </a:lnTo>
                    <a:lnTo>
                      <a:pt x="4379" y="4065"/>
                    </a:lnTo>
                    <a:cubicBezTo>
                      <a:pt x="4323" y="4037"/>
                      <a:pt x="4260" y="4021"/>
                      <a:pt x="4196" y="4021"/>
                    </a:cubicBezTo>
                    <a:cubicBezTo>
                      <a:pt x="4118" y="4021"/>
                      <a:pt x="4039" y="4044"/>
                      <a:pt x="3970" y="4097"/>
                    </a:cubicBezTo>
                    <a:cubicBezTo>
                      <a:pt x="3812" y="4254"/>
                      <a:pt x="3623" y="4349"/>
                      <a:pt x="3434" y="4412"/>
                    </a:cubicBezTo>
                    <a:cubicBezTo>
                      <a:pt x="3277" y="4475"/>
                      <a:pt x="3182" y="4632"/>
                      <a:pt x="3182" y="4727"/>
                    </a:cubicBezTo>
                    <a:lnTo>
                      <a:pt x="3182" y="4853"/>
                    </a:lnTo>
                    <a:lnTo>
                      <a:pt x="2489" y="4853"/>
                    </a:lnTo>
                    <a:lnTo>
                      <a:pt x="2489" y="4727"/>
                    </a:lnTo>
                    <a:cubicBezTo>
                      <a:pt x="2489" y="4569"/>
                      <a:pt x="2394" y="4475"/>
                      <a:pt x="2237" y="4412"/>
                    </a:cubicBezTo>
                    <a:cubicBezTo>
                      <a:pt x="2048" y="4349"/>
                      <a:pt x="1859" y="4223"/>
                      <a:pt x="1701" y="4097"/>
                    </a:cubicBezTo>
                    <a:cubicBezTo>
                      <a:pt x="1622" y="4057"/>
                      <a:pt x="1529" y="4017"/>
                      <a:pt x="1440" y="4017"/>
                    </a:cubicBezTo>
                    <a:cubicBezTo>
                      <a:pt x="1389" y="4017"/>
                      <a:pt x="1338" y="4030"/>
                      <a:pt x="1292" y="4065"/>
                    </a:cubicBezTo>
                    <a:lnTo>
                      <a:pt x="1166" y="4128"/>
                    </a:lnTo>
                    <a:lnTo>
                      <a:pt x="819" y="3561"/>
                    </a:lnTo>
                    <a:lnTo>
                      <a:pt x="945" y="3466"/>
                    </a:lnTo>
                    <a:cubicBezTo>
                      <a:pt x="1071" y="3403"/>
                      <a:pt x="1134" y="3246"/>
                      <a:pt x="1103" y="3120"/>
                    </a:cubicBezTo>
                    <a:cubicBezTo>
                      <a:pt x="1071" y="2899"/>
                      <a:pt x="1071" y="2710"/>
                      <a:pt x="1103" y="2490"/>
                    </a:cubicBezTo>
                    <a:cubicBezTo>
                      <a:pt x="1134" y="2332"/>
                      <a:pt x="1071" y="2206"/>
                      <a:pt x="945" y="2143"/>
                    </a:cubicBezTo>
                    <a:lnTo>
                      <a:pt x="819" y="2049"/>
                    </a:lnTo>
                    <a:lnTo>
                      <a:pt x="1166" y="1482"/>
                    </a:lnTo>
                    <a:lnTo>
                      <a:pt x="1292" y="1545"/>
                    </a:lnTo>
                    <a:cubicBezTo>
                      <a:pt x="1350" y="1589"/>
                      <a:pt x="1416" y="1612"/>
                      <a:pt x="1481" y="1612"/>
                    </a:cubicBezTo>
                    <a:cubicBezTo>
                      <a:pt x="1557" y="1612"/>
                      <a:pt x="1634" y="1581"/>
                      <a:pt x="1701" y="1513"/>
                    </a:cubicBezTo>
                    <a:cubicBezTo>
                      <a:pt x="1859" y="1356"/>
                      <a:pt x="2048" y="1261"/>
                      <a:pt x="2237" y="1198"/>
                    </a:cubicBezTo>
                    <a:cubicBezTo>
                      <a:pt x="2394" y="1167"/>
                      <a:pt x="2489" y="1009"/>
                      <a:pt x="2489" y="883"/>
                    </a:cubicBezTo>
                    <a:lnTo>
                      <a:pt x="2489" y="757"/>
                    </a:lnTo>
                    <a:close/>
                    <a:moveTo>
                      <a:pt x="2174" y="1"/>
                    </a:moveTo>
                    <a:cubicBezTo>
                      <a:pt x="1953" y="1"/>
                      <a:pt x="1796" y="158"/>
                      <a:pt x="1796" y="347"/>
                    </a:cubicBezTo>
                    <a:lnTo>
                      <a:pt x="1796" y="599"/>
                    </a:lnTo>
                    <a:cubicBezTo>
                      <a:pt x="1701" y="631"/>
                      <a:pt x="1575" y="726"/>
                      <a:pt x="1481" y="789"/>
                    </a:cubicBezTo>
                    <a:lnTo>
                      <a:pt x="1292" y="663"/>
                    </a:lnTo>
                    <a:cubicBezTo>
                      <a:pt x="1242" y="643"/>
                      <a:pt x="1186" y="632"/>
                      <a:pt x="1129" y="632"/>
                    </a:cubicBezTo>
                    <a:cubicBezTo>
                      <a:pt x="1007" y="632"/>
                      <a:pt x="884" y="681"/>
                      <a:pt x="819" y="789"/>
                    </a:cubicBezTo>
                    <a:lnTo>
                      <a:pt x="126" y="2017"/>
                    </a:lnTo>
                    <a:cubicBezTo>
                      <a:pt x="32" y="2175"/>
                      <a:pt x="63" y="2395"/>
                      <a:pt x="221" y="2490"/>
                    </a:cubicBezTo>
                    <a:lnTo>
                      <a:pt x="441" y="2616"/>
                    </a:lnTo>
                    <a:lnTo>
                      <a:pt x="441" y="2994"/>
                    </a:lnTo>
                    <a:lnTo>
                      <a:pt x="221" y="3120"/>
                    </a:lnTo>
                    <a:cubicBezTo>
                      <a:pt x="95" y="3183"/>
                      <a:pt x="0" y="3435"/>
                      <a:pt x="126" y="3592"/>
                    </a:cubicBezTo>
                    <a:lnTo>
                      <a:pt x="819" y="4821"/>
                    </a:lnTo>
                    <a:cubicBezTo>
                      <a:pt x="879" y="4921"/>
                      <a:pt x="989" y="4983"/>
                      <a:pt x="1102" y="4983"/>
                    </a:cubicBezTo>
                    <a:cubicBezTo>
                      <a:pt x="1168" y="4983"/>
                      <a:pt x="1234" y="4962"/>
                      <a:pt x="1292" y="4916"/>
                    </a:cubicBezTo>
                    <a:lnTo>
                      <a:pt x="1481" y="4821"/>
                    </a:lnTo>
                    <a:cubicBezTo>
                      <a:pt x="1607" y="4884"/>
                      <a:pt x="1733" y="4979"/>
                      <a:pt x="1796" y="5010"/>
                    </a:cubicBezTo>
                    <a:lnTo>
                      <a:pt x="1796" y="5231"/>
                    </a:lnTo>
                    <a:cubicBezTo>
                      <a:pt x="1796" y="5451"/>
                      <a:pt x="1953" y="5609"/>
                      <a:pt x="2174" y="5609"/>
                    </a:cubicBezTo>
                    <a:lnTo>
                      <a:pt x="3592" y="5609"/>
                    </a:lnTo>
                    <a:cubicBezTo>
                      <a:pt x="3781" y="5609"/>
                      <a:pt x="3938" y="5451"/>
                      <a:pt x="3938" y="5231"/>
                    </a:cubicBezTo>
                    <a:lnTo>
                      <a:pt x="3938" y="5010"/>
                    </a:lnTo>
                    <a:cubicBezTo>
                      <a:pt x="4064" y="4979"/>
                      <a:pt x="4159" y="4884"/>
                      <a:pt x="4253" y="4821"/>
                    </a:cubicBezTo>
                    <a:lnTo>
                      <a:pt x="4442" y="4916"/>
                    </a:lnTo>
                    <a:cubicBezTo>
                      <a:pt x="4501" y="4951"/>
                      <a:pt x="4574" y="4969"/>
                      <a:pt x="4644" y="4969"/>
                    </a:cubicBezTo>
                    <a:cubicBezTo>
                      <a:pt x="4762" y="4969"/>
                      <a:pt x="4875" y="4920"/>
                      <a:pt x="4915" y="4821"/>
                    </a:cubicBezTo>
                    <a:lnTo>
                      <a:pt x="5639" y="3592"/>
                    </a:lnTo>
                    <a:cubicBezTo>
                      <a:pt x="5702" y="3435"/>
                      <a:pt x="5671" y="3246"/>
                      <a:pt x="5513" y="3120"/>
                    </a:cubicBezTo>
                    <a:lnTo>
                      <a:pt x="5324" y="2994"/>
                    </a:lnTo>
                    <a:lnTo>
                      <a:pt x="5324" y="2616"/>
                    </a:lnTo>
                    <a:lnTo>
                      <a:pt x="5513" y="2490"/>
                    </a:lnTo>
                    <a:cubicBezTo>
                      <a:pt x="5671" y="2395"/>
                      <a:pt x="5734" y="2175"/>
                      <a:pt x="5639" y="2017"/>
                    </a:cubicBezTo>
                    <a:lnTo>
                      <a:pt x="4915" y="789"/>
                    </a:lnTo>
                    <a:cubicBezTo>
                      <a:pt x="4872" y="681"/>
                      <a:pt x="4742" y="618"/>
                      <a:pt x="4614" y="618"/>
                    </a:cubicBezTo>
                    <a:cubicBezTo>
                      <a:pt x="4553" y="618"/>
                      <a:pt x="4493" y="632"/>
                      <a:pt x="4442" y="663"/>
                    </a:cubicBezTo>
                    <a:lnTo>
                      <a:pt x="4253" y="789"/>
                    </a:lnTo>
                    <a:cubicBezTo>
                      <a:pt x="4127" y="726"/>
                      <a:pt x="4001" y="631"/>
                      <a:pt x="3938" y="599"/>
                    </a:cubicBezTo>
                    <a:lnTo>
                      <a:pt x="3938" y="347"/>
                    </a:lnTo>
                    <a:cubicBezTo>
                      <a:pt x="3938" y="158"/>
                      <a:pt x="3781" y="1"/>
                      <a:pt x="359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3803;p68">
                <a:extLst>
                  <a:ext uri="{FF2B5EF4-FFF2-40B4-BE49-F238E27FC236}">
                    <a16:creationId xmlns:a16="http://schemas.microsoft.com/office/drawing/2014/main" id="{FE4F168C-2687-4709-92DF-DDC2FC3442A9}"/>
                  </a:ext>
                </a:extLst>
              </p:cNvPr>
              <p:cNvSpPr/>
              <p:nvPr/>
            </p:nvSpPr>
            <p:spPr>
              <a:xfrm>
                <a:off x="-44403625" y="2107275"/>
                <a:ext cx="535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2112" extrusionOk="0">
                    <a:moveTo>
                      <a:pt x="1072" y="662"/>
                    </a:moveTo>
                    <a:cubicBezTo>
                      <a:pt x="1261" y="662"/>
                      <a:pt x="1418" y="820"/>
                      <a:pt x="1418" y="1009"/>
                    </a:cubicBezTo>
                    <a:cubicBezTo>
                      <a:pt x="1418" y="1198"/>
                      <a:pt x="1261" y="1355"/>
                      <a:pt x="1072" y="1355"/>
                    </a:cubicBezTo>
                    <a:cubicBezTo>
                      <a:pt x="882" y="1355"/>
                      <a:pt x="725" y="1198"/>
                      <a:pt x="725" y="1009"/>
                    </a:cubicBezTo>
                    <a:cubicBezTo>
                      <a:pt x="725" y="820"/>
                      <a:pt x="882" y="662"/>
                      <a:pt x="1072" y="662"/>
                    </a:cubicBezTo>
                    <a:close/>
                    <a:moveTo>
                      <a:pt x="1072" y="1"/>
                    </a:moveTo>
                    <a:cubicBezTo>
                      <a:pt x="473" y="1"/>
                      <a:pt x="0" y="473"/>
                      <a:pt x="0" y="1040"/>
                    </a:cubicBezTo>
                    <a:cubicBezTo>
                      <a:pt x="0" y="1639"/>
                      <a:pt x="473" y="2112"/>
                      <a:pt x="1072" y="2112"/>
                    </a:cubicBezTo>
                    <a:cubicBezTo>
                      <a:pt x="1670" y="2112"/>
                      <a:pt x="2143" y="1639"/>
                      <a:pt x="2143" y="1040"/>
                    </a:cubicBezTo>
                    <a:cubicBezTo>
                      <a:pt x="2143" y="473"/>
                      <a:pt x="1670" y="1"/>
                      <a:pt x="10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6358876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7" grpId="0" build="p"/>
      <p:bldP spid="34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p57"/>
          <p:cNvSpPr txBox="1">
            <a:spLocks noGrp="1"/>
          </p:cNvSpPr>
          <p:nvPr>
            <p:ph type="title"/>
          </p:nvPr>
        </p:nvSpPr>
        <p:spPr>
          <a:xfrm>
            <a:off x="2060250" y="1739400"/>
            <a:ext cx="5023500" cy="166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SƠ ĐỒ QUAN HỆ</a:t>
            </a:r>
            <a:endParaRPr dirty="0">
              <a:latin typeface="+mj-lt"/>
            </a:endParaRPr>
          </a:p>
        </p:txBody>
      </p:sp>
      <p:grpSp>
        <p:nvGrpSpPr>
          <p:cNvPr id="3446" name="Google Shape;3446;p57"/>
          <p:cNvGrpSpPr/>
          <p:nvPr/>
        </p:nvGrpSpPr>
        <p:grpSpPr>
          <a:xfrm>
            <a:off x="1798467" y="1323986"/>
            <a:ext cx="5547066" cy="2495529"/>
            <a:chOff x="1951600" y="1943950"/>
            <a:chExt cx="5547066" cy="1255612"/>
          </a:xfrm>
        </p:grpSpPr>
        <p:sp>
          <p:nvSpPr>
            <p:cNvPr id="3447" name="Google Shape;3447;p57"/>
            <p:cNvSpPr/>
            <p:nvPr/>
          </p:nvSpPr>
          <p:spPr>
            <a:xfrm>
              <a:off x="1951600" y="1943950"/>
              <a:ext cx="1167028" cy="1255612"/>
            </a:xfrm>
            <a:custGeom>
              <a:avLst/>
              <a:gdLst/>
              <a:ahLst/>
              <a:cxnLst/>
              <a:rect l="l" t="t" r="r" b="b"/>
              <a:pathLst>
                <a:path w="14663" h="15776" extrusionOk="0">
                  <a:moveTo>
                    <a:pt x="14663" y="0"/>
                  </a:moveTo>
                  <a:lnTo>
                    <a:pt x="0" y="36"/>
                  </a:lnTo>
                  <a:lnTo>
                    <a:pt x="0" y="15776"/>
                  </a:lnTo>
                  <a:lnTo>
                    <a:pt x="14627" y="15776"/>
                  </a:lnTo>
                </a:path>
              </a:pathLst>
            </a:cu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48" name="Google Shape;3448;p57"/>
            <p:cNvSpPr/>
            <p:nvPr/>
          </p:nvSpPr>
          <p:spPr>
            <a:xfrm flipH="1">
              <a:off x="6331638" y="1943950"/>
              <a:ext cx="1167028" cy="1255612"/>
            </a:xfrm>
            <a:custGeom>
              <a:avLst/>
              <a:gdLst/>
              <a:ahLst/>
              <a:cxnLst/>
              <a:rect l="l" t="t" r="r" b="b"/>
              <a:pathLst>
                <a:path w="14663" h="15776" extrusionOk="0">
                  <a:moveTo>
                    <a:pt x="14663" y="0"/>
                  </a:moveTo>
                  <a:lnTo>
                    <a:pt x="0" y="36"/>
                  </a:lnTo>
                  <a:lnTo>
                    <a:pt x="0" y="15776"/>
                  </a:lnTo>
                  <a:lnTo>
                    <a:pt x="14627" y="15776"/>
                  </a:lnTo>
                </a:path>
              </a:pathLst>
            </a:cu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6" name="Hình ảnh 5" descr="Ảnh có chứa văn bản, ảnh chụp màn hình, trong nhà&#10;&#10;Mô tả được tạo tự động">
            <a:extLst>
              <a:ext uri="{FF2B5EF4-FFF2-40B4-BE49-F238E27FC236}">
                <a16:creationId xmlns:a16="http://schemas.microsoft.com/office/drawing/2014/main" id="{2FCF0CFE-54CE-4D93-9329-4A15E4732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775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114514"/>
              </p:ext>
            </p:extLst>
          </p:nvPr>
        </p:nvGraphicFramePr>
        <p:xfrm>
          <a:off x="1156010" y="1279540"/>
          <a:ext cx="6285570" cy="333756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TENNV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NGAYSINH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Ngày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sinh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GIOITINH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Giới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Email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SDT_NV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điện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thoại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24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NGAY_BD_LAM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Ngày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bắt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đầu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làm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66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DIACHI_NV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Địa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chỉ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456683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564885" y="713394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NHAN_VIEN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009089"/>
              </p:ext>
            </p:extLst>
          </p:nvPr>
        </p:nvGraphicFramePr>
        <p:xfrm>
          <a:off x="1072373" y="2205066"/>
          <a:ext cx="6285570" cy="222504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chấm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công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TG_LAMVIEC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Thời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gian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làm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việc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NGAY_NGHI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Ngày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nghỉ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việc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Lương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609489" y="1203493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CHAM_CONG</a:t>
            </a:r>
          </a:p>
        </p:txBody>
      </p:sp>
    </p:spTree>
    <p:extLst>
      <p:ext uri="{BB962C8B-B14F-4D97-AF65-F5344CB8AC3E}">
        <p14:creationId xmlns:p14="http://schemas.microsoft.com/office/powerpoint/2010/main" val="262088170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165902"/>
              </p:ext>
            </p:extLst>
          </p:nvPr>
        </p:nvGraphicFramePr>
        <p:xfrm>
          <a:off x="1156010" y="1279540"/>
          <a:ext cx="6285570" cy="296672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hóa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đơn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NGAYLAP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Ngày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lập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hóa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đơn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TONGTIEN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Tổng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tiền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tự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TENKH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chemeClr val="bg1"/>
                          </a:solidFill>
                        </a:rPr>
                        <a:t>khách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chemeClr val="bg1"/>
                          </a:solidFill>
                        </a:rPr>
                        <a:t>hàng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24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SOLUONG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aseline="0" dirty="0" err="1">
                          <a:solidFill>
                            <a:schemeClr val="bg1"/>
                          </a:solidFill>
                        </a:rPr>
                        <a:t>lượng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666072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609492" y="713394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HOA_DON</a:t>
            </a:r>
          </a:p>
        </p:txBody>
      </p:sp>
    </p:spTree>
    <p:extLst>
      <p:ext uri="{BB962C8B-B14F-4D97-AF65-F5344CB8AC3E}">
        <p14:creationId xmlns:p14="http://schemas.microsoft.com/office/powerpoint/2010/main" val="37613503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754948"/>
              </p:ext>
            </p:extLst>
          </p:nvPr>
        </p:nvGraphicFramePr>
        <p:xfrm>
          <a:off x="1156010" y="1889140"/>
          <a:ext cx="6285570" cy="148336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thức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uống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MAHD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hóa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đơn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SOLUONG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lượng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58175" y="1045530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CHITIET_HOADON</a:t>
            </a:r>
          </a:p>
        </p:txBody>
      </p:sp>
    </p:spTree>
    <p:extLst>
      <p:ext uri="{BB962C8B-B14F-4D97-AF65-F5344CB8AC3E}">
        <p14:creationId xmlns:p14="http://schemas.microsoft.com/office/powerpoint/2010/main" val="338646724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912372"/>
              </p:ext>
            </p:extLst>
          </p:nvPr>
        </p:nvGraphicFramePr>
        <p:xfrm>
          <a:off x="1198759" y="1896574"/>
          <a:ext cx="6285570" cy="222504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thức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uống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nguyên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Cỡ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thức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uống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TENTU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thức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uống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DON_GIA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Đơn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giá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691271" y="1049247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THUC_UONG</a:t>
            </a:r>
          </a:p>
        </p:txBody>
      </p:sp>
    </p:spTree>
    <p:extLst>
      <p:ext uri="{BB962C8B-B14F-4D97-AF65-F5344CB8AC3E}">
        <p14:creationId xmlns:p14="http://schemas.microsoft.com/office/powerpoint/2010/main" val="371529788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73286"/>
              </p:ext>
            </p:extLst>
          </p:nvPr>
        </p:nvGraphicFramePr>
        <p:xfrm>
          <a:off x="1156010" y="1889140"/>
          <a:ext cx="6285570" cy="148336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công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nguyên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TEN_CT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công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58175" y="1045530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CONG_THUC</a:t>
            </a:r>
          </a:p>
        </p:txBody>
      </p:sp>
    </p:spTree>
    <p:extLst>
      <p:ext uri="{BB962C8B-B14F-4D97-AF65-F5344CB8AC3E}">
        <p14:creationId xmlns:p14="http://schemas.microsoft.com/office/powerpoint/2010/main" val="65499940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894737"/>
              </p:ext>
            </p:extLst>
          </p:nvPr>
        </p:nvGraphicFramePr>
        <p:xfrm>
          <a:off x="1156010" y="1889140"/>
          <a:ext cx="6285570" cy="185420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công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thức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nguyên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SOLUONG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lượng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DONVI_TINH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Đơn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vị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013041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58175" y="1045530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CHITIET_CONGTHUC</a:t>
            </a:r>
          </a:p>
        </p:txBody>
      </p:sp>
    </p:spTree>
    <p:extLst>
      <p:ext uri="{BB962C8B-B14F-4D97-AF65-F5344CB8AC3E}">
        <p14:creationId xmlns:p14="http://schemas.microsoft.com/office/powerpoint/2010/main" val="4257044679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018698"/>
              </p:ext>
            </p:extLst>
          </p:nvPr>
        </p:nvGraphicFramePr>
        <p:xfrm>
          <a:off x="1178312" y="2149330"/>
          <a:ext cx="6285570" cy="111252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nguyên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TENNL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nguyên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58175" y="1164474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NGUYEN_LIEU</a:t>
            </a:r>
          </a:p>
        </p:txBody>
      </p:sp>
    </p:spTree>
    <p:extLst>
      <p:ext uri="{BB962C8B-B14F-4D97-AF65-F5344CB8AC3E}">
        <p14:creationId xmlns:p14="http://schemas.microsoft.com/office/powerpoint/2010/main" val="246603177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848528"/>
              </p:ext>
            </p:extLst>
          </p:nvPr>
        </p:nvGraphicFramePr>
        <p:xfrm>
          <a:off x="1198759" y="1896574"/>
          <a:ext cx="6376636" cy="259588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343612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323278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115122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nhà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cấp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TENNCC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nhà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cấp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Email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nhà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cấp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SDT_NCC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điện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thoại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nhà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cấp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LV_CUNGUNG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Lĩnh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vực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ứng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DIACHI_NCC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Địa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chỉ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nhà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cấp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308071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35875" y="1049247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NHACUNGCAP</a:t>
            </a:r>
          </a:p>
        </p:txBody>
      </p:sp>
    </p:spTree>
    <p:extLst>
      <p:ext uri="{BB962C8B-B14F-4D97-AF65-F5344CB8AC3E}">
        <p14:creationId xmlns:p14="http://schemas.microsoft.com/office/powerpoint/2010/main" val="428499788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10951"/>
              </p:ext>
            </p:extLst>
          </p:nvPr>
        </p:nvGraphicFramePr>
        <p:xfrm>
          <a:off x="1198759" y="2415588"/>
          <a:ext cx="6285570" cy="111252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nhập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nhà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cấp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691271" y="1308754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CHITIET_NCC</a:t>
            </a:r>
          </a:p>
        </p:txBody>
      </p:sp>
    </p:spTree>
    <p:extLst>
      <p:ext uri="{BB962C8B-B14F-4D97-AF65-F5344CB8AC3E}">
        <p14:creationId xmlns:p14="http://schemas.microsoft.com/office/powerpoint/2010/main" val="3378647750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164839"/>
              </p:ext>
            </p:extLst>
          </p:nvPr>
        </p:nvGraphicFramePr>
        <p:xfrm>
          <a:off x="1197830" y="1792497"/>
          <a:ext cx="6376636" cy="296672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343612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323278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115122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nhập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nhà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cung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cấp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NGAYLAP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Ngày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lập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nhập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TONGTIEN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Tổng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tiền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SOLUONG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lượng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308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DON_GIA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Đơn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giá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944104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35875" y="997209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PHIEUNHAP</a:t>
            </a:r>
          </a:p>
        </p:txBody>
      </p:sp>
    </p:spTree>
    <p:extLst>
      <p:ext uri="{BB962C8B-B14F-4D97-AF65-F5344CB8AC3E}">
        <p14:creationId xmlns:p14="http://schemas.microsoft.com/office/powerpoint/2010/main" val="3780853486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412581"/>
              </p:ext>
            </p:extLst>
          </p:nvPr>
        </p:nvGraphicFramePr>
        <p:xfrm>
          <a:off x="1198759" y="2415588"/>
          <a:ext cx="6285570" cy="148336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051825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427356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211765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nguyên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nhập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SOLUONG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Số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lượng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537072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691271" y="1308754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CHITIET_PHIEUNHAP</a:t>
            </a:r>
          </a:p>
        </p:txBody>
      </p:sp>
    </p:spTree>
    <p:extLst>
      <p:ext uri="{BB962C8B-B14F-4D97-AF65-F5344CB8AC3E}">
        <p14:creationId xmlns:p14="http://schemas.microsoft.com/office/powerpoint/2010/main" val="2605496461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953942"/>
              </p:ext>
            </p:extLst>
          </p:nvPr>
        </p:nvGraphicFramePr>
        <p:xfrm>
          <a:off x="1197830" y="1993220"/>
          <a:ext cx="6376636" cy="222504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343612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323278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115122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NOIDUNGCHI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Nội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dung 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NGAYLAP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Ngày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lập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TONGTIEN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Tổng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tiền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35875" y="997209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PHIEUCHI</a:t>
            </a:r>
          </a:p>
        </p:txBody>
      </p:sp>
    </p:spTree>
    <p:extLst>
      <p:ext uri="{BB962C8B-B14F-4D97-AF65-F5344CB8AC3E}">
        <p14:creationId xmlns:p14="http://schemas.microsoft.com/office/powerpoint/2010/main" val="3261014595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428;p55">
            <a:extLst>
              <a:ext uri="{FF2B5EF4-FFF2-40B4-BE49-F238E27FC236}">
                <a16:creationId xmlns:a16="http://schemas.microsoft.com/office/drawing/2014/main" id="{9BA38C8D-B59A-4BF1-980A-B848DF912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0331" y="201921"/>
            <a:ext cx="2932206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latin typeface="+mj-lt"/>
              </a:rPr>
              <a:t>Mô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tả</a:t>
            </a:r>
            <a:r>
              <a:rPr lang="en-US" sz="3000" dirty="0">
                <a:latin typeface="+mj-lt"/>
              </a:rPr>
              <a:t> </a:t>
            </a:r>
            <a:r>
              <a:rPr lang="en-US" sz="3000" dirty="0" err="1">
                <a:latin typeface="+mj-lt"/>
              </a:rPr>
              <a:t>bảng</a:t>
            </a:r>
            <a:endParaRPr sz="3000" dirty="0">
              <a:latin typeface="+mj-lt"/>
            </a:endParaRPr>
          </a:p>
        </p:txBody>
      </p:sp>
      <p:graphicFrame>
        <p:nvGraphicFramePr>
          <p:cNvPr id="2" name="Bảng 3">
            <a:extLst>
              <a:ext uri="{FF2B5EF4-FFF2-40B4-BE49-F238E27FC236}">
                <a16:creationId xmlns:a16="http://schemas.microsoft.com/office/drawing/2014/main" id="{B917BB92-CE5C-456D-8ABA-34930830D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10125"/>
              </p:ext>
            </p:extLst>
          </p:nvPr>
        </p:nvGraphicFramePr>
        <p:xfrm>
          <a:off x="1197830" y="1993220"/>
          <a:ext cx="6376636" cy="2225040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594624">
                  <a:extLst>
                    <a:ext uri="{9D8B030D-6E8A-4147-A177-3AD203B41FA5}">
                      <a16:colId xmlns:a16="http://schemas.microsoft.com/office/drawing/2014/main" val="4236657552"/>
                    </a:ext>
                  </a:extLst>
                </a:gridCol>
                <a:gridCol w="2343612">
                  <a:extLst>
                    <a:ext uri="{9D8B030D-6E8A-4147-A177-3AD203B41FA5}">
                      <a16:colId xmlns:a16="http://schemas.microsoft.com/office/drawing/2014/main" val="2137868248"/>
                    </a:ext>
                  </a:extLst>
                </a:gridCol>
                <a:gridCol w="1323278">
                  <a:extLst>
                    <a:ext uri="{9D8B030D-6E8A-4147-A177-3AD203B41FA5}">
                      <a16:colId xmlns:a16="http://schemas.microsoft.com/office/drawing/2014/main" val="2904928404"/>
                    </a:ext>
                  </a:extLst>
                </a:gridCol>
                <a:gridCol w="1115122">
                  <a:extLst>
                    <a:ext uri="{9D8B030D-6E8A-4147-A177-3AD203B41FA5}">
                      <a16:colId xmlns:a16="http://schemas.microsoft.com/office/drawing/2014/main" val="15715392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Tên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thuộc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Mô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tả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Kiểu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dữ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liệu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Độ</a:t>
                      </a: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bg1"/>
                          </a:solidFill>
                        </a:rPr>
                        <a:t>dài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92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MAPHIEUTHU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396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Mã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nhân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viên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10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NOIDUNGTHU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Nội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dung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Nvarchar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33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NGAYLAP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Ngày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lập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phiếu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thu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030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TONGTIEN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Tổng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tiền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65499"/>
                  </a:ext>
                </a:extLst>
              </a:tr>
            </a:tbl>
          </a:graphicData>
        </a:graphic>
      </p:graphicFrame>
      <p:sp>
        <p:nvSpPr>
          <p:cNvPr id="5" name="Google Shape;3428;p55">
            <a:extLst>
              <a:ext uri="{FF2B5EF4-FFF2-40B4-BE49-F238E27FC236}">
                <a16:creationId xmlns:a16="http://schemas.microsoft.com/office/drawing/2014/main" id="{39F72A03-B2F6-4BE5-B8BC-EC9ACC5CA69D}"/>
              </a:ext>
            </a:extLst>
          </p:cNvPr>
          <p:cNvSpPr txBox="1">
            <a:spLocks/>
          </p:cNvSpPr>
          <p:nvPr/>
        </p:nvSpPr>
        <p:spPr>
          <a:xfrm>
            <a:off x="1735875" y="997209"/>
            <a:ext cx="5300546" cy="566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sz="2000" dirty="0" err="1">
                <a:latin typeface="+mj-lt"/>
              </a:rPr>
              <a:t>Bảng</a:t>
            </a:r>
            <a:r>
              <a:rPr lang="en-US" sz="2000" dirty="0">
                <a:latin typeface="+mj-lt"/>
              </a:rPr>
              <a:t> PHIEUTHU</a:t>
            </a:r>
          </a:p>
        </p:txBody>
      </p:sp>
    </p:spTree>
    <p:extLst>
      <p:ext uri="{BB962C8B-B14F-4D97-AF65-F5344CB8AC3E}">
        <p14:creationId xmlns:p14="http://schemas.microsoft.com/office/powerpoint/2010/main" val="4123658593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427;p55">
            <a:extLst>
              <a:ext uri="{FF2B5EF4-FFF2-40B4-BE49-F238E27FC236}">
                <a16:creationId xmlns:a16="http://schemas.microsoft.com/office/drawing/2014/main" id="{1EAAA87F-BD96-4C4C-9897-31F36756E36A}"/>
              </a:ext>
            </a:extLst>
          </p:cNvPr>
          <p:cNvSpPr txBox="1">
            <a:spLocks/>
          </p:cNvSpPr>
          <p:nvPr/>
        </p:nvSpPr>
        <p:spPr>
          <a:xfrm>
            <a:off x="1053112" y="2335213"/>
            <a:ext cx="2864683" cy="1290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+mn-lt"/>
              </a:rPr>
              <a:t>Chi </a:t>
            </a:r>
            <a:r>
              <a:rPr lang="en-US" sz="2400" dirty="0" err="1">
                <a:solidFill>
                  <a:schemeClr val="bg1"/>
                </a:solidFill>
                <a:latin typeface="+mn-lt"/>
              </a:rPr>
              <a:t>tiết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n-lt"/>
              </a:rPr>
              <a:t>thiết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n-lt"/>
              </a:rPr>
              <a:t>kế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+mn-lt"/>
              </a:rPr>
              <a:t>hệ</a:t>
            </a:r>
            <a:r>
              <a:rPr lang="en-US" sz="2400" dirty="0">
                <a:solidFill>
                  <a:schemeClr val="bg1"/>
                </a:solidFill>
                <a:latin typeface="+mn-lt"/>
              </a:rPr>
              <a:t> thống </a:t>
            </a:r>
            <a:r>
              <a:rPr lang="en-US" sz="2400" dirty="0" err="1">
                <a:solidFill>
                  <a:schemeClr val="bg1"/>
                </a:solidFill>
                <a:latin typeface="+mn-lt"/>
              </a:rPr>
              <a:t>chính</a:t>
            </a:r>
            <a:endParaRPr lang="vi-VN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Google Shape;3428;p55">
            <a:extLst>
              <a:ext uri="{FF2B5EF4-FFF2-40B4-BE49-F238E27FC236}">
                <a16:creationId xmlns:a16="http://schemas.microsoft.com/office/drawing/2014/main" id="{0E7773E4-3AB3-43F7-96D7-C66C81A63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3112" y="1317043"/>
            <a:ext cx="2864683" cy="5661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latin typeface="+mj-lt"/>
              </a:rPr>
              <a:t>Mục 04</a:t>
            </a:r>
            <a:endParaRPr sz="3000" dirty="0">
              <a:latin typeface="+mj-lt"/>
            </a:endParaRPr>
          </a:p>
        </p:txBody>
      </p:sp>
      <p:sp>
        <p:nvSpPr>
          <p:cNvPr id="7" name="Google Shape;3430;p55">
            <a:extLst>
              <a:ext uri="{FF2B5EF4-FFF2-40B4-BE49-F238E27FC236}">
                <a16:creationId xmlns:a16="http://schemas.microsoft.com/office/drawing/2014/main" id="{5C434323-5CDA-4831-9AEB-C509609845EA}"/>
              </a:ext>
            </a:extLst>
          </p:cNvPr>
          <p:cNvSpPr/>
          <p:nvPr/>
        </p:nvSpPr>
        <p:spPr>
          <a:xfrm>
            <a:off x="713225" y="865019"/>
            <a:ext cx="679775" cy="3413461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" name="Google Shape;3816;p69">
            <a:extLst>
              <a:ext uri="{FF2B5EF4-FFF2-40B4-BE49-F238E27FC236}">
                <a16:creationId xmlns:a16="http://schemas.microsoft.com/office/drawing/2014/main" id="{78656011-96D5-45FA-B0C0-FA20CEBDD800}"/>
              </a:ext>
            </a:extLst>
          </p:cNvPr>
          <p:cNvSpPr/>
          <p:nvPr/>
        </p:nvSpPr>
        <p:spPr>
          <a:xfrm rot="10800000" flipH="1">
            <a:off x="5226207" y="1317043"/>
            <a:ext cx="2083532" cy="2327661"/>
          </a:xfrm>
          <a:custGeom>
            <a:avLst/>
            <a:gdLst/>
            <a:ahLst/>
            <a:cxnLst/>
            <a:rect l="l" t="t" r="r" b="b"/>
            <a:pathLst>
              <a:path w="13983" h="16202" extrusionOk="0">
                <a:moveTo>
                  <a:pt x="13983" y="12159"/>
                </a:moveTo>
                <a:lnTo>
                  <a:pt x="6992" y="16202"/>
                </a:lnTo>
                <a:lnTo>
                  <a:pt x="1" y="12129"/>
                </a:lnTo>
                <a:lnTo>
                  <a:pt x="1" y="4074"/>
                </a:lnTo>
                <a:lnTo>
                  <a:pt x="6992" y="1"/>
                </a:lnTo>
                <a:lnTo>
                  <a:pt x="13983" y="407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3824;p69">
            <a:extLst>
              <a:ext uri="{FF2B5EF4-FFF2-40B4-BE49-F238E27FC236}">
                <a16:creationId xmlns:a16="http://schemas.microsoft.com/office/drawing/2014/main" id="{EDB78424-C4D0-4BAB-9B24-D2B86340521F}"/>
              </a:ext>
            </a:extLst>
          </p:cNvPr>
          <p:cNvGrpSpPr/>
          <p:nvPr/>
        </p:nvGrpSpPr>
        <p:grpSpPr>
          <a:xfrm>
            <a:off x="5819779" y="1904779"/>
            <a:ext cx="1081654" cy="1057394"/>
            <a:chOff x="-3852025" y="2764950"/>
            <a:chExt cx="291450" cy="293000"/>
          </a:xfrm>
        </p:grpSpPr>
        <p:sp>
          <p:nvSpPr>
            <p:cNvPr id="11" name="Google Shape;3825;p69">
              <a:extLst>
                <a:ext uri="{FF2B5EF4-FFF2-40B4-BE49-F238E27FC236}">
                  <a16:creationId xmlns:a16="http://schemas.microsoft.com/office/drawing/2014/main" id="{462F2B58-2A19-48BC-B2BE-1C6BB504E733}"/>
                </a:ext>
              </a:extLst>
            </p:cNvPr>
            <p:cNvSpPr/>
            <p:nvPr/>
          </p:nvSpPr>
          <p:spPr>
            <a:xfrm>
              <a:off x="-3852025" y="2764950"/>
              <a:ext cx="291450" cy="293000"/>
            </a:xfrm>
            <a:custGeom>
              <a:avLst/>
              <a:gdLst/>
              <a:ahLst/>
              <a:cxnLst/>
              <a:rect l="l" t="t" r="r" b="b"/>
              <a:pathLst>
                <a:path w="11658" h="11720" extrusionOk="0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826;p69">
              <a:extLst>
                <a:ext uri="{FF2B5EF4-FFF2-40B4-BE49-F238E27FC236}">
                  <a16:creationId xmlns:a16="http://schemas.microsoft.com/office/drawing/2014/main" id="{4D66CD98-3FC2-405C-A103-E0526186025D}"/>
                </a:ext>
              </a:extLst>
            </p:cNvPr>
            <p:cNvSpPr/>
            <p:nvPr/>
          </p:nvSpPr>
          <p:spPr>
            <a:xfrm>
              <a:off x="-3707100" y="2937425"/>
              <a:ext cx="103200" cy="67775"/>
            </a:xfrm>
            <a:custGeom>
              <a:avLst/>
              <a:gdLst/>
              <a:ahLst/>
              <a:cxnLst/>
              <a:rect l="l" t="t" r="r" b="b"/>
              <a:pathLst>
                <a:path w="4128" h="2711" extrusionOk="0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2" name="Google Shape;3542;p60"/>
          <p:cNvSpPr txBox="1">
            <a:spLocks noGrp="1"/>
          </p:cNvSpPr>
          <p:nvPr>
            <p:ph type="title"/>
          </p:nvPr>
        </p:nvSpPr>
        <p:spPr>
          <a:xfrm>
            <a:off x="890942" y="96663"/>
            <a:ext cx="7653535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Thiết kế Database và Table</a:t>
            </a:r>
            <a:endParaRPr dirty="0">
              <a:latin typeface="+mj-lt"/>
            </a:endParaRPr>
          </a:p>
        </p:txBody>
      </p:sp>
      <p:sp>
        <p:nvSpPr>
          <p:cNvPr id="3583" name="Google Shape;3583;p60"/>
          <p:cNvSpPr/>
          <p:nvPr/>
        </p:nvSpPr>
        <p:spPr>
          <a:xfrm>
            <a:off x="375266" y="627063"/>
            <a:ext cx="509474" cy="4051617"/>
          </a:xfrm>
          <a:custGeom>
            <a:avLst/>
            <a:gdLst/>
            <a:ahLst/>
            <a:cxnLst/>
            <a:rect l="l" t="t" r="r" b="b"/>
            <a:pathLst>
              <a:path w="27191" h="102730" extrusionOk="0">
                <a:moveTo>
                  <a:pt x="27191" y="131"/>
                </a:moveTo>
                <a:lnTo>
                  <a:pt x="0" y="0"/>
                </a:lnTo>
                <a:lnTo>
                  <a:pt x="0" y="102730"/>
                </a:lnTo>
                <a:lnTo>
                  <a:pt x="26609" y="102730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1" name="Google Shape;3542;p60">
            <a:extLst>
              <a:ext uri="{FF2B5EF4-FFF2-40B4-BE49-F238E27FC236}">
                <a16:creationId xmlns:a16="http://schemas.microsoft.com/office/drawing/2014/main" id="{CF9E9520-F0FC-457C-A0CF-34CF7DFAF8F2}"/>
              </a:ext>
            </a:extLst>
          </p:cNvPr>
          <p:cNvSpPr txBox="1">
            <a:spLocks/>
          </p:cNvSpPr>
          <p:nvPr/>
        </p:nvSpPr>
        <p:spPr>
          <a:xfrm>
            <a:off x="845222" y="543242"/>
            <a:ext cx="7653535" cy="405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CHITIET_CONGTHUC: </a:t>
            </a:r>
            <a:r>
              <a:rPr lang="en-US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công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nguyên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liệu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l</a:t>
            </a:r>
            <a:r>
              <a:rPr lang="en-US" sz="1300" dirty="0" err="1"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ượng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đơn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vị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tính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CHITIET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_HOADON: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uống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hóa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đơn,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lượng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CHITIET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_PHIEUNHAP: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nguyên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liệu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lượng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HOADON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hóa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đơn,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ngày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hóa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đơn,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tổng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tiền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tự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tên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khách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hàng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lượng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NGUYENLIEU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nguyên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liệu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tên nguyên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liệu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NHACUNGCAP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uống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tên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nhà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cung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cấp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email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điện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thoại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nhà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cung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cấp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lĩnh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vực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cung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ứng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địa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chỉ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nhà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cung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cấp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NHANVIEN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viên, tên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ngày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sinh,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giới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tính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email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điện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thoại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ngày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bắt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đầu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làm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việc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địa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chỉ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PHIEUCHI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chi,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nội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dung chi,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ngày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chi,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tổng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tiền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PHIEUNHAP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nhà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cung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cấp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ngày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tổng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tiền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số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lượng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đơn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giá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PHIEUTHU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thu,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nội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dung thu,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tổng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tiền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ngày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thu.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THUCUONG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uống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nguyên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liệu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cỡ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uống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tên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uống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đơn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giá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CHAMCONG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chấm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công,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thời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gian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làm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việc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ngày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nghỉ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việc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lương nhân viên,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nhân viên.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CONGTHUC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công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nguyên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liệu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tên công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thức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Times New Roman" panose="02020603050405020304" pitchFamily="18" charset="0"/>
              <a:buChar char="-"/>
            </a:pPr>
            <a:r>
              <a:rPr lang="vi-VN" sz="1300" b="1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CHITIET_NCC :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phiếu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nhập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,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mã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nhà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 cung </a:t>
            </a:r>
            <a:r>
              <a:rPr lang="vi-VN" sz="1300" dirty="0" err="1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cấp</a:t>
            </a:r>
            <a:r>
              <a:rPr lang="vi-VN" sz="1300" dirty="0">
                <a:effectLst/>
                <a:latin typeface="+mn-lt"/>
                <a:ea typeface="Calibri" panose="020F0502020204030204" pitchFamily="34" charset="0"/>
                <a:cs typeface="DaunPenh" panose="01010101010101010101" pitchFamily="2" charset="0"/>
              </a:rPr>
              <a:t>.</a:t>
            </a:r>
            <a:endParaRPr lang="en-US" sz="1300" dirty="0">
              <a:effectLst/>
              <a:latin typeface="+mn-lt"/>
              <a:ea typeface="Calibri" panose="020F0502020204030204" pitchFamily="34" charset="0"/>
              <a:cs typeface="DaunPenh" panose="01010101010101010101" pitchFamily="2" charset="0"/>
            </a:endParaRPr>
          </a:p>
          <a:p>
            <a:pPr algn="just"/>
            <a:endParaRPr lang="en-US" sz="1300" dirty="0">
              <a:latin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35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35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7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Google Shape;3613;p61"/>
          <p:cNvSpPr txBox="1">
            <a:spLocks noGrp="1"/>
          </p:cNvSpPr>
          <p:nvPr>
            <p:ph type="title"/>
          </p:nvPr>
        </p:nvSpPr>
        <p:spPr>
          <a:xfrm>
            <a:off x="717000" y="22184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Tables</a:t>
            </a:r>
            <a:endParaRPr b="1" dirty="0">
              <a:latin typeface="+mj-lt"/>
            </a:endParaRPr>
          </a:p>
        </p:txBody>
      </p:sp>
      <p:pic>
        <p:nvPicPr>
          <p:cNvPr id="19" name="Picture 1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09D8038B-08C0-4188-9CA1-CDB4732DB11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74" t="23189" r="24414" b="49887"/>
          <a:stretch/>
        </p:blipFill>
        <p:spPr bwMode="auto">
          <a:xfrm>
            <a:off x="717001" y="1112520"/>
            <a:ext cx="4647480" cy="134874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Google Shape;3613;p61">
            <a:extLst>
              <a:ext uri="{FF2B5EF4-FFF2-40B4-BE49-F238E27FC236}">
                <a16:creationId xmlns:a16="http://schemas.microsoft.com/office/drawing/2014/main" id="{5132AA3C-5E1C-468D-AE37-C27063AC5D0C}"/>
              </a:ext>
            </a:extLst>
          </p:cNvPr>
          <p:cNvSpPr txBox="1">
            <a:spLocks/>
          </p:cNvSpPr>
          <p:nvPr/>
        </p:nvSpPr>
        <p:spPr>
          <a:xfrm>
            <a:off x="5471160" y="1540915"/>
            <a:ext cx="3573780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CHITIET_CONGTHUC</a:t>
            </a:r>
          </a:p>
        </p:txBody>
      </p:sp>
      <p:sp>
        <p:nvSpPr>
          <p:cNvPr id="21" name="Google Shape;3613;p61">
            <a:extLst>
              <a:ext uri="{FF2B5EF4-FFF2-40B4-BE49-F238E27FC236}">
                <a16:creationId xmlns:a16="http://schemas.microsoft.com/office/drawing/2014/main" id="{D9B782B8-DBB4-4C43-98A3-4B00BC1A99D6}"/>
              </a:ext>
            </a:extLst>
          </p:cNvPr>
          <p:cNvSpPr txBox="1">
            <a:spLocks/>
          </p:cNvSpPr>
          <p:nvPr/>
        </p:nvSpPr>
        <p:spPr>
          <a:xfrm>
            <a:off x="717000" y="3602125"/>
            <a:ext cx="3573780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CHITIET_CONGTHUC</a:t>
            </a:r>
          </a:p>
        </p:txBody>
      </p:sp>
      <p:pic>
        <p:nvPicPr>
          <p:cNvPr id="22" name="Picture 17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B320EC3B-B4F7-430B-A130-F6D175084E4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02" t="22715" r="24699" b="51188"/>
          <a:stretch/>
        </p:blipFill>
        <p:spPr bwMode="auto">
          <a:xfrm>
            <a:off x="4491990" y="3142614"/>
            <a:ext cx="3995970" cy="149746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split orient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3613;p61">
            <a:extLst>
              <a:ext uri="{FF2B5EF4-FFF2-40B4-BE49-F238E27FC236}">
                <a16:creationId xmlns:a16="http://schemas.microsoft.com/office/drawing/2014/main" id="{DC83ED96-BCEF-41AC-B6C4-B74C118F6E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000" y="22184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Tables</a:t>
            </a:r>
            <a:endParaRPr b="1" dirty="0">
              <a:latin typeface="+mj-lt"/>
            </a:endParaRPr>
          </a:p>
        </p:txBody>
      </p:sp>
      <p:sp>
        <p:nvSpPr>
          <p:cNvPr id="65" name="Google Shape;3613;p61">
            <a:extLst>
              <a:ext uri="{FF2B5EF4-FFF2-40B4-BE49-F238E27FC236}">
                <a16:creationId xmlns:a16="http://schemas.microsoft.com/office/drawing/2014/main" id="{BC9896C9-D9C0-4B97-8621-B876BF79C206}"/>
              </a:ext>
            </a:extLst>
          </p:cNvPr>
          <p:cNvSpPr txBox="1">
            <a:spLocks/>
          </p:cNvSpPr>
          <p:nvPr/>
        </p:nvSpPr>
        <p:spPr>
          <a:xfrm>
            <a:off x="5433061" y="1540915"/>
            <a:ext cx="3680459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CHITIET_PHIEUNHAP</a:t>
            </a:r>
          </a:p>
        </p:txBody>
      </p:sp>
      <p:sp>
        <p:nvSpPr>
          <p:cNvPr id="66" name="Google Shape;3613;p61">
            <a:extLst>
              <a:ext uri="{FF2B5EF4-FFF2-40B4-BE49-F238E27FC236}">
                <a16:creationId xmlns:a16="http://schemas.microsoft.com/office/drawing/2014/main" id="{A9E98627-ADF5-4161-8449-3FDEF3BB3194}"/>
              </a:ext>
            </a:extLst>
          </p:cNvPr>
          <p:cNvSpPr txBox="1">
            <a:spLocks/>
          </p:cNvSpPr>
          <p:nvPr/>
        </p:nvSpPr>
        <p:spPr>
          <a:xfrm>
            <a:off x="518880" y="3602125"/>
            <a:ext cx="3573780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HOADON</a:t>
            </a:r>
          </a:p>
        </p:txBody>
      </p:sp>
      <p:pic>
        <p:nvPicPr>
          <p:cNvPr id="70" name="Picture 9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9C389081-EC1E-461B-AAA7-3E06D60D28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73" t="18905" r="21900" b="47343"/>
          <a:stretch/>
        </p:blipFill>
        <p:spPr bwMode="auto">
          <a:xfrm>
            <a:off x="3696420" y="3042688"/>
            <a:ext cx="4303427" cy="17121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8" name="Picture 11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AA69446F-2446-4F81-812A-A39901710BA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2" t="24384" r="18615" b="49115"/>
          <a:stretch/>
        </p:blipFill>
        <p:spPr bwMode="auto">
          <a:xfrm>
            <a:off x="717000" y="1104900"/>
            <a:ext cx="4616236" cy="145923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split orient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613;p61">
            <a:extLst>
              <a:ext uri="{FF2B5EF4-FFF2-40B4-BE49-F238E27FC236}">
                <a16:creationId xmlns:a16="http://schemas.microsoft.com/office/drawing/2014/main" id="{16266B5F-5F78-4466-AF13-0F064AE99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000" y="22184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Tables</a:t>
            </a:r>
            <a:endParaRPr b="1" dirty="0">
              <a:latin typeface="+mj-lt"/>
            </a:endParaRPr>
          </a:p>
        </p:txBody>
      </p:sp>
      <p:sp>
        <p:nvSpPr>
          <p:cNvPr id="10" name="Google Shape;3613;p61">
            <a:extLst>
              <a:ext uri="{FF2B5EF4-FFF2-40B4-BE49-F238E27FC236}">
                <a16:creationId xmlns:a16="http://schemas.microsoft.com/office/drawing/2014/main" id="{5AE152D5-D833-4F00-96D9-D0A27C762AC8}"/>
              </a:ext>
            </a:extLst>
          </p:cNvPr>
          <p:cNvSpPr txBox="1">
            <a:spLocks/>
          </p:cNvSpPr>
          <p:nvPr/>
        </p:nvSpPr>
        <p:spPr>
          <a:xfrm>
            <a:off x="4099561" y="1479955"/>
            <a:ext cx="3680459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NGUYENLIEU</a:t>
            </a:r>
          </a:p>
        </p:txBody>
      </p:sp>
      <p:sp>
        <p:nvSpPr>
          <p:cNvPr id="11" name="Google Shape;3613;p61">
            <a:extLst>
              <a:ext uri="{FF2B5EF4-FFF2-40B4-BE49-F238E27FC236}">
                <a16:creationId xmlns:a16="http://schemas.microsoft.com/office/drawing/2014/main" id="{2DED8F50-0EC1-4757-96CB-0451FE1C42EC}"/>
              </a:ext>
            </a:extLst>
          </p:cNvPr>
          <p:cNvSpPr txBox="1">
            <a:spLocks/>
          </p:cNvSpPr>
          <p:nvPr/>
        </p:nvSpPr>
        <p:spPr>
          <a:xfrm>
            <a:off x="191029" y="3602123"/>
            <a:ext cx="3573780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NHACUNGCAP</a:t>
            </a:r>
          </a:p>
        </p:txBody>
      </p:sp>
      <p:pic>
        <p:nvPicPr>
          <p:cNvPr id="14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AFF095C-132C-4409-9A81-3E51ADCAA6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58" t="23975" r="32639" b="46887"/>
          <a:stretch/>
        </p:blipFill>
        <p:spPr bwMode="auto">
          <a:xfrm>
            <a:off x="717000" y="646497"/>
            <a:ext cx="2521839" cy="20738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15B625E-FB17-451B-9123-D7B799A051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08" t="23650" r="32184" b="47716"/>
          <a:stretch/>
        </p:blipFill>
        <p:spPr bwMode="auto">
          <a:xfrm>
            <a:off x="4460240" y="2847382"/>
            <a:ext cx="2959100" cy="19383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split orient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3613;p61">
            <a:extLst>
              <a:ext uri="{FF2B5EF4-FFF2-40B4-BE49-F238E27FC236}">
                <a16:creationId xmlns:a16="http://schemas.microsoft.com/office/drawing/2014/main" id="{D4B17138-94B9-4919-8892-60EAEAFE8A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000" y="22184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Tables</a:t>
            </a:r>
            <a:endParaRPr b="1" dirty="0">
              <a:latin typeface="+mj-lt"/>
            </a:endParaRPr>
          </a:p>
        </p:txBody>
      </p:sp>
      <p:sp>
        <p:nvSpPr>
          <p:cNvPr id="48" name="Google Shape;3613;p61">
            <a:extLst>
              <a:ext uri="{FF2B5EF4-FFF2-40B4-BE49-F238E27FC236}">
                <a16:creationId xmlns:a16="http://schemas.microsoft.com/office/drawing/2014/main" id="{12269811-E46D-4EF2-BCB3-9C7789BC6750}"/>
              </a:ext>
            </a:extLst>
          </p:cNvPr>
          <p:cNvSpPr txBox="1">
            <a:spLocks/>
          </p:cNvSpPr>
          <p:nvPr/>
        </p:nvSpPr>
        <p:spPr>
          <a:xfrm>
            <a:off x="4007903" y="1331849"/>
            <a:ext cx="3680459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PHIEUCHI</a:t>
            </a:r>
          </a:p>
        </p:txBody>
      </p:sp>
      <p:sp>
        <p:nvSpPr>
          <p:cNvPr id="49" name="Google Shape;3613;p61">
            <a:extLst>
              <a:ext uri="{FF2B5EF4-FFF2-40B4-BE49-F238E27FC236}">
                <a16:creationId xmlns:a16="http://schemas.microsoft.com/office/drawing/2014/main" id="{9043B10D-BDCD-458B-9ACD-EFBF8A59634E}"/>
              </a:ext>
            </a:extLst>
          </p:cNvPr>
          <p:cNvSpPr txBox="1">
            <a:spLocks/>
          </p:cNvSpPr>
          <p:nvPr/>
        </p:nvSpPr>
        <p:spPr>
          <a:xfrm>
            <a:off x="518880" y="3602125"/>
            <a:ext cx="3573780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PHIEUNHAP</a:t>
            </a:r>
          </a:p>
        </p:txBody>
      </p:sp>
      <p:pic>
        <p:nvPicPr>
          <p:cNvPr id="52" name="Picture 6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1156D30B-72A2-43E3-9BCE-08E3311BF74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39" t="20804" r="29219" b="49321"/>
          <a:stretch/>
        </p:blipFill>
        <p:spPr bwMode="auto">
          <a:xfrm>
            <a:off x="414337" y="904961"/>
            <a:ext cx="3106103" cy="171148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3" name="Picture 8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D00257C6-FA8B-4003-9E60-90E21336C96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30" t="19226" r="21314" b="47289"/>
          <a:stretch/>
        </p:blipFill>
        <p:spPr bwMode="auto">
          <a:xfrm>
            <a:off x="4106963" y="3067873"/>
            <a:ext cx="4198837" cy="15955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split orient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3613;p61">
            <a:extLst>
              <a:ext uri="{FF2B5EF4-FFF2-40B4-BE49-F238E27FC236}">
                <a16:creationId xmlns:a16="http://schemas.microsoft.com/office/drawing/2014/main" id="{BB03DD64-AD6D-4AC5-9BC6-C8379B2C79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000" y="33964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+mj-lt"/>
              </a:rPr>
              <a:t>Tables</a:t>
            </a:r>
            <a:endParaRPr sz="2600" b="1" dirty="0">
              <a:latin typeface="+mj-lt"/>
            </a:endParaRPr>
          </a:p>
        </p:txBody>
      </p:sp>
      <p:sp>
        <p:nvSpPr>
          <p:cNvPr id="12" name="Google Shape;3613;p61">
            <a:extLst>
              <a:ext uri="{FF2B5EF4-FFF2-40B4-BE49-F238E27FC236}">
                <a16:creationId xmlns:a16="http://schemas.microsoft.com/office/drawing/2014/main" id="{FB0FF84C-7D9F-41F9-A76D-2596A8F85796}"/>
              </a:ext>
            </a:extLst>
          </p:cNvPr>
          <p:cNvSpPr txBox="1">
            <a:spLocks/>
          </p:cNvSpPr>
          <p:nvPr/>
        </p:nvSpPr>
        <p:spPr>
          <a:xfrm>
            <a:off x="4335563" y="1112519"/>
            <a:ext cx="3680459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PHIEUTHU</a:t>
            </a:r>
          </a:p>
        </p:txBody>
      </p:sp>
      <p:sp>
        <p:nvSpPr>
          <p:cNvPr id="13" name="Google Shape;3613;p61">
            <a:extLst>
              <a:ext uri="{FF2B5EF4-FFF2-40B4-BE49-F238E27FC236}">
                <a16:creationId xmlns:a16="http://schemas.microsoft.com/office/drawing/2014/main" id="{C475E4BF-CEF5-4AF7-AAF0-E6FD7454BBF9}"/>
              </a:ext>
            </a:extLst>
          </p:cNvPr>
          <p:cNvSpPr txBox="1">
            <a:spLocks/>
          </p:cNvSpPr>
          <p:nvPr/>
        </p:nvSpPr>
        <p:spPr>
          <a:xfrm>
            <a:off x="518880" y="3387696"/>
            <a:ext cx="3573780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THUCUONG</a:t>
            </a:r>
          </a:p>
        </p:txBody>
      </p:sp>
      <p:pic>
        <p:nvPicPr>
          <p:cNvPr id="16" name="Picture 7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A0957CFC-5BCB-45AC-B91D-6AF02CA6856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18" t="19549" r="29625" b="49132"/>
          <a:stretch/>
        </p:blipFill>
        <p:spPr bwMode="auto">
          <a:xfrm>
            <a:off x="342900" y="789979"/>
            <a:ext cx="4229100" cy="150279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C1DB04A-7BF3-4E5B-852D-D9FF48A885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3" t="20489" r="38997" b="53423"/>
          <a:stretch/>
        </p:blipFill>
        <p:spPr bwMode="auto">
          <a:xfrm>
            <a:off x="4550642" y="2924108"/>
            <a:ext cx="4074478" cy="135603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split orient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3613;p61">
            <a:extLst>
              <a:ext uri="{FF2B5EF4-FFF2-40B4-BE49-F238E27FC236}">
                <a16:creationId xmlns:a16="http://schemas.microsoft.com/office/drawing/2014/main" id="{1567E4B8-96F2-4FFD-8377-F4598D544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000" y="22184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</a:rPr>
              <a:t>Tables</a:t>
            </a:r>
            <a:endParaRPr b="1" dirty="0">
              <a:latin typeface="+mj-lt"/>
            </a:endParaRPr>
          </a:p>
        </p:txBody>
      </p:sp>
      <p:sp>
        <p:nvSpPr>
          <p:cNvPr id="51" name="Google Shape;3613;p61">
            <a:extLst>
              <a:ext uri="{FF2B5EF4-FFF2-40B4-BE49-F238E27FC236}">
                <a16:creationId xmlns:a16="http://schemas.microsoft.com/office/drawing/2014/main" id="{21F316BA-112C-4B25-ABCA-0B297D410272}"/>
              </a:ext>
            </a:extLst>
          </p:cNvPr>
          <p:cNvSpPr txBox="1">
            <a:spLocks/>
          </p:cNvSpPr>
          <p:nvPr/>
        </p:nvSpPr>
        <p:spPr>
          <a:xfrm>
            <a:off x="4471176" y="1328378"/>
            <a:ext cx="3680459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CHAMCONG</a:t>
            </a:r>
          </a:p>
        </p:txBody>
      </p:sp>
      <p:sp>
        <p:nvSpPr>
          <p:cNvPr id="52" name="Google Shape;3613;p61">
            <a:extLst>
              <a:ext uri="{FF2B5EF4-FFF2-40B4-BE49-F238E27FC236}">
                <a16:creationId xmlns:a16="http://schemas.microsoft.com/office/drawing/2014/main" id="{9A734690-8F12-4E99-86F2-B7E7AC60880B}"/>
              </a:ext>
            </a:extLst>
          </p:cNvPr>
          <p:cNvSpPr txBox="1">
            <a:spLocks/>
          </p:cNvSpPr>
          <p:nvPr/>
        </p:nvSpPr>
        <p:spPr>
          <a:xfrm>
            <a:off x="634276" y="3387697"/>
            <a:ext cx="3573780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CONGTHUC</a:t>
            </a:r>
          </a:p>
        </p:txBody>
      </p:sp>
      <p:pic>
        <p:nvPicPr>
          <p:cNvPr id="55" name="Picture 1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6A61A00-68D2-494B-ACAE-6900585DC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44" t="18282" r="27236" b="54612"/>
          <a:stretch/>
        </p:blipFill>
        <p:spPr bwMode="auto">
          <a:xfrm>
            <a:off x="371157" y="958052"/>
            <a:ext cx="4100019" cy="15336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6" name="Picture 1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97B0C5F-83BD-47EC-85A9-79AD04B54F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58" t="21744" r="40630" b="59609"/>
          <a:stretch/>
        </p:blipFill>
        <p:spPr bwMode="auto">
          <a:xfrm>
            <a:off x="5111615" y="3028633"/>
            <a:ext cx="2399580" cy="15758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split orient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3613;p61">
            <a:extLst>
              <a:ext uri="{FF2B5EF4-FFF2-40B4-BE49-F238E27FC236}">
                <a16:creationId xmlns:a16="http://schemas.microsoft.com/office/drawing/2014/main" id="{11AD7ED0-EC56-41F2-BCE8-EBB923FFF0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7000" y="221845"/>
            <a:ext cx="7710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latin typeface="+mj-lt"/>
              </a:rPr>
              <a:t>Tables</a:t>
            </a:r>
            <a:endParaRPr sz="2600" b="1" dirty="0">
              <a:latin typeface="+mj-lt"/>
            </a:endParaRPr>
          </a:p>
        </p:txBody>
      </p:sp>
      <p:sp>
        <p:nvSpPr>
          <p:cNvPr id="25" name="Google Shape;3613;p61">
            <a:extLst>
              <a:ext uri="{FF2B5EF4-FFF2-40B4-BE49-F238E27FC236}">
                <a16:creationId xmlns:a16="http://schemas.microsoft.com/office/drawing/2014/main" id="{7B09D335-1A9E-45F4-A22D-A72A966D742D}"/>
              </a:ext>
            </a:extLst>
          </p:cNvPr>
          <p:cNvSpPr txBox="1">
            <a:spLocks/>
          </p:cNvSpPr>
          <p:nvPr/>
        </p:nvSpPr>
        <p:spPr>
          <a:xfrm>
            <a:off x="2731770" y="3401018"/>
            <a:ext cx="3680459" cy="42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ctr"/>
            <a:r>
              <a:rPr lang="en-US" b="1" dirty="0">
                <a:latin typeface="+mj-lt"/>
              </a:rPr>
              <a:t>CHITIET_NCC</a:t>
            </a:r>
          </a:p>
        </p:txBody>
      </p:sp>
      <p:pic>
        <p:nvPicPr>
          <p:cNvPr id="29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9DDA985-6D1D-4F71-AE75-725E2B2D80A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61" t="23951" r="10658" b="52112"/>
          <a:stretch/>
        </p:blipFill>
        <p:spPr bwMode="auto">
          <a:xfrm>
            <a:off x="490855" y="1099502"/>
            <a:ext cx="8304856" cy="20780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split orient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0" name="Google Shape;386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9200" y="2650678"/>
            <a:ext cx="2165600" cy="15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2" name="Google Shape;3862;p71"/>
          <p:cNvSpPr txBox="1">
            <a:spLocks noGrp="1"/>
          </p:cNvSpPr>
          <p:nvPr>
            <p:ph type="title"/>
          </p:nvPr>
        </p:nvSpPr>
        <p:spPr>
          <a:xfrm>
            <a:off x="2916245" y="1526767"/>
            <a:ext cx="3265485" cy="5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Thiết kế câu truy vấn</a:t>
            </a:r>
            <a:endParaRPr dirty="0">
              <a:latin typeface="+mj-lt"/>
            </a:endParaRPr>
          </a:p>
        </p:txBody>
      </p:sp>
      <p:grpSp>
        <p:nvGrpSpPr>
          <p:cNvPr id="3863" name="Google Shape;3863;p71"/>
          <p:cNvGrpSpPr/>
          <p:nvPr/>
        </p:nvGrpSpPr>
        <p:grpSpPr>
          <a:xfrm>
            <a:off x="2846081" y="2571750"/>
            <a:ext cx="3451837" cy="2077283"/>
            <a:chOff x="628700" y="869700"/>
            <a:chExt cx="6304725" cy="3794125"/>
          </a:xfrm>
        </p:grpSpPr>
        <p:sp>
          <p:nvSpPr>
            <p:cNvPr id="3864" name="Google Shape;3864;p71"/>
            <p:cNvSpPr/>
            <p:nvPr/>
          </p:nvSpPr>
          <p:spPr>
            <a:xfrm>
              <a:off x="1666325" y="869700"/>
              <a:ext cx="4228150" cy="2863025"/>
            </a:xfrm>
            <a:custGeom>
              <a:avLst/>
              <a:gdLst/>
              <a:ahLst/>
              <a:cxnLst/>
              <a:rect l="l" t="t" r="r" b="b"/>
              <a:pathLst>
                <a:path w="169126" h="114521" extrusionOk="0">
                  <a:moveTo>
                    <a:pt x="6471" y="5997"/>
                  </a:moveTo>
                  <a:lnTo>
                    <a:pt x="162761" y="6102"/>
                  </a:lnTo>
                  <a:lnTo>
                    <a:pt x="162655" y="108576"/>
                  </a:lnTo>
                  <a:lnTo>
                    <a:pt x="6366" y="108418"/>
                  </a:lnTo>
                  <a:lnTo>
                    <a:pt x="6471" y="5997"/>
                  </a:lnTo>
                  <a:close/>
                  <a:moveTo>
                    <a:pt x="6787" y="0"/>
                  </a:moveTo>
                  <a:cubicBezTo>
                    <a:pt x="3052" y="0"/>
                    <a:pt x="106" y="2946"/>
                    <a:pt x="106" y="6628"/>
                  </a:cubicBezTo>
                  <a:lnTo>
                    <a:pt x="1" y="112206"/>
                  </a:lnTo>
                  <a:cubicBezTo>
                    <a:pt x="1" y="113416"/>
                    <a:pt x="1000" y="114415"/>
                    <a:pt x="2210" y="114415"/>
                  </a:cubicBezTo>
                  <a:lnTo>
                    <a:pt x="166864" y="114520"/>
                  </a:lnTo>
                  <a:cubicBezTo>
                    <a:pt x="168021" y="114520"/>
                    <a:pt x="169021" y="113574"/>
                    <a:pt x="169021" y="112364"/>
                  </a:cubicBezTo>
                  <a:lnTo>
                    <a:pt x="169126" y="6786"/>
                  </a:lnTo>
                  <a:cubicBezTo>
                    <a:pt x="169126" y="3104"/>
                    <a:pt x="166127" y="105"/>
                    <a:pt x="162445" y="105"/>
                  </a:cubicBezTo>
                  <a:lnTo>
                    <a:pt x="67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71"/>
            <p:cNvSpPr/>
            <p:nvPr/>
          </p:nvSpPr>
          <p:spPr>
            <a:xfrm>
              <a:off x="4124300" y="3931775"/>
              <a:ext cx="184150" cy="176150"/>
            </a:xfrm>
            <a:custGeom>
              <a:avLst/>
              <a:gdLst/>
              <a:ahLst/>
              <a:cxnLst/>
              <a:rect l="l" t="t" r="r" b="b"/>
              <a:pathLst>
                <a:path w="7366" h="7046" extrusionOk="0">
                  <a:moveTo>
                    <a:pt x="4271" y="1"/>
                  </a:moveTo>
                  <a:cubicBezTo>
                    <a:pt x="2810" y="1"/>
                    <a:pt x="1651" y="1633"/>
                    <a:pt x="947" y="2874"/>
                  </a:cubicBezTo>
                  <a:cubicBezTo>
                    <a:pt x="1" y="4452"/>
                    <a:pt x="2473" y="6819"/>
                    <a:pt x="2473" y="6819"/>
                  </a:cubicBezTo>
                  <a:cubicBezTo>
                    <a:pt x="2624" y="6979"/>
                    <a:pt x="2778" y="7045"/>
                    <a:pt x="2929" y="7045"/>
                  </a:cubicBezTo>
                  <a:cubicBezTo>
                    <a:pt x="3623" y="7045"/>
                    <a:pt x="4262" y="5662"/>
                    <a:pt x="4262" y="5662"/>
                  </a:cubicBezTo>
                  <a:cubicBezTo>
                    <a:pt x="4340" y="5690"/>
                    <a:pt x="4416" y="5703"/>
                    <a:pt x="4489" y="5703"/>
                  </a:cubicBezTo>
                  <a:cubicBezTo>
                    <a:pt x="5104" y="5703"/>
                    <a:pt x="5524" y="4820"/>
                    <a:pt x="5524" y="4820"/>
                  </a:cubicBezTo>
                  <a:cubicBezTo>
                    <a:pt x="7365" y="1611"/>
                    <a:pt x="5524" y="402"/>
                    <a:pt x="5524" y="402"/>
                  </a:cubicBezTo>
                  <a:cubicBezTo>
                    <a:pt x="5086" y="121"/>
                    <a:pt x="4668" y="1"/>
                    <a:pt x="4271" y="1"/>
                  </a:cubicBezTo>
                  <a:close/>
                </a:path>
              </a:pathLst>
            </a:custGeom>
            <a:solidFill>
              <a:srgbClr val="DCBE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71"/>
            <p:cNvSpPr/>
            <p:nvPr/>
          </p:nvSpPr>
          <p:spPr>
            <a:xfrm>
              <a:off x="652375" y="4523075"/>
              <a:ext cx="6256075" cy="140750"/>
            </a:xfrm>
            <a:custGeom>
              <a:avLst/>
              <a:gdLst/>
              <a:ahLst/>
              <a:cxnLst/>
              <a:rect l="l" t="t" r="r" b="b"/>
              <a:pathLst>
                <a:path w="250243" h="5630" extrusionOk="0">
                  <a:moveTo>
                    <a:pt x="1" y="1"/>
                  </a:moveTo>
                  <a:lnTo>
                    <a:pt x="1" y="211"/>
                  </a:lnTo>
                  <a:cubicBezTo>
                    <a:pt x="1" y="3105"/>
                    <a:pt x="2368" y="5472"/>
                    <a:pt x="5261" y="5472"/>
                  </a:cubicBezTo>
                  <a:lnTo>
                    <a:pt x="244982" y="5630"/>
                  </a:lnTo>
                  <a:cubicBezTo>
                    <a:pt x="247875" y="5630"/>
                    <a:pt x="250190" y="3262"/>
                    <a:pt x="250242" y="369"/>
                  </a:cubicBezTo>
                  <a:lnTo>
                    <a:pt x="250242" y="2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71"/>
            <p:cNvSpPr/>
            <p:nvPr/>
          </p:nvSpPr>
          <p:spPr>
            <a:xfrm>
              <a:off x="628700" y="3718225"/>
              <a:ext cx="6304725" cy="845650"/>
            </a:xfrm>
            <a:custGeom>
              <a:avLst/>
              <a:gdLst/>
              <a:ahLst/>
              <a:cxnLst/>
              <a:rect l="l" t="t" r="r" b="b"/>
              <a:pathLst>
                <a:path w="252189" h="33826" extrusionOk="0">
                  <a:moveTo>
                    <a:pt x="47029" y="1"/>
                  </a:moveTo>
                  <a:cubicBezTo>
                    <a:pt x="44136" y="1"/>
                    <a:pt x="40717" y="842"/>
                    <a:pt x="39349" y="1947"/>
                  </a:cubicBezTo>
                  <a:lnTo>
                    <a:pt x="1368" y="31669"/>
                  </a:lnTo>
                  <a:cubicBezTo>
                    <a:pt x="1" y="32774"/>
                    <a:pt x="2420" y="33615"/>
                    <a:pt x="6734" y="33615"/>
                  </a:cubicBezTo>
                  <a:lnTo>
                    <a:pt x="245455" y="33826"/>
                  </a:lnTo>
                  <a:cubicBezTo>
                    <a:pt x="249769" y="33826"/>
                    <a:pt x="252189" y="32931"/>
                    <a:pt x="250821" y="31879"/>
                  </a:cubicBezTo>
                  <a:lnTo>
                    <a:pt x="213419" y="2105"/>
                  </a:lnTo>
                  <a:cubicBezTo>
                    <a:pt x="212104" y="1000"/>
                    <a:pt x="208632" y="106"/>
                    <a:pt x="205791" y="106"/>
                  </a:cubicBezTo>
                  <a:lnTo>
                    <a:pt x="47029" y="1"/>
                  </a:lnTo>
                  <a:close/>
                </a:path>
              </a:pathLst>
            </a:custGeom>
            <a:solidFill>
              <a:srgbClr val="111B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71"/>
            <p:cNvSpPr/>
            <p:nvPr/>
          </p:nvSpPr>
          <p:spPr>
            <a:xfrm>
              <a:off x="2634275" y="4207450"/>
              <a:ext cx="2292275" cy="299875"/>
            </a:xfrm>
            <a:custGeom>
              <a:avLst/>
              <a:gdLst/>
              <a:ahLst/>
              <a:cxnLst/>
              <a:rect l="l" t="t" r="r" b="b"/>
              <a:pathLst>
                <a:path w="91691" h="11995" extrusionOk="0">
                  <a:moveTo>
                    <a:pt x="6208" y="1"/>
                  </a:moveTo>
                  <a:lnTo>
                    <a:pt x="0" y="11889"/>
                  </a:lnTo>
                  <a:lnTo>
                    <a:pt x="91691" y="11995"/>
                  </a:lnTo>
                  <a:lnTo>
                    <a:pt x="91691" y="11995"/>
                  </a:lnTo>
                  <a:lnTo>
                    <a:pt x="85746" y="53"/>
                  </a:lnTo>
                  <a:lnTo>
                    <a:pt x="62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71"/>
            <p:cNvSpPr/>
            <p:nvPr/>
          </p:nvSpPr>
          <p:spPr>
            <a:xfrm>
              <a:off x="1859650" y="3749800"/>
              <a:ext cx="292000" cy="77950"/>
            </a:xfrm>
            <a:custGeom>
              <a:avLst/>
              <a:gdLst/>
              <a:ahLst/>
              <a:cxnLst/>
              <a:rect l="l" t="t" r="r" b="b"/>
              <a:pathLst>
                <a:path w="11680" h="3118" extrusionOk="0">
                  <a:moveTo>
                    <a:pt x="4051" y="0"/>
                  </a:moveTo>
                  <a:cubicBezTo>
                    <a:pt x="3683" y="0"/>
                    <a:pt x="3315" y="106"/>
                    <a:pt x="2999" y="316"/>
                  </a:cubicBezTo>
                  <a:lnTo>
                    <a:pt x="211" y="2841"/>
                  </a:lnTo>
                  <a:cubicBezTo>
                    <a:pt x="1" y="2999"/>
                    <a:pt x="264" y="3104"/>
                    <a:pt x="685" y="3104"/>
                  </a:cubicBezTo>
                  <a:lnTo>
                    <a:pt x="7997" y="3104"/>
                  </a:lnTo>
                  <a:cubicBezTo>
                    <a:pt x="8060" y="3113"/>
                    <a:pt x="8123" y="3117"/>
                    <a:pt x="8186" y="3117"/>
                  </a:cubicBezTo>
                  <a:cubicBezTo>
                    <a:pt x="8490" y="3117"/>
                    <a:pt x="8787" y="3015"/>
                    <a:pt x="9049" y="2841"/>
                  </a:cubicBezTo>
                  <a:lnTo>
                    <a:pt x="11521" y="316"/>
                  </a:lnTo>
                  <a:cubicBezTo>
                    <a:pt x="11679" y="158"/>
                    <a:pt x="11469" y="0"/>
                    <a:pt x="110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71"/>
            <p:cNvSpPr/>
            <p:nvPr/>
          </p:nvSpPr>
          <p:spPr>
            <a:xfrm>
              <a:off x="2120050" y="3750775"/>
              <a:ext cx="280150" cy="76975"/>
            </a:xfrm>
            <a:custGeom>
              <a:avLst/>
              <a:gdLst/>
              <a:ahLst/>
              <a:cxnLst/>
              <a:rect l="l" t="t" r="r" b="b"/>
              <a:pathLst>
                <a:path w="11206" h="3079" extrusionOk="0">
                  <a:moveTo>
                    <a:pt x="3359" y="0"/>
                  </a:moveTo>
                  <a:cubicBezTo>
                    <a:pt x="3085" y="0"/>
                    <a:pt x="2787" y="103"/>
                    <a:pt x="2526" y="277"/>
                  </a:cubicBezTo>
                  <a:lnTo>
                    <a:pt x="106" y="2802"/>
                  </a:lnTo>
                  <a:cubicBezTo>
                    <a:pt x="1" y="2960"/>
                    <a:pt x="211" y="3065"/>
                    <a:pt x="632" y="3065"/>
                  </a:cubicBezTo>
                  <a:lnTo>
                    <a:pt x="7944" y="3065"/>
                  </a:lnTo>
                  <a:cubicBezTo>
                    <a:pt x="8007" y="3074"/>
                    <a:pt x="8070" y="3078"/>
                    <a:pt x="8133" y="3078"/>
                  </a:cubicBezTo>
                  <a:cubicBezTo>
                    <a:pt x="8436" y="3078"/>
                    <a:pt x="8726" y="2976"/>
                    <a:pt x="8944" y="2802"/>
                  </a:cubicBezTo>
                  <a:lnTo>
                    <a:pt x="11048" y="277"/>
                  </a:lnTo>
                  <a:cubicBezTo>
                    <a:pt x="11206" y="119"/>
                    <a:pt x="10942" y="14"/>
                    <a:pt x="10522" y="14"/>
                  </a:cubicBezTo>
                  <a:lnTo>
                    <a:pt x="3525" y="14"/>
                  </a:lnTo>
                  <a:cubicBezTo>
                    <a:pt x="3471" y="5"/>
                    <a:pt x="3415" y="0"/>
                    <a:pt x="33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71"/>
            <p:cNvSpPr/>
            <p:nvPr/>
          </p:nvSpPr>
          <p:spPr>
            <a:xfrm>
              <a:off x="2379125" y="3751100"/>
              <a:ext cx="269625" cy="77950"/>
            </a:xfrm>
            <a:custGeom>
              <a:avLst/>
              <a:gdLst/>
              <a:ahLst/>
              <a:cxnLst/>
              <a:rect l="l" t="t" r="r" b="b"/>
              <a:pathLst>
                <a:path w="10785" h="3118" extrusionOk="0">
                  <a:moveTo>
                    <a:pt x="3105" y="1"/>
                  </a:moveTo>
                  <a:cubicBezTo>
                    <a:pt x="2736" y="1"/>
                    <a:pt x="2421" y="106"/>
                    <a:pt x="2158" y="264"/>
                  </a:cubicBezTo>
                  <a:lnTo>
                    <a:pt x="106" y="2842"/>
                  </a:lnTo>
                  <a:cubicBezTo>
                    <a:pt x="1" y="2999"/>
                    <a:pt x="211" y="3105"/>
                    <a:pt x="632" y="3105"/>
                  </a:cubicBezTo>
                  <a:lnTo>
                    <a:pt x="7997" y="3105"/>
                  </a:lnTo>
                  <a:cubicBezTo>
                    <a:pt x="8051" y="3114"/>
                    <a:pt x="8107" y="3118"/>
                    <a:pt x="8163" y="3118"/>
                  </a:cubicBezTo>
                  <a:cubicBezTo>
                    <a:pt x="8436" y="3118"/>
                    <a:pt x="8726" y="3016"/>
                    <a:pt x="8944" y="2842"/>
                  </a:cubicBezTo>
                  <a:lnTo>
                    <a:pt x="10680" y="264"/>
                  </a:lnTo>
                  <a:cubicBezTo>
                    <a:pt x="10785" y="159"/>
                    <a:pt x="10522" y="1"/>
                    <a:pt x="10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71"/>
            <p:cNvSpPr/>
            <p:nvPr/>
          </p:nvSpPr>
          <p:spPr>
            <a:xfrm>
              <a:off x="2636900" y="3751100"/>
              <a:ext cx="259100" cy="77950"/>
            </a:xfrm>
            <a:custGeom>
              <a:avLst/>
              <a:gdLst/>
              <a:ahLst/>
              <a:cxnLst/>
              <a:rect l="l" t="t" r="r" b="b"/>
              <a:pathLst>
                <a:path w="10364" h="3118" extrusionOk="0">
                  <a:moveTo>
                    <a:pt x="2736" y="1"/>
                  </a:moveTo>
                  <a:cubicBezTo>
                    <a:pt x="2368" y="1"/>
                    <a:pt x="2052" y="54"/>
                    <a:pt x="1789" y="264"/>
                  </a:cubicBezTo>
                  <a:lnTo>
                    <a:pt x="106" y="2842"/>
                  </a:lnTo>
                  <a:cubicBezTo>
                    <a:pt x="0" y="2999"/>
                    <a:pt x="263" y="3105"/>
                    <a:pt x="737" y="3105"/>
                  </a:cubicBezTo>
                  <a:lnTo>
                    <a:pt x="8049" y="3105"/>
                  </a:lnTo>
                  <a:cubicBezTo>
                    <a:pt x="8103" y="3114"/>
                    <a:pt x="8157" y="3118"/>
                    <a:pt x="8211" y="3118"/>
                  </a:cubicBezTo>
                  <a:cubicBezTo>
                    <a:pt x="8471" y="3118"/>
                    <a:pt x="8725" y="3016"/>
                    <a:pt x="8943" y="2842"/>
                  </a:cubicBezTo>
                  <a:lnTo>
                    <a:pt x="10311" y="264"/>
                  </a:lnTo>
                  <a:cubicBezTo>
                    <a:pt x="10364" y="159"/>
                    <a:pt x="10153" y="1"/>
                    <a:pt x="97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71"/>
            <p:cNvSpPr/>
            <p:nvPr/>
          </p:nvSpPr>
          <p:spPr>
            <a:xfrm>
              <a:off x="2895975" y="3751100"/>
              <a:ext cx="248575" cy="77625"/>
            </a:xfrm>
            <a:custGeom>
              <a:avLst/>
              <a:gdLst/>
              <a:ahLst/>
              <a:cxnLst/>
              <a:rect l="l" t="t" r="r" b="b"/>
              <a:pathLst>
                <a:path w="9943" h="3105" extrusionOk="0">
                  <a:moveTo>
                    <a:pt x="2263" y="1"/>
                  </a:moveTo>
                  <a:cubicBezTo>
                    <a:pt x="1842" y="1"/>
                    <a:pt x="1474" y="159"/>
                    <a:pt x="1368" y="264"/>
                  </a:cubicBezTo>
                  <a:lnTo>
                    <a:pt x="53" y="2842"/>
                  </a:lnTo>
                  <a:cubicBezTo>
                    <a:pt x="1" y="2999"/>
                    <a:pt x="316" y="3105"/>
                    <a:pt x="737" y="3105"/>
                  </a:cubicBezTo>
                  <a:lnTo>
                    <a:pt x="8049" y="3105"/>
                  </a:lnTo>
                  <a:cubicBezTo>
                    <a:pt x="8470" y="3105"/>
                    <a:pt x="8891" y="2999"/>
                    <a:pt x="8943" y="2842"/>
                  </a:cubicBezTo>
                  <a:lnTo>
                    <a:pt x="9943" y="317"/>
                  </a:lnTo>
                  <a:cubicBezTo>
                    <a:pt x="9943" y="159"/>
                    <a:pt x="9680" y="1"/>
                    <a:pt x="9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71"/>
            <p:cNvSpPr/>
            <p:nvPr/>
          </p:nvSpPr>
          <p:spPr>
            <a:xfrm>
              <a:off x="3156375" y="3751100"/>
              <a:ext cx="239375" cy="77625"/>
            </a:xfrm>
            <a:custGeom>
              <a:avLst/>
              <a:gdLst/>
              <a:ahLst/>
              <a:cxnLst/>
              <a:rect l="l" t="t" r="r" b="b"/>
              <a:pathLst>
                <a:path w="9575" h="3105" extrusionOk="0">
                  <a:moveTo>
                    <a:pt x="1842" y="1"/>
                  </a:moveTo>
                  <a:cubicBezTo>
                    <a:pt x="1421" y="1"/>
                    <a:pt x="1052" y="159"/>
                    <a:pt x="1000" y="264"/>
                  </a:cubicBezTo>
                  <a:lnTo>
                    <a:pt x="53" y="2842"/>
                  </a:lnTo>
                  <a:cubicBezTo>
                    <a:pt x="0" y="2999"/>
                    <a:pt x="316" y="3105"/>
                    <a:pt x="737" y="3105"/>
                  </a:cubicBezTo>
                  <a:lnTo>
                    <a:pt x="8049" y="3105"/>
                  </a:lnTo>
                  <a:cubicBezTo>
                    <a:pt x="8470" y="3105"/>
                    <a:pt x="8891" y="2999"/>
                    <a:pt x="8891" y="2842"/>
                  </a:cubicBezTo>
                  <a:lnTo>
                    <a:pt x="9522" y="264"/>
                  </a:lnTo>
                  <a:cubicBezTo>
                    <a:pt x="9574" y="159"/>
                    <a:pt x="9259" y="1"/>
                    <a:pt x="88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71"/>
            <p:cNvSpPr/>
            <p:nvPr/>
          </p:nvSpPr>
          <p:spPr>
            <a:xfrm>
              <a:off x="3415450" y="3751100"/>
              <a:ext cx="227550" cy="77625"/>
            </a:xfrm>
            <a:custGeom>
              <a:avLst/>
              <a:gdLst/>
              <a:ahLst/>
              <a:cxnLst/>
              <a:rect l="l" t="t" r="r" b="b"/>
              <a:pathLst>
                <a:path w="9102" h="3105" extrusionOk="0">
                  <a:moveTo>
                    <a:pt x="1368" y="1"/>
                  </a:moveTo>
                  <a:cubicBezTo>
                    <a:pt x="947" y="1"/>
                    <a:pt x="579" y="106"/>
                    <a:pt x="579" y="264"/>
                  </a:cubicBezTo>
                  <a:lnTo>
                    <a:pt x="1" y="2842"/>
                  </a:lnTo>
                  <a:cubicBezTo>
                    <a:pt x="1" y="2999"/>
                    <a:pt x="316" y="3105"/>
                    <a:pt x="737" y="3105"/>
                  </a:cubicBezTo>
                  <a:lnTo>
                    <a:pt x="8049" y="3105"/>
                  </a:lnTo>
                  <a:cubicBezTo>
                    <a:pt x="8470" y="3105"/>
                    <a:pt x="8838" y="2999"/>
                    <a:pt x="8838" y="2842"/>
                  </a:cubicBezTo>
                  <a:lnTo>
                    <a:pt x="9101" y="264"/>
                  </a:lnTo>
                  <a:cubicBezTo>
                    <a:pt x="9101" y="106"/>
                    <a:pt x="8786" y="1"/>
                    <a:pt x="83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71"/>
            <p:cNvSpPr/>
            <p:nvPr/>
          </p:nvSpPr>
          <p:spPr>
            <a:xfrm>
              <a:off x="3674525" y="3751100"/>
              <a:ext cx="220975" cy="77625"/>
            </a:xfrm>
            <a:custGeom>
              <a:avLst/>
              <a:gdLst/>
              <a:ahLst/>
              <a:cxnLst/>
              <a:rect l="l" t="t" r="r" b="b"/>
              <a:pathLst>
                <a:path w="8839" h="3105" extrusionOk="0">
                  <a:moveTo>
                    <a:pt x="948" y="1"/>
                  </a:moveTo>
                  <a:cubicBezTo>
                    <a:pt x="527" y="1"/>
                    <a:pt x="159" y="159"/>
                    <a:pt x="159" y="264"/>
                  </a:cubicBezTo>
                  <a:lnTo>
                    <a:pt x="1" y="2842"/>
                  </a:lnTo>
                  <a:cubicBezTo>
                    <a:pt x="1" y="2999"/>
                    <a:pt x="316" y="3105"/>
                    <a:pt x="737" y="3105"/>
                  </a:cubicBezTo>
                  <a:lnTo>
                    <a:pt x="8049" y="3105"/>
                  </a:lnTo>
                  <a:cubicBezTo>
                    <a:pt x="8523" y="3105"/>
                    <a:pt x="8838" y="2999"/>
                    <a:pt x="8838" y="2842"/>
                  </a:cubicBezTo>
                  <a:lnTo>
                    <a:pt x="8681" y="264"/>
                  </a:lnTo>
                  <a:cubicBezTo>
                    <a:pt x="8681" y="159"/>
                    <a:pt x="8365" y="1"/>
                    <a:pt x="79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71"/>
            <p:cNvSpPr/>
            <p:nvPr/>
          </p:nvSpPr>
          <p:spPr>
            <a:xfrm>
              <a:off x="3928350" y="3751100"/>
              <a:ext cx="226225" cy="77625"/>
            </a:xfrm>
            <a:custGeom>
              <a:avLst/>
              <a:gdLst/>
              <a:ahLst/>
              <a:cxnLst/>
              <a:rect l="l" t="t" r="r" b="b"/>
              <a:pathLst>
                <a:path w="9049" h="3105" extrusionOk="0">
                  <a:moveTo>
                    <a:pt x="684" y="1"/>
                  </a:moveTo>
                  <a:cubicBezTo>
                    <a:pt x="316" y="1"/>
                    <a:pt x="0" y="159"/>
                    <a:pt x="0" y="264"/>
                  </a:cubicBezTo>
                  <a:lnTo>
                    <a:pt x="158" y="2842"/>
                  </a:lnTo>
                  <a:cubicBezTo>
                    <a:pt x="158" y="2999"/>
                    <a:pt x="527" y="3105"/>
                    <a:pt x="947" y="3105"/>
                  </a:cubicBezTo>
                  <a:lnTo>
                    <a:pt x="8312" y="3105"/>
                  </a:lnTo>
                  <a:cubicBezTo>
                    <a:pt x="8733" y="3105"/>
                    <a:pt x="9049" y="2999"/>
                    <a:pt x="8996" y="2842"/>
                  </a:cubicBezTo>
                  <a:lnTo>
                    <a:pt x="8522" y="264"/>
                  </a:lnTo>
                  <a:cubicBezTo>
                    <a:pt x="8470" y="159"/>
                    <a:pt x="8102" y="1"/>
                    <a:pt x="77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71"/>
            <p:cNvSpPr/>
            <p:nvPr/>
          </p:nvSpPr>
          <p:spPr>
            <a:xfrm>
              <a:off x="4176900" y="3751100"/>
              <a:ext cx="236750" cy="77625"/>
            </a:xfrm>
            <a:custGeom>
              <a:avLst/>
              <a:gdLst/>
              <a:ahLst/>
              <a:cxnLst/>
              <a:rect l="l" t="t" r="r" b="b"/>
              <a:pathLst>
                <a:path w="9470" h="3105" extrusionOk="0">
                  <a:moveTo>
                    <a:pt x="685" y="1"/>
                  </a:moveTo>
                  <a:cubicBezTo>
                    <a:pt x="264" y="1"/>
                    <a:pt x="1" y="159"/>
                    <a:pt x="1" y="264"/>
                  </a:cubicBezTo>
                  <a:lnTo>
                    <a:pt x="579" y="2842"/>
                  </a:lnTo>
                  <a:cubicBezTo>
                    <a:pt x="579" y="2999"/>
                    <a:pt x="948" y="3105"/>
                    <a:pt x="1421" y="3105"/>
                  </a:cubicBezTo>
                  <a:lnTo>
                    <a:pt x="8733" y="3105"/>
                  </a:lnTo>
                  <a:cubicBezTo>
                    <a:pt x="9154" y="3105"/>
                    <a:pt x="9470" y="2999"/>
                    <a:pt x="9364" y="2842"/>
                  </a:cubicBezTo>
                  <a:lnTo>
                    <a:pt x="8523" y="264"/>
                  </a:lnTo>
                  <a:cubicBezTo>
                    <a:pt x="8470" y="159"/>
                    <a:pt x="8102" y="1"/>
                    <a:pt x="76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71"/>
            <p:cNvSpPr/>
            <p:nvPr/>
          </p:nvSpPr>
          <p:spPr>
            <a:xfrm>
              <a:off x="4435975" y="3752425"/>
              <a:ext cx="248600" cy="77625"/>
            </a:xfrm>
            <a:custGeom>
              <a:avLst/>
              <a:gdLst/>
              <a:ahLst/>
              <a:cxnLst/>
              <a:rect l="l" t="t" r="r" b="b"/>
              <a:pathLst>
                <a:path w="9944" h="3105" extrusionOk="0">
                  <a:moveTo>
                    <a:pt x="737" y="1"/>
                  </a:moveTo>
                  <a:cubicBezTo>
                    <a:pt x="317" y="1"/>
                    <a:pt x="1" y="106"/>
                    <a:pt x="106" y="264"/>
                  </a:cubicBezTo>
                  <a:lnTo>
                    <a:pt x="1053" y="2789"/>
                  </a:lnTo>
                  <a:cubicBezTo>
                    <a:pt x="1106" y="2946"/>
                    <a:pt x="1474" y="3104"/>
                    <a:pt x="1895" y="3104"/>
                  </a:cubicBezTo>
                  <a:lnTo>
                    <a:pt x="9207" y="3104"/>
                  </a:lnTo>
                  <a:cubicBezTo>
                    <a:pt x="9628" y="3104"/>
                    <a:pt x="9943" y="2946"/>
                    <a:pt x="9891" y="2789"/>
                  </a:cubicBezTo>
                  <a:lnTo>
                    <a:pt x="8628" y="264"/>
                  </a:lnTo>
                  <a:cubicBezTo>
                    <a:pt x="8576" y="106"/>
                    <a:pt x="8155" y="1"/>
                    <a:pt x="77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71"/>
            <p:cNvSpPr/>
            <p:nvPr/>
          </p:nvSpPr>
          <p:spPr>
            <a:xfrm>
              <a:off x="4684550" y="3752100"/>
              <a:ext cx="259100" cy="77950"/>
            </a:xfrm>
            <a:custGeom>
              <a:avLst/>
              <a:gdLst/>
              <a:ahLst/>
              <a:cxnLst/>
              <a:rect l="l" t="t" r="r" b="b"/>
              <a:pathLst>
                <a:path w="10364" h="3118" extrusionOk="0">
                  <a:moveTo>
                    <a:pt x="7847" y="0"/>
                  </a:moveTo>
                  <a:cubicBezTo>
                    <a:pt x="7790" y="0"/>
                    <a:pt x="7735" y="4"/>
                    <a:pt x="7681" y="14"/>
                  </a:cubicBezTo>
                  <a:lnTo>
                    <a:pt x="684" y="14"/>
                  </a:lnTo>
                  <a:cubicBezTo>
                    <a:pt x="263" y="14"/>
                    <a:pt x="0" y="119"/>
                    <a:pt x="105" y="277"/>
                  </a:cubicBezTo>
                  <a:lnTo>
                    <a:pt x="1421" y="2854"/>
                  </a:lnTo>
                  <a:cubicBezTo>
                    <a:pt x="1473" y="3012"/>
                    <a:pt x="1894" y="3117"/>
                    <a:pt x="2315" y="3117"/>
                  </a:cubicBezTo>
                  <a:lnTo>
                    <a:pt x="9680" y="3117"/>
                  </a:lnTo>
                  <a:cubicBezTo>
                    <a:pt x="10100" y="3117"/>
                    <a:pt x="10363" y="3012"/>
                    <a:pt x="10258" y="2854"/>
                  </a:cubicBezTo>
                  <a:lnTo>
                    <a:pt x="8627" y="277"/>
                  </a:lnTo>
                  <a:cubicBezTo>
                    <a:pt x="8410" y="102"/>
                    <a:pt x="8119" y="0"/>
                    <a:pt x="784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71"/>
            <p:cNvSpPr/>
            <p:nvPr/>
          </p:nvSpPr>
          <p:spPr>
            <a:xfrm>
              <a:off x="4933100" y="3752425"/>
              <a:ext cx="269625" cy="77950"/>
            </a:xfrm>
            <a:custGeom>
              <a:avLst/>
              <a:gdLst/>
              <a:ahLst/>
              <a:cxnLst/>
              <a:rect l="l" t="t" r="r" b="b"/>
              <a:pathLst>
                <a:path w="10785" h="3118" extrusionOk="0">
                  <a:moveTo>
                    <a:pt x="684" y="1"/>
                  </a:moveTo>
                  <a:cubicBezTo>
                    <a:pt x="264" y="1"/>
                    <a:pt x="1" y="106"/>
                    <a:pt x="106" y="264"/>
                  </a:cubicBezTo>
                  <a:lnTo>
                    <a:pt x="1789" y="2841"/>
                  </a:lnTo>
                  <a:cubicBezTo>
                    <a:pt x="2051" y="3015"/>
                    <a:pt x="2312" y="3118"/>
                    <a:pt x="2604" y="3118"/>
                  </a:cubicBezTo>
                  <a:cubicBezTo>
                    <a:pt x="2664" y="3118"/>
                    <a:pt x="2726" y="3113"/>
                    <a:pt x="2789" y="3104"/>
                  </a:cubicBezTo>
                  <a:lnTo>
                    <a:pt x="10101" y="3104"/>
                  </a:lnTo>
                  <a:cubicBezTo>
                    <a:pt x="10522" y="3104"/>
                    <a:pt x="10785" y="2999"/>
                    <a:pt x="10679" y="2841"/>
                  </a:cubicBezTo>
                  <a:lnTo>
                    <a:pt x="8628" y="264"/>
                  </a:lnTo>
                  <a:cubicBezTo>
                    <a:pt x="8365" y="106"/>
                    <a:pt x="7997" y="1"/>
                    <a:pt x="76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71"/>
            <p:cNvSpPr/>
            <p:nvPr/>
          </p:nvSpPr>
          <p:spPr>
            <a:xfrm>
              <a:off x="5181650" y="3752425"/>
              <a:ext cx="280150" cy="77950"/>
            </a:xfrm>
            <a:custGeom>
              <a:avLst/>
              <a:gdLst/>
              <a:ahLst/>
              <a:cxnLst/>
              <a:rect l="l" t="t" r="r" b="b"/>
              <a:pathLst>
                <a:path w="11206" h="3118" extrusionOk="0">
                  <a:moveTo>
                    <a:pt x="685" y="1"/>
                  </a:moveTo>
                  <a:cubicBezTo>
                    <a:pt x="264" y="1"/>
                    <a:pt x="1" y="158"/>
                    <a:pt x="159" y="316"/>
                  </a:cubicBezTo>
                  <a:lnTo>
                    <a:pt x="2210" y="2841"/>
                  </a:lnTo>
                  <a:cubicBezTo>
                    <a:pt x="2428" y="3015"/>
                    <a:pt x="2718" y="3118"/>
                    <a:pt x="3021" y="3118"/>
                  </a:cubicBezTo>
                  <a:cubicBezTo>
                    <a:pt x="3083" y="3118"/>
                    <a:pt x="3147" y="3113"/>
                    <a:pt x="3210" y="3104"/>
                  </a:cubicBezTo>
                  <a:lnTo>
                    <a:pt x="10522" y="3104"/>
                  </a:lnTo>
                  <a:cubicBezTo>
                    <a:pt x="10943" y="3104"/>
                    <a:pt x="11206" y="2999"/>
                    <a:pt x="11048" y="2841"/>
                  </a:cubicBezTo>
                  <a:lnTo>
                    <a:pt x="8681" y="316"/>
                  </a:lnTo>
                  <a:cubicBezTo>
                    <a:pt x="8365" y="106"/>
                    <a:pt x="7997" y="1"/>
                    <a:pt x="76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71"/>
            <p:cNvSpPr/>
            <p:nvPr/>
          </p:nvSpPr>
          <p:spPr>
            <a:xfrm>
              <a:off x="5430225" y="3752425"/>
              <a:ext cx="290650" cy="77950"/>
            </a:xfrm>
            <a:custGeom>
              <a:avLst/>
              <a:gdLst/>
              <a:ahLst/>
              <a:cxnLst/>
              <a:rect l="l" t="t" r="r" b="b"/>
              <a:pathLst>
                <a:path w="11626" h="3118" extrusionOk="0">
                  <a:moveTo>
                    <a:pt x="632" y="1"/>
                  </a:moveTo>
                  <a:cubicBezTo>
                    <a:pt x="211" y="1"/>
                    <a:pt x="0" y="158"/>
                    <a:pt x="158" y="316"/>
                  </a:cubicBezTo>
                  <a:lnTo>
                    <a:pt x="2578" y="2841"/>
                  </a:lnTo>
                  <a:cubicBezTo>
                    <a:pt x="2839" y="3015"/>
                    <a:pt x="3137" y="3118"/>
                    <a:pt x="3441" y="3118"/>
                  </a:cubicBezTo>
                  <a:cubicBezTo>
                    <a:pt x="3504" y="3118"/>
                    <a:pt x="3567" y="3113"/>
                    <a:pt x="3630" y="3104"/>
                  </a:cubicBezTo>
                  <a:lnTo>
                    <a:pt x="10942" y="3104"/>
                  </a:lnTo>
                  <a:cubicBezTo>
                    <a:pt x="11363" y="3104"/>
                    <a:pt x="11626" y="2999"/>
                    <a:pt x="11416" y="2841"/>
                  </a:cubicBezTo>
                  <a:lnTo>
                    <a:pt x="8680" y="316"/>
                  </a:lnTo>
                  <a:cubicBezTo>
                    <a:pt x="8364" y="106"/>
                    <a:pt x="7996" y="1"/>
                    <a:pt x="76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71"/>
            <p:cNvSpPr/>
            <p:nvPr/>
          </p:nvSpPr>
          <p:spPr>
            <a:xfrm>
              <a:off x="1763650" y="3837900"/>
              <a:ext cx="410350" cy="78950"/>
            </a:xfrm>
            <a:custGeom>
              <a:avLst/>
              <a:gdLst/>
              <a:ahLst/>
              <a:cxnLst/>
              <a:rect l="l" t="t" r="r" b="b"/>
              <a:pathLst>
                <a:path w="16414" h="3158" extrusionOk="0">
                  <a:moveTo>
                    <a:pt x="4051" y="1"/>
                  </a:moveTo>
                  <a:cubicBezTo>
                    <a:pt x="3630" y="1"/>
                    <a:pt x="3262" y="106"/>
                    <a:pt x="2947" y="316"/>
                  </a:cubicBezTo>
                  <a:lnTo>
                    <a:pt x="159" y="2841"/>
                  </a:lnTo>
                  <a:cubicBezTo>
                    <a:pt x="1" y="2999"/>
                    <a:pt x="211" y="3157"/>
                    <a:pt x="685" y="3157"/>
                  </a:cubicBezTo>
                  <a:lnTo>
                    <a:pt x="12889" y="3157"/>
                  </a:lnTo>
                  <a:cubicBezTo>
                    <a:pt x="13257" y="3157"/>
                    <a:pt x="13625" y="3052"/>
                    <a:pt x="13941" y="2841"/>
                  </a:cubicBezTo>
                  <a:lnTo>
                    <a:pt x="16308" y="316"/>
                  </a:lnTo>
                  <a:cubicBezTo>
                    <a:pt x="16413" y="159"/>
                    <a:pt x="16203" y="1"/>
                    <a:pt x="1578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71"/>
            <p:cNvSpPr/>
            <p:nvPr/>
          </p:nvSpPr>
          <p:spPr>
            <a:xfrm>
              <a:off x="2146350" y="3838900"/>
              <a:ext cx="286725" cy="77950"/>
            </a:xfrm>
            <a:custGeom>
              <a:avLst/>
              <a:gdLst/>
              <a:ahLst/>
              <a:cxnLst/>
              <a:rect l="l" t="t" r="r" b="b"/>
              <a:pathLst>
                <a:path w="11469" h="3118" extrusionOk="0">
                  <a:moveTo>
                    <a:pt x="3231" y="0"/>
                  </a:moveTo>
                  <a:cubicBezTo>
                    <a:pt x="2927" y="0"/>
                    <a:pt x="2629" y="102"/>
                    <a:pt x="2368" y="276"/>
                  </a:cubicBezTo>
                  <a:lnTo>
                    <a:pt x="106" y="2854"/>
                  </a:lnTo>
                  <a:cubicBezTo>
                    <a:pt x="1" y="2959"/>
                    <a:pt x="264" y="3117"/>
                    <a:pt x="685" y="3117"/>
                  </a:cubicBezTo>
                  <a:lnTo>
                    <a:pt x="8365" y="3117"/>
                  </a:lnTo>
                  <a:cubicBezTo>
                    <a:pt x="8733" y="3117"/>
                    <a:pt x="9101" y="3012"/>
                    <a:pt x="9364" y="2854"/>
                  </a:cubicBezTo>
                  <a:lnTo>
                    <a:pt x="11363" y="276"/>
                  </a:lnTo>
                  <a:cubicBezTo>
                    <a:pt x="11469" y="119"/>
                    <a:pt x="11206" y="13"/>
                    <a:pt x="10785" y="13"/>
                  </a:cubicBezTo>
                  <a:lnTo>
                    <a:pt x="3420" y="13"/>
                  </a:lnTo>
                  <a:cubicBezTo>
                    <a:pt x="3357" y="4"/>
                    <a:pt x="3294" y="0"/>
                    <a:pt x="32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71"/>
            <p:cNvSpPr/>
            <p:nvPr/>
          </p:nvSpPr>
          <p:spPr>
            <a:xfrm>
              <a:off x="2417275" y="3838900"/>
              <a:ext cx="277525" cy="77950"/>
            </a:xfrm>
            <a:custGeom>
              <a:avLst/>
              <a:gdLst/>
              <a:ahLst/>
              <a:cxnLst/>
              <a:rect l="l" t="t" r="r" b="b"/>
              <a:pathLst>
                <a:path w="11101" h="3118" extrusionOk="0">
                  <a:moveTo>
                    <a:pt x="2833" y="0"/>
                  </a:moveTo>
                  <a:cubicBezTo>
                    <a:pt x="2560" y="0"/>
                    <a:pt x="2270" y="102"/>
                    <a:pt x="2052" y="276"/>
                  </a:cubicBezTo>
                  <a:lnTo>
                    <a:pt x="158" y="2854"/>
                  </a:lnTo>
                  <a:cubicBezTo>
                    <a:pt x="0" y="3012"/>
                    <a:pt x="316" y="3117"/>
                    <a:pt x="737" y="3117"/>
                  </a:cubicBezTo>
                  <a:lnTo>
                    <a:pt x="8417" y="3117"/>
                  </a:lnTo>
                  <a:cubicBezTo>
                    <a:pt x="8785" y="3117"/>
                    <a:pt x="9154" y="3064"/>
                    <a:pt x="9417" y="2854"/>
                  </a:cubicBezTo>
                  <a:lnTo>
                    <a:pt x="10995" y="276"/>
                  </a:lnTo>
                  <a:cubicBezTo>
                    <a:pt x="11100" y="119"/>
                    <a:pt x="10837" y="13"/>
                    <a:pt x="10364" y="13"/>
                  </a:cubicBezTo>
                  <a:lnTo>
                    <a:pt x="2999" y="13"/>
                  </a:lnTo>
                  <a:cubicBezTo>
                    <a:pt x="2945" y="4"/>
                    <a:pt x="2889" y="0"/>
                    <a:pt x="283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71"/>
            <p:cNvSpPr/>
            <p:nvPr/>
          </p:nvSpPr>
          <p:spPr>
            <a:xfrm>
              <a:off x="2689500" y="3839225"/>
              <a:ext cx="267000" cy="77625"/>
            </a:xfrm>
            <a:custGeom>
              <a:avLst/>
              <a:gdLst/>
              <a:ahLst/>
              <a:cxnLst/>
              <a:rect l="l" t="t" r="r" b="b"/>
              <a:pathLst>
                <a:path w="10680" h="3105" extrusionOk="0">
                  <a:moveTo>
                    <a:pt x="2578" y="0"/>
                  </a:moveTo>
                  <a:cubicBezTo>
                    <a:pt x="2210" y="0"/>
                    <a:pt x="1894" y="53"/>
                    <a:pt x="1631" y="263"/>
                  </a:cubicBezTo>
                  <a:lnTo>
                    <a:pt x="106" y="2841"/>
                  </a:lnTo>
                  <a:cubicBezTo>
                    <a:pt x="1" y="2999"/>
                    <a:pt x="316" y="3104"/>
                    <a:pt x="737" y="3104"/>
                  </a:cubicBezTo>
                  <a:lnTo>
                    <a:pt x="8470" y="3104"/>
                  </a:lnTo>
                  <a:cubicBezTo>
                    <a:pt x="8891" y="3104"/>
                    <a:pt x="9312" y="2999"/>
                    <a:pt x="9364" y="2894"/>
                  </a:cubicBezTo>
                  <a:lnTo>
                    <a:pt x="10574" y="263"/>
                  </a:lnTo>
                  <a:cubicBezTo>
                    <a:pt x="10679" y="158"/>
                    <a:pt x="10364" y="0"/>
                    <a:pt x="99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71"/>
            <p:cNvSpPr/>
            <p:nvPr/>
          </p:nvSpPr>
          <p:spPr>
            <a:xfrm>
              <a:off x="2963050" y="3839225"/>
              <a:ext cx="255150" cy="77625"/>
            </a:xfrm>
            <a:custGeom>
              <a:avLst/>
              <a:gdLst/>
              <a:ahLst/>
              <a:cxnLst/>
              <a:rect l="l" t="t" r="r" b="b"/>
              <a:pathLst>
                <a:path w="10206" h="3105" extrusionOk="0">
                  <a:moveTo>
                    <a:pt x="2105" y="0"/>
                  </a:moveTo>
                  <a:cubicBezTo>
                    <a:pt x="1684" y="0"/>
                    <a:pt x="1263" y="158"/>
                    <a:pt x="1210" y="316"/>
                  </a:cubicBezTo>
                  <a:lnTo>
                    <a:pt x="53" y="2841"/>
                  </a:lnTo>
                  <a:cubicBezTo>
                    <a:pt x="0" y="2999"/>
                    <a:pt x="316" y="3104"/>
                    <a:pt x="737" y="3104"/>
                  </a:cubicBezTo>
                  <a:lnTo>
                    <a:pt x="8417" y="3104"/>
                  </a:lnTo>
                  <a:cubicBezTo>
                    <a:pt x="8891" y="3104"/>
                    <a:pt x="9311" y="2999"/>
                    <a:pt x="9364" y="2894"/>
                  </a:cubicBezTo>
                  <a:lnTo>
                    <a:pt x="10153" y="316"/>
                  </a:lnTo>
                  <a:cubicBezTo>
                    <a:pt x="10206" y="158"/>
                    <a:pt x="9890" y="0"/>
                    <a:pt x="9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71"/>
            <p:cNvSpPr/>
            <p:nvPr/>
          </p:nvSpPr>
          <p:spPr>
            <a:xfrm>
              <a:off x="3233975" y="3840550"/>
              <a:ext cx="245950" cy="76300"/>
            </a:xfrm>
            <a:custGeom>
              <a:avLst/>
              <a:gdLst/>
              <a:ahLst/>
              <a:cxnLst/>
              <a:rect l="l" t="t" r="r" b="b"/>
              <a:pathLst>
                <a:path w="9838" h="3052" extrusionOk="0">
                  <a:moveTo>
                    <a:pt x="1683" y="0"/>
                  </a:moveTo>
                  <a:cubicBezTo>
                    <a:pt x="1263" y="0"/>
                    <a:pt x="894" y="105"/>
                    <a:pt x="842" y="263"/>
                  </a:cubicBezTo>
                  <a:lnTo>
                    <a:pt x="53" y="2788"/>
                  </a:lnTo>
                  <a:cubicBezTo>
                    <a:pt x="0" y="2946"/>
                    <a:pt x="368" y="3051"/>
                    <a:pt x="789" y="3051"/>
                  </a:cubicBezTo>
                  <a:lnTo>
                    <a:pt x="8469" y="3051"/>
                  </a:lnTo>
                  <a:cubicBezTo>
                    <a:pt x="8943" y="3051"/>
                    <a:pt x="9311" y="2946"/>
                    <a:pt x="9364" y="2788"/>
                  </a:cubicBezTo>
                  <a:lnTo>
                    <a:pt x="9837" y="263"/>
                  </a:lnTo>
                  <a:cubicBezTo>
                    <a:pt x="9837" y="105"/>
                    <a:pt x="9522" y="0"/>
                    <a:pt x="9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71"/>
            <p:cNvSpPr/>
            <p:nvPr/>
          </p:nvSpPr>
          <p:spPr>
            <a:xfrm>
              <a:off x="3506200" y="3840550"/>
              <a:ext cx="235425" cy="77600"/>
            </a:xfrm>
            <a:custGeom>
              <a:avLst/>
              <a:gdLst/>
              <a:ahLst/>
              <a:cxnLst/>
              <a:rect l="l" t="t" r="r" b="b"/>
              <a:pathLst>
                <a:path w="9417" h="3104" extrusionOk="0">
                  <a:moveTo>
                    <a:pt x="1263" y="0"/>
                  </a:moveTo>
                  <a:cubicBezTo>
                    <a:pt x="842" y="0"/>
                    <a:pt x="421" y="105"/>
                    <a:pt x="421" y="263"/>
                  </a:cubicBezTo>
                  <a:lnTo>
                    <a:pt x="0" y="2788"/>
                  </a:lnTo>
                  <a:cubicBezTo>
                    <a:pt x="0" y="2946"/>
                    <a:pt x="369" y="3104"/>
                    <a:pt x="789" y="3104"/>
                  </a:cubicBezTo>
                  <a:lnTo>
                    <a:pt x="8470" y="3104"/>
                  </a:lnTo>
                  <a:cubicBezTo>
                    <a:pt x="8943" y="3104"/>
                    <a:pt x="9364" y="2946"/>
                    <a:pt x="9364" y="2841"/>
                  </a:cubicBezTo>
                  <a:lnTo>
                    <a:pt x="9417" y="263"/>
                  </a:lnTo>
                  <a:cubicBezTo>
                    <a:pt x="9417" y="105"/>
                    <a:pt x="9048" y="0"/>
                    <a:pt x="8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71"/>
            <p:cNvSpPr/>
            <p:nvPr/>
          </p:nvSpPr>
          <p:spPr>
            <a:xfrm>
              <a:off x="3778425" y="3840550"/>
              <a:ext cx="232800" cy="77600"/>
            </a:xfrm>
            <a:custGeom>
              <a:avLst/>
              <a:gdLst/>
              <a:ahLst/>
              <a:cxnLst/>
              <a:rect l="l" t="t" r="r" b="b"/>
              <a:pathLst>
                <a:path w="9312" h="3104" extrusionOk="0">
                  <a:moveTo>
                    <a:pt x="790" y="0"/>
                  </a:moveTo>
                  <a:cubicBezTo>
                    <a:pt x="369" y="0"/>
                    <a:pt x="0" y="105"/>
                    <a:pt x="0" y="263"/>
                  </a:cubicBezTo>
                  <a:lnTo>
                    <a:pt x="0" y="2841"/>
                  </a:lnTo>
                  <a:cubicBezTo>
                    <a:pt x="0" y="2946"/>
                    <a:pt x="369" y="3104"/>
                    <a:pt x="790" y="3104"/>
                  </a:cubicBezTo>
                  <a:lnTo>
                    <a:pt x="8470" y="3104"/>
                  </a:lnTo>
                  <a:cubicBezTo>
                    <a:pt x="8996" y="3104"/>
                    <a:pt x="9312" y="2946"/>
                    <a:pt x="9259" y="2841"/>
                  </a:cubicBezTo>
                  <a:lnTo>
                    <a:pt x="8996" y="263"/>
                  </a:lnTo>
                  <a:cubicBezTo>
                    <a:pt x="8996" y="105"/>
                    <a:pt x="8628" y="0"/>
                    <a:pt x="82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71"/>
            <p:cNvSpPr/>
            <p:nvPr/>
          </p:nvSpPr>
          <p:spPr>
            <a:xfrm>
              <a:off x="4041450" y="3840550"/>
              <a:ext cx="240700" cy="77600"/>
            </a:xfrm>
            <a:custGeom>
              <a:avLst/>
              <a:gdLst/>
              <a:ahLst/>
              <a:cxnLst/>
              <a:rect l="l" t="t" r="r" b="b"/>
              <a:pathLst>
                <a:path w="9628" h="3104" extrusionOk="0">
                  <a:moveTo>
                    <a:pt x="737" y="0"/>
                  </a:moveTo>
                  <a:cubicBezTo>
                    <a:pt x="316" y="0"/>
                    <a:pt x="0" y="105"/>
                    <a:pt x="0" y="263"/>
                  </a:cubicBezTo>
                  <a:lnTo>
                    <a:pt x="316" y="2841"/>
                  </a:lnTo>
                  <a:cubicBezTo>
                    <a:pt x="316" y="2946"/>
                    <a:pt x="737" y="3104"/>
                    <a:pt x="1158" y="3104"/>
                  </a:cubicBezTo>
                  <a:lnTo>
                    <a:pt x="8838" y="3104"/>
                  </a:lnTo>
                  <a:cubicBezTo>
                    <a:pt x="9312" y="3104"/>
                    <a:pt x="9627" y="2998"/>
                    <a:pt x="9627" y="2841"/>
                  </a:cubicBezTo>
                  <a:lnTo>
                    <a:pt x="8943" y="263"/>
                  </a:lnTo>
                  <a:cubicBezTo>
                    <a:pt x="8891" y="105"/>
                    <a:pt x="8522" y="0"/>
                    <a:pt x="81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71"/>
            <p:cNvSpPr/>
            <p:nvPr/>
          </p:nvSpPr>
          <p:spPr>
            <a:xfrm>
              <a:off x="4315000" y="3840550"/>
              <a:ext cx="252525" cy="77600"/>
            </a:xfrm>
            <a:custGeom>
              <a:avLst/>
              <a:gdLst/>
              <a:ahLst/>
              <a:cxnLst/>
              <a:rect l="l" t="t" r="r" b="b"/>
              <a:pathLst>
                <a:path w="10101" h="3104" extrusionOk="0">
                  <a:moveTo>
                    <a:pt x="737" y="0"/>
                  </a:moveTo>
                  <a:cubicBezTo>
                    <a:pt x="316" y="0"/>
                    <a:pt x="0" y="105"/>
                    <a:pt x="0" y="263"/>
                  </a:cubicBezTo>
                  <a:lnTo>
                    <a:pt x="737" y="2841"/>
                  </a:lnTo>
                  <a:cubicBezTo>
                    <a:pt x="789" y="2998"/>
                    <a:pt x="1210" y="3104"/>
                    <a:pt x="1631" y="3104"/>
                  </a:cubicBezTo>
                  <a:lnTo>
                    <a:pt x="9311" y="3104"/>
                  </a:lnTo>
                  <a:cubicBezTo>
                    <a:pt x="9785" y="3104"/>
                    <a:pt x="10100" y="2998"/>
                    <a:pt x="10048" y="2841"/>
                  </a:cubicBezTo>
                  <a:lnTo>
                    <a:pt x="8996" y="263"/>
                  </a:lnTo>
                  <a:cubicBezTo>
                    <a:pt x="8943" y="105"/>
                    <a:pt x="8522" y="0"/>
                    <a:pt x="81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71"/>
            <p:cNvSpPr/>
            <p:nvPr/>
          </p:nvSpPr>
          <p:spPr>
            <a:xfrm>
              <a:off x="4576700" y="3840200"/>
              <a:ext cx="263050" cy="77950"/>
            </a:xfrm>
            <a:custGeom>
              <a:avLst/>
              <a:gdLst/>
              <a:ahLst/>
              <a:cxnLst/>
              <a:rect l="l" t="t" r="r" b="b"/>
              <a:pathLst>
                <a:path w="10522" h="3118" extrusionOk="0">
                  <a:moveTo>
                    <a:pt x="8264" y="1"/>
                  </a:moveTo>
                  <a:cubicBezTo>
                    <a:pt x="8210" y="1"/>
                    <a:pt x="8156" y="5"/>
                    <a:pt x="8102" y="14"/>
                  </a:cubicBezTo>
                  <a:lnTo>
                    <a:pt x="737" y="14"/>
                  </a:lnTo>
                  <a:cubicBezTo>
                    <a:pt x="264" y="14"/>
                    <a:pt x="1" y="119"/>
                    <a:pt x="53" y="277"/>
                  </a:cubicBezTo>
                  <a:lnTo>
                    <a:pt x="1158" y="2855"/>
                  </a:lnTo>
                  <a:cubicBezTo>
                    <a:pt x="1211" y="3012"/>
                    <a:pt x="1631" y="3118"/>
                    <a:pt x="2052" y="3118"/>
                  </a:cubicBezTo>
                  <a:lnTo>
                    <a:pt x="9733" y="3118"/>
                  </a:lnTo>
                  <a:cubicBezTo>
                    <a:pt x="10206" y="3118"/>
                    <a:pt x="10522" y="3012"/>
                    <a:pt x="10416" y="2855"/>
                  </a:cubicBezTo>
                  <a:lnTo>
                    <a:pt x="8996" y="277"/>
                  </a:lnTo>
                  <a:cubicBezTo>
                    <a:pt x="8778" y="103"/>
                    <a:pt x="8524" y="1"/>
                    <a:pt x="82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71"/>
            <p:cNvSpPr/>
            <p:nvPr/>
          </p:nvSpPr>
          <p:spPr>
            <a:xfrm>
              <a:off x="4837100" y="3840550"/>
              <a:ext cx="273575" cy="77600"/>
            </a:xfrm>
            <a:custGeom>
              <a:avLst/>
              <a:gdLst/>
              <a:ahLst/>
              <a:cxnLst/>
              <a:rect l="l" t="t" r="r" b="b"/>
              <a:pathLst>
                <a:path w="10943" h="3104" extrusionOk="0">
                  <a:moveTo>
                    <a:pt x="737" y="0"/>
                  </a:moveTo>
                  <a:cubicBezTo>
                    <a:pt x="316" y="0"/>
                    <a:pt x="0" y="158"/>
                    <a:pt x="106" y="316"/>
                  </a:cubicBezTo>
                  <a:lnTo>
                    <a:pt x="1579" y="2841"/>
                  </a:lnTo>
                  <a:cubicBezTo>
                    <a:pt x="1631" y="2998"/>
                    <a:pt x="2105" y="3104"/>
                    <a:pt x="2525" y="3104"/>
                  </a:cubicBezTo>
                  <a:lnTo>
                    <a:pt x="10206" y="3104"/>
                  </a:lnTo>
                  <a:cubicBezTo>
                    <a:pt x="10679" y="3104"/>
                    <a:pt x="10942" y="2998"/>
                    <a:pt x="10890" y="2841"/>
                  </a:cubicBezTo>
                  <a:lnTo>
                    <a:pt x="9101" y="316"/>
                  </a:lnTo>
                  <a:cubicBezTo>
                    <a:pt x="8785" y="105"/>
                    <a:pt x="8470" y="0"/>
                    <a:pt x="810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71"/>
            <p:cNvSpPr/>
            <p:nvPr/>
          </p:nvSpPr>
          <p:spPr>
            <a:xfrm>
              <a:off x="5099150" y="3841525"/>
              <a:ext cx="284525" cy="76975"/>
            </a:xfrm>
            <a:custGeom>
              <a:avLst/>
              <a:gdLst/>
              <a:ahLst/>
              <a:cxnLst/>
              <a:rect l="l" t="t" r="r" b="b"/>
              <a:pathLst>
                <a:path w="11381" h="3079" extrusionOk="0">
                  <a:moveTo>
                    <a:pt x="8224" y="0"/>
                  </a:moveTo>
                  <a:cubicBezTo>
                    <a:pt x="8162" y="0"/>
                    <a:pt x="8099" y="5"/>
                    <a:pt x="8035" y="14"/>
                  </a:cubicBezTo>
                  <a:lnTo>
                    <a:pt x="671" y="14"/>
                  </a:lnTo>
                  <a:cubicBezTo>
                    <a:pt x="614" y="7"/>
                    <a:pt x="561" y="3"/>
                    <a:pt x="511" y="3"/>
                  </a:cubicBezTo>
                  <a:cubicBezTo>
                    <a:pt x="186" y="3"/>
                    <a:pt x="1" y="140"/>
                    <a:pt x="92" y="277"/>
                  </a:cubicBezTo>
                  <a:lnTo>
                    <a:pt x="1933" y="2802"/>
                  </a:lnTo>
                  <a:cubicBezTo>
                    <a:pt x="2195" y="2976"/>
                    <a:pt x="2456" y="3078"/>
                    <a:pt x="2748" y="3078"/>
                  </a:cubicBezTo>
                  <a:cubicBezTo>
                    <a:pt x="2808" y="3078"/>
                    <a:pt x="2870" y="3074"/>
                    <a:pt x="2933" y="3065"/>
                  </a:cubicBezTo>
                  <a:lnTo>
                    <a:pt x="10613" y="3065"/>
                  </a:lnTo>
                  <a:cubicBezTo>
                    <a:pt x="10676" y="3072"/>
                    <a:pt x="10737" y="3075"/>
                    <a:pt x="10794" y="3075"/>
                  </a:cubicBezTo>
                  <a:cubicBezTo>
                    <a:pt x="11163" y="3075"/>
                    <a:pt x="11381" y="2938"/>
                    <a:pt x="11244" y="2802"/>
                  </a:cubicBezTo>
                  <a:lnTo>
                    <a:pt x="9035" y="277"/>
                  </a:lnTo>
                  <a:cubicBezTo>
                    <a:pt x="8817" y="102"/>
                    <a:pt x="8527" y="0"/>
                    <a:pt x="82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71"/>
            <p:cNvSpPr/>
            <p:nvPr/>
          </p:nvSpPr>
          <p:spPr>
            <a:xfrm>
              <a:off x="5360525" y="3841850"/>
              <a:ext cx="455050" cy="77625"/>
            </a:xfrm>
            <a:custGeom>
              <a:avLst/>
              <a:gdLst/>
              <a:ahLst/>
              <a:cxnLst/>
              <a:rect l="l" t="t" r="r" b="b"/>
              <a:pathLst>
                <a:path w="18202" h="3105" extrusionOk="0">
                  <a:moveTo>
                    <a:pt x="684" y="1"/>
                  </a:moveTo>
                  <a:cubicBezTo>
                    <a:pt x="211" y="1"/>
                    <a:pt x="0" y="106"/>
                    <a:pt x="105" y="264"/>
                  </a:cubicBezTo>
                  <a:lnTo>
                    <a:pt x="2315" y="2841"/>
                  </a:lnTo>
                  <a:cubicBezTo>
                    <a:pt x="2630" y="2999"/>
                    <a:pt x="2999" y="3104"/>
                    <a:pt x="3367" y="3104"/>
                  </a:cubicBezTo>
                  <a:lnTo>
                    <a:pt x="17518" y="3104"/>
                  </a:lnTo>
                  <a:cubicBezTo>
                    <a:pt x="17991" y="3104"/>
                    <a:pt x="18202" y="2946"/>
                    <a:pt x="18044" y="2841"/>
                  </a:cubicBezTo>
                  <a:lnTo>
                    <a:pt x="15308" y="264"/>
                  </a:lnTo>
                  <a:cubicBezTo>
                    <a:pt x="14993" y="53"/>
                    <a:pt x="14572" y="1"/>
                    <a:pt x="142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71"/>
            <p:cNvSpPr/>
            <p:nvPr/>
          </p:nvSpPr>
          <p:spPr>
            <a:xfrm>
              <a:off x="1469075" y="4107175"/>
              <a:ext cx="460300" cy="77950"/>
            </a:xfrm>
            <a:custGeom>
              <a:avLst/>
              <a:gdLst/>
              <a:ahLst/>
              <a:cxnLst/>
              <a:rect l="l" t="t" r="r" b="b"/>
              <a:pathLst>
                <a:path w="18412" h="3118" extrusionOk="0">
                  <a:moveTo>
                    <a:pt x="3940" y="0"/>
                  </a:moveTo>
                  <a:cubicBezTo>
                    <a:pt x="3592" y="0"/>
                    <a:pt x="3251" y="102"/>
                    <a:pt x="2946" y="277"/>
                  </a:cubicBezTo>
                  <a:lnTo>
                    <a:pt x="158" y="2854"/>
                  </a:lnTo>
                  <a:cubicBezTo>
                    <a:pt x="0" y="2960"/>
                    <a:pt x="263" y="3117"/>
                    <a:pt x="789" y="3117"/>
                  </a:cubicBezTo>
                  <a:lnTo>
                    <a:pt x="14782" y="3117"/>
                  </a:lnTo>
                  <a:cubicBezTo>
                    <a:pt x="15203" y="3117"/>
                    <a:pt x="15571" y="3012"/>
                    <a:pt x="15940" y="2854"/>
                  </a:cubicBezTo>
                  <a:lnTo>
                    <a:pt x="18254" y="277"/>
                  </a:lnTo>
                  <a:cubicBezTo>
                    <a:pt x="18412" y="119"/>
                    <a:pt x="18096" y="14"/>
                    <a:pt x="17623" y="14"/>
                  </a:cubicBezTo>
                  <a:lnTo>
                    <a:pt x="4156" y="14"/>
                  </a:lnTo>
                  <a:cubicBezTo>
                    <a:pt x="4084" y="5"/>
                    <a:pt x="4012" y="0"/>
                    <a:pt x="39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71"/>
            <p:cNvSpPr/>
            <p:nvPr/>
          </p:nvSpPr>
          <p:spPr>
            <a:xfrm>
              <a:off x="1907000" y="4107175"/>
              <a:ext cx="320925" cy="77950"/>
            </a:xfrm>
            <a:custGeom>
              <a:avLst/>
              <a:gdLst/>
              <a:ahLst/>
              <a:cxnLst/>
              <a:rect l="l" t="t" r="r" b="b"/>
              <a:pathLst>
                <a:path w="12837" h="3118" extrusionOk="0">
                  <a:moveTo>
                    <a:pt x="3332" y="0"/>
                  </a:moveTo>
                  <a:cubicBezTo>
                    <a:pt x="3016" y="0"/>
                    <a:pt x="2682" y="102"/>
                    <a:pt x="2420" y="277"/>
                  </a:cubicBezTo>
                  <a:lnTo>
                    <a:pt x="106" y="2854"/>
                  </a:lnTo>
                  <a:cubicBezTo>
                    <a:pt x="1" y="3012"/>
                    <a:pt x="316" y="3117"/>
                    <a:pt x="842" y="3117"/>
                  </a:cubicBezTo>
                  <a:lnTo>
                    <a:pt x="9627" y="3117"/>
                  </a:lnTo>
                  <a:cubicBezTo>
                    <a:pt x="9996" y="3117"/>
                    <a:pt x="10364" y="3012"/>
                    <a:pt x="10679" y="2854"/>
                  </a:cubicBezTo>
                  <a:lnTo>
                    <a:pt x="12678" y="277"/>
                  </a:lnTo>
                  <a:cubicBezTo>
                    <a:pt x="12836" y="119"/>
                    <a:pt x="12521" y="14"/>
                    <a:pt x="11995" y="14"/>
                  </a:cubicBezTo>
                  <a:lnTo>
                    <a:pt x="3525" y="14"/>
                  </a:lnTo>
                  <a:cubicBezTo>
                    <a:pt x="3462" y="5"/>
                    <a:pt x="3397" y="0"/>
                    <a:pt x="33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71"/>
            <p:cNvSpPr/>
            <p:nvPr/>
          </p:nvSpPr>
          <p:spPr>
            <a:xfrm>
              <a:off x="2217375" y="4107175"/>
              <a:ext cx="310400" cy="78275"/>
            </a:xfrm>
            <a:custGeom>
              <a:avLst/>
              <a:gdLst/>
              <a:ahLst/>
              <a:cxnLst/>
              <a:rect l="l" t="t" r="r" b="b"/>
              <a:pathLst>
                <a:path w="12416" h="3131" extrusionOk="0">
                  <a:moveTo>
                    <a:pt x="2945" y="0"/>
                  </a:moveTo>
                  <a:cubicBezTo>
                    <a:pt x="2611" y="0"/>
                    <a:pt x="2313" y="102"/>
                    <a:pt x="2052" y="277"/>
                  </a:cubicBezTo>
                  <a:lnTo>
                    <a:pt x="106" y="2854"/>
                  </a:lnTo>
                  <a:cubicBezTo>
                    <a:pt x="0" y="3012"/>
                    <a:pt x="369" y="3117"/>
                    <a:pt x="842" y="3117"/>
                  </a:cubicBezTo>
                  <a:lnTo>
                    <a:pt x="9680" y="3117"/>
                  </a:lnTo>
                  <a:cubicBezTo>
                    <a:pt x="9743" y="3126"/>
                    <a:pt x="9806" y="3131"/>
                    <a:pt x="9869" y="3131"/>
                  </a:cubicBezTo>
                  <a:cubicBezTo>
                    <a:pt x="10174" y="3131"/>
                    <a:pt x="10479" y="3029"/>
                    <a:pt x="10784" y="2854"/>
                  </a:cubicBezTo>
                  <a:lnTo>
                    <a:pt x="12363" y="277"/>
                  </a:lnTo>
                  <a:cubicBezTo>
                    <a:pt x="12415" y="172"/>
                    <a:pt x="12100" y="14"/>
                    <a:pt x="11626" y="14"/>
                  </a:cubicBezTo>
                  <a:lnTo>
                    <a:pt x="3157" y="14"/>
                  </a:lnTo>
                  <a:cubicBezTo>
                    <a:pt x="3085" y="5"/>
                    <a:pt x="3014" y="0"/>
                    <a:pt x="29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71"/>
            <p:cNvSpPr/>
            <p:nvPr/>
          </p:nvSpPr>
          <p:spPr>
            <a:xfrm>
              <a:off x="2529050" y="4107500"/>
              <a:ext cx="299875" cy="77625"/>
            </a:xfrm>
            <a:custGeom>
              <a:avLst/>
              <a:gdLst/>
              <a:ahLst/>
              <a:cxnLst/>
              <a:rect l="l" t="t" r="r" b="b"/>
              <a:pathLst>
                <a:path w="11995" h="3105" extrusionOk="0">
                  <a:moveTo>
                    <a:pt x="2684" y="1"/>
                  </a:moveTo>
                  <a:cubicBezTo>
                    <a:pt x="2315" y="1"/>
                    <a:pt x="1895" y="53"/>
                    <a:pt x="1632" y="316"/>
                  </a:cubicBezTo>
                  <a:lnTo>
                    <a:pt x="106" y="2841"/>
                  </a:lnTo>
                  <a:cubicBezTo>
                    <a:pt x="1" y="2999"/>
                    <a:pt x="316" y="3104"/>
                    <a:pt x="842" y="3104"/>
                  </a:cubicBezTo>
                  <a:lnTo>
                    <a:pt x="9628" y="3104"/>
                  </a:lnTo>
                  <a:cubicBezTo>
                    <a:pt x="10154" y="3104"/>
                    <a:pt x="10627" y="2999"/>
                    <a:pt x="10680" y="2841"/>
                  </a:cubicBezTo>
                  <a:lnTo>
                    <a:pt x="11890" y="316"/>
                  </a:lnTo>
                  <a:cubicBezTo>
                    <a:pt x="11995" y="159"/>
                    <a:pt x="11626" y="1"/>
                    <a:pt x="111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71"/>
            <p:cNvSpPr/>
            <p:nvPr/>
          </p:nvSpPr>
          <p:spPr>
            <a:xfrm>
              <a:off x="2846000" y="4107500"/>
              <a:ext cx="1686025" cy="78950"/>
            </a:xfrm>
            <a:custGeom>
              <a:avLst/>
              <a:gdLst/>
              <a:ahLst/>
              <a:cxnLst/>
              <a:rect l="l" t="t" r="r" b="b"/>
              <a:pathLst>
                <a:path w="67441" h="3158" extrusionOk="0">
                  <a:moveTo>
                    <a:pt x="2263" y="1"/>
                  </a:moveTo>
                  <a:cubicBezTo>
                    <a:pt x="1737" y="1"/>
                    <a:pt x="1316" y="159"/>
                    <a:pt x="1211" y="316"/>
                  </a:cubicBezTo>
                  <a:lnTo>
                    <a:pt x="106" y="2841"/>
                  </a:lnTo>
                  <a:cubicBezTo>
                    <a:pt x="1" y="2999"/>
                    <a:pt x="369" y="3104"/>
                    <a:pt x="895" y="3104"/>
                  </a:cubicBezTo>
                  <a:lnTo>
                    <a:pt x="66546" y="3157"/>
                  </a:lnTo>
                  <a:cubicBezTo>
                    <a:pt x="67072" y="3157"/>
                    <a:pt x="67440" y="3052"/>
                    <a:pt x="67388" y="2894"/>
                  </a:cubicBezTo>
                  <a:lnTo>
                    <a:pt x="66546" y="369"/>
                  </a:lnTo>
                  <a:cubicBezTo>
                    <a:pt x="66493" y="211"/>
                    <a:pt x="66020" y="53"/>
                    <a:pt x="65546" y="53"/>
                  </a:cubicBezTo>
                  <a:lnTo>
                    <a:pt x="226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71"/>
            <p:cNvSpPr/>
            <p:nvPr/>
          </p:nvSpPr>
          <p:spPr>
            <a:xfrm>
              <a:off x="4551725" y="4110125"/>
              <a:ext cx="291975" cy="76325"/>
            </a:xfrm>
            <a:custGeom>
              <a:avLst/>
              <a:gdLst/>
              <a:ahLst/>
              <a:cxnLst/>
              <a:rect l="l" t="t" r="r" b="b"/>
              <a:pathLst>
                <a:path w="11679" h="3053" extrusionOk="0">
                  <a:moveTo>
                    <a:pt x="842" y="1"/>
                  </a:moveTo>
                  <a:cubicBezTo>
                    <a:pt x="368" y="1"/>
                    <a:pt x="0" y="106"/>
                    <a:pt x="53" y="264"/>
                  </a:cubicBezTo>
                  <a:lnTo>
                    <a:pt x="947" y="2789"/>
                  </a:lnTo>
                  <a:cubicBezTo>
                    <a:pt x="1000" y="2947"/>
                    <a:pt x="1473" y="3052"/>
                    <a:pt x="1999" y="3052"/>
                  </a:cubicBezTo>
                  <a:lnTo>
                    <a:pt x="10784" y="3052"/>
                  </a:lnTo>
                  <a:cubicBezTo>
                    <a:pt x="11310" y="3052"/>
                    <a:pt x="11678" y="2947"/>
                    <a:pt x="11573" y="2789"/>
                  </a:cubicBezTo>
                  <a:lnTo>
                    <a:pt x="10363" y="264"/>
                  </a:lnTo>
                  <a:cubicBezTo>
                    <a:pt x="10258" y="106"/>
                    <a:pt x="9837" y="1"/>
                    <a:pt x="93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71"/>
            <p:cNvSpPr/>
            <p:nvPr/>
          </p:nvSpPr>
          <p:spPr>
            <a:xfrm>
              <a:off x="4851575" y="4109800"/>
              <a:ext cx="302500" cy="77950"/>
            </a:xfrm>
            <a:custGeom>
              <a:avLst/>
              <a:gdLst/>
              <a:ahLst/>
              <a:cxnLst/>
              <a:rect l="l" t="t" r="r" b="b"/>
              <a:pathLst>
                <a:path w="12100" h="3118" extrusionOk="0">
                  <a:moveTo>
                    <a:pt x="9501" y="1"/>
                  </a:moveTo>
                  <a:cubicBezTo>
                    <a:pt x="9438" y="1"/>
                    <a:pt x="9374" y="5"/>
                    <a:pt x="9311" y="14"/>
                  </a:cubicBezTo>
                  <a:lnTo>
                    <a:pt x="842" y="14"/>
                  </a:lnTo>
                  <a:cubicBezTo>
                    <a:pt x="368" y="14"/>
                    <a:pt x="0" y="119"/>
                    <a:pt x="53" y="277"/>
                  </a:cubicBezTo>
                  <a:lnTo>
                    <a:pt x="1368" y="2802"/>
                  </a:lnTo>
                  <a:cubicBezTo>
                    <a:pt x="1473" y="2960"/>
                    <a:pt x="1946" y="3118"/>
                    <a:pt x="2473" y="3118"/>
                  </a:cubicBezTo>
                  <a:lnTo>
                    <a:pt x="11258" y="3118"/>
                  </a:lnTo>
                  <a:cubicBezTo>
                    <a:pt x="11784" y="3118"/>
                    <a:pt x="12099" y="2960"/>
                    <a:pt x="11994" y="2802"/>
                  </a:cubicBezTo>
                  <a:lnTo>
                    <a:pt x="10416" y="277"/>
                  </a:lnTo>
                  <a:cubicBezTo>
                    <a:pt x="10111" y="103"/>
                    <a:pt x="9806" y="1"/>
                    <a:pt x="9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71"/>
            <p:cNvSpPr/>
            <p:nvPr/>
          </p:nvSpPr>
          <p:spPr>
            <a:xfrm>
              <a:off x="5152725" y="4109800"/>
              <a:ext cx="313025" cy="77950"/>
            </a:xfrm>
            <a:custGeom>
              <a:avLst/>
              <a:gdLst/>
              <a:ahLst/>
              <a:cxnLst/>
              <a:rect l="l" t="t" r="r" b="b"/>
              <a:pathLst>
                <a:path w="12521" h="3118" extrusionOk="0">
                  <a:moveTo>
                    <a:pt x="9501" y="1"/>
                  </a:moveTo>
                  <a:cubicBezTo>
                    <a:pt x="9438" y="1"/>
                    <a:pt x="9375" y="5"/>
                    <a:pt x="9312" y="14"/>
                  </a:cubicBezTo>
                  <a:lnTo>
                    <a:pt x="790" y="14"/>
                  </a:lnTo>
                  <a:cubicBezTo>
                    <a:pt x="316" y="14"/>
                    <a:pt x="1" y="119"/>
                    <a:pt x="106" y="277"/>
                  </a:cubicBezTo>
                  <a:lnTo>
                    <a:pt x="1737" y="2855"/>
                  </a:lnTo>
                  <a:cubicBezTo>
                    <a:pt x="2105" y="3065"/>
                    <a:pt x="2473" y="3118"/>
                    <a:pt x="2894" y="3118"/>
                  </a:cubicBezTo>
                  <a:lnTo>
                    <a:pt x="11679" y="3118"/>
                  </a:lnTo>
                  <a:cubicBezTo>
                    <a:pt x="12205" y="3118"/>
                    <a:pt x="12521" y="3012"/>
                    <a:pt x="12363" y="2855"/>
                  </a:cubicBezTo>
                  <a:lnTo>
                    <a:pt x="10416" y="277"/>
                  </a:lnTo>
                  <a:cubicBezTo>
                    <a:pt x="10111" y="103"/>
                    <a:pt x="9806" y="1"/>
                    <a:pt x="95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71"/>
            <p:cNvSpPr/>
            <p:nvPr/>
          </p:nvSpPr>
          <p:spPr>
            <a:xfrm>
              <a:off x="5452575" y="4110125"/>
              <a:ext cx="323550" cy="77975"/>
            </a:xfrm>
            <a:custGeom>
              <a:avLst/>
              <a:gdLst/>
              <a:ahLst/>
              <a:cxnLst/>
              <a:rect l="l" t="t" r="r" b="b"/>
              <a:pathLst>
                <a:path w="12942" h="3119" extrusionOk="0">
                  <a:moveTo>
                    <a:pt x="790" y="1"/>
                  </a:moveTo>
                  <a:cubicBezTo>
                    <a:pt x="316" y="1"/>
                    <a:pt x="1" y="106"/>
                    <a:pt x="158" y="264"/>
                  </a:cubicBezTo>
                  <a:lnTo>
                    <a:pt x="2210" y="2842"/>
                  </a:lnTo>
                  <a:cubicBezTo>
                    <a:pt x="2471" y="3016"/>
                    <a:pt x="2805" y="3118"/>
                    <a:pt x="3121" y="3118"/>
                  </a:cubicBezTo>
                  <a:cubicBezTo>
                    <a:pt x="3187" y="3118"/>
                    <a:pt x="3252" y="3114"/>
                    <a:pt x="3315" y="3105"/>
                  </a:cubicBezTo>
                  <a:lnTo>
                    <a:pt x="12152" y="3105"/>
                  </a:lnTo>
                  <a:cubicBezTo>
                    <a:pt x="12626" y="3105"/>
                    <a:pt x="12941" y="2999"/>
                    <a:pt x="12784" y="2842"/>
                  </a:cubicBezTo>
                  <a:lnTo>
                    <a:pt x="10416" y="264"/>
                  </a:lnTo>
                  <a:cubicBezTo>
                    <a:pt x="10101" y="54"/>
                    <a:pt x="9680" y="1"/>
                    <a:pt x="9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71"/>
            <p:cNvSpPr/>
            <p:nvPr/>
          </p:nvSpPr>
          <p:spPr>
            <a:xfrm>
              <a:off x="5755050" y="4110125"/>
              <a:ext cx="332750" cy="77975"/>
            </a:xfrm>
            <a:custGeom>
              <a:avLst/>
              <a:gdLst/>
              <a:ahLst/>
              <a:cxnLst/>
              <a:rect l="l" t="t" r="r" b="b"/>
              <a:pathLst>
                <a:path w="13310" h="3119" extrusionOk="0">
                  <a:moveTo>
                    <a:pt x="790" y="1"/>
                  </a:moveTo>
                  <a:cubicBezTo>
                    <a:pt x="264" y="1"/>
                    <a:pt x="1" y="159"/>
                    <a:pt x="106" y="264"/>
                  </a:cubicBezTo>
                  <a:lnTo>
                    <a:pt x="2526" y="2842"/>
                  </a:lnTo>
                  <a:cubicBezTo>
                    <a:pt x="2831" y="3016"/>
                    <a:pt x="3172" y="3118"/>
                    <a:pt x="3519" y="3118"/>
                  </a:cubicBezTo>
                  <a:cubicBezTo>
                    <a:pt x="3591" y="3118"/>
                    <a:pt x="3663" y="3114"/>
                    <a:pt x="3736" y="3105"/>
                  </a:cubicBezTo>
                  <a:lnTo>
                    <a:pt x="12521" y="3105"/>
                  </a:lnTo>
                  <a:cubicBezTo>
                    <a:pt x="13047" y="3105"/>
                    <a:pt x="13310" y="2999"/>
                    <a:pt x="13152" y="2842"/>
                  </a:cubicBezTo>
                  <a:lnTo>
                    <a:pt x="10469" y="264"/>
                  </a:lnTo>
                  <a:cubicBezTo>
                    <a:pt x="10101" y="106"/>
                    <a:pt x="9680" y="1"/>
                    <a:pt x="9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71"/>
            <p:cNvSpPr/>
            <p:nvPr/>
          </p:nvSpPr>
          <p:spPr>
            <a:xfrm>
              <a:off x="1666325" y="3927325"/>
              <a:ext cx="581325" cy="77625"/>
            </a:xfrm>
            <a:custGeom>
              <a:avLst/>
              <a:gdLst/>
              <a:ahLst/>
              <a:cxnLst/>
              <a:rect l="l" t="t" r="r" b="b"/>
              <a:pathLst>
                <a:path w="23253" h="3105" extrusionOk="0">
                  <a:moveTo>
                    <a:pt x="4104" y="1"/>
                  </a:moveTo>
                  <a:cubicBezTo>
                    <a:pt x="3683" y="1"/>
                    <a:pt x="3315" y="54"/>
                    <a:pt x="2947" y="264"/>
                  </a:cubicBezTo>
                  <a:lnTo>
                    <a:pt x="159" y="2842"/>
                  </a:lnTo>
                  <a:cubicBezTo>
                    <a:pt x="1" y="2999"/>
                    <a:pt x="264" y="3105"/>
                    <a:pt x="737" y="3105"/>
                  </a:cubicBezTo>
                  <a:lnTo>
                    <a:pt x="19938" y="3105"/>
                  </a:lnTo>
                  <a:cubicBezTo>
                    <a:pt x="20306" y="3105"/>
                    <a:pt x="20727" y="3052"/>
                    <a:pt x="21043" y="2842"/>
                  </a:cubicBezTo>
                  <a:lnTo>
                    <a:pt x="23147" y="264"/>
                  </a:lnTo>
                  <a:cubicBezTo>
                    <a:pt x="23252" y="106"/>
                    <a:pt x="22989" y="1"/>
                    <a:pt x="225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71"/>
            <p:cNvSpPr/>
            <p:nvPr/>
          </p:nvSpPr>
          <p:spPr>
            <a:xfrm>
              <a:off x="2231850" y="3927325"/>
              <a:ext cx="293275" cy="77950"/>
            </a:xfrm>
            <a:custGeom>
              <a:avLst/>
              <a:gdLst/>
              <a:ahLst/>
              <a:cxnLst/>
              <a:rect l="l" t="t" r="r" b="b"/>
              <a:pathLst>
                <a:path w="11731" h="3118" extrusionOk="0">
                  <a:moveTo>
                    <a:pt x="3209" y="1"/>
                  </a:moveTo>
                  <a:cubicBezTo>
                    <a:pt x="2841" y="1"/>
                    <a:pt x="2473" y="106"/>
                    <a:pt x="2157" y="264"/>
                  </a:cubicBezTo>
                  <a:lnTo>
                    <a:pt x="105" y="2842"/>
                  </a:lnTo>
                  <a:cubicBezTo>
                    <a:pt x="0" y="2999"/>
                    <a:pt x="316" y="3105"/>
                    <a:pt x="789" y="3105"/>
                  </a:cubicBezTo>
                  <a:lnTo>
                    <a:pt x="8838" y="3105"/>
                  </a:lnTo>
                  <a:cubicBezTo>
                    <a:pt x="8901" y="3114"/>
                    <a:pt x="8964" y="3118"/>
                    <a:pt x="9027" y="3118"/>
                  </a:cubicBezTo>
                  <a:cubicBezTo>
                    <a:pt x="9332" y="3118"/>
                    <a:pt x="9637" y="3016"/>
                    <a:pt x="9942" y="2842"/>
                  </a:cubicBezTo>
                  <a:lnTo>
                    <a:pt x="11678" y="264"/>
                  </a:lnTo>
                  <a:cubicBezTo>
                    <a:pt x="11731" y="159"/>
                    <a:pt x="11468" y="1"/>
                    <a:pt x="109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71"/>
            <p:cNvSpPr/>
            <p:nvPr/>
          </p:nvSpPr>
          <p:spPr>
            <a:xfrm>
              <a:off x="2517225" y="3927325"/>
              <a:ext cx="282775" cy="77625"/>
            </a:xfrm>
            <a:custGeom>
              <a:avLst/>
              <a:gdLst/>
              <a:ahLst/>
              <a:cxnLst/>
              <a:rect l="l" t="t" r="r" b="b"/>
              <a:pathLst>
                <a:path w="11311" h="3105" extrusionOk="0">
                  <a:moveTo>
                    <a:pt x="2788" y="1"/>
                  </a:moveTo>
                  <a:cubicBezTo>
                    <a:pt x="2420" y="1"/>
                    <a:pt x="2105" y="106"/>
                    <a:pt x="1789" y="317"/>
                  </a:cubicBezTo>
                  <a:lnTo>
                    <a:pt x="106" y="2842"/>
                  </a:lnTo>
                  <a:cubicBezTo>
                    <a:pt x="0" y="2999"/>
                    <a:pt x="316" y="3105"/>
                    <a:pt x="789" y="3105"/>
                  </a:cubicBezTo>
                  <a:lnTo>
                    <a:pt x="8838" y="3105"/>
                  </a:lnTo>
                  <a:cubicBezTo>
                    <a:pt x="9311" y="3105"/>
                    <a:pt x="9732" y="2999"/>
                    <a:pt x="9837" y="2842"/>
                  </a:cubicBezTo>
                  <a:lnTo>
                    <a:pt x="11205" y="317"/>
                  </a:lnTo>
                  <a:cubicBezTo>
                    <a:pt x="11310" y="159"/>
                    <a:pt x="10995" y="1"/>
                    <a:pt x="105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71"/>
            <p:cNvSpPr/>
            <p:nvPr/>
          </p:nvSpPr>
          <p:spPr>
            <a:xfrm>
              <a:off x="2802600" y="3928650"/>
              <a:ext cx="272250" cy="76300"/>
            </a:xfrm>
            <a:custGeom>
              <a:avLst/>
              <a:gdLst/>
              <a:ahLst/>
              <a:cxnLst/>
              <a:rect l="l" t="t" r="r" b="b"/>
              <a:pathLst>
                <a:path w="10890" h="3052" extrusionOk="0">
                  <a:moveTo>
                    <a:pt x="2368" y="1"/>
                  </a:moveTo>
                  <a:cubicBezTo>
                    <a:pt x="1894" y="1"/>
                    <a:pt x="1474" y="106"/>
                    <a:pt x="1421" y="264"/>
                  </a:cubicBezTo>
                  <a:lnTo>
                    <a:pt x="106" y="2789"/>
                  </a:lnTo>
                  <a:cubicBezTo>
                    <a:pt x="1" y="2946"/>
                    <a:pt x="316" y="3052"/>
                    <a:pt x="790" y="3052"/>
                  </a:cubicBezTo>
                  <a:lnTo>
                    <a:pt x="8838" y="3052"/>
                  </a:lnTo>
                  <a:cubicBezTo>
                    <a:pt x="9312" y="3052"/>
                    <a:pt x="9785" y="2946"/>
                    <a:pt x="9838" y="2789"/>
                  </a:cubicBezTo>
                  <a:lnTo>
                    <a:pt x="10837" y="264"/>
                  </a:lnTo>
                  <a:cubicBezTo>
                    <a:pt x="10890" y="106"/>
                    <a:pt x="10574" y="1"/>
                    <a:pt x="101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71"/>
            <p:cNvSpPr/>
            <p:nvPr/>
          </p:nvSpPr>
          <p:spPr>
            <a:xfrm>
              <a:off x="3087975" y="3928650"/>
              <a:ext cx="260425" cy="77625"/>
            </a:xfrm>
            <a:custGeom>
              <a:avLst/>
              <a:gdLst/>
              <a:ahLst/>
              <a:cxnLst/>
              <a:rect l="l" t="t" r="r" b="b"/>
              <a:pathLst>
                <a:path w="10417" h="3105" extrusionOk="0">
                  <a:moveTo>
                    <a:pt x="1895" y="1"/>
                  </a:moveTo>
                  <a:cubicBezTo>
                    <a:pt x="1474" y="1"/>
                    <a:pt x="1053" y="106"/>
                    <a:pt x="1000" y="264"/>
                  </a:cubicBezTo>
                  <a:lnTo>
                    <a:pt x="54" y="2789"/>
                  </a:lnTo>
                  <a:cubicBezTo>
                    <a:pt x="1" y="2946"/>
                    <a:pt x="317" y="3104"/>
                    <a:pt x="790" y="3104"/>
                  </a:cubicBezTo>
                  <a:lnTo>
                    <a:pt x="8839" y="3104"/>
                  </a:lnTo>
                  <a:cubicBezTo>
                    <a:pt x="9312" y="3104"/>
                    <a:pt x="9733" y="2946"/>
                    <a:pt x="9785" y="2789"/>
                  </a:cubicBezTo>
                  <a:lnTo>
                    <a:pt x="10364" y="264"/>
                  </a:lnTo>
                  <a:cubicBezTo>
                    <a:pt x="10417" y="106"/>
                    <a:pt x="10101" y="1"/>
                    <a:pt x="96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71"/>
            <p:cNvSpPr/>
            <p:nvPr/>
          </p:nvSpPr>
          <p:spPr>
            <a:xfrm>
              <a:off x="3372050" y="3928650"/>
              <a:ext cx="251225" cy="77625"/>
            </a:xfrm>
            <a:custGeom>
              <a:avLst/>
              <a:gdLst/>
              <a:ahLst/>
              <a:cxnLst/>
              <a:rect l="l" t="t" r="r" b="b"/>
              <a:pathLst>
                <a:path w="10049" h="3105" extrusionOk="0">
                  <a:moveTo>
                    <a:pt x="1526" y="1"/>
                  </a:moveTo>
                  <a:cubicBezTo>
                    <a:pt x="1053" y="1"/>
                    <a:pt x="632" y="106"/>
                    <a:pt x="632" y="264"/>
                  </a:cubicBezTo>
                  <a:lnTo>
                    <a:pt x="53" y="2841"/>
                  </a:lnTo>
                  <a:cubicBezTo>
                    <a:pt x="1" y="2946"/>
                    <a:pt x="369" y="3104"/>
                    <a:pt x="842" y="3104"/>
                  </a:cubicBezTo>
                  <a:lnTo>
                    <a:pt x="8891" y="3104"/>
                  </a:lnTo>
                  <a:cubicBezTo>
                    <a:pt x="9364" y="3104"/>
                    <a:pt x="9785" y="2946"/>
                    <a:pt x="9785" y="2841"/>
                  </a:cubicBezTo>
                  <a:lnTo>
                    <a:pt x="10048" y="264"/>
                  </a:lnTo>
                  <a:cubicBezTo>
                    <a:pt x="10048" y="106"/>
                    <a:pt x="9680" y="1"/>
                    <a:pt x="92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71"/>
            <p:cNvSpPr/>
            <p:nvPr/>
          </p:nvSpPr>
          <p:spPr>
            <a:xfrm>
              <a:off x="3657425" y="3928650"/>
              <a:ext cx="243325" cy="77625"/>
            </a:xfrm>
            <a:custGeom>
              <a:avLst/>
              <a:gdLst/>
              <a:ahLst/>
              <a:cxnLst/>
              <a:rect l="l" t="t" r="r" b="b"/>
              <a:pathLst>
                <a:path w="9733" h="3105" extrusionOk="0">
                  <a:moveTo>
                    <a:pt x="1053" y="1"/>
                  </a:moveTo>
                  <a:cubicBezTo>
                    <a:pt x="579" y="1"/>
                    <a:pt x="211" y="106"/>
                    <a:pt x="211" y="264"/>
                  </a:cubicBezTo>
                  <a:lnTo>
                    <a:pt x="1" y="2841"/>
                  </a:lnTo>
                  <a:cubicBezTo>
                    <a:pt x="1" y="2999"/>
                    <a:pt x="369" y="3104"/>
                    <a:pt x="843" y="3104"/>
                  </a:cubicBezTo>
                  <a:lnTo>
                    <a:pt x="8891" y="3104"/>
                  </a:lnTo>
                  <a:cubicBezTo>
                    <a:pt x="9365" y="3104"/>
                    <a:pt x="9733" y="2999"/>
                    <a:pt x="9733" y="2841"/>
                  </a:cubicBezTo>
                  <a:lnTo>
                    <a:pt x="9628" y="264"/>
                  </a:lnTo>
                  <a:cubicBezTo>
                    <a:pt x="9628" y="106"/>
                    <a:pt x="9207" y="1"/>
                    <a:pt x="878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71"/>
            <p:cNvSpPr/>
            <p:nvPr/>
          </p:nvSpPr>
          <p:spPr>
            <a:xfrm>
              <a:off x="3937550" y="3928650"/>
              <a:ext cx="248600" cy="77625"/>
            </a:xfrm>
            <a:custGeom>
              <a:avLst/>
              <a:gdLst/>
              <a:ahLst/>
              <a:cxnLst/>
              <a:rect l="l" t="t" r="r" b="b"/>
              <a:pathLst>
                <a:path w="9944" h="3105" extrusionOk="0">
                  <a:moveTo>
                    <a:pt x="790" y="1"/>
                  </a:moveTo>
                  <a:cubicBezTo>
                    <a:pt x="316" y="1"/>
                    <a:pt x="1" y="106"/>
                    <a:pt x="1" y="264"/>
                  </a:cubicBezTo>
                  <a:lnTo>
                    <a:pt x="159" y="2841"/>
                  </a:lnTo>
                  <a:cubicBezTo>
                    <a:pt x="159" y="2999"/>
                    <a:pt x="579" y="3104"/>
                    <a:pt x="1053" y="3104"/>
                  </a:cubicBezTo>
                  <a:lnTo>
                    <a:pt x="9101" y="3104"/>
                  </a:lnTo>
                  <a:cubicBezTo>
                    <a:pt x="9575" y="3104"/>
                    <a:pt x="9943" y="2999"/>
                    <a:pt x="9890" y="2841"/>
                  </a:cubicBezTo>
                  <a:lnTo>
                    <a:pt x="9417" y="264"/>
                  </a:lnTo>
                  <a:cubicBezTo>
                    <a:pt x="9364" y="106"/>
                    <a:pt x="8996" y="1"/>
                    <a:pt x="85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71"/>
            <p:cNvSpPr/>
            <p:nvPr/>
          </p:nvSpPr>
          <p:spPr>
            <a:xfrm>
              <a:off x="4212425" y="3928650"/>
              <a:ext cx="257775" cy="77625"/>
            </a:xfrm>
            <a:custGeom>
              <a:avLst/>
              <a:gdLst/>
              <a:ahLst/>
              <a:cxnLst/>
              <a:rect l="l" t="t" r="r" b="b"/>
              <a:pathLst>
                <a:path w="10311" h="3105" extrusionOk="0">
                  <a:moveTo>
                    <a:pt x="789" y="1"/>
                  </a:moveTo>
                  <a:cubicBezTo>
                    <a:pt x="316" y="1"/>
                    <a:pt x="0" y="158"/>
                    <a:pt x="0" y="316"/>
                  </a:cubicBezTo>
                  <a:lnTo>
                    <a:pt x="579" y="2841"/>
                  </a:lnTo>
                  <a:cubicBezTo>
                    <a:pt x="579" y="2999"/>
                    <a:pt x="1000" y="3104"/>
                    <a:pt x="1473" y="3104"/>
                  </a:cubicBezTo>
                  <a:lnTo>
                    <a:pt x="9522" y="3104"/>
                  </a:lnTo>
                  <a:cubicBezTo>
                    <a:pt x="9995" y="3104"/>
                    <a:pt x="10311" y="2999"/>
                    <a:pt x="10311" y="2841"/>
                  </a:cubicBezTo>
                  <a:lnTo>
                    <a:pt x="9416" y="316"/>
                  </a:lnTo>
                  <a:cubicBezTo>
                    <a:pt x="9364" y="158"/>
                    <a:pt x="8943" y="1"/>
                    <a:pt x="85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71"/>
            <p:cNvSpPr/>
            <p:nvPr/>
          </p:nvSpPr>
          <p:spPr>
            <a:xfrm>
              <a:off x="4485950" y="3929975"/>
              <a:ext cx="269625" cy="76300"/>
            </a:xfrm>
            <a:custGeom>
              <a:avLst/>
              <a:gdLst/>
              <a:ahLst/>
              <a:cxnLst/>
              <a:rect l="l" t="t" r="r" b="b"/>
              <a:pathLst>
                <a:path w="10785" h="3052" extrusionOk="0">
                  <a:moveTo>
                    <a:pt x="790" y="0"/>
                  </a:moveTo>
                  <a:cubicBezTo>
                    <a:pt x="317" y="0"/>
                    <a:pt x="1" y="105"/>
                    <a:pt x="54" y="263"/>
                  </a:cubicBezTo>
                  <a:lnTo>
                    <a:pt x="948" y="2788"/>
                  </a:lnTo>
                  <a:cubicBezTo>
                    <a:pt x="1000" y="2946"/>
                    <a:pt x="1421" y="3051"/>
                    <a:pt x="1947" y="3051"/>
                  </a:cubicBezTo>
                  <a:lnTo>
                    <a:pt x="9996" y="3051"/>
                  </a:lnTo>
                  <a:cubicBezTo>
                    <a:pt x="10417" y="3051"/>
                    <a:pt x="10785" y="2946"/>
                    <a:pt x="10680" y="2788"/>
                  </a:cubicBezTo>
                  <a:lnTo>
                    <a:pt x="9470" y="263"/>
                  </a:lnTo>
                  <a:cubicBezTo>
                    <a:pt x="9365" y="105"/>
                    <a:pt x="8944" y="0"/>
                    <a:pt x="852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71"/>
            <p:cNvSpPr/>
            <p:nvPr/>
          </p:nvSpPr>
          <p:spPr>
            <a:xfrm>
              <a:off x="4759500" y="3929625"/>
              <a:ext cx="280150" cy="77950"/>
            </a:xfrm>
            <a:custGeom>
              <a:avLst/>
              <a:gdLst/>
              <a:ahLst/>
              <a:cxnLst/>
              <a:rect l="l" t="t" r="r" b="b"/>
              <a:pathLst>
                <a:path w="11206" h="3118" extrusionOk="0">
                  <a:moveTo>
                    <a:pt x="8712" y="1"/>
                  </a:moveTo>
                  <a:cubicBezTo>
                    <a:pt x="8649" y="1"/>
                    <a:pt x="8586" y="5"/>
                    <a:pt x="8523" y="14"/>
                  </a:cubicBezTo>
                  <a:lnTo>
                    <a:pt x="737" y="14"/>
                  </a:lnTo>
                  <a:cubicBezTo>
                    <a:pt x="316" y="14"/>
                    <a:pt x="1" y="119"/>
                    <a:pt x="106" y="277"/>
                  </a:cubicBezTo>
                  <a:lnTo>
                    <a:pt x="1421" y="2802"/>
                  </a:lnTo>
                  <a:cubicBezTo>
                    <a:pt x="1474" y="2960"/>
                    <a:pt x="1895" y="3118"/>
                    <a:pt x="2368" y="3118"/>
                  </a:cubicBezTo>
                  <a:lnTo>
                    <a:pt x="10417" y="3118"/>
                  </a:lnTo>
                  <a:cubicBezTo>
                    <a:pt x="10890" y="3118"/>
                    <a:pt x="11206" y="2960"/>
                    <a:pt x="11153" y="2802"/>
                  </a:cubicBezTo>
                  <a:lnTo>
                    <a:pt x="9522" y="277"/>
                  </a:lnTo>
                  <a:cubicBezTo>
                    <a:pt x="9304" y="103"/>
                    <a:pt x="9014" y="1"/>
                    <a:pt x="87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71"/>
            <p:cNvSpPr/>
            <p:nvPr/>
          </p:nvSpPr>
          <p:spPr>
            <a:xfrm>
              <a:off x="5034375" y="3929625"/>
              <a:ext cx="290650" cy="77950"/>
            </a:xfrm>
            <a:custGeom>
              <a:avLst/>
              <a:gdLst/>
              <a:ahLst/>
              <a:cxnLst/>
              <a:rect l="l" t="t" r="r" b="b"/>
              <a:pathLst>
                <a:path w="11626" h="3118" extrusionOk="0">
                  <a:moveTo>
                    <a:pt x="8659" y="1"/>
                  </a:moveTo>
                  <a:cubicBezTo>
                    <a:pt x="8596" y="1"/>
                    <a:pt x="8533" y="5"/>
                    <a:pt x="8470" y="14"/>
                  </a:cubicBezTo>
                  <a:lnTo>
                    <a:pt x="737" y="14"/>
                  </a:lnTo>
                  <a:cubicBezTo>
                    <a:pt x="263" y="14"/>
                    <a:pt x="0" y="119"/>
                    <a:pt x="105" y="277"/>
                  </a:cubicBezTo>
                  <a:lnTo>
                    <a:pt x="1736" y="2855"/>
                  </a:lnTo>
                  <a:cubicBezTo>
                    <a:pt x="2052" y="3065"/>
                    <a:pt x="2420" y="3118"/>
                    <a:pt x="2788" y="3118"/>
                  </a:cubicBezTo>
                  <a:lnTo>
                    <a:pt x="10837" y="3118"/>
                  </a:lnTo>
                  <a:cubicBezTo>
                    <a:pt x="11363" y="3118"/>
                    <a:pt x="11626" y="2960"/>
                    <a:pt x="11468" y="2855"/>
                  </a:cubicBezTo>
                  <a:lnTo>
                    <a:pt x="9522" y="277"/>
                  </a:lnTo>
                  <a:cubicBezTo>
                    <a:pt x="9260" y="103"/>
                    <a:pt x="8963" y="1"/>
                    <a:pt x="86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71"/>
            <p:cNvSpPr/>
            <p:nvPr/>
          </p:nvSpPr>
          <p:spPr>
            <a:xfrm>
              <a:off x="5309225" y="3929975"/>
              <a:ext cx="299875" cy="77600"/>
            </a:xfrm>
            <a:custGeom>
              <a:avLst/>
              <a:gdLst/>
              <a:ahLst/>
              <a:cxnLst/>
              <a:rect l="l" t="t" r="r" b="b"/>
              <a:pathLst>
                <a:path w="11995" h="3104" extrusionOk="0">
                  <a:moveTo>
                    <a:pt x="684" y="0"/>
                  </a:moveTo>
                  <a:cubicBezTo>
                    <a:pt x="264" y="0"/>
                    <a:pt x="1" y="105"/>
                    <a:pt x="106" y="263"/>
                  </a:cubicBezTo>
                  <a:lnTo>
                    <a:pt x="2157" y="2841"/>
                  </a:lnTo>
                  <a:cubicBezTo>
                    <a:pt x="2473" y="3051"/>
                    <a:pt x="2841" y="3104"/>
                    <a:pt x="3210" y="3104"/>
                  </a:cubicBezTo>
                  <a:lnTo>
                    <a:pt x="11258" y="3104"/>
                  </a:lnTo>
                  <a:cubicBezTo>
                    <a:pt x="11732" y="3104"/>
                    <a:pt x="11995" y="2999"/>
                    <a:pt x="11889" y="2841"/>
                  </a:cubicBezTo>
                  <a:lnTo>
                    <a:pt x="9522" y="263"/>
                  </a:lnTo>
                  <a:cubicBezTo>
                    <a:pt x="9206" y="53"/>
                    <a:pt x="8838" y="0"/>
                    <a:pt x="84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71"/>
            <p:cNvSpPr/>
            <p:nvPr/>
          </p:nvSpPr>
          <p:spPr>
            <a:xfrm>
              <a:off x="5584100" y="3929975"/>
              <a:ext cx="311700" cy="77950"/>
            </a:xfrm>
            <a:custGeom>
              <a:avLst/>
              <a:gdLst/>
              <a:ahLst/>
              <a:cxnLst/>
              <a:rect l="l" t="t" r="r" b="b"/>
              <a:pathLst>
                <a:path w="12468" h="3118" extrusionOk="0">
                  <a:moveTo>
                    <a:pt x="684" y="0"/>
                  </a:moveTo>
                  <a:cubicBezTo>
                    <a:pt x="263" y="0"/>
                    <a:pt x="0" y="158"/>
                    <a:pt x="158" y="263"/>
                  </a:cubicBezTo>
                  <a:lnTo>
                    <a:pt x="2578" y="2841"/>
                  </a:lnTo>
                  <a:cubicBezTo>
                    <a:pt x="2839" y="3015"/>
                    <a:pt x="3137" y="3117"/>
                    <a:pt x="3470" y="3117"/>
                  </a:cubicBezTo>
                  <a:cubicBezTo>
                    <a:pt x="3540" y="3117"/>
                    <a:pt x="3610" y="3113"/>
                    <a:pt x="3682" y="3104"/>
                  </a:cubicBezTo>
                  <a:lnTo>
                    <a:pt x="11731" y="3104"/>
                  </a:lnTo>
                  <a:cubicBezTo>
                    <a:pt x="12204" y="3104"/>
                    <a:pt x="12467" y="2999"/>
                    <a:pt x="12257" y="2841"/>
                  </a:cubicBezTo>
                  <a:lnTo>
                    <a:pt x="9522" y="316"/>
                  </a:lnTo>
                  <a:cubicBezTo>
                    <a:pt x="9206" y="105"/>
                    <a:pt x="8785" y="0"/>
                    <a:pt x="84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71"/>
            <p:cNvSpPr/>
            <p:nvPr/>
          </p:nvSpPr>
          <p:spPr>
            <a:xfrm>
              <a:off x="1567700" y="4017750"/>
              <a:ext cx="772000" cy="77950"/>
            </a:xfrm>
            <a:custGeom>
              <a:avLst/>
              <a:gdLst/>
              <a:ahLst/>
              <a:cxnLst/>
              <a:rect l="l" t="t" r="r" b="b"/>
              <a:pathLst>
                <a:path w="30880" h="3118" extrusionOk="0">
                  <a:moveTo>
                    <a:pt x="3892" y="0"/>
                  </a:moveTo>
                  <a:cubicBezTo>
                    <a:pt x="3557" y="0"/>
                    <a:pt x="3252" y="102"/>
                    <a:pt x="2946" y="277"/>
                  </a:cubicBezTo>
                  <a:lnTo>
                    <a:pt x="158" y="2854"/>
                  </a:lnTo>
                  <a:cubicBezTo>
                    <a:pt x="1" y="2960"/>
                    <a:pt x="264" y="3117"/>
                    <a:pt x="737" y="3117"/>
                  </a:cubicBezTo>
                  <a:lnTo>
                    <a:pt x="27776" y="3117"/>
                  </a:lnTo>
                  <a:cubicBezTo>
                    <a:pt x="28197" y="3117"/>
                    <a:pt x="28565" y="3012"/>
                    <a:pt x="28881" y="2854"/>
                  </a:cubicBezTo>
                  <a:lnTo>
                    <a:pt x="30774" y="277"/>
                  </a:lnTo>
                  <a:cubicBezTo>
                    <a:pt x="30880" y="119"/>
                    <a:pt x="30617" y="14"/>
                    <a:pt x="30143" y="14"/>
                  </a:cubicBezTo>
                  <a:lnTo>
                    <a:pt x="4104" y="14"/>
                  </a:lnTo>
                  <a:cubicBezTo>
                    <a:pt x="4032" y="5"/>
                    <a:pt x="3961" y="0"/>
                    <a:pt x="38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71"/>
            <p:cNvSpPr/>
            <p:nvPr/>
          </p:nvSpPr>
          <p:spPr>
            <a:xfrm>
              <a:off x="2329150" y="4017750"/>
              <a:ext cx="298575" cy="77950"/>
            </a:xfrm>
            <a:custGeom>
              <a:avLst/>
              <a:gdLst/>
              <a:ahLst/>
              <a:cxnLst/>
              <a:rect l="l" t="t" r="r" b="b"/>
              <a:pathLst>
                <a:path w="11943" h="3118" extrusionOk="0">
                  <a:moveTo>
                    <a:pt x="2840" y="0"/>
                  </a:moveTo>
                  <a:cubicBezTo>
                    <a:pt x="2506" y="0"/>
                    <a:pt x="2209" y="102"/>
                    <a:pt x="1947" y="277"/>
                  </a:cubicBezTo>
                  <a:lnTo>
                    <a:pt x="106" y="2854"/>
                  </a:lnTo>
                  <a:cubicBezTo>
                    <a:pt x="1" y="2960"/>
                    <a:pt x="316" y="3117"/>
                    <a:pt x="843" y="3117"/>
                  </a:cubicBezTo>
                  <a:lnTo>
                    <a:pt x="9259" y="3117"/>
                  </a:lnTo>
                  <a:cubicBezTo>
                    <a:pt x="9628" y="3117"/>
                    <a:pt x="9996" y="3065"/>
                    <a:pt x="10311" y="2854"/>
                  </a:cubicBezTo>
                  <a:lnTo>
                    <a:pt x="11837" y="277"/>
                  </a:lnTo>
                  <a:cubicBezTo>
                    <a:pt x="11942" y="119"/>
                    <a:pt x="11627" y="14"/>
                    <a:pt x="11153" y="14"/>
                  </a:cubicBezTo>
                  <a:lnTo>
                    <a:pt x="3052" y="14"/>
                  </a:lnTo>
                  <a:cubicBezTo>
                    <a:pt x="2980" y="5"/>
                    <a:pt x="2909" y="0"/>
                    <a:pt x="28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71"/>
            <p:cNvSpPr/>
            <p:nvPr/>
          </p:nvSpPr>
          <p:spPr>
            <a:xfrm>
              <a:off x="2629000" y="4018075"/>
              <a:ext cx="286725" cy="77625"/>
            </a:xfrm>
            <a:custGeom>
              <a:avLst/>
              <a:gdLst/>
              <a:ahLst/>
              <a:cxnLst/>
              <a:rect l="l" t="t" r="r" b="b"/>
              <a:pathLst>
                <a:path w="11469" h="3105" extrusionOk="0">
                  <a:moveTo>
                    <a:pt x="2578" y="1"/>
                  </a:moveTo>
                  <a:cubicBezTo>
                    <a:pt x="2105" y="1"/>
                    <a:pt x="1632" y="106"/>
                    <a:pt x="1526" y="264"/>
                  </a:cubicBezTo>
                  <a:lnTo>
                    <a:pt x="53" y="2841"/>
                  </a:lnTo>
                  <a:cubicBezTo>
                    <a:pt x="1" y="2999"/>
                    <a:pt x="316" y="3104"/>
                    <a:pt x="842" y="3104"/>
                  </a:cubicBezTo>
                  <a:lnTo>
                    <a:pt x="9259" y="3104"/>
                  </a:lnTo>
                  <a:cubicBezTo>
                    <a:pt x="9733" y="3104"/>
                    <a:pt x="10206" y="2999"/>
                    <a:pt x="10259" y="2841"/>
                  </a:cubicBezTo>
                  <a:lnTo>
                    <a:pt x="11416" y="264"/>
                  </a:lnTo>
                  <a:cubicBezTo>
                    <a:pt x="11469" y="106"/>
                    <a:pt x="11153" y="1"/>
                    <a:pt x="1068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71"/>
            <p:cNvSpPr/>
            <p:nvPr/>
          </p:nvSpPr>
          <p:spPr>
            <a:xfrm>
              <a:off x="2926225" y="4018075"/>
              <a:ext cx="277525" cy="77625"/>
            </a:xfrm>
            <a:custGeom>
              <a:avLst/>
              <a:gdLst/>
              <a:ahLst/>
              <a:cxnLst/>
              <a:rect l="l" t="t" r="r" b="b"/>
              <a:pathLst>
                <a:path w="11101" h="3105" extrusionOk="0">
                  <a:moveTo>
                    <a:pt x="2157" y="1"/>
                  </a:moveTo>
                  <a:cubicBezTo>
                    <a:pt x="1684" y="1"/>
                    <a:pt x="1263" y="158"/>
                    <a:pt x="1158" y="264"/>
                  </a:cubicBezTo>
                  <a:lnTo>
                    <a:pt x="106" y="2841"/>
                  </a:lnTo>
                  <a:cubicBezTo>
                    <a:pt x="0" y="2999"/>
                    <a:pt x="369" y="3104"/>
                    <a:pt x="842" y="3104"/>
                  </a:cubicBezTo>
                  <a:lnTo>
                    <a:pt x="9312" y="3104"/>
                  </a:lnTo>
                  <a:cubicBezTo>
                    <a:pt x="9785" y="3104"/>
                    <a:pt x="10206" y="2999"/>
                    <a:pt x="10258" y="2841"/>
                  </a:cubicBezTo>
                  <a:lnTo>
                    <a:pt x="11048" y="316"/>
                  </a:lnTo>
                  <a:cubicBezTo>
                    <a:pt x="11100" y="158"/>
                    <a:pt x="10732" y="1"/>
                    <a:pt x="1025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71"/>
            <p:cNvSpPr/>
            <p:nvPr/>
          </p:nvSpPr>
          <p:spPr>
            <a:xfrm>
              <a:off x="3224750" y="4019400"/>
              <a:ext cx="267000" cy="76300"/>
            </a:xfrm>
            <a:custGeom>
              <a:avLst/>
              <a:gdLst/>
              <a:ahLst/>
              <a:cxnLst/>
              <a:rect l="l" t="t" r="r" b="b"/>
              <a:pathLst>
                <a:path w="10680" h="3052" extrusionOk="0">
                  <a:moveTo>
                    <a:pt x="1737" y="0"/>
                  </a:moveTo>
                  <a:cubicBezTo>
                    <a:pt x="1263" y="0"/>
                    <a:pt x="842" y="105"/>
                    <a:pt x="790" y="263"/>
                  </a:cubicBezTo>
                  <a:lnTo>
                    <a:pt x="53" y="2788"/>
                  </a:lnTo>
                  <a:cubicBezTo>
                    <a:pt x="1" y="2946"/>
                    <a:pt x="369" y="3051"/>
                    <a:pt x="895" y="3051"/>
                  </a:cubicBezTo>
                  <a:lnTo>
                    <a:pt x="9259" y="3051"/>
                  </a:lnTo>
                  <a:cubicBezTo>
                    <a:pt x="9785" y="3051"/>
                    <a:pt x="10206" y="2946"/>
                    <a:pt x="10206" y="2788"/>
                  </a:cubicBezTo>
                  <a:lnTo>
                    <a:pt x="10627" y="263"/>
                  </a:lnTo>
                  <a:cubicBezTo>
                    <a:pt x="10680" y="105"/>
                    <a:pt x="10311" y="0"/>
                    <a:pt x="98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71"/>
            <p:cNvSpPr/>
            <p:nvPr/>
          </p:nvSpPr>
          <p:spPr>
            <a:xfrm>
              <a:off x="3521975" y="4019400"/>
              <a:ext cx="256475" cy="77600"/>
            </a:xfrm>
            <a:custGeom>
              <a:avLst/>
              <a:gdLst/>
              <a:ahLst/>
              <a:cxnLst/>
              <a:rect l="l" t="t" r="r" b="b"/>
              <a:pathLst>
                <a:path w="10259" h="3104" extrusionOk="0">
                  <a:moveTo>
                    <a:pt x="1316" y="0"/>
                  </a:moveTo>
                  <a:cubicBezTo>
                    <a:pt x="790" y="0"/>
                    <a:pt x="421" y="105"/>
                    <a:pt x="421" y="263"/>
                  </a:cubicBezTo>
                  <a:lnTo>
                    <a:pt x="53" y="2788"/>
                  </a:lnTo>
                  <a:cubicBezTo>
                    <a:pt x="1" y="2946"/>
                    <a:pt x="421" y="3104"/>
                    <a:pt x="895" y="3104"/>
                  </a:cubicBezTo>
                  <a:lnTo>
                    <a:pt x="9312" y="3104"/>
                  </a:lnTo>
                  <a:cubicBezTo>
                    <a:pt x="9838" y="3104"/>
                    <a:pt x="10206" y="2946"/>
                    <a:pt x="10206" y="2788"/>
                  </a:cubicBezTo>
                  <a:lnTo>
                    <a:pt x="10258" y="263"/>
                  </a:lnTo>
                  <a:cubicBezTo>
                    <a:pt x="10258" y="105"/>
                    <a:pt x="9890" y="0"/>
                    <a:pt x="94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71"/>
            <p:cNvSpPr/>
            <p:nvPr/>
          </p:nvSpPr>
          <p:spPr>
            <a:xfrm>
              <a:off x="3820500" y="4019400"/>
              <a:ext cx="255175" cy="77600"/>
            </a:xfrm>
            <a:custGeom>
              <a:avLst/>
              <a:gdLst/>
              <a:ahLst/>
              <a:cxnLst/>
              <a:rect l="l" t="t" r="r" b="b"/>
              <a:pathLst>
                <a:path w="10207" h="3104" extrusionOk="0">
                  <a:moveTo>
                    <a:pt x="843" y="0"/>
                  </a:moveTo>
                  <a:cubicBezTo>
                    <a:pt x="369" y="0"/>
                    <a:pt x="1" y="105"/>
                    <a:pt x="1" y="263"/>
                  </a:cubicBezTo>
                  <a:lnTo>
                    <a:pt x="1" y="2841"/>
                  </a:lnTo>
                  <a:cubicBezTo>
                    <a:pt x="1" y="2946"/>
                    <a:pt x="422" y="3104"/>
                    <a:pt x="895" y="3104"/>
                  </a:cubicBezTo>
                  <a:lnTo>
                    <a:pt x="9312" y="3104"/>
                  </a:lnTo>
                  <a:cubicBezTo>
                    <a:pt x="9838" y="3104"/>
                    <a:pt x="10206" y="2946"/>
                    <a:pt x="10206" y="2841"/>
                  </a:cubicBezTo>
                  <a:lnTo>
                    <a:pt x="9838" y="263"/>
                  </a:lnTo>
                  <a:cubicBezTo>
                    <a:pt x="9838" y="105"/>
                    <a:pt x="9417" y="0"/>
                    <a:pt x="89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71"/>
            <p:cNvSpPr/>
            <p:nvPr/>
          </p:nvSpPr>
          <p:spPr>
            <a:xfrm>
              <a:off x="4108525" y="4019400"/>
              <a:ext cx="264350" cy="77600"/>
            </a:xfrm>
            <a:custGeom>
              <a:avLst/>
              <a:gdLst/>
              <a:ahLst/>
              <a:cxnLst/>
              <a:rect l="l" t="t" r="r" b="b"/>
              <a:pathLst>
                <a:path w="10574" h="3104" extrusionOk="0">
                  <a:moveTo>
                    <a:pt x="789" y="0"/>
                  </a:moveTo>
                  <a:cubicBezTo>
                    <a:pt x="316" y="0"/>
                    <a:pt x="0" y="105"/>
                    <a:pt x="0" y="263"/>
                  </a:cubicBezTo>
                  <a:lnTo>
                    <a:pt x="369" y="2841"/>
                  </a:lnTo>
                  <a:cubicBezTo>
                    <a:pt x="369" y="2999"/>
                    <a:pt x="789" y="3104"/>
                    <a:pt x="1315" y="3104"/>
                  </a:cubicBezTo>
                  <a:lnTo>
                    <a:pt x="9732" y="3104"/>
                  </a:lnTo>
                  <a:cubicBezTo>
                    <a:pt x="10258" y="3104"/>
                    <a:pt x="10574" y="2999"/>
                    <a:pt x="10574" y="2841"/>
                  </a:cubicBezTo>
                  <a:lnTo>
                    <a:pt x="9837" y="263"/>
                  </a:lnTo>
                  <a:cubicBezTo>
                    <a:pt x="9837" y="105"/>
                    <a:pt x="9417" y="0"/>
                    <a:pt x="89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71"/>
            <p:cNvSpPr/>
            <p:nvPr/>
          </p:nvSpPr>
          <p:spPr>
            <a:xfrm>
              <a:off x="4395225" y="4019400"/>
              <a:ext cx="276200" cy="77600"/>
            </a:xfrm>
            <a:custGeom>
              <a:avLst/>
              <a:gdLst/>
              <a:ahLst/>
              <a:cxnLst/>
              <a:rect l="l" t="t" r="r" b="b"/>
              <a:pathLst>
                <a:path w="11048" h="3104" extrusionOk="0">
                  <a:moveTo>
                    <a:pt x="789" y="0"/>
                  </a:moveTo>
                  <a:cubicBezTo>
                    <a:pt x="316" y="0"/>
                    <a:pt x="0" y="105"/>
                    <a:pt x="53" y="263"/>
                  </a:cubicBezTo>
                  <a:lnTo>
                    <a:pt x="789" y="2841"/>
                  </a:lnTo>
                  <a:cubicBezTo>
                    <a:pt x="842" y="2999"/>
                    <a:pt x="1263" y="3104"/>
                    <a:pt x="1789" y="3104"/>
                  </a:cubicBezTo>
                  <a:lnTo>
                    <a:pt x="10206" y="3104"/>
                  </a:lnTo>
                  <a:cubicBezTo>
                    <a:pt x="10679" y="3104"/>
                    <a:pt x="11047" y="2999"/>
                    <a:pt x="10995" y="2841"/>
                  </a:cubicBezTo>
                  <a:lnTo>
                    <a:pt x="9890" y="263"/>
                  </a:lnTo>
                  <a:cubicBezTo>
                    <a:pt x="9837" y="105"/>
                    <a:pt x="9416" y="0"/>
                    <a:pt x="894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71"/>
            <p:cNvSpPr/>
            <p:nvPr/>
          </p:nvSpPr>
          <p:spPr>
            <a:xfrm>
              <a:off x="4681925" y="4019050"/>
              <a:ext cx="286700" cy="77950"/>
            </a:xfrm>
            <a:custGeom>
              <a:avLst/>
              <a:gdLst/>
              <a:ahLst/>
              <a:cxnLst/>
              <a:rect l="l" t="t" r="r" b="b"/>
              <a:pathLst>
                <a:path w="11468" h="3118" extrusionOk="0">
                  <a:moveTo>
                    <a:pt x="9132" y="1"/>
                  </a:moveTo>
                  <a:cubicBezTo>
                    <a:pt x="9069" y="1"/>
                    <a:pt x="9006" y="5"/>
                    <a:pt x="8943" y="14"/>
                  </a:cubicBezTo>
                  <a:lnTo>
                    <a:pt x="842" y="14"/>
                  </a:lnTo>
                  <a:cubicBezTo>
                    <a:pt x="368" y="14"/>
                    <a:pt x="0" y="119"/>
                    <a:pt x="105" y="277"/>
                  </a:cubicBezTo>
                  <a:lnTo>
                    <a:pt x="1210" y="2855"/>
                  </a:lnTo>
                  <a:cubicBezTo>
                    <a:pt x="1315" y="3013"/>
                    <a:pt x="1736" y="3118"/>
                    <a:pt x="2262" y="3118"/>
                  </a:cubicBezTo>
                  <a:lnTo>
                    <a:pt x="10679" y="3118"/>
                  </a:lnTo>
                  <a:cubicBezTo>
                    <a:pt x="11152" y="3118"/>
                    <a:pt x="11468" y="3013"/>
                    <a:pt x="11415" y="2855"/>
                  </a:cubicBezTo>
                  <a:lnTo>
                    <a:pt x="9942" y="277"/>
                  </a:lnTo>
                  <a:cubicBezTo>
                    <a:pt x="9725" y="103"/>
                    <a:pt x="9434" y="1"/>
                    <a:pt x="91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71"/>
            <p:cNvSpPr/>
            <p:nvPr/>
          </p:nvSpPr>
          <p:spPr>
            <a:xfrm>
              <a:off x="4969925" y="4019050"/>
              <a:ext cx="297250" cy="78300"/>
            </a:xfrm>
            <a:custGeom>
              <a:avLst/>
              <a:gdLst/>
              <a:ahLst/>
              <a:cxnLst/>
              <a:rect l="l" t="t" r="r" b="b"/>
              <a:pathLst>
                <a:path w="11890" h="3132" extrusionOk="0">
                  <a:moveTo>
                    <a:pt x="9103" y="1"/>
                  </a:moveTo>
                  <a:cubicBezTo>
                    <a:pt x="9034" y="1"/>
                    <a:pt x="8963" y="5"/>
                    <a:pt x="8891" y="14"/>
                  </a:cubicBezTo>
                  <a:lnTo>
                    <a:pt x="790" y="14"/>
                  </a:lnTo>
                  <a:cubicBezTo>
                    <a:pt x="316" y="14"/>
                    <a:pt x="1" y="119"/>
                    <a:pt x="106" y="277"/>
                  </a:cubicBezTo>
                  <a:lnTo>
                    <a:pt x="1579" y="2855"/>
                  </a:lnTo>
                  <a:cubicBezTo>
                    <a:pt x="1840" y="3029"/>
                    <a:pt x="2138" y="3131"/>
                    <a:pt x="2471" y="3131"/>
                  </a:cubicBezTo>
                  <a:cubicBezTo>
                    <a:pt x="2541" y="3131"/>
                    <a:pt x="2611" y="3127"/>
                    <a:pt x="2683" y="3118"/>
                  </a:cubicBezTo>
                  <a:lnTo>
                    <a:pt x="11100" y="3118"/>
                  </a:lnTo>
                  <a:cubicBezTo>
                    <a:pt x="11574" y="3118"/>
                    <a:pt x="11889" y="3013"/>
                    <a:pt x="11784" y="2855"/>
                  </a:cubicBezTo>
                  <a:lnTo>
                    <a:pt x="9995" y="277"/>
                  </a:lnTo>
                  <a:cubicBezTo>
                    <a:pt x="9734" y="103"/>
                    <a:pt x="9436" y="1"/>
                    <a:pt x="91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71"/>
            <p:cNvSpPr/>
            <p:nvPr/>
          </p:nvSpPr>
          <p:spPr>
            <a:xfrm>
              <a:off x="5256625" y="4020375"/>
              <a:ext cx="307750" cy="77950"/>
            </a:xfrm>
            <a:custGeom>
              <a:avLst/>
              <a:gdLst/>
              <a:ahLst/>
              <a:cxnLst/>
              <a:rect l="l" t="t" r="r" b="b"/>
              <a:pathLst>
                <a:path w="12310" h="3118" extrusionOk="0">
                  <a:moveTo>
                    <a:pt x="9084" y="0"/>
                  </a:moveTo>
                  <a:cubicBezTo>
                    <a:pt x="9019" y="0"/>
                    <a:pt x="8954" y="5"/>
                    <a:pt x="8891" y="14"/>
                  </a:cubicBezTo>
                  <a:lnTo>
                    <a:pt x="790" y="14"/>
                  </a:lnTo>
                  <a:cubicBezTo>
                    <a:pt x="316" y="14"/>
                    <a:pt x="0" y="119"/>
                    <a:pt x="106" y="277"/>
                  </a:cubicBezTo>
                  <a:lnTo>
                    <a:pt x="1999" y="2802"/>
                  </a:lnTo>
                  <a:cubicBezTo>
                    <a:pt x="2315" y="3012"/>
                    <a:pt x="2736" y="3118"/>
                    <a:pt x="3104" y="3118"/>
                  </a:cubicBezTo>
                  <a:lnTo>
                    <a:pt x="11521" y="3118"/>
                  </a:lnTo>
                  <a:cubicBezTo>
                    <a:pt x="12047" y="3118"/>
                    <a:pt x="12310" y="2960"/>
                    <a:pt x="12205" y="2802"/>
                  </a:cubicBezTo>
                  <a:lnTo>
                    <a:pt x="9995" y="277"/>
                  </a:lnTo>
                  <a:cubicBezTo>
                    <a:pt x="9734" y="103"/>
                    <a:pt x="9400" y="0"/>
                    <a:pt x="908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71"/>
            <p:cNvSpPr/>
            <p:nvPr/>
          </p:nvSpPr>
          <p:spPr>
            <a:xfrm>
              <a:off x="5545950" y="4020375"/>
              <a:ext cx="445850" cy="77950"/>
            </a:xfrm>
            <a:custGeom>
              <a:avLst/>
              <a:gdLst/>
              <a:ahLst/>
              <a:cxnLst/>
              <a:rect l="l" t="t" r="r" b="b"/>
              <a:pathLst>
                <a:path w="17834" h="3118" extrusionOk="0">
                  <a:moveTo>
                    <a:pt x="14048" y="0"/>
                  </a:moveTo>
                  <a:cubicBezTo>
                    <a:pt x="13978" y="0"/>
                    <a:pt x="13908" y="5"/>
                    <a:pt x="13836" y="14"/>
                  </a:cubicBezTo>
                  <a:lnTo>
                    <a:pt x="790" y="14"/>
                  </a:lnTo>
                  <a:cubicBezTo>
                    <a:pt x="264" y="14"/>
                    <a:pt x="1" y="119"/>
                    <a:pt x="158" y="277"/>
                  </a:cubicBezTo>
                  <a:lnTo>
                    <a:pt x="2420" y="2855"/>
                  </a:lnTo>
                  <a:cubicBezTo>
                    <a:pt x="2736" y="3012"/>
                    <a:pt x="3157" y="3118"/>
                    <a:pt x="3525" y="3118"/>
                  </a:cubicBezTo>
                  <a:lnTo>
                    <a:pt x="17097" y="3118"/>
                  </a:lnTo>
                  <a:cubicBezTo>
                    <a:pt x="17571" y="3118"/>
                    <a:pt x="17834" y="3012"/>
                    <a:pt x="17728" y="2855"/>
                  </a:cubicBezTo>
                  <a:lnTo>
                    <a:pt x="14993" y="277"/>
                  </a:lnTo>
                  <a:cubicBezTo>
                    <a:pt x="14688" y="103"/>
                    <a:pt x="14383" y="0"/>
                    <a:pt x="1404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71"/>
            <p:cNvSpPr/>
            <p:nvPr/>
          </p:nvSpPr>
          <p:spPr>
            <a:xfrm>
              <a:off x="633975" y="4513875"/>
              <a:ext cx="6292875" cy="50000"/>
            </a:xfrm>
            <a:custGeom>
              <a:avLst/>
              <a:gdLst/>
              <a:ahLst/>
              <a:cxnLst/>
              <a:rect l="l" t="t" r="r" b="b"/>
              <a:pathLst>
                <a:path w="251715" h="2000" extrusionOk="0">
                  <a:moveTo>
                    <a:pt x="947" y="1"/>
                  </a:moveTo>
                  <a:cubicBezTo>
                    <a:pt x="0" y="1053"/>
                    <a:pt x="2367" y="1842"/>
                    <a:pt x="6470" y="1842"/>
                  </a:cubicBezTo>
                  <a:lnTo>
                    <a:pt x="245192" y="2000"/>
                  </a:lnTo>
                  <a:cubicBezTo>
                    <a:pt x="249347" y="2000"/>
                    <a:pt x="251715" y="1211"/>
                    <a:pt x="250768" y="211"/>
                  </a:cubicBezTo>
                  <a:lnTo>
                    <a:pt x="250768" y="211"/>
                  </a:lnTo>
                  <a:cubicBezTo>
                    <a:pt x="250084" y="790"/>
                    <a:pt x="248085" y="1158"/>
                    <a:pt x="245192" y="1158"/>
                  </a:cubicBezTo>
                  <a:lnTo>
                    <a:pt x="6470" y="1000"/>
                  </a:lnTo>
                  <a:cubicBezTo>
                    <a:pt x="3630" y="1000"/>
                    <a:pt x="1578" y="579"/>
                    <a:pt x="9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3943;p72">
            <a:extLst>
              <a:ext uri="{FF2B5EF4-FFF2-40B4-BE49-F238E27FC236}">
                <a16:creationId xmlns:a16="http://schemas.microsoft.com/office/drawing/2014/main" id="{74D7EF91-EB3E-44D5-9D02-B5F937B015AE}"/>
              </a:ext>
            </a:extLst>
          </p:cNvPr>
          <p:cNvSpPr/>
          <p:nvPr/>
        </p:nvSpPr>
        <p:spPr>
          <a:xfrm>
            <a:off x="1705742" y="1261567"/>
            <a:ext cx="666873" cy="3406906"/>
          </a:xfrm>
          <a:custGeom>
            <a:avLst/>
            <a:gdLst/>
            <a:ahLst/>
            <a:cxnLst/>
            <a:rect l="l" t="t" r="r" b="b"/>
            <a:pathLst>
              <a:path w="14663" h="15776" extrusionOk="0">
                <a:moveTo>
                  <a:pt x="14663" y="0"/>
                </a:moveTo>
                <a:lnTo>
                  <a:pt x="0" y="36"/>
                </a:lnTo>
                <a:lnTo>
                  <a:pt x="0" y="15776"/>
                </a:lnTo>
                <a:lnTo>
                  <a:pt x="14627" y="15776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0" name="Google Shape;3943;p72">
            <a:extLst>
              <a:ext uri="{FF2B5EF4-FFF2-40B4-BE49-F238E27FC236}">
                <a16:creationId xmlns:a16="http://schemas.microsoft.com/office/drawing/2014/main" id="{4AC27AD5-09DC-4AAD-B62D-A47E416BFFDD}"/>
              </a:ext>
            </a:extLst>
          </p:cNvPr>
          <p:cNvSpPr/>
          <p:nvPr/>
        </p:nvSpPr>
        <p:spPr>
          <a:xfrm flipH="1">
            <a:off x="6686661" y="1261567"/>
            <a:ext cx="666873" cy="3406906"/>
          </a:xfrm>
          <a:custGeom>
            <a:avLst/>
            <a:gdLst/>
            <a:ahLst/>
            <a:cxnLst/>
            <a:rect l="l" t="t" r="r" b="b"/>
            <a:pathLst>
              <a:path w="14663" h="15776" extrusionOk="0">
                <a:moveTo>
                  <a:pt x="14663" y="0"/>
                </a:moveTo>
                <a:lnTo>
                  <a:pt x="0" y="36"/>
                </a:lnTo>
                <a:lnTo>
                  <a:pt x="0" y="15776"/>
                </a:lnTo>
                <a:lnTo>
                  <a:pt x="14627" y="15776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" dur="2000" fill="hold"/>
                                        <p:tgtEl>
                                          <p:spTgt spid="38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" dur="2000" fill="hold"/>
                                        <p:tgtEl>
                                          <p:spTgt spid="38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êu đề 2">
            <a:extLst>
              <a:ext uri="{FF2B5EF4-FFF2-40B4-BE49-F238E27FC236}">
                <a16:creationId xmlns:a16="http://schemas.microsoft.com/office/drawing/2014/main" id="{7AE317B0-77FE-4BEF-84E2-B527D492F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j-lt"/>
              </a:rPr>
              <a:t>Q_CHAMCONG</a:t>
            </a:r>
            <a:endParaRPr lang="en-US" sz="1600" dirty="0">
              <a:latin typeface="+mj-lt"/>
            </a:endParaRPr>
          </a:p>
        </p:txBody>
      </p:sp>
      <p:sp>
        <p:nvSpPr>
          <p:cNvPr id="41" name="Tiêu đề 2">
            <a:extLst>
              <a:ext uri="{FF2B5EF4-FFF2-40B4-BE49-F238E27FC236}">
                <a16:creationId xmlns:a16="http://schemas.microsoft.com/office/drawing/2014/main" id="{EC85D80D-FF78-4FD8-B855-81F02DCC0214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MACC, TG_LAMVIEC, NGAY_NGHI, LUONG, MANV.</a:t>
            </a:r>
          </a:p>
        </p:txBody>
      </p:sp>
      <p:pic>
        <p:nvPicPr>
          <p:cNvPr id="42" name="Picture 4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997CF30-2C04-4CDD-9B3A-14421A354A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73" t="44306" r="28630" b="31795"/>
          <a:stretch/>
        </p:blipFill>
        <p:spPr bwMode="auto">
          <a:xfrm>
            <a:off x="486828" y="2417976"/>
            <a:ext cx="2473194" cy="13683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5" name="Đường kết nối Mũi tên Thẳng 4">
            <a:extLst>
              <a:ext uri="{FF2B5EF4-FFF2-40B4-BE49-F238E27FC236}">
                <a16:creationId xmlns:a16="http://schemas.microsoft.com/office/drawing/2014/main" id="{6E7174C7-8C46-4466-A1FB-2A13F2A48C9B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Hình ảnh 6">
            <a:extLst>
              <a:ext uri="{FF2B5EF4-FFF2-40B4-BE49-F238E27FC236}">
                <a16:creationId xmlns:a16="http://schemas.microsoft.com/office/drawing/2014/main" id="{92F77F5E-0ED2-4CF3-9BE3-91C29AD0B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762" y="2614140"/>
            <a:ext cx="3665538" cy="87637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êu đề 2">
            <a:extLst>
              <a:ext uri="{FF2B5EF4-FFF2-40B4-BE49-F238E27FC236}">
                <a16:creationId xmlns:a16="http://schemas.microsoft.com/office/drawing/2014/main" id="{3578B44C-0570-4929-ACA8-55DD0F85D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Q_CHITIET_CONGTHUC</a:t>
            </a:r>
            <a:endParaRPr lang="en-US" sz="1600" dirty="0">
              <a:latin typeface="+mj-lt"/>
            </a:endParaRPr>
          </a:p>
        </p:txBody>
      </p:sp>
      <p:sp>
        <p:nvSpPr>
          <p:cNvPr id="18" name="Tiêu đề 2">
            <a:extLst>
              <a:ext uri="{FF2B5EF4-FFF2-40B4-BE49-F238E27FC236}">
                <a16:creationId xmlns:a16="http://schemas.microsoft.com/office/drawing/2014/main" id="{440EFE60-F2FC-439D-86E3-52510219E522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MACT, MANL, SOLUONG, DONVI_TINH.</a:t>
            </a:r>
          </a:p>
        </p:txBody>
      </p:sp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93D2B5C9-6AE7-497F-91C4-6A15165AC3B4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5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378D1BB-A83F-4821-821C-2AE2A36206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30" t="56630" r="15075" b="16794"/>
          <a:stretch/>
        </p:blipFill>
        <p:spPr bwMode="auto">
          <a:xfrm>
            <a:off x="717000" y="2372539"/>
            <a:ext cx="2155838" cy="13211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Hình ảnh 20">
            <a:extLst>
              <a:ext uri="{FF2B5EF4-FFF2-40B4-BE49-F238E27FC236}">
                <a16:creationId xmlns:a16="http://schemas.microsoft.com/office/drawing/2014/main" id="{21064972-AA85-4F04-9F7A-9A9D0FC7AD0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68"/>
          <a:stretch/>
        </p:blipFill>
        <p:spPr>
          <a:xfrm>
            <a:off x="5795377" y="2372539"/>
            <a:ext cx="2455287" cy="132118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Q_CHITIET_HOADON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MATU, MAHD, SOLUONG.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48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20C2227-E521-41FF-BB67-3A0C60545E7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1" t="43497" r="67182" b="41504"/>
          <a:stretch/>
        </p:blipFill>
        <p:spPr bwMode="auto">
          <a:xfrm>
            <a:off x="365073" y="2475570"/>
            <a:ext cx="2507765" cy="11151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D08F1465-B53D-4E96-A50F-D041E1D29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377" y="2571750"/>
            <a:ext cx="1699407" cy="115072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Q_CHITIET_NCC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MAPN, MNCC.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9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9FB38734-97A3-42F6-884B-C19C32B538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6" t="52834" r="16499" b="26428"/>
          <a:stretch/>
        </p:blipFill>
        <p:spPr bwMode="auto">
          <a:xfrm>
            <a:off x="717000" y="2486079"/>
            <a:ext cx="2279015" cy="10941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Hình ảnh 2">
            <a:extLst>
              <a:ext uri="{FF2B5EF4-FFF2-40B4-BE49-F238E27FC236}">
                <a16:creationId xmlns:a16="http://schemas.microsoft.com/office/drawing/2014/main" id="{F8AB9FA1-D7DF-4C1B-BB25-A38815B6D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987" y="2411828"/>
            <a:ext cx="1472013" cy="124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84033"/>
      </p:ext>
    </p:extLst>
  </p:cSld>
  <p:clrMapOvr>
    <a:masterClrMapping/>
  </p:clrMapOvr>
  <p:transition spd="med">
    <p:pull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Q_CHITIET_PHIEUNHAP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MANL, MAPN, SOLUONG.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Hình ảnh 3">
            <a:extLst>
              <a:ext uri="{FF2B5EF4-FFF2-40B4-BE49-F238E27FC236}">
                <a16:creationId xmlns:a16="http://schemas.microsoft.com/office/drawing/2014/main" id="{7CB3D518-D3AB-4B14-92FC-4A35D6D85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73" y="2537832"/>
            <a:ext cx="2657475" cy="990600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DFC7B63C-7FDF-41D2-803E-9047244F8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554" y="2168187"/>
            <a:ext cx="1630821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45742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Q_CONG_THUC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MACT, MATU, TEN_CT.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Hình ảnh 2">
            <a:extLst>
              <a:ext uri="{FF2B5EF4-FFF2-40B4-BE49-F238E27FC236}">
                <a16:creationId xmlns:a16="http://schemas.microsoft.com/office/drawing/2014/main" id="{D671B607-D653-48D3-9E52-994BE0F4C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27" y="2151219"/>
            <a:ext cx="1751137" cy="1763826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663B2AE5-FAD4-4B18-B4F0-9D0BA43C3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751" y="2160566"/>
            <a:ext cx="1950889" cy="17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07893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Q_CONG_THUC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MACT, MATU, TEN_CT.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Hình ảnh 2">
            <a:extLst>
              <a:ext uri="{FF2B5EF4-FFF2-40B4-BE49-F238E27FC236}">
                <a16:creationId xmlns:a16="http://schemas.microsoft.com/office/drawing/2014/main" id="{D671B607-D653-48D3-9E52-994BE0F4C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27" y="2151219"/>
            <a:ext cx="1751137" cy="1763826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663B2AE5-FAD4-4B18-B4F0-9D0BA43C3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751" y="2160566"/>
            <a:ext cx="1950889" cy="17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024257"/>
      </p:ext>
    </p:extLst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Q_HOADON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MAHD,MANV, NGAYLAP,TONGTIEN, STT, TENKH, SOLUONG.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137209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53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6C8E7EB-2C53-48F1-A5D3-9CAA5647290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37" t="51582" r="42068" b="20886"/>
          <a:stretch/>
        </p:blipFill>
        <p:spPr bwMode="auto">
          <a:xfrm>
            <a:off x="717000" y="2362103"/>
            <a:ext cx="2105762" cy="134205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8A1E7F2A-92CB-407E-8B95-6234C7BC2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26" y="2408649"/>
            <a:ext cx="4450466" cy="12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33717"/>
      </p:ext>
    </p:extLst>
  </p:cSld>
  <p:clrMapOvr>
    <a:masterClrMapping/>
  </p:clrMapOvr>
  <p:transition spd="med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Q_NGUYENLIEU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MANL,TENNL.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4103649" y="3033130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55" descr="A screenshot of a computer&#10;&#10;Description automatically generated">
            <a:extLst>
              <a:ext uri="{FF2B5EF4-FFF2-40B4-BE49-F238E27FC236}">
                <a16:creationId xmlns:a16="http://schemas.microsoft.com/office/drawing/2014/main" id="{C31E12CC-A353-4CBB-B535-0F54922D77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25" t="30372" r="26777" b="56654"/>
          <a:stretch/>
        </p:blipFill>
        <p:spPr bwMode="auto">
          <a:xfrm>
            <a:off x="244755" y="2594663"/>
            <a:ext cx="2944495" cy="8769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Hình ảnh 3">
            <a:extLst>
              <a:ext uri="{FF2B5EF4-FFF2-40B4-BE49-F238E27FC236}">
                <a16:creationId xmlns:a16="http://schemas.microsoft.com/office/drawing/2014/main" id="{F9BA12F9-1C4E-4F88-A667-83ABF2662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752" y="2047895"/>
            <a:ext cx="2579648" cy="198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18984"/>
      </p:ext>
    </p:extLst>
  </p:cSld>
  <p:clrMapOvr>
    <a:masterClrMapping/>
  </p:clrMapOvr>
  <p:transition spd="med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Q_NHACUNGCAP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MANCC, TENNCC, EMAIL, SDT_NCC, LV_CUNGUNG,DIACHI_NCC.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052089" y="3033130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Hình ảnh 2">
            <a:extLst>
              <a:ext uri="{FF2B5EF4-FFF2-40B4-BE49-F238E27FC236}">
                <a16:creationId xmlns:a16="http://schemas.microsoft.com/office/drawing/2014/main" id="{643E0B00-E243-4E1A-A6BC-45D7EF7F6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29" y="2324885"/>
            <a:ext cx="2456002" cy="1416485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E1BD70DF-0F17-4294-B5AE-28604B5811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084" y="2556837"/>
            <a:ext cx="4747671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4000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Q_NHANVIEN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MANV, TENNV, NGAYSINH, GIOITINH, EMAIL, SDT_NV, NGAY_BD_LAM, DIACHI_NV. 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2548983" y="3041865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Hình ảnh 3">
            <a:extLst>
              <a:ext uri="{FF2B5EF4-FFF2-40B4-BE49-F238E27FC236}">
                <a16:creationId xmlns:a16="http://schemas.microsoft.com/office/drawing/2014/main" id="{84417CB2-2374-4310-854F-A0CD12761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53" y="2309789"/>
            <a:ext cx="2070625" cy="144742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FA1BFC43-120E-420C-A6F2-FB9BDF7A5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232" y="2690625"/>
            <a:ext cx="5288611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421263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Q_PHIEUCHI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MAPC, MANV, NOIDUNGCHI, NGAYLAP, TONGTIEN.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80628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Hình ảnh 3">
            <a:extLst>
              <a:ext uri="{FF2B5EF4-FFF2-40B4-BE49-F238E27FC236}">
                <a16:creationId xmlns:a16="http://schemas.microsoft.com/office/drawing/2014/main" id="{93E3E654-CB31-4C75-B2F3-224671E4A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2" y="2367752"/>
            <a:ext cx="2455955" cy="1330760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AE928958-407B-4AD5-8432-5A1618BA9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777" y="2518737"/>
            <a:ext cx="3749365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407655"/>
      </p:ext>
    </p:extLst>
  </p:cSld>
  <p:clrMapOvr>
    <a:masterClrMapping/>
  </p:clrMapOvr>
  <p:transition spd="med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Q_PHIEUNHAP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MAPN, MANV, MANCC, NGAYLAP, TONGTIEN, SOLUONG, DON_GIA.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303363" y="3033132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Hình ảnh 3">
            <a:extLst>
              <a:ext uri="{FF2B5EF4-FFF2-40B4-BE49-F238E27FC236}">
                <a16:creationId xmlns:a16="http://schemas.microsoft.com/office/drawing/2014/main" id="{5DECA382-F81D-4CD4-8B43-CC512D034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07" y="2053886"/>
            <a:ext cx="2708443" cy="1745131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87C0620C-295E-4DE7-AE1E-A63A93DBA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549220"/>
            <a:ext cx="4435224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32408"/>
      </p:ext>
    </p:extLst>
  </p:cSld>
  <p:clrMapOvr>
    <a:masterClrMapping/>
  </p:clrMapOvr>
  <p:transition spd="med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Q_PHIEUTHU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MAPHIEUTHU, MANV, NOIDUNGTHU, NGAYLAP, TONGTIEN.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570063" y="3033130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Hình ảnh 3">
            <a:extLst>
              <a:ext uri="{FF2B5EF4-FFF2-40B4-BE49-F238E27FC236}">
                <a16:creationId xmlns:a16="http://schemas.microsoft.com/office/drawing/2014/main" id="{183455AD-2AEA-4217-93B6-129DB3EA3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00" y="2447343"/>
            <a:ext cx="2362200" cy="1171575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8A4B830F-D3E3-43DE-AB3F-596C64E1D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575" y="2511115"/>
            <a:ext cx="3905463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68312"/>
      </p:ext>
    </p:extLst>
  </p:cSld>
  <p:clrMapOvr>
    <a:masterClrMapping/>
  </p:clrMapOvr>
  <p:transition spd="med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êu đề 2">
            <a:extLst>
              <a:ext uri="{FF2B5EF4-FFF2-40B4-BE49-F238E27FC236}">
                <a16:creationId xmlns:a16="http://schemas.microsoft.com/office/drawing/2014/main" id="{2FEE042E-64BA-49D5-A499-B82792883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000" y="404725"/>
            <a:ext cx="7710000" cy="53040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Q_THUCUONG</a:t>
            </a:r>
            <a:endParaRPr lang="en-US" sz="1600" dirty="0">
              <a:latin typeface="+mj-lt"/>
            </a:endParaRPr>
          </a:p>
        </p:txBody>
      </p:sp>
      <p:sp>
        <p:nvSpPr>
          <p:cNvPr id="10" name="Tiêu đề 2">
            <a:extLst>
              <a:ext uri="{FF2B5EF4-FFF2-40B4-BE49-F238E27FC236}">
                <a16:creationId xmlns:a16="http://schemas.microsoft.com/office/drawing/2014/main" id="{A026AA9E-1FE8-490D-8CFF-10FE4209E64C}"/>
              </a:ext>
            </a:extLst>
          </p:cNvPr>
          <p:cNvSpPr txBox="1">
            <a:spLocks/>
          </p:cNvSpPr>
          <p:nvPr/>
        </p:nvSpPr>
        <p:spPr>
          <a:xfrm>
            <a:off x="717000" y="1114686"/>
            <a:ext cx="77100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Black"/>
              <a:buNone/>
              <a:defRPr sz="2600" b="0" i="0" u="none" strike="noStrike" cap="none">
                <a:solidFill>
                  <a:schemeClr val="lt1"/>
                </a:solidFill>
                <a:latin typeface="Catamaran Black"/>
                <a:ea typeface="Catamaran Black"/>
                <a:cs typeface="Catamaran Black"/>
                <a:sym typeface="Catamaran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600" dirty="0" err="1">
                <a:latin typeface="+mj-lt"/>
              </a:rPr>
              <a:t>Hiển</a:t>
            </a:r>
            <a:r>
              <a:rPr lang="en-US" sz="1600" dirty="0">
                <a:latin typeface="+mj-lt"/>
              </a:rPr>
              <a:t> </a:t>
            </a:r>
            <a:r>
              <a:rPr lang="en-US" sz="1600" dirty="0" err="1">
                <a:latin typeface="+mj-lt"/>
              </a:rPr>
              <a:t>thị</a:t>
            </a:r>
            <a:r>
              <a:rPr lang="en-US" sz="1600" dirty="0">
                <a:latin typeface="+mj-lt"/>
              </a:rPr>
              <a:t> các </a:t>
            </a:r>
            <a:r>
              <a:rPr lang="en-US" sz="1600" dirty="0" err="1">
                <a:latin typeface="+mj-lt"/>
              </a:rPr>
              <a:t>thông</a:t>
            </a:r>
            <a:r>
              <a:rPr lang="en-US" sz="1600" dirty="0">
                <a:latin typeface="+mj-lt"/>
              </a:rPr>
              <a:t> tin </a:t>
            </a:r>
            <a:r>
              <a:rPr lang="en-US" sz="1600" dirty="0" err="1">
                <a:latin typeface="+mj-lt"/>
              </a:rPr>
              <a:t>về</a:t>
            </a:r>
            <a:r>
              <a:rPr lang="en-US" sz="1600" dirty="0">
                <a:latin typeface="+mj-lt"/>
              </a:rPr>
              <a:t> MATU, TENTU, MANL, SIZE, DON_GIA.</a:t>
            </a:r>
          </a:p>
        </p:txBody>
      </p:sp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81B9BE77-BC15-4786-B4CD-B9DF705D4AC5}"/>
              </a:ext>
            </a:extLst>
          </p:cNvPr>
          <p:cNvCxnSpPr/>
          <p:nvPr/>
        </p:nvCxnSpPr>
        <p:spPr>
          <a:xfrm>
            <a:off x="3570063" y="3033130"/>
            <a:ext cx="1055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Hình ảnh 2">
            <a:extLst>
              <a:ext uri="{FF2B5EF4-FFF2-40B4-BE49-F238E27FC236}">
                <a16:creationId xmlns:a16="http://schemas.microsoft.com/office/drawing/2014/main" id="{66BD02EE-0CFB-47C7-8616-E8B68B1CF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9" y="2232845"/>
            <a:ext cx="2426261" cy="1600570"/>
          </a:xfrm>
          <a:prstGeom prst="rect">
            <a:avLst/>
          </a:prstGeom>
        </p:spPr>
      </p:pic>
      <p:pic>
        <p:nvPicPr>
          <p:cNvPr id="7" name="Hình ảnh 6">
            <a:extLst>
              <a:ext uri="{FF2B5EF4-FFF2-40B4-BE49-F238E27FC236}">
                <a16:creationId xmlns:a16="http://schemas.microsoft.com/office/drawing/2014/main" id="{0F8255D7-3E73-423D-8B3D-44850B3E6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575" y="2375602"/>
            <a:ext cx="3031457" cy="131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01899"/>
      </p:ext>
    </p:extLst>
  </p:cSld>
  <p:clrMapOvr>
    <a:masterClrMapping/>
  </p:clrMapOvr>
  <p:transition spd="med">
    <p:pull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76"/>
          <p:cNvSpPr txBox="1">
            <a:spLocks noGrp="1"/>
          </p:cNvSpPr>
          <p:nvPr>
            <p:ph type="title" idx="4294967295"/>
          </p:nvPr>
        </p:nvSpPr>
        <p:spPr>
          <a:xfrm>
            <a:off x="0" y="247650"/>
            <a:ext cx="91440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câu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truy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20;p76">
            <a:extLst>
              <a:ext uri="{FF2B5EF4-FFF2-40B4-BE49-F238E27FC236}">
                <a16:creationId xmlns:a16="http://schemas.microsoft.com/office/drawing/2014/main" id="{CE557F84-11C7-4484-8D78-44EC470B23FC}"/>
              </a:ext>
            </a:extLst>
          </p:cNvPr>
          <p:cNvSpPr txBox="1">
            <a:spLocks/>
          </p:cNvSpPr>
          <p:nvPr/>
        </p:nvSpPr>
        <p:spPr>
          <a:xfrm>
            <a:off x="895950" y="1207770"/>
            <a:ext cx="7047300" cy="91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 algn="l"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Đ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ưa ra danh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sách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nhân viên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địa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chỉ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tại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‘KY TUC XA t4’</a:t>
            </a:r>
            <a:endParaRPr lang="en-US" sz="18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Bảng 2">
            <a:extLst>
              <a:ext uri="{FF2B5EF4-FFF2-40B4-BE49-F238E27FC236}">
                <a16:creationId xmlns:a16="http://schemas.microsoft.com/office/drawing/2014/main" id="{BB636366-6192-434D-B295-2AEC77B76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202065"/>
              </p:ext>
            </p:extLst>
          </p:nvPr>
        </p:nvGraphicFramePr>
        <p:xfrm>
          <a:off x="1048350" y="2399030"/>
          <a:ext cx="6096000" cy="2343124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070010">
                  <a:extLst>
                    <a:ext uri="{9D8B030D-6E8A-4147-A177-3AD203B41FA5}">
                      <a16:colId xmlns:a16="http://schemas.microsoft.com/office/drawing/2014/main" val="211861577"/>
                    </a:ext>
                  </a:extLst>
                </a:gridCol>
                <a:gridCol w="5025990">
                  <a:extLst>
                    <a:ext uri="{9D8B030D-6E8A-4147-A177-3AD203B41FA5}">
                      <a16:colId xmlns:a16="http://schemas.microsoft.com/office/drawing/2014/main" val="3904276620"/>
                    </a:ext>
                  </a:extLst>
                </a:gridCol>
              </a:tblGrid>
              <a:tr h="12357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25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SELECT*FROM NHANVIEN</a:t>
                      </a:r>
                    </a:p>
                    <a:p>
                      <a:pPr lvl="1" algn="l">
                        <a:lnSpc>
                          <a:spcPct val="25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WHERE (DIACHI_NV = 'KY TUC XA t4')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153259"/>
                  </a:ext>
                </a:extLst>
              </a:tr>
              <a:tr h="11074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Kết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quả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65560"/>
                  </a:ext>
                </a:extLst>
              </a:tr>
            </a:tbl>
          </a:graphicData>
        </a:graphic>
      </p:graphicFrame>
      <p:pic>
        <p:nvPicPr>
          <p:cNvPr id="4" name="Hình ảnh 3">
            <a:extLst>
              <a:ext uri="{FF2B5EF4-FFF2-40B4-BE49-F238E27FC236}">
                <a16:creationId xmlns:a16="http://schemas.microsoft.com/office/drawing/2014/main" id="{83CC4C29-471B-4B0E-9430-551857CACE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013"/>
          <a:stretch/>
        </p:blipFill>
        <p:spPr>
          <a:xfrm>
            <a:off x="2141219" y="3901440"/>
            <a:ext cx="5003131" cy="601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76"/>
          <p:cNvSpPr txBox="1">
            <a:spLocks noGrp="1"/>
          </p:cNvSpPr>
          <p:nvPr>
            <p:ph type="title" idx="4294967295"/>
          </p:nvPr>
        </p:nvSpPr>
        <p:spPr>
          <a:xfrm>
            <a:off x="0" y="247650"/>
            <a:ext cx="91440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câu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truy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20;p76">
            <a:extLst>
              <a:ext uri="{FF2B5EF4-FFF2-40B4-BE49-F238E27FC236}">
                <a16:creationId xmlns:a16="http://schemas.microsoft.com/office/drawing/2014/main" id="{CE557F84-11C7-4484-8D78-44EC470B23FC}"/>
              </a:ext>
            </a:extLst>
          </p:cNvPr>
          <p:cNvSpPr txBox="1">
            <a:spLocks/>
          </p:cNvSpPr>
          <p:nvPr/>
        </p:nvSpPr>
        <p:spPr>
          <a:xfrm>
            <a:off x="895950" y="1207770"/>
            <a:ext cx="7047300" cy="91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 algn="l"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Thống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kế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những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phiếu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nhập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tiên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&lt; 9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triệu</a:t>
            </a:r>
            <a:endParaRPr lang="en-US" sz="18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Bảng 2">
            <a:extLst>
              <a:ext uri="{FF2B5EF4-FFF2-40B4-BE49-F238E27FC236}">
                <a16:creationId xmlns:a16="http://schemas.microsoft.com/office/drawing/2014/main" id="{BB636366-6192-434D-B295-2AEC77B76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223647"/>
              </p:ext>
            </p:extLst>
          </p:nvPr>
        </p:nvGraphicFramePr>
        <p:xfrm>
          <a:off x="895950" y="1911350"/>
          <a:ext cx="6096000" cy="2839504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070010">
                  <a:extLst>
                    <a:ext uri="{9D8B030D-6E8A-4147-A177-3AD203B41FA5}">
                      <a16:colId xmlns:a16="http://schemas.microsoft.com/office/drawing/2014/main" val="211861577"/>
                    </a:ext>
                  </a:extLst>
                </a:gridCol>
                <a:gridCol w="5025990">
                  <a:extLst>
                    <a:ext uri="{9D8B030D-6E8A-4147-A177-3AD203B41FA5}">
                      <a16:colId xmlns:a16="http://schemas.microsoft.com/office/drawing/2014/main" val="3904276620"/>
                    </a:ext>
                  </a:extLst>
                </a:gridCol>
              </a:tblGrid>
              <a:tr h="12357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SELECT MAPC,NOIDUNGCHI,NGAYLAP,TONGTIEN AS 'TONG TIEN' </a:t>
                      </a:r>
                    </a:p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FROM PHIEUCHI</a:t>
                      </a:r>
                    </a:p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WHERE (TONGTIEN&lt;9000000)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153259"/>
                  </a:ext>
                </a:extLst>
              </a:tr>
              <a:tr h="11074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Kết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quả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65560"/>
                  </a:ext>
                </a:extLst>
              </a:tr>
            </a:tbl>
          </a:graphicData>
        </a:graphic>
      </p:graphicFrame>
      <p:pic>
        <p:nvPicPr>
          <p:cNvPr id="6" name="Hình ảnh 5">
            <a:extLst>
              <a:ext uri="{FF2B5EF4-FFF2-40B4-BE49-F238E27FC236}">
                <a16:creationId xmlns:a16="http://schemas.microsoft.com/office/drawing/2014/main" id="{8F5D54B4-F9E2-4D75-84C8-3C52598FE5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13" b="10017"/>
          <a:stretch/>
        </p:blipFill>
        <p:spPr>
          <a:xfrm>
            <a:off x="1973433" y="3649940"/>
            <a:ext cx="5018517" cy="110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918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76"/>
          <p:cNvSpPr txBox="1">
            <a:spLocks noGrp="1"/>
          </p:cNvSpPr>
          <p:nvPr>
            <p:ph type="title" idx="4294967295"/>
          </p:nvPr>
        </p:nvSpPr>
        <p:spPr>
          <a:xfrm>
            <a:off x="0" y="247650"/>
            <a:ext cx="91440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câu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truy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20;p76">
            <a:extLst>
              <a:ext uri="{FF2B5EF4-FFF2-40B4-BE49-F238E27FC236}">
                <a16:creationId xmlns:a16="http://schemas.microsoft.com/office/drawing/2014/main" id="{CE557F84-11C7-4484-8D78-44EC470B23FC}"/>
              </a:ext>
            </a:extLst>
          </p:cNvPr>
          <p:cNvSpPr txBox="1">
            <a:spLocks/>
          </p:cNvSpPr>
          <p:nvPr/>
        </p:nvSpPr>
        <p:spPr>
          <a:xfrm>
            <a:off x="895950" y="1207770"/>
            <a:ext cx="7047300" cy="91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 algn="l">
              <a:buClr>
                <a:srgbClr val="000000"/>
              </a:buClr>
              <a:buSzPts val="1100"/>
              <a:buFont typeface="Arial"/>
              <a:buNone/>
            </a:pP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Đưa ra danh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sách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tiền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hóa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đơn theo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thứ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tự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tăng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dần</a:t>
            </a:r>
            <a:endParaRPr lang="en-US" sz="18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Bảng 2">
            <a:extLst>
              <a:ext uri="{FF2B5EF4-FFF2-40B4-BE49-F238E27FC236}">
                <a16:creationId xmlns:a16="http://schemas.microsoft.com/office/drawing/2014/main" id="{BB636366-6192-434D-B295-2AEC77B76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868393"/>
              </p:ext>
            </p:extLst>
          </p:nvPr>
        </p:nvGraphicFramePr>
        <p:xfrm>
          <a:off x="895950" y="1911350"/>
          <a:ext cx="6096000" cy="2839504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070010">
                  <a:extLst>
                    <a:ext uri="{9D8B030D-6E8A-4147-A177-3AD203B41FA5}">
                      <a16:colId xmlns:a16="http://schemas.microsoft.com/office/drawing/2014/main" val="211861577"/>
                    </a:ext>
                  </a:extLst>
                </a:gridCol>
                <a:gridCol w="5025990">
                  <a:extLst>
                    <a:ext uri="{9D8B030D-6E8A-4147-A177-3AD203B41FA5}">
                      <a16:colId xmlns:a16="http://schemas.microsoft.com/office/drawing/2014/main" val="3904276620"/>
                    </a:ext>
                  </a:extLst>
                </a:gridCol>
              </a:tblGrid>
              <a:tr h="12357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SELECT MAHD,MANV,NGAYLAP,STT,TENKH AS 'TEN', TONGTIEN AS TOTAL</a:t>
                      </a:r>
                    </a:p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FROM HOADON</a:t>
                      </a:r>
                    </a:p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ORDER BY TONGTIEN ASC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153259"/>
                  </a:ext>
                </a:extLst>
              </a:tr>
              <a:tr h="11074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Kết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quả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65560"/>
                  </a:ext>
                </a:extLst>
              </a:tr>
            </a:tbl>
          </a:graphicData>
        </a:graphic>
      </p:graphicFrame>
      <p:pic>
        <p:nvPicPr>
          <p:cNvPr id="4" name="Hình ảnh 3">
            <a:extLst>
              <a:ext uri="{FF2B5EF4-FFF2-40B4-BE49-F238E27FC236}">
                <a16:creationId xmlns:a16="http://schemas.microsoft.com/office/drawing/2014/main" id="{962E4298-9D84-499D-B5E1-44C6F708A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7230" y="3653684"/>
            <a:ext cx="5014720" cy="1097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6969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76"/>
          <p:cNvSpPr txBox="1">
            <a:spLocks noGrp="1"/>
          </p:cNvSpPr>
          <p:nvPr>
            <p:ph type="title" idx="4294967295"/>
          </p:nvPr>
        </p:nvSpPr>
        <p:spPr>
          <a:xfrm>
            <a:off x="0" y="247650"/>
            <a:ext cx="91440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câu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truy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20;p76">
            <a:extLst>
              <a:ext uri="{FF2B5EF4-FFF2-40B4-BE49-F238E27FC236}">
                <a16:creationId xmlns:a16="http://schemas.microsoft.com/office/drawing/2014/main" id="{CE557F84-11C7-4484-8D78-44EC470B23FC}"/>
              </a:ext>
            </a:extLst>
          </p:cNvPr>
          <p:cNvSpPr txBox="1">
            <a:spLocks/>
          </p:cNvSpPr>
          <p:nvPr/>
        </p:nvSpPr>
        <p:spPr>
          <a:xfrm>
            <a:off x="895950" y="1207770"/>
            <a:ext cx="7047300" cy="91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 algn="l">
              <a:buClr>
                <a:srgbClr val="000000"/>
              </a:buClr>
              <a:buSzPts val="1100"/>
              <a:buFont typeface="Arial"/>
              <a:buNone/>
            </a:pP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Đưa ra danh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sách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tổng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tiền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hóa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đơn theo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thứ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tự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giảm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dần</a:t>
            </a:r>
            <a:endParaRPr lang="en-US" sz="18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Bảng 2">
            <a:extLst>
              <a:ext uri="{FF2B5EF4-FFF2-40B4-BE49-F238E27FC236}">
                <a16:creationId xmlns:a16="http://schemas.microsoft.com/office/drawing/2014/main" id="{BB636366-6192-434D-B295-2AEC77B76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486226"/>
              </p:ext>
            </p:extLst>
          </p:nvPr>
        </p:nvGraphicFramePr>
        <p:xfrm>
          <a:off x="895950" y="1911350"/>
          <a:ext cx="6096000" cy="2839504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070010">
                  <a:extLst>
                    <a:ext uri="{9D8B030D-6E8A-4147-A177-3AD203B41FA5}">
                      <a16:colId xmlns:a16="http://schemas.microsoft.com/office/drawing/2014/main" val="211861577"/>
                    </a:ext>
                  </a:extLst>
                </a:gridCol>
                <a:gridCol w="5025990">
                  <a:extLst>
                    <a:ext uri="{9D8B030D-6E8A-4147-A177-3AD203B41FA5}">
                      <a16:colId xmlns:a16="http://schemas.microsoft.com/office/drawing/2014/main" val="3904276620"/>
                    </a:ext>
                  </a:extLst>
                </a:gridCol>
              </a:tblGrid>
              <a:tr h="12357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SELECT MAHD,MANV,NGAYLAP,STT,TENKH AS 'TEN', TONGTIEN AS TOTAL</a:t>
                      </a:r>
                    </a:p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FROM HOADON</a:t>
                      </a:r>
                    </a:p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ORDER BY TONGTIEN DESC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153259"/>
                  </a:ext>
                </a:extLst>
              </a:tr>
              <a:tr h="11074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Kết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quả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65560"/>
                  </a:ext>
                </a:extLst>
              </a:tr>
            </a:tbl>
          </a:graphicData>
        </a:graphic>
      </p:graphicFrame>
      <p:pic>
        <p:nvPicPr>
          <p:cNvPr id="6" name="Hình ảnh 5">
            <a:extLst>
              <a:ext uri="{FF2B5EF4-FFF2-40B4-BE49-F238E27FC236}">
                <a16:creationId xmlns:a16="http://schemas.microsoft.com/office/drawing/2014/main" id="{19949CEF-9952-4A06-97D4-7BFC9F047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798" y="3649981"/>
            <a:ext cx="5026151" cy="10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7786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76"/>
          <p:cNvSpPr txBox="1">
            <a:spLocks noGrp="1"/>
          </p:cNvSpPr>
          <p:nvPr>
            <p:ph type="title" idx="4294967295"/>
          </p:nvPr>
        </p:nvSpPr>
        <p:spPr>
          <a:xfrm>
            <a:off x="0" y="247650"/>
            <a:ext cx="91440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câu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truy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20;p76">
            <a:extLst>
              <a:ext uri="{FF2B5EF4-FFF2-40B4-BE49-F238E27FC236}">
                <a16:creationId xmlns:a16="http://schemas.microsoft.com/office/drawing/2014/main" id="{CE557F84-11C7-4484-8D78-44EC470B23FC}"/>
              </a:ext>
            </a:extLst>
          </p:cNvPr>
          <p:cNvSpPr txBox="1">
            <a:spLocks/>
          </p:cNvSpPr>
          <p:nvPr/>
        </p:nvSpPr>
        <p:spPr>
          <a:xfrm>
            <a:off x="895950" y="1207770"/>
            <a:ext cx="7047300" cy="91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 algn="l">
              <a:buClr>
                <a:srgbClr val="000000"/>
              </a:buClr>
              <a:buSzPts val="1100"/>
              <a:buFont typeface="Arial"/>
              <a:buNone/>
            </a:pP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Sắp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xếp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kết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quả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theo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thứ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tự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(A-Z) cho tên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nhân viên</a:t>
            </a:r>
            <a:endParaRPr lang="en-US" sz="18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Bảng 2">
            <a:extLst>
              <a:ext uri="{FF2B5EF4-FFF2-40B4-BE49-F238E27FC236}">
                <a16:creationId xmlns:a16="http://schemas.microsoft.com/office/drawing/2014/main" id="{BB636366-6192-434D-B295-2AEC77B76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104530"/>
              </p:ext>
            </p:extLst>
          </p:nvPr>
        </p:nvGraphicFramePr>
        <p:xfrm>
          <a:off x="895950" y="1911350"/>
          <a:ext cx="6096000" cy="2343124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070010">
                  <a:extLst>
                    <a:ext uri="{9D8B030D-6E8A-4147-A177-3AD203B41FA5}">
                      <a16:colId xmlns:a16="http://schemas.microsoft.com/office/drawing/2014/main" val="211861577"/>
                    </a:ext>
                  </a:extLst>
                </a:gridCol>
                <a:gridCol w="5025990">
                  <a:extLst>
                    <a:ext uri="{9D8B030D-6E8A-4147-A177-3AD203B41FA5}">
                      <a16:colId xmlns:a16="http://schemas.microsoft.com/office/drawing/2014/main" val="3904276620"/>
                    </a:ext>
                  </a:extLst>
                </a:gridCol>
              </a:tblGrid>
              <a:tr h="12357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SELECT*FROM NHANVIEN ORDER BY TENNV;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153259"/>
                  </a:ext>
                </a:extLst>
              </a:tr>
              <a:tr h="11074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Kết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quả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65560"/>
                  </a:ext>
                </a:extLst>
              </a:tr>
            </a:tbl>
          </a:graphicData>
        </a:graphic>
      </p:graphicFrame>
      <p:pic>
        <p:nvPicPr>
          <p:cNvPr id="4" name="Hình ảnh 3">
            <a:extLst>
              <a:ext uri="{FF2B5EF4-FFF2-40B4-BE49-F238E27FC236}">
                <a16:creationId xmlns:a16="http://schemas.microsoft.com/office/drawing/2014/main" id="{A99DEA6F-9284-4131-AD13-B6A874CD1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580" y="3154207"/>
            <a:ext cx="5018370" cy="110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995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76"/>
          <p:cNvSpPr txBox="1">
            <a:spLocks noGrp="1"/>
          </p:cNvSpPr>
          <p:nvPr>
            <p:ph type="title" idx="4294967295"/>
          </p:nvPr>
        </p:nvSpPr>
        <p:spPr>
          <a:xfrm>
            <a:off x="0" y="247650"/>
            <a:ext cx="91440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câu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truy</a:t>
            </a:r>
            <a:r>
              <a:rPr lang="en-US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vấn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020;p76">
            <a:extLst>
              <a:ext uri="{FF2B5EF4-FFF2-40B4-BE49-F238E27FC236}">
                <a16:creationId xmlns:a16="http://schemas.microsoft.com/office/drawing/2014/main" id="{CE557F84-11C7-4484-8D78-44EC470B23FC}"/>
              </a:ext>
            </a:extLst>
          </p:cNvPr>
          <p:cNvSpPr txBox="1">
            <a:spLocks/>
          </p:cNvSpPr>
          <p:nvPr/>
        </p:nvSpPr>
        <p:spPr>
          <a:xfrm>
            <a:off x="895950" y="1207770"/>
            <a:ext cx="7047300" cy="918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 algn="l">
              <a:buClr>
                <a:srgbClr val="000000"/>
              </a:buClr>
              <a:buSzPts val="1100"/>
              <a:buFont typeface="Arial"/>
              <a:buNone/>
            </a:pP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Lấy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thông tin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từ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bảng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PHIEUNHAP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điều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kiện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TONGTIEN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nhỏ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hơn 2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triệu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DON_GIA </a:t>
            </a:r>
            <a:r>
              <a:rPr lang="vi-VN" sz="1800" dirty="0" err="1">
                <a:latin typeface="Arial"/>
                <a:ea typeface="Arial"/>
                <a:cs typeface="Arial"/>
                <a:sym typeface="Arial"/>
              </a:rPr>
              <a:t>lớn</a:t>
            </a:r>
            <a:r>
              <a:rPr lang="vi-VN" sz="1800" dirty="0">
                <a:latin typeface="Arial"/>
                <a:ea typeface="Arial"/>
                <a:cs typeface="Arial"/>
                <a:sym typeface="Arial"/>
              </a:rPr>
              <a:t> hơn 60000</a:t>
            </a:r>
            <a:endParaRPr lang="en-US" sz="18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Bảng 2">
            <a:extLst>
              <a:ext uri="{FF2B5EF4-FFF2-40B4-BE49-F238E27FC236}">
                <a16:creationId xmlns:a16="http://schemas.microsoft.com/office/drawing/2014/main" id="{BB636366-6192-434D-B295-2AEC77B76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168324"/>
              </p:ext>
            </p:extLst>
          </p:nvPr>
        </p:nvGraphicFramePr>
        <p:xfrm>
          <a:off x="895950" y="1911350"/>
          <a:ext cx="6096000" cy="2343124"/>
        </p:xfrm>
        <a:graphic>
          <a:graphicData uri="http://schemas.openxmlformats.org/drawingml/2006/table">
            <a:tbl>
              <a:tblPr firstRow="1" bandRow="1">
                <a:tableStyleId>{BAF9D650-216C-49CB-97AA-80E33588E855}</a:tableStyleId>
              </a:tblPr>
              <a:tblGrid>
                <a:gridCol w="1070010">
                  <a:extLst>
                    <a:ext uri="{9D8B030D-6E8A-4147-A177-3AD203B41FA5}">
                      <a16:colId xmlns:a16="http://schemas.microsoft.com/office/drawing/2014/main" val="211861577"/>
                    </a:ext>
                  </a:extLst>
                </a:gridCol>
                <a:gridCol w="5025990">
                  <a:extLst>
                    <a:ext uri="{9D8B030D-6E8A-4147-A177-3AD203B41FA5}">
                      <a16:colId xmlns:a16="http://schemas.microsoft.com/office/drawing/2014/main" val="3904276620"/>
                    </a:ext>
                  </a:extLst>
                </a:gridCol>
              </a:tblGrid>
              <a:tr h="123571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SELECT*FROM PHIEUNHAP</a:t>
                      </a:r>
                    </a:p>
                    <a:p>
                      <a:pPr lvl="1" algn="l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WHERE TONGTIEN &lt; 2000000 AND DON_GIA&gt;60000;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153259"/>
                  </a:ext>
                </a:extLst>
              </a:tr>
              <a:tr h="110741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Kết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quả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765560"/>
                  </a:ext>
                </a:extLst>
              </a:tr>
            </a:tbl>
          </a:graphicData>
        </a:graphic>
      </p:graphicFrame>
      <p:pic>
        <p:nvPicPr>
          <p:cNvPr id="6" name="Hình ảnh 5">
            <a:extLst>
              <a:ext uri="{FF2B5EF4-FFF2-40B4-BE49-F238E27FC236}">
                <a16:creationId xmlns:a16="http://schemas.microsoft.com/office/drawing/2014/main" id="{2E98D2E6-CF5B-4D75-9976-5FE352E62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050" y="3144644"/>
            <a:ext cx="5021900" cy="110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984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4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9" name="Google Shape;4049;p78"/>
          <p:cNvSpPr txBox="1">
            <a:spLocks noGrp="1"/>
          </p:cNvSpPr>
          <p:nvPr>
            <p:ph type="title" idx="4294967295"/>
          </p:nvPr>
        </p:nvSpPr>
        <p:spPr>
          <a:xfrm>
            <a:off x="721859" y="2013020"/>
            <a:ext cx="7700282" cy="16459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latin typeface="Arial"/>
                <a:ea typeface="Arial"/>
                <a:cs typeface="Arial"/>
                <a:sym typeface="Arial"/>
              </a:rPr>
              <a:t>Cảm ơn cô và các bạn đã lắng nghe bài thuyết trình </a:t>
            </a:r>
            <a:endParaRPr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1" name="Google Shape;4051;p78"/>
          <p:cNvPicPr preferRelativeResize="0"/>
          <p:nvPr/>
        </p:nvPicPr>
        <p:blipFill rotWithShape="1">
          <a:blip r:embed="rId3">
            <a:alphaModFix/>
          </a:blip>
          <a:srcRect t="16540" b="16547"/>
          <a:stretch/>
        </p:blipFill>
        <p:spPr>
          <a:xfrm>
            <a:off x="1504384" y="673685"/>
            <a:ext cx="1606719" cy="1075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6" name="Google Shape;4056;p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0508" y="3394742"/>
            <a:ext cx="1340595" cy="1340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7" name="Google Shape;4057;p78"/>
          <p:cNvPicPr preferRelativeResize="0"/>
          <p:nvPr/>
        </p:nvPicPr>
        <p:blipFill rotWithShape="1">
          <a:blip r:embed="rId5">
            <a:alphaModFix/>
          </a:blip>
          <a:srcRect l="4194" t="11228" r="4213" b="8854"/>
          <a:stretch/>
        </p:blipFill>
        <p:spPr>
          <a:xfrm>
            <a:off x="3847848" y="749432"/>
            <a:ext cx="1448304" cy="1263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8" name="Google Shape;4058;p78"/>
          <p:cNvPicPr preferRelativeResize="0"/>
          <p:nvPr/>
        </p:nvPicPr>
        <p:blipFill rotWithShape="1">
          <a:blip r:embed="rId6">
            <a:alphaModFix/>
          </a:blip>
          <a:srcRect t="6567" b="11945"/>
          <a:stretch/>
        </p:blipFill>
        <p:spPr>
          <a:xfrm>
            <a:off x="6381538" y="3478178"/>
            <a:ext cx="1448284" cy="118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9" name="Google Shape;4059;p78"/>
          <p:cNvPicPr preferRelativeResize="0"/>
          <p:nvPr/>
        </p:nvPicPr>
        <p:blipFill rotWithShape="1">
          <a:blip r:embed="rId7">
            <a:alphaModFix/>
          </a:blip>
          <a:srcRect t="11708" b="17967"/>
          <a:stretch/>
        </p:blipFill>
        <p:spPr>
          <a:xfrm>
            <a:off x="6032899" y="485158"/>
            <a:ext cx="1796923" cy="12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0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1750"/>
                                        <p:tgtEl>
                                          <p:spTgt spid="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750"/>
                                        <p:tgtEl>
                                          <p:spTgt spid="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1750"/>
                                        <p:tgtEl>
                                          <p:spTgt spid="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1750"/>
                                        <p:tgtEl>
                                          <p:spTgt spid="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1750"/>
                                        <p:tgtEl>
                                          <p:spTgt spid="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9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nics CV by Slidesgo">
  <a:themeElements>
    <a:clrScheme name="Simple Light">
      <a:dk1>
        <a:srgbClr val="111B85"/>
      </a:dk1>
      <a:lt1>
        <a:srgbClr val="FFFFFF"/>
      </a:lt1>
      <a:dk2>
        <a:srgbClr val="2B82D5"/>
      </a:dk2>
      <a:lt2>
        <a:srgbClr val="1D28A4"/>
      </a:lt2>
      <a:accent1>
        <a:srgbClr val="FFFFFF"/>
      </a:accent1>
      <a:accent2>
        <a:srgbClr val="DDF4F7"/>
      </a:accent2>
      <a:accent3>
        <a:srgbClr val="7FCED6"/>
      </a:accent3>
      <a:accent4>
        <a:srgbClr val="FFFFFF"/>
      </a:accent4>
      <a:accent5>
        <a:srgbClr val="0A136B"/>
      </a:accent5>
      <a:accent6>
        <a:srgbClr val="F3F3F3"/>
      </a:accent6>
      <a:hlink>
        <a:srgbClr val="7FCED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2199</Words>
  <Application>Microsoft Office PowerPoint</Application>
  <PresentationFormat>Trình chiếu Trên màn hình (16:9)</PresentationFormat>
  <Paragraphs>504</Paragraphs>
  <Slides>61</Slides>
  <Notes>61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10</vt:i4>
      </vt:variant>
      <vt:variant>
        <vt:lpstr>Chủ đề</vt:lpstr>
      </vt:variant>
      <vt:variant>
        <vt:i4>3</vt:i4>
      </vt:variant>
      <vt:variant>
        <vt:lpstr>Tiêu đề Bản chiếu</vt:lpstr>
      </vt:variant>
      <vt:variant>
        <vt:i4>61</vt:i4>
      </vt:variant>
    </vt:vector>
  </HeadingPairs>
  <TitlesOfParts>
    <vt:vector size="74" baseType="lpstr">
      <vt:lpstr>Arial</vt:lpstr>
      <vt:lpstr>Montserrat Black</vt:lpstr>
      <vt:lpstr>Proxima Nova</vt:lpstr>
      <vt:lpstr>Catamaran Medium</vt:lpstr>
      <vt:lpstr>Roboto Condensed</vt:lpstr>
      <vt:lpstr>Times New Roman</vt:lpstr>
      <vt:lpstr>Montserrat Light</vt:lpstr>
      <vt:lpstr>Franklin Gothic Book</vt:lpstr>
      <vt:lpstr>Catamaran Black</vt:lpstr>
      <vt:lpstr>Proxima Nova Semibold</vt:lpstr>
      <vt:lpstr>Simple Light</vt:lpstr>
      <vt:lpstr>Manics CV by Slidesgo</vt:lpstr>
      <vt:lpstr>Slidesgo Final Pages</vt:lpstr>
      <vt:lpstr>CHÀO MỪNG CÔ VÀ CÁC BẠN ĐẾN VỚI BÀI THUYẾT TRÌNH CỦA NHÓM</vt:lpstr>
      <vt:lpstr>BÁO CÁO ĐỒ ÁN: HỆ QUẢN TRỊ CSDL </vt:lpstr>
      <vt:lpstr>PHỤ LỤC</vt:lpstr>
      <vt:lpstr>Bản trình bày PowerPoint</vt:lpstr>
      <vt:lpstr>II. Mô tả các chức năng của hệ thống</vt:lpstr>
      <vt:lpstr>Quản lý nhập nguyên liệu</vt:lpstr>
      <vt:lpstr>Quản lý bán hàng</vt:lpstr>
      <vt:lpstr>Quản lý nhân viên</vt:lpstr>
      <vt:lpstr>Quản lý thu chi</vt:lpstr>
      <vt:lpstr>Quản lý thức uống</vt:lpstr>
      <vt:lpstr>Quản lý báo cáo</vt:lpstr>
      <vt:lpstr>Mục 02</vt:lpstr>
      <vt:lpstr>Bản trình bày PowerPoint</vt:lpstr>
      <vt:lpstr>Mục 03</vt:lpstr>
      <vt:lpstr>SƠ ĐỒ QUAN HỆ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Mô tả bảng</vt:lpstr>
      <vt:lpstr>Mục 04</vt:lpstr>
      <vt:lpstr>Thiết kế Database và Table</vt:lpstr>
      <vt:lpstr>Tables</vt:lpstr>
      <vt:lpstr>Tables</vt:lpstr>
      <vt:lpstr>Tables</vt:lpstr>
      <vt:lpstr>Tables</vt:lpstr>
      <vt:lpstr>Tables</vt:lpstr>
      <vt:lpstr>Tables</vt:lpstr>
      <vt:lpstr>Tables</vt:lpstr>
      <vt:lpstr>Thiết kế câu truy vấn</vt:lpstr>
      <vt:lpstr>Q_CHAMCONG</vt:lpstr>
      <vt:lpstr>Q_CHITIET_CONGTHUC</vt:lpstr>
      <vt:lpstr>Q_CHITIET_HOADON</vt:lpstr>
      <vt:lpstr>Q_CHITIET_NCC</vt:lpstr>
      <vt:lpstr>Q_CHITIET_PHIEUNHAP</vt:lpstr>
      <vt:lpstr>Q_CONG_THUC</vt:lpstr>
      <vt:lpstr>Q_CONG_THUC</vt:lpstr>
      <vt:lpstr>Q_HOADON</vt:lpstr>
      <vt:lpstr>Q_NGUYENLIEU</vt:lpstr>
      <vt:lpstr>Q_NHACUNGCAP</vt:lpstr>
      <vt:lpstr>Q_NHANVIEN</vt:lpstr>
      <vt:lpstr>Q_PHIEUCHI</vt:lpstr>
      <vt:lpstr>Q_PHIEUNHAP</vt:lpstr>
      <vt:lpstr>Q_PHIEUTHU</vt:lpstr>
      <vt:lpstr>Q_THUCUONG</vt:lpstr>
      <vt:lpstr>Một số câu truy vấn</vt:lpstr>
      <vt:lpstr>Một số câu truy vấn</vt:lpstr>
      <vt:lpstr>Một số câu truy vấn</vt:lpstr>
      <vt:lpstr>Một số câu truy vấn</vt:lpstr>
      <vt:lpstr>Một số câu truy vấn</vt:lpstr>
      <vt:lpstr>Một số câu truy vấn</vt:lpstr>
      <vt:lpstr>Cảm ơn cô và các bạn đã lắng nghe bài thuyết trình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ÁN: HỆ QUẢN TRỊ CSDL </dc:title>
  <cp:lastModifiedBy>Hà Tiến Đại-65IT6</cp:lastModifiedBy>
  <cp:revision>35</cp:revision>
  <dcterms:modified xsi:type="dcterms:W3CDTF">2022-02-07T17:19:04Z</dcterms:modified>
</cp:coreProperties>
</file>