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8" r:id="rId6"/>
    <p:sldId id="269" r:id="rId7"/>
    <p:sldId id="262" r:id="rId8"/>
    <p:sldId id="263" r:id="rId9"/>
    <p:sldId id="261" r:id="rId10"/>
    <p:sldId id="264" r:id="rId11"/>
    <p:sldId id="266" r:id="rId12"/>
    <p:sldId id="265" r:id="rId13"/>
    <p:sldId id="267"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A5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A1D368-0A6F-4280-B9DE-33B3D02699C0}" v="56" dt="2024-05-16T06:03:36.28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5" d="100"/>
          <a:sy n="75" d="100"/>
        </p:scale>
        <p:origin x="974"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uyen Quang" userId="5249e8d414402013" providerId="LiveId" clId="{B3A1D368-0A6F-4280-B9DE-33B3D02699C0}"/>
    <pc:docChg chg="undo redo custSel addSld delSld modSld sldOrd">
      <pc:chgData name="Nguyen Quang" userId="5249e8d414402013" providerId="LiveId" clId="{B3A1D368-0A6F-4280-B9DE-33B3D02699C0}" dt="2024-05-16T06:42:47.157" v="6031" actId="207"/>
      <pc:docMkLst>
        <pc:docMk/>
      </pc:docMkLst>
      <pc:sldChg chg="addSp modSp mod">
        <pc:chgData name="Nguyen Quang" userId="5249e8d414402013" providerId="LiveId" clId="{B3A1D368-0A6F-4280-B9DE-33B3D02699C0}" dt="2024-05-16T05:47:49.760" v="5912" actId="20577"/>
        <pc:sldMkLst>
          <pc:docMk/>
          <pc:sldMk cId="3702956039" sldId="256"/>
        </pc:sldMkLst>
        <pc:spChg chg="add mod">
          <ac:chgData name="Nguyen Quang" userId="5249e8d414402013" providerId="LiveId" clId="{B3A1D368-0A6F-4280-B9DE-33B3D02699C0}" dt="2024-05-12T01:54:23.033" v="542" actId="2711"/>
          <ac:spMkLst>
            <pc:docMk/>
            <pc:sldMk cId="3702956039" sldId="256"/>
            <ac:spMk id="4" creationId="{744EA7D2-4737-0644-08EE-573D537C1424}"/>
          </ac:spMkLst>
        </pc:spChg>
        <pc:spChg chg="add mod">
          <ac:chgData name="Nguyen Quang" userId="5249e8d414402013" providerId="LiveId" clId="{B3A1D368-0A6F-4280-B9DE-33B3D02699C0}" dt="2024-05-12T01:54:23.033" v="542" actId="2711"/>
          <ac:spMkLst>
            <pc:docMk/>
            <pc:sldMk cId="3702956039" sldId="256"/>
            <ac:spMk id="7" creationId="{F35A83E3-0CD7-DD1F-18B4-896004384AC4}"/>
          </ac:spMkLst>
        </pc:spChg>
        <pc:spChg chg="add mod">
          <ac:chgData name="Nguyen Quang" userId="5249e8d414402013" providerId="LiveId" clId="{B3A1D368-0A6F-4280-B9DE-33B3D02699C0}" dt="2024-05-12T01:54:23.033" v="542" actId="2711"/>
          <ac:spMkLst>
            <pc:docMk/>
            <pc:sldMk cId="3702956039" sldId="256"/>
            <ac:spMk id="8" creationId="{44D6BCB8-F1C0-6725-93BC-99D539EF87F9}"/>
          </ac:spMkLst>
        </pc:spChg>
        <pc:spChg chg="add mod">
          <ac:chgData name="Nguyen Quang" userId="5249e8d414402013" providerId="LiveId" clId="{B3A1D368-0A6F-4280-B9DE-33B3D02699C0}" dt="2024-05-12T01:54:23.033" v="542" actId="2711"/>
          <ac:spMkLst>
            <pc:docMk/>
            <pc:sldMk cId="3702956039" sldId="256"/>
            <ac:spMk id="9" creationId="{9EA53732-8FE5-86D9-0817-6B5C0A1FC5E1}"/>
          </ac:spMkLst>
        </pc:spChg>
        <pc:graphicFrameChg chg="add mod modGraphic">
          <ac:chgData name="Nguyen Quang" userId="5249e8d414402013" providerId="LiveId" clId="{B3A1D368-0A6F-4280-B9DE-33B3D02699C0}" dt="2024-05-16T05:47:49.760" v="5912" actId="20577"/>
          <ac:graphicFrameMkLst>
            <pc:docMk/>
            <pc:sldMk cId="3702956039" sldId="256"/>
            <ac:graphicFrameMk id="10" creationId="{DFAF0A8D-BEC9-8AE6-008F-731568139C2A}"/>
          </ac:graphicFrameMkLst>
        </pc:graphicFrameChg>
        <pc:picChg chg="add mod">
          <ac:chgData name="Nguyen Quang" userId="5249e8d414402013" providerId="LiveId" clId="{B3A1D368-0A6F-4280-B9DE-33B3D02699C0}" dt="2024-05-12T01:49:22.420" v="261" actId="1076"/>
          <ac:picMkLst>
            <pc:docMk/>
            <pc:sldMk cId="3702956039" sldId="256"/>
            <ac:picMk id="6" creationId="{318D1DF7-C6FF-7B43-1573-70D2574C350B}"/>
          </ac:picMkLst>
        </pc:picChg>
      </pc:sldChg>
      <pc:sldChg chg="addSp delSp modSp add del mod">
        <pc:chgData name="Nguyen Quang" userId="5249e8d414402013" providerId="LiveId" clId="{B3A1D368-0A6F-4280-B9DE-33B3D02699C0}" dt="2024-05-12T02:12:46.041" v="862" actId="47"/>
        <pc:sldMkLst>
          <pc:docMk/>
          <pc:sldMk cId="883372805" sldId="257"/>
        </pc:sldMkLst>
        <pc:spChg chg="add del mod">
          <ac:chgData name="Nguyen Quang" userId="5249e8d414402013" providerId="LiveId" clId="{B3A1D368-0A6F-4280-B9DE-33B3D02699C0}" dt="2024-05-12T02:05:06.771" v="611" actId="478"/>
          <ac:spMkLst>
            <pc:docMk/>
            <pc:sldMk cId="883372805" sldId="257"/>
            <ac:spMk id="2" creationId="{65F5E73B-AD96-6973-6A59-FC43B9880258}"/>
          </ac:spMkLst>
        </pc:spChg>
        <pc:spChg chg="del">
          <ac:chgData name="Nguyen Quang" userId="5249e8d414402013" providerId="LiveId" clId="{B3A1D368-0A6F-4280-B9DE-33B3D02699C0}" dt="2024-05-12T02:02:50.707" v="588" actId="478"/>
          <ac:spMkLst>
            <pc:docMk/>
            <pc:sldMk cId="883372805" sldId="257"/>
            <ac:spMk id="4" creationId="{744EA7D2-4737-0644-08EE-573D537C1424}"/>
          </ac:spMkLst>
        </pc:spChg>
        <pc:spChg chg="add mod">
          <ac:chgData name="Nguyen Quang" userId="5249e8d414402013" providerId="LiveId" clId="{B3A1D368-0A6F-4280-B9DE-33B3D02699C0}" dt="2024-05-12T02:08:37.138" v="789" actId="1076"/>
          <ac:spMkLst>
            <pc:docMk/>
            <pc:sldMk cId="883372805" sldId="257"/>
            <ac:spMk id="5" creationId="{E5B6F020-9A60-03BB-81B7-E532899FDA14}"/>
          </ac:spMkLst>
        </pc:spChg>
        <pc:spChg chg="del">
          <ac:chgData name="Nguyen Quang" userId="5249e8d414402013" providerId="LiveId" clId="{B3A1D368-0A6F-4280-B9DE-33B3D02699C0}" dt="2024-05-12T02:02:50.707" v="588" actId="478"/>
          <ac:spMkLst>
            <pc:docMk/>
            <pc:sldMk cId="883372805" sldId="257"/>
            <ac:spMk id="7" creationId="{F35A83E3-0CD7-DD1F-18B4-896004384AC4}"/>
          </ac:spMkLst>
        </pc:spChg>
        <pc:spChg chg="del">
          <ac:chgData name="Nguyen Quang" userId="5249e8d414402013" providerId="LiveId" clId="{B3A1D368-0A6F-4280-B9DE-33B3D02699C0}" dt="2024-05-12T02:02:50.707" v="588" actId="478"/>
          <ac:spMkLst>
            <pc:docMk/>
            <pc:sldMk cId="883372805" sldId="257"/>
            <ac:spMk id="8" creationId="{44D6BCB8-F1C0-6725-93BC-99D539EF87F9}"/>
          </ac:spMkLst>
        </pc:spChg>
        <pc:spChg chg="del">
          <ac:chgData name="Nguyen Quang" userId="5249e8d414402013" providerId="LiveId" clId="{B3A1D368-0A6F-4280-B9DE-33B3D02699C0}" dt="2024-05-12T02:02:50.707" v="588" actId="478"/>
          <ac:spMkLst>
            <pc:docMk/>
            <pc:sldMk cId="883372805" sldId="257"/>
            <ac:spMk id="9" creationId="{9EA53732-8FE5-86D9-0817-6B5C0A1FC5E1}"/>
          </ac:spMkLst>
        </pc:spChg>
        <pc:spChg chg="add mod">
          <ac:chgData name="Nguyen Quang" userId="5249e8d414402013" providerId="LiveId" clId="{B3A1D368-0A6F-4280-B9DE-33B3D02699C0}" dt="2024-05-12T02:08:43.148" v="790" actId="1076"/>
          <ac:spMkLst>
            <pc:docMk/>
            <pc:sldMk cId="883372805" sldId="257"/>
            <ac:spMk id="11" creationId="{599F07F1-23A4-2DBC-27A6-8CABE1540C0E}"/>
          </ac:spMkLst>
        </pc:spChg>
        <pc:graphicFrameChg chg="del">
          <ac:chgData name="Nguyen Quang" userId="5249e8d414402013" providerId="LiveId" clId="{B3A1D368-0A6F-4280-B9DE-33B3D02699C0}" dt="2024-05-12T02:02:50.707" v="588" actId="478"/>
          <ac:graphicFrameMkLst>
            <pc:docMk/>
            <pc:sldMk cId="883372805" sldId="257"/>
            <ac:graphicFrameMk id="10" creationId="{DFAF0A8D-BEC9-8AE6-008F-731568139C2A}"/>
          </ac:graphicFrameMkLst>
        </pc:graphicFrameChg>
        <pc:picChg chg="add del mod">
          <ac:chgData name="Nguyen Quang" userId="5249e8d414402013" providerId="LiveId" clId="{B3A1D368-0A6F-4280-B9DE-33B3D02699C0}" dt="2024-05-12T02:05:06.771" v="611" actId="478"/>
          <ac:picMkLst>
            <pc:docMk/>
            <pc:sldMk cId="883372805" sldId="257"/>
            <ac:picMk id="3" creationId="{693302C2-5E00-887F-C7E7-771AC1F2FA97}"/>
          </ac:picMkLst>
        </pc:picChg>
        <pc:picChg chg="del">
          <ac:chgData name="Nguyen Quang" userId="5249e8d414402013" providerId="LiveId" clId="{B3A1D368-0A6F-4280-B9DE-33B3D02699C0}" dt="2024-05-12T02:02:50.707" v="588" actId="478"/>
          <ac:picMkLst>
            <pc:docMk/>
            <pc:sldMk cId="883372805" sldId="257"/>
            <ac:picMk id="6" creationId="{318D1DF7-C6FF-7B43-1573-70D2574C350B}"/>
          </ac:picMkLst>
        </pc:picChg>
      </pc:sldChg>
      <pc:sldChg chg="add del">
        <pc:chgData name="Nguyen Quang" userId="5249e8d414402013" providerId="LiveId" clId="{B3A1D368-0A6F-4280-B9DE-33B3D02699C0}" dt="2024-05-12T02:04:35.880" v="602" actId="47"/>
        <pc:sldMkLst>
          <pc:docMk/>
          <pc:sldMk cId="1437081864" sldId="258"/>
        </pc:sldMkLst>
      </pc:sldChg>
      <pc:sldChg chg="addSp modSp add mod">
        <pc:chgData name="Nguyen Quang" userId="5249e8d414402013" providerId="LiveId" clId="{B3A1D368-0A6F-4280-B9DE-33B3D02699C0}" dt="2024-05-16T05:47:58.241" v="5913" actId="1076"/>
        <pc:sldMkLst>
          <pc:docMk/>
          <pc:sldMk cId="2969934270" sldId="258"/>
        </pc:sldMkLst>
        <pc:spChg chg="mod">
          <ac:chgData name="Nguyen Quang" userId="5249e8d414402013" providerId="LiveId" clId="{B3A1D368-0A6F-4280-B9DE-33B3D02699C0}" dt="2024-05-12T02:11:20.105" v="848" actId="2085"/>
          <ac:spMkLst>
            <pc:docMk/>
            <pc:sldMk cId="2969934270" sldId="258"/>
            <ac:spMk id="2" creationId="{65F5E73B-AD96-6973-6A59-FC43B9880258}"/>
          </ac:spMkLst>
        </pc:spChg>
        <pc:spChg chg="add mod ord">
          <ac:chgData name="Nguyen Quang" userId="5249e8d414402013" providerId="LiveId" clId="{B3A1D368-0A6F-4280-B9DE-33B3D02699C0}" dt="2024-05-12T02:11:12.056" v="846" actId="2085"/>
          <ac:spMkLst>
            <pc:docMk/>
            <pc:sldMk cId="2969934270" sldId="258"/>
            <ac:spMk id="5" creationId="{1888E46D-1E70-C34C-023E-035D05DF3A2B}"/>
          </ac:spMkLst>
        </pc:spChg>
        <pc:spChg chg="add mod">
          <ac:chgData name="Nguyen Quang" userId="5249e8d414402013" providerId="LiveId" clId="{B3A1D368-0A6F-4280-B9DE-33B3D02699C0}" dt="2024-05-16T05:47:58.241" v="5913" actId="1076"/>
          <ac:spMkLst>
            <pc:docMk/>
            <pc:sldMk cId="2969934270" sldId="258"/>
            <ac:spMk id="6" creationId="{036F6AF5-9A04-1379-43CC-650A8AEE4A0C}"/>
          </ac:spMkLst>
        </pc:spChg>
        <pc:picChg chg="mod">
          <ac:chgData name="Nguyen Quang" userId="5249e8d414402013" providerId="LiveId" clId="{B3A1D368-0A6F-4280-B9DE-33B3D02699C0}" dt="2024-05-12T02:11:16.930" v="847" actId="1076"/>
          <ac:picMkLst>
            <pc:docMk/>
            <pc:sldMk cId="2969934270" sldId="258"/>
            <ac:picMk id="3" creationId="{693302C2-5E00-887F-C7E7-771AC1F2FA97}"/>
          </ac:picMkLst>
        </pc:picChg>
        <pc:picChg chg="add mod">
          <ac:chgData name="Nguyen Quang" userId="5249e8d414402013" providerId="LiveId" clId="{B3A1D368-0A6F-4280-B9DE-33B3D02699C0}" dt="2024-05-12T02:04:51.403" v="610"/>
          <ac:picMkLst>
            <pc:docMk/>
            <pc:sldMk cId="2969934270" sldId="258"/>
            <ac:picMk id="4" creationId="{C3F8750C-138C-4376-5AFD-BCFBED36255F}"/>
          </ac:picMkLst>
        </pc:picChg>
      </pc:sldChg>
      <pc:sldChg chg="addSp delSp modSp add mod ord">
        <pc:chgData name="Nguyen Quang" userId="5249e8d414402013" providerId="LiveId" clId="{B3A1D368-0A6F-4280-B9DE-33B3D02699C0}" dt="2024-05-15T09:10:55.983" v="5309" actId="20577"/>
        <pc:sldMkLst>
          <pc:docMk/>
          <pc:sldMk cId="1561514622" sldId="259"/>
        </pc:sldMkLst>
        <pc:spChg chg="mod">
          <ac:chgData name="Nguyen Quang" userId="5249e8d414402013" providerId="LiveId" clId="{B3A1D368-0A6F-4280-B9DE-33B3D02699C0}" dt="2024-05-12T02:13:35.827" v="896" actId="20577"/>
          <ac:spMkLst>
            <pc:docMk/>
            <pc:sldMk cId="1561514622" sldId="259"/>
            <ac:spMk id="2" creationId="{65F5E73B-AD96-6973-6A59-FC43B9880258}"/>
          </ac:spMkLst>
        </pc:spChg>
        <pc:spChg chg="add del">
          <ac:chgData name="Nguyen Quang" userId="5249e8d414402013" providerId="LiveId" clId="{B3A1D368-0A6F-4280-B9DE-33B3D02699C0}" dt="2024-05-15T08:29:40.077" v="912" actId="22"/>
          <ac:spMkLst>
            <pc:docMk/>
            <pc:sldMk cId="1561514622" sldId="259"/>
            <ac:spMk id="6" creationId="{DB7D61E0-D242-4F91-1BB4-7B55165B7838}"/>
          </ac:spMkLst>
        </pc:spChg>
        <pc:spChg chg="add mod">
          <ac:chgData name="Nguyen Quang" userId="5249e8d414402013" providerId="LiveId" clId="{B3A1D368-0A6F-4280-B9DE-33B3D02699C0}" dt="2024-05-15T08:32:34.113" v="1042" actId="20577"/>
          <ac:spMkLst>
            <pc:docMk/>
            <pc:sldMk cId="1561514622" sldId="259"/>
            <ac:spMk id="8" creationId="{1E319727-70CF-EDB5-1F40-9F2C52E35171}"/>
          </ac:spMkLst>
        </pc:spChg>
        <pc:spChg chg="add mod">
          <ac:chgData name="Nguyen Quang" userId="5249e8d414402013" providerId="LiveId" clId="{B3A1D368-0A6F-4280-B9DE-33B3D02699C0}" dt="2024-05-15T09:10:55.983" v="5309" actId="20577"/>
          <ac:spMkLst>
            <pc:docMk/>
            <pc:sldMk cId="1561514622" sldId="259"/>
            <ac:spMk id="9" creationId="{51A9A4A1-9349-EB8E-1779-C6EF04AEEC41}"/>
          </ac:spMkLst>
        </pc:spChg>
      </pc:sldChg>
      <pc:sldChg chg="add del">
        <pc:chgData name="Nguyen Quang" userId="5249e8d414402013" providerId="LiveId" clId="{B3A1D368-0A6F-4280-B9DE-33B3D02699C0}" dt="2024-05-12T02:11:44.083" v="849" actId="47"/>
        <pc:sldMkLst>
          <pc:docMk/>
          <pc:sldMk cId="1663187090" sldId="259"/>
        </pc:sldMkLst>
      </pc:sldChg>
      <pc:sldChg chg="addSp modSp add mod">
        <pc:chgData name="Nguyen Quang" userId="5249e8d414402013" providerId="LiveId" clId="{B3A1D368-0A6F-4280-B9DE-33B3D02699C0}" dt="2024-05-16T05:50:22.571" v="5935" actId="948"/>
        <pc:sldMkLst>
          <pc:docMk/>
          <pc:sldMk cId="519896243" sldId="260"/>
        </pc:sldMkLst>
        <pc:spChg chg="mod">
          <ac:chgData name="Nguyen Quang" userId="5249e8d414402013" providerId="LiveId" clId="{B3A1D368-0A6F-4280-B9DE-33B3D02699C0}" dt="2024-05-15T08:51:30.975" v="3662" actId="20577"/>
          <ac:spMkLst>
            <pc:docMk/>
            <pc:sldMk cId="519896243" sldId="260"/>
            <ac:spMk id="2" creationId="{65F5E73B-AD96-6973-6A59-FC43B9880258}"/>
          </ac:spMkLst>
        </pc:spChg>
        <pc:spChg chg="add mod">
          <ac:chgData name="Nguyen Quang" userId="5249e8d414402013" providerId="LiveId" clId="{B3A1D368-0A6F-4280-B9DE-33B3D02699C0}" dt="2024-05-16T05:50:22.571" v="5935" actId="948"/>
          <ac:spMkLst>
            <pc:docMk/>
            <pc:sldMk cId="519896243" sldId="260"/>
            <ac:spMk id="4" creationId="{31181E7C-3DBA-E488-EDFB-CD2BACABD0AB}"/>
          </ac:spMkLst>
        </pc:spChg>
      </pc:sldChg>
      <pc:sldChg chg="add del">
        <pc:chgData name="Nguyen Quang" userId="5249e8d414402013" providerId="LiveId" clId="{B3A1D368-0A6F-4280-B9DE-33B3D02699C0}" dt="2024-05-12T02:11:44.083" v="849" actId="47"/>
        <pc:sldMkLst>
          <pc:docMk/>
          <pc:sldMk cId="551638777" sldId="260"/>
        </pc:sldMkLst>
      </pc:sldChg>
      <pc:sldChg chg="add del">
        <pc:chgData name="Nguyen Quang" userId="5249e8d414402013" providerId="LiveId" clId="{B3A1D368-0A6F-4280-B9DE-33B3D02699C0}" dt="2024-05-12T02:11:44.083" v="849" actId="47"/>
        <pc:sldMkLst>
          <pc:docMk/>
          <pc:sldMk cId="1501299865" sldId="261"/>
        </pc:sldMkLst>
      </pc:sldChg>
      <pc:sldChg chg="addSp delSp modSp add mod ord">
        <pc:chgData name="Nguyen Quang" userId="5249e8d414402013" providerId="LiveId" clId="{B3A1D368-0A6F-4280-B9DE-33B3D02699C0}" dt="2024-05-16T06:03:36.280" v="5946"/>
        <pc:sldMkLst>
          <pc:docMk/>
          <pc:sldMk cId="1841108926" sldId="261"/>
        </pc:sldMkLst>
        <pc:spChg chg="mod">
          <ac:chgData name="Nguyen Quang" userId="5249e8d414402013" providerId="LiveId" clId="{B3A1D368-0A6F-4280-B9DE-33B3D02699C0}" dt="2024-05-16T06:03:36.280" v="5946"/>
          <ac:spMkLst>
            <pc:docMk/>
            <pc:sldMk cId="1841108926" sldId="261"/>
            <ac:spMk id="2" creationId="{65F5E73B-AD96-6973-6A59-FC43B9880258}"/>
          </ac:spMkLst>
        </pc:spChg>
        <pc:spChg chg="del mod">
          <ac:chgData name="Nguyen Quang" userId="5249e8d414402013" providerId="LiveId" clId="{B3A1D368-0A6F-4280-B9DE-33B3D02699C0}" dt="2024-05-15T09:15:47.998" v="5338" actId="478"/>
          <ac:spMkLst>
            <pc:docMk/>
            <pc:sldMk cId="1841108926" sldId="261"/>
            <ac:spMk id="4" creationId="{31181E7C-3DBA-E488-EDFB-CD2BACABD0AB}"/>
          </ac:spMkLst>
        </pc:spChg>
        <pc:spChg chg="mod">
          <ac:chgData name="Nguyen Quang" userId="5249e8d414402013" providerId="LiveId" clId="{B3A1D368-0A6F-4280-B9DE-33B3D02699C0}" dt="2024-05-15T09:07:12.341" v="5298" actId="2711"/>
          <ac:spMkLst>
            <pc:docMk/>
            <pc:sldMk cId="1841108926" sldId="261"/>
            <ac:spMk id="5" creationId="{1888E46D-1E70-C34C-023E-035D05DF3A2B}"/>
          </ac:spMkLst>
        </pc:spChg>
        <pc:graphicFrameChg chg="add del mod">
          <ac:chgData name="Nguyen Quang" userId="5249e8d414402013" providerId="LiveId" clId="{B3A1D368-0A6F-4280-B9DE-33B3D02699C0}" dt="2024-05-15T09:46:00.329" v="5385" actId="478"/>
          <ac:graphicFrameMkLst>
            <pc:docMk/>
            <pc:sldMk cId="1841108926" sldId="261"/>
            <ac:graphicFrameMk id="12" creationId="{98AEF4BE-CBDB-0800-03A6-7F213B036486}"/>
          </ac:graphicFrameMkLst>
        </pc:graphicFrameChg>
        <pc:picChg chg="add mod">
          <ac:chgData name="Nguyen Quang" userId="5249e8d414402013" providerId="LiveId" clId="{B3A1D368-0A6F-4280-B9DE-33B3D02699C0}" dt="2024-05-16T06:02:46.390" v="5945" actId="1076"/>
          <ac:picMkLst>
            <pc:docMk/>
            <pc:sldMk cId="1841108926" sldId="261"/>
            <ac:picMk id="6" creationId="{12627061-BCAD-CA3C-7201-888C07A3AD3D}"/>
          </ac:picMkLst>
        </pc:picChg>
        <pc:picChg chg="add del mod">
          <ac:chgData name="Nguyen Quang" userId="5249e8d414402013" providerId="LiveId" clId="{B3A1D368-0A6F-4280-B9DE-33B3D02699C0}" dt="2024-05-15T09:42:22.089" v="5373" actId="478"/>
          <ac:picMkLst>
            <pc:docMk/>
            <pc:sldMk cId="1841108926" sldId="261"/>
            <ac:picMk id="7" creationId="{49C06BE8-8D5E-21C1-CBE1-9E28221A1DD1}"/>
          </ac:picMkLst>
        </pc:picChg>
        <pc:picChg chg="add del mod">
          <ac:chgData name="Nguyen Quang" userId="5249e8d414402013" providerId="LiveId" clId="{B3A1D368-0A6F-4280-B9DE-33B3D02699C0}" dt="2024-05-15T09:44:16.266" v="5381" actId="478"/>
          <ac:picMkLst>
            <pc:docMk/>
            <pc:sldMk cId="1841108926" sldId="261"/>
            <ac:picMk id="9" creationId="{03ACB152-1AC3-BE5C-27DA-5DBEDCFECCC8}"/>
          </ac:picMkLst>
        </pc:picChg>
        <pc:picChg chg="add del mod">
          <ac:chgData name="Nguyen Quang" userId="5249e8d414402013" providerId="LiveId" clId="{B3A1D368-0A6F-4280-B9DE-33B3D02699C0}" dt="2024-05-15T09:46:12.328" v="5390" actId="478"/>
          <ac:picMkLst>
            <pc:docMk/>
            <pc:sldMk cId="1841108926" sldId="261"/>
            <ac:picMk id="11" creationId="{C68858D5-94EF-1D57-0639-DA4C7A5213A3}"/>
          </ac:picMkLst>
        </pc:picChg>
        <pc:picChg chg="add del mod">
          <ac:chgData name="Nguyen Quang" userId="5249e8d414402013" providerId="LiveId" clId="{B3A1D368-0A6F-4280-B9DE-33B3D02699C0}" dt="2024-05-16T06:02:21.424" v="5939" actId="478"/>
          <ac:picMkLst>
            <pc:docMk/>
            <pc:sldMk cId="1841108926" sldId="261"/>
            <ac:picMk id="14" creationId="{E01FFC9D-FF2B-4FB8-089E-0D508C06A959}"/>
          </ac:picMkLst>
        </pc:picChg>
      </pc:sldChg>
      <pc:sldChg chg="add del">
        <pc:chgData name="Nguyen Quang" userId="5249e8d414402013" providerId="LiveId" clId="{B3A1D368-0A6F-4280-B9DE-33B3D02699C0}" dt="2024-05-12T02:11:44.083" v="849" actId="47"/>
        <pc:sldMkLst>
          <pc:docMk/>
          <pc:sldMk cId="1877378545" sldId="262"/>
        </pc:sldMkLst>
      </pc:sldChg>
      <pc:sldChg chg="addSp delSp modSp add mod modTransition">
        <pc:chgData name="Nguyen Quang" userId="5249e8d414402013" providerId="LiveId" clId="{B3A1D368-0A6F-4280-B9DE-33B3D02699C0}" dt="2024-05-16T05:17:37.922" v="5429"/>
        <pc:sldMkLst>
          <pc:docMk/>
          <pc:sldMk cId="4041248302" sldId="262"/>
        </pc:sldMkLst>
        <pc:spChg chg="mod">
          <ac:chgData name="Nguyen Quang" userId="5249e8d414402013" providerId="LiveId" clId="{B3A1D368-0A6F-4280-B9DE-33B3D02699C0}" dt="2024-05-16T05:17:37.922" v="5429"/>
          <ac:spMkLst>
            <pc:docMk/>
            <pc:sldMk cId="4041248302" sldId="262"/>
            <ac:spMk id="2" creationId="{65F5E73B-AD96-6973-6A59-FC43B9880258}"/>
          </ac:spMkLst>
        </pc:spChg>
        <pc:picChg chg="add mod ord">
          <ac:chgData name="Nguyen Quang" userId="5249e8d414402013" providerId="LiveId" clId="{B3A1D368-0A6F-4280-B9DE-33B3D02699C0}" dt="2024-05-16T05:13:29.262" v="5402" actId="1076"/>
          <ac:picMkLst>
            <pc:docMk/>
            <pc:sldMk cId="4041248302" sldId="262"/>
            <ac:picMk id="6" creationId="{D365FBB5-C935-A947-79FE-AF86827A001B}"/>
          </ac:picMkLst>
        </pc:picChg>
        <pc:picChg chg="del">
          <ac:chgData name="Nguyen Quang" userId="5249e8d414402013" providerId="LiveId" clId="{B3A1D368-0A6F-4280-B9DE-33B3D02699C0}" dt="2024-05-15T09:19:12.608" v="5359" actId="478"/>
          <ac:picMkLst>
            <pc:docMk/>
            <pc:sldMk cId="4041248302" sldId="262"/>
            <ac:picMk id="7" creationId="{49C06BE8-8D5E-21C1-CBE1-9E28221A1DD1}"/>
          </ac:picMkLst>
        </pc:picChg>
      </pc:sldChg>
      <pc:sldChg chg="modSp add mod modTransition">
        <pc:chgData name="Nguyen Quang" userId="5249e8d414402013" providerId="LiveId" clId="{B3A1D368-0A6F-4280-B9DE-33B3D02699C0}" dt="2024-05-16T05:17:40.878" v="5430"/>
        <pc:sldMkLst>
          <pc:docMk/>
          <pc:sldMk cId="148264424" sldId="263"/>
        </pc:sldMkLst>
        <pc:spChg chg="mod">
          <ac:chgData name="Nguyen Quang" userId="5249e8d414402013" providerId="LiveId" clId="{B3A1D368-0A6F-4280-B9DE-33B3D02699C0}" dt="2024-05-16T05:17:40.878" v="5430"/>
          <ac:spMkLst>
            <pc:docMk/>
            <pc:sldMk cId="148264424" sldId="263"/>
            <ac:spMk id="2" creationId="{65F5E73B-AD96-6973-6A59-FC43B9880258}"/>
          </ac:spMkLst>
        </pc:spChg>
        <pc:picChg chg="mod ord">
          <ac:chgData name="Nguyen Quang" userId="5249e8d414402013" providerId="LiveId" clId="{B3A1D368-0A6F-4280-B9DE-33B3D02699C0}" dt="2024-05-16T05:13:24.900" v="5401" actId="1076"/>
          <ac:picMkLst>
            <pc:docMk/>
            <pc:sldMk cId="148264424" sldId="263"/>
            <ac:picMk id="6" creationId="{D365FBB5-C935-A947-79FE-AF86827A001B}"/>
          </ac:picMkLst>
        </pc:picChg>
      </pc:sldChg>
      <pc:sldChg chg="add del">
        <pc:chgData name="Nguyen Quang" userId="5249e8d414402013" providerId="LiveId" clId="{B3A1D368-0A6F-4280-B9DE-33B3D02699C0}" dt="2024-05-12T02:11:44.083" v="849" actId="47"/>
        <pc:sldMkLst>
          <pc:docMk/>
          <pc:sldMk cId="368099353" sldId="263"/>
        </pc:sldMkLst>
      </pc:sldChg>
      <pc:sldChg chg="add del">
        <pc:chgData name="Nguyen Quang" userId="5249e8d414402013" providerId="LiveId" clId="{B3A1D368-0A6F-4280-B9DE-33B3D02699C0}" dt="2024-05-12T02:11:44.083" v="849" actId="47"/>
        <pc:sldMkLst>
          <pc:docMk/>
          <pc:sldMk cId="1519415508" sldId="264"/>
        </pc:sldMkLst>
      </pc:sldChg>
      <pc:sldChg chg="addSp delSp modSp add mod modTransition">
        <pc:chgData name="Nguyen Quang" userId="5249e8d414402013" providerId="LiveId" clId="{B3A1D368-0A6F-4280-B9DE-33B3D02699C0}" dt="2024-05-16T06:04:56.694" v="5955" actId="20577"/>
        <pc:sldMkLst>
          <pc:docMk/>
          <pc:sldMk cId="4020318390" sldId="264"/>
        </pc:sldMkLst>
        <pc:spChg chg="mod">
          <ac:chgData name="Nguyen Quang" userId="5249e8d414402013" providerId="LiveId" clId="{B3A1D368-0A6F-4280-B9DE-33B3D02699C0}" dt="2024-05-16T05:49:04.852" v="5926" actId="20577"/>
          <ac:spMkLst>
            <pc:docMk/>
            <pc:sldMk cId="4020318390" sldId="264"/>
            <ac:spMk id="2" creationId="{65F5E73B-AD96-6973-6A59-FC43B9880258}"/>
          </ac:spMkLst>
        </pc:spChg>
        <pc:spChg chg="add del">
          <ac:chgData name="Nguyen Quang" userId="5249e8d414402013" providerId="LiveId" clId="{B3A1D368-0A6F-4280-B9DE-33B3D02699C0}" dt="2024-05-16T05:18:05.365" v="5434" actId="22"/>
          <ac:spMkLst>
            <pc:docMk/>
            <pc:sldMk cId="4020318390" sldId="264"/>
            <ac:spMk id="7" creationId="{0E13CD66-FA0D-D6CB-011E-05184F4F59D7}"/>
          </ac:spMkLst>
        </pc:spChg>
        <pc:spChg chg="add mod">
          <ac:chgData name="Nguyen Quang" userId="5249e8d414402013" providerId="LiveId" clId="{B3A1D368-0A6F-4280-B9DE-33B3D02699C0}" dt="2024-05-16T05:36:19.997" v="5689" actId="1076"/>
          <ac:spMkLst>
            <pc:docMk/>
            <pc:sldMk cId="4020318390" sldId="264"/>
            <ac:spMk id="9" creationId="{7B0192F7-EDE3-F1D1-D25A-7E5D02A927AA}"/>
          </ac:spMkLst>
        </pc:spChg>
        <pc:spChg chg="add">
          <ac:chgData name="Nguyen Quang" userId="5249e8d414402013" providerId="LiveId" clId="{B3A1D368-0A6F-4280-B9DE-33B3D02699C0}" dt="2024-05-16T05:18:56.829" v="5446"/>
          <ac:spMkLst>
            <pc:docMk/>
            <pc:sldMk cId="4020318390" sldId="264"/>
            <ac:spMk id="11" creationId="{C913DC5B-3B11-CF3D-D96C-26BD2DBC965E}"/>
          </ac:spMkLst>
        </pc:spChg>
        <pc:spChg chg="add">
          <ac:chgData name="Nguyen Quang" userId="5249e8d414402013" providerId="LiveId" clId="{B3A1D368-0A6F-4280-B9DE-33B3D02699C0}" dt="2024-05-16T05:18:56.829" v="5446"/>
          <ac:spMkLst>
            <pc:docMk/>
            <pc:sldMk cId="4020318390" sldId="264"/>
            <ac:spMk id="12" creationId="{15530928-0AAC-5A94-A935-A8E4B71FE439}"/>
          </ac:spMkLst>
        </pc:spChg>
        <pc:spChg chg="add">
          <ac:chgData name="Nguyen Quang" userId="5249e8d414402013" providerId="LiveId" clId="{B3A1D368-0A6F-4280-B9DE-33B3D02699C0}" dt="2024-05-16T05:19:02.641" v="5447"/>
          <ac:spMkLst>
            <pc:docMk/>
            <pc:sldMk cId="4020318390" sldId="264"/>
            <ac:spMk id="13" creationId="{0170F2F0-967D-8782-495C-8610C3D8A97B}"/>
          </ac:spMkLst>
        </pc:spChg>
        <pc:spChg chg="add">
          <ac:chgData name="Nguyen Quang" userId="5249e8d414402013" providerId="LiveId" clId="{B3A1D368-0A6F-4280-B9DE-33B3D02699C0}" dt="2024-05-16T05:19:02.641" v="5447"/>
          <ac:spMkLst>
            <pc:docMk/>
            <pc:sldMk cId="4020318390" sldId="264"/>
            <ac:spMk id="14" creationId="{1091F662-EC2D-BE1C-F074-E34F549CDEB5}"/>
          </ac:spMkLst>
        </pc:spChg>
        <pc:spChg chg="add mod">
          <ac:chgData name="Nguyen Quang" userId="5249e8d414402013" providerId="LiveId" clId="{B3A1D368-0A6F-4280-B9DE-33B3D02699C0}" dt="2024-05-16T05:33:48.196" v="5594"/>
          <ac:spMkLst>
            <pc:docMk/>
            <pc:sldMk cId="4020318390" sldId="264"/>
            <ac:spMk id="15" creationId="{663B3F6B-A668-7D5E-D983-2F431577C9DF}"/>
          </ac:spMkLst>
        </pc:spChg>
        <pc:spChg chg="add mod">
          <ac:chgData name="Nguyen Quang" userId="5249e8d414402013" providerId="LiveId" clId="{B3A1D368-0A6F-4280-B9DE-33B3D02699C0}" dt="2024-05-16T05:19:13.539" v="5451" actId="1076"/>
          <ac:spMkLst>
            <pc:docMk/>
            <pc:sldMk cId="4020318390" sldId="264"/>
            <ac:spMk id="16" creationId="{5E8792FC-BAF4-4C65-AB03-5E76917775F7}"/>
          </ac:spMkLst>
        </pc:spChg>
        <pc:spChg chg="add del">
          <ac:chgData name="Nguyen Quang" userId="5249e8d414402013" providerId="LiveId" clId="{B3A1D368-0A6F-4280-B9DE-33B3D02699C0}" dt="2024-05-16T05:20:16.007" v="5462" actId="22"/>
          <ac:spMkLst>
            <pc:docMk/>
            <pc:sldMk cId="4020318390" sldId="264"/>
            <ac:spMk id="18" creationId="{4DC97529-D047-11DB-43A6-AF0E3638E794}"/>
          </ac:spMkLst>
        </pc:spChg>
        <pc:spChg chg="add mod">
          <ac:chgData name="Nguyen Quang" userId="5249e8d414402013" providerId="LiveId" clId="{B3A1D368-0A6F-4280-B9DE-33B3D02699C0}" dt="2024-05-16T05:34:15.798" v="5598" actId="2710"/>
          <ac:spMkLst>
            <pc:docMk/>
            <pc:sldMk cId="4020318390" sldId="264"/>
            <ac:spMk id="20" creationId="{1A2237E2-62AF-B914-021B-9B7811F048CF}"/>
          </ac:spMkLst>
        </pc:spChg>
        <pc:spChg chg="add del">
          <ac:chgData name="Nguyen Quang" userId="5249e8d414402013" providerId="LiveId" clId="{B3A1D368-0A6F-4280-B9DE-33B3D02699C0}" dt="2024-05-16T05:26:02.049" v="5494" actId="22"/>
          <ac:spMkLst>
            <pc:docMk/>
            <pc:sldMk cId="4020318390" sldId="264"/>
            <ac:spMk id="22" creationId="{07076865-4D12-437B-DC36-A691BF30A0C1}"/>
          </ac:spMkLst>
        </pc:spChg>
        <pc:spChg chg="add del mod">
          <ac:chgData name="Nguyen Quang" userId="5249e8d414402013" providerId="LiveId" clId="{B3A1D368-0A6F-4280-B9DE-33B3D02699C0}" dt="2024-05-16T05:34:01.995" v="5595" actId="478"/>
          <ac:spMkLst>
            <pc:docMk/>
            <pc:sldMk cId="4020318390" sldId="264"/>
            <ac:spMk id="24" creationId="{BD3D9784-B594-9EFF-0040-D86F3216C64D}"/>
          </ac:spMkLst>
        </pc:spChg>
        <pc:spChg chg="add del">
          <ac:chgData name="Nguyen Quang" userId="5249e8d414402013" providerId="LiveId" clId="{B3A1D368-0A6F-4280-B9DE-33B3D02699C0}" dt="2024-05-16T06:04:39.565" v="5948" actId="22"/>
          <ac:spMkLst>
            <pc:docMk/>
            <pc:sldMk cId="4020318390" sldId="264"/>
            <ac:spMk id="26" creationId="{F813DA0B-E74F-33C8-5136-FDF84E1FD002}"/>
          </ac:spMkLst>
        </pc:spChg>
        <pc:spChg chg="add mod">
          <ac:chgData name="Nguyen Quang" userId="5249e8d414402013" providerId="LiveId" clId="{B3A1D368-0A6F-4280-B9DE-33B3D02699C0}" dt="2024-05-16T06:04:56.694" v="5955" actId="20577"/>
          <ac:spMkLst>
            <pc:docMk/>
            <pc:sldMk cId="4020318390" sldId="264"/>
            <ac:spMk id="28" creationId="{D5B5714A-33AD-03BD-ECED-87E25F6991CD}"/>
          </ac:spMkLst>
        </pc:spChg>
        <pc:picChg chg="del">
          <ac:chgData name="Nguyen Quang" userId="5249e8d414402013" providerId="LiveId" clId="{B3A1D368-0A6F-4280-B9DE-33B3D02699C0}" dt="2024-05-16T05:17:13.648" v="5407" actId="478"/>
          <ac:picMkLst>
            <pc:docMk/>
            <pc:sldMk cId="4020318390" sldId="264"/>
            <ac:picMk id="6" creationId="{D365FBB5-C935-A947-79FE-AF86827A001B}"/>
          </ac:picMkLst>
        </pc:picChg>
        <pc:picChg chg="add mod">
          <ac:chgData name="Nguyen Quang" userId="5249e8d414402013" providerId="LiveId" clId="{B3A1D368-0A6F-4280-B9DE-33B3D02699C0}" dt="2024-05-16T05:31:31.500" v="5535" actId="1076"/>
          <ac:picMkLst>
            <pc:docMk/>
            <pc:sldMk cId="4020318390" sldId="264"/>
            <ac:picMk id="10" creationId="{D6F03C7B-62D7-50BA-C25A-DBE40BD3679B}"/>
          </ac:picMkLst>
        </pc:picChg>
        <pc:picChg chg="add">
          <ac:chgData name="Nguyen Quang" userId="5249e8d414402013" providerId="LiveId" clId="{B3A1D368-0A6F-4280-B9DE-33B3D02699C0}" dt="2024-05-16T05:18:56.829" v="5446"/>
          <ac:picMkLst>
            <pc:docMk/>
            <pc:sldMk cId="4020318390" sldId="264"/>
            <ac:picMk id="1025" creationId="{CDEEDB6C-4446-3640-DCDB-F2E74B9C6B75}"/>
          </ac:picMkLst>
        </pc:picChg>
        <pc:picChg chg="add">
          <ac:chgData name="Nguyen Quang" userId="5249e8d414402013" providerId="LiveId" clId="{B3A1D368-0A6F-4280-B9DE-33B3D02699C0}" dt="2024-05-16T05:19:02.641" v="5447"/>
          <ac:picMkLst>
            <pc:docMk/>
            <pc:sldMk cId="4020318390" sldId="264"/>
            <ac:picMk id="1028" creationId="{60765B95-2559-CC69-5DD2-C23752C5ED35}"/>
          </ac:picMkLst>
        </pc:picChg>
        <pc:picChg chg="add mod">
          <ac:chgData name="Nguyen Quang" userId="5249e8d414402013" providerId="LiveId" clId="{B3A1D368-0A6F-4280-B9DE-33B3D02699C0}" dt="2024-05-16T05:31:33.647" v="5536" actId="14100"/>
          <ac:picMkLst>
            <pc:docMk/>
            <pc:sldMk cId="4020318390" sldId="264"/>
            <ac:picMk id="1031" creationId="{544399F0-C8AE-907C-2BD7-4D1FCD90F766}"/>
          </ac:picMkLst>
        </pc:picChg>
      </pc:sldChg>
      <pc:sldChg chg="addSp delSp modSp add mod ord">
        <pc:chgData name="Nguyen Quang" userId="5249e8d414402013" providerId="LiveId" clId="{B3A1D368-0A6F-4280-B9DE-33B3D02699C0}" dt="2024-05-16T05:49:27.537" v="5931"/>
        <pc:sldMkLst>
          <pc:docMk/>
          <pc:sldMk cId="623558184" sldId="265"/>
        </pc:sldMkLst>
        <pc:spChg chg="mod">
          <ac:chgData name="Nguyen Quang" userId="5249e8d414402013" providerId="LiveId" clId="{B3A1D368-0A6F-4280-B9DE-33B3D02699C0}" dt="2024-05-16T05:49:08.806" v="5927"/>
          <ac:spMkLst>
            <pc:docMk/>
            <pc:sldMk cId="623558184" sldId="265"/>
            <ac:spMk id="2" creationId="{65F5E73B-AD96-6973-6A59-FC43B9880258}"/>
          </ac:spMkLst>
        </pc:spChg>
        <pc:spChg chg="add del">
          <ac:chgData name="Nguyen Quang" userId="5249e8d414402013" providerId="LiveId" clId="{B3A1D368-0A6F-4280-B9DE-33B3D02699C0}" dt="2024-05-16T05:28:50.622" v="5504" actId="22"/>
          <ac:spMkLst>
            <pc:docMk/>
            <pc:sldMk cId="623558184" sldId="265"/>
            <ac:spMk id="6" creationId="{FD90E3DC-3561-1FE7-5C12-47B2B1CC9EA2}"/>
          </ac:spMkLst>
        </pc:spChg>
        <pc:spChg chg="add mod">
          <ac:chgData name="Nguyen Quang" userId="5249e8d414402013" providerId="LiveId" clId="{B3A1D368-0A6F-4280-B9DE-33B3D02699C0}" dt="2024-05-16T05:37:09.375" v="5724" actId="20577"/>
          <ac:spMkLst>
            <pc:docMk/>
            <pc:sldMk cId="623558184" sldId="265"/>
            <ac:spMk id="8" creationId="{5644B257-5AE8-9109-242B-D83687E963F9}"/>
          </ac:spMkLst>
        </pc:spChg>
        <pc:spChg chg="del">
          <ac:chgData name="Nguyen Quang" userId="5249e8d414402013" providerId="LiveId" clId="{B3A1D368-0A6F-4280-B9DE-33B3D02699C0}" dt="2024-05-16T05:27:49.206" v="5501" actId="478"/>
          <ac:spMkLst>
            <pc:docMk/>
            <pc:sldMk cId="623558184" sldId="265"/>
            <ac:spMk id="9" creationId="{7B0192F7-EDE3-F1D1-D25A-7E5D02A927AA}"/>
          </ac:spMkLst>
        </pc:spChg>
        <pc:spChg chg="add del mod">
          <ac:chgData name="Nguyen Quang" userId="5249e8d414402013" providerId="LiveId" clId="{B3A1D368-0A6F-4280-B9DE-33B3D02699C0}" dt="2024-05-16T05:30:52.951" v="5529" actId="22"/>
          <ac:spMkLst>
            <pc:docMk/>
            <pc:sldMk cId="623558184" sldId="265"/>
            <ac:spMk id="12" creationId="{50BE1B6C-1A35-5CD0-7640-CC92EB0B0998}"/>
          </ac:spMkLst>
        </pc:spChg>
        <pc:spChg chg="del">
          <ac:chgData name="Nguyen Quang" userId="5249e8d414402013" providerId="LiveId" clId="{B3A1D368-0A6F-4280-B9DE-33B3D02699C0}" dt="2024-05-16T05:27:49.206" v="5501" actId="478"/>
          <ac:spMkLst>
            <pc:docMk/>
            <pc:sldMk cId="623558184" sldId="265"/>
            <ac:spMk id="15" creationId="{663B3F6B-A668-7D5E-D983-2F431577C9DF}"/>
          </ac:spMkLst>
        </pc:spChg>
        <pc:spChg chg="del">
          <ac:chgData name="Nguyen Quang" userId="5249e8d414402013" providerId="LiveId" clId="{B3A1D368-0A6F-4280-B9DE-33B3D02699C0}" dt="2024-05-16T05:27:49.206" v="5501" actId="478"/>
          <ac:spMkLst>
            <pc:docMk/>
            <pc:sldMk cId="623558184" sldId="265"/>
            <ac:spMk id="20" creationId="{1A2237E2-62AF-B914-021B-9B7811F048CF}"/>
          </ac:spMkLst>
        </pc:spChg>
        <pc:spChg chg="del mod">
          <ac:chgData name="Nguyen Quang" userId="5249e8d414402013" providerId="LiveId" clId="{B3A1D368-0A6F-4280-B9DE-33B3D02699C0}" dt="2024-05-16T05:34:47.499" v="5599" actId="478"/>
          <ac:spMkLst>
            <pc:docMk/>
            <pc:sldMk cId="623558184" sldId="265"/>
            <ac:spMk id="24" creationId="{BD3D9784-B594-9EFF-0040-D86F3216C64D}"/>
          </ac:spMkLst>
        </pc:spChg>
        <pc:picChg chg="del">
          <ac:chgData name="Nguyen Quang" userId="5249e8d414402013" providerId="LiveId" clId="{B3A1D368-0A6F-4280-B9DE-33B3D02699C0}" dt="2024-05-16T05:27:49.206" v="5501" actId="478"/>
          <ac:picMkLst>
            <pc:docMk/>
            <pc:sldMk cId="623558184" sldId="265"/>
            <ac:picMk id="10" creationId="{D6F03C7B-62D7-50BA-C25A-DBE40BD3679B}"/>
          </ac:picMkLst>
        </pc:picChg>
        <pc:picChg chg="del">
          <ac:chgData name="Nguyen Quang" userId="5249e8d414402013" providerId="LiveId" clId="{B3A1D368-0A6F-4280-B9DE-33B3D02699C0}" dt="2024-05-16T05:27:49.206" v="5501" actId="478"/>
          <ac:picMkLst>
            <pc:docMk/>
            <pc:sldMk cId="623558184" sldId="265"/>
            <ac:picMk id="1031" creationId="{544399F0-C8AE-907C-2BD7-4D1FCD90F766}"/>
          </ac:picMkLst>
        </pc:picChg>
      </pc:sldChg>
      <pc:sldChg chg="addSp delSp modSp add mod">
        <pc:chgData name="Nguyen Quang" userId="5249e8d414402013" providerId="LiveId" clId="{B3A1D368-0A6F-4280-B9DE-33B3D02699C0}" dt="2024-05-16T05:49:48.556" v="5932" actId="1076"/>
        <pc:sldMkLst>
          <pc:docMk/>
          <pc:sldMk cId="1866420180" sldId="266"/>
        </pc:sldMkLst>
        <pc:spChg chg="mod">
          <ac:chgData name="Nguyen Quang" userId="5249e8d414402013" providerId="LiveId" clId="{B3A1D368-0A6F-4280-B9DE-33B3D02699C0}" dt="2024-05-16T05:49:11.463" v="5928"/>
          <ac:spMkLst>
            <pc:docMk/>
            <pc:sldMk cId="1866420180" sldId="266"/>
            <ac:spMk id="2" creationId="{65F5E73B-AD96-6973-6A59-FC43B9880258}"/>
          </ac:spMkLst>
        </pc:spChg>
        <pc:spChg chg="add del">
          <ac:chgData name="Nguyen Quang" userId="5249e8d414402013" providerId="LiveId" clId="{B3A1D368-0A6F-4280-B9DE-33B3D02699C0}" dt="2024-05-16T05:38:34.031" v="5736" actId="22"/>
          <ac:spMkLst>
            <pc:docMk/>
            <pc:sldMk cId="1866420180" sldId="266"/>
            <ac:spMk id="6" creationId="{04D0F662-B0C2-2337-6E60-EAEC2E897888}"/>
          </ac:spMkLst>
        </pc:spChg>
        <pc:spChg chg="mod">
          <ac:chgData name="Nguyen Quang" userId="5249e8d414402013" providerId="LiveId" clId="{B3A1D368-0A6F-4280-B9DE-33B3D02699C0}" dt="2024-05-16T05:38:19.212" v="5734" actId="20577"/>
          <ac:spMkLst>
            <pc:docMk/>
            <pc:sldMk cId="1866420180" sldId="266"/>
            <ac:spMk id="8" creationId="{5644B257-5AE8-9109-242B-D83687E963F9}"/>
          </ac:spMkLst>
        </pc:spChg>
        <pc:spChg chg="add mod">
          <ac:chgData name="Nguyen Quang" userId="5249e8d414402013" providerId="LiveId" clId="{B3A1D368-0A6F-4280-B9DE-33B3D02699C0}" dt="2024-05-16T05:38:58.558" v="5744" actId="14100"/>
          <ac:spMkLst>
            <pc:docMk/>
            <pc:sldMk cId="1866420180" sldId="266"/>
            <ac:spMk id="9" creationId="{5C6B04C1-F7B1-819F-1F7C-6ACCA939B6FA}"/>
          </ac:spMkLst>
        </pc:spChg>
        <pc:spChg chg="add del mod">
          <ac:chgData name="Nguyen Quang" userId="5249e8d414402013" providerId="LiveId" clId="{B3A1D368-0A6F-4280-B9DE-33B3D02699C0}" dt="2024-05-16T05:43:33.610" v="5764" actId="22"/>
          <ac:spMkLst>
            <pc:docMk/>
            <pc:sldMk cId="1866420180" sldId="266"/>
            <ac:spMk id="11" creationId="{D7DC9058-3FE3-E4F1-3DBB-C08219C65286}"/>
          </ac:spMkLst>
        </pc:spChg>
        <pc:spChg chg="add del">
          <ac:chgData name="Nguyen Quang" userId="5249e8d414402013" providerId="LiveId" clId="{B3A1D368-0A6F-4280-B9DE-33B3D02699C0}" dt="2024-05-16T05:43:35.806" v="5766" actId="22"/>
          <ac:spMkLst>
            <pc:docMk/>
            <pc:sldMk cId="1866420180" sldId="266"/>
            <ac:spMk id="13" creationId="{6B5F371F-28A2-2764-6516-4E8C83D1253F}"/>
          </ac:spMkLst>
        </pc:spChg>
        <pc:spChg chg="add mod">
          <ac:chgData name="Nguyen Quang" userId="5249e8d414402013" providerId="LiveId" clId="{B3A1D368-0A6F-4280-B9DE-33B3D02699C0}" dt="2024-05-16T05:49:48.556" v="5932" actId="1076"/>
          <ac:spMkLst>
            <pc:docMk/>
            <pc:sldMk cId="1866420180" sldId="266"/>
            <ac:spMk id="15" creationId="{934DD360-7A05-F751-40D5-6BF5C75E2593}"/>
          </ac:spMkLst>
        </pc:spChg>
        <pc:spChg chg="del">
          <ac:chgData name="Nguyen Quang" userId="5249e8d414402013" providerId="LiveId" clId="{B3A1D368-0A6F-4280-B9DE-33B3D02699C0}" dt="2024-05-16T05:39:01.872" v="5745" actId="478"/>
          <ac:spMkLst>
            <pc:docMk/>
            <pc:sldMk cId="1866420180" sldId="266"/>
            <ac:spMk id="16" creationId="{5E8792FC-BAF4-4C65-AB03-5E76917775F7}"/>
          </ac:spMkLst>
        </pc:spChg>
      </pc:sldChg>
      <pc:sldChg chg="addSp delSp modSp add mod">
        <pc:chgData name="Nguyen Quang" userId="5249e8d414402013" providerId="LiveId" clId="{B3A1D368-0A6F-4280-B9DE-33B3D02699C0}" dt="2024-05-16T05:49:13.425" v="5929"/>
        <pc:sldMkLst>
          <pc:docMk/>
          <pc:sldMk cId="3500539021" sldId="267"/>
        </pc:sldMkLst>
        <pc:spChg chg="mod">
          <ac:chgData name="Nguyen Quang" userId="5249e8d414402013" providerId="LiveId" clId="{B3A1D368-0A6F-4280-B9DE-33B3D02699C0}" dt="2024-05-16T05:49:13.425" v="5929"/>
          <ac:spMkLst>
            <pc:docMk/>
            <pc:sldMk cId="3500539021" sldId="267"/>
            <ac:spMk id="2" creationId="{65F5E73B-AD96-6973-6A59-FC43B9880258}"/>
          </ac:spMkLst>
        </pc:spChg>
        <pc:spChg chg="add del">
          <ac:chgData name="Nguyen Quang" userId="5249e8d414402013" providerId="LiveId" clId="{B3A1D368-0A6F-4280-B9DE-33B3D02699C0}" dt="2024-05-16T05:42:38.749" v="5748" actId="22"/>
          <ac:spMkLst>
            <pc:docMk/>
            <pc:sldMk cId="3500539021" sldId="267"/>
            <ac:spMk id="6" creationId="{B084B95F-EDAD-5CBE-BC94-5F6636256BE2}"/>
          </ac:spMkLst>
        </pc:spChg>
        <pc:spChg chg="del">
          <ac:chgData name="Nguyen Quang" userId="5249e8d414402013" providerId="LiveId" clId="{B3A1D368-0A6F-4280-B9DE-33B3D02699C0}" dt="2024-05-16T05:42:45.651" v="5751" actId="478"/>
          <ac:spMkLst>
            <pc:docMk/>
            <pc:sldMk cId="3500539021" sldId="267"/>
            <ac:spMk id="8" creationId="{5644B257-5AE8-9109-242B-D83687E963F9}"/>
          </ac:spMkLst>
        </pc:spChg>
        <pc:spChg chg="del">
          <ac:chgData name="Nguyen Quang" userId="5249e8d414402013" providerId="LiveId" clId="{B3A1D368-0A6F-4280-B9DE-33B3D02699C0}" dt="2024-05-16T05:42:45.651" v="5751" actId="478"/>
          <ac:spMkLst>
            <pc:docMk/>
            <pc:sldMk cId="3500539021" sldId="267"/>
            <ac:spMk id="9" creationId="{5C6B04C1-F7B1-819F-1F7C-6ACCA939B6FA}"/>
          </ac:spMkLst>
        </pc:spChg>
        <pc:spChg chg="add mod">
          <ac:chgData name="Nguyen Quang" userId="5249e8d414402013" providerId="LiveId" clId="{B3A1D368-0A6F-4280-B9DE-33B3D02699C0}" dt="2024-05-16T05:43:09.463" v="5760" actId="20577"/>
          <ac:spMkLst>
            <pc:docMk/>
            <pc:sldMk cId="3500539021" sldId="267"/>
            <ac:spMk id="10" creationId="{254BCA14-53EE-F02E-DE93-08B8C7C648A1}"/>
          </ac:spMkLst>
        </pc:spChg>
      </pc:sldChg>
      <pc:sldChg chg="modSp add mod">
        <pc:chgData name="Nguyen Quang" userId="5249e8d414402013" providerId="LiveId" clId="{B3A1D368-0A6F-4280-B9DE-33B3D02699C0}" dt="2024-05-16T06:42:24.739" v="6020" actId="207"/>
        <pc:sldMkLst>
          <pc:docMk/>
          <pc:sldMk cId="3790791802" sldId="268"/>
        </pc:sldMkLst>
        <pc:spChg chg="mod">
          <ac:chgData name="Nguyen Quang" userId="5249e8d414402013" providerId="LiveId" clId="{B3A1D368-0A6F-4280-B9DE-33B3D02699C0}" dt="2024-05-16T06:42:24.739" v="6020" actId="207"/>
          <ac:spMkLst>
            <pc:docMk/>
            <pc:sldMk cId="3790791802" sldId="268"/>
            <ac:spMk id="4" creationId="{31181E7C-3DBA-E488-EDFB-CD2BACABD0AB}"/>
          </ac:spMkLst>
        </pc:spChg>
      </pc:sldChg>
      <pc:sldChg chg="modSp add mod">
        <pc:chgData name="Nguyen Quang" userId="5249e8d414402013" providerId="LiveId" clId="{B3A1D368-0A6F-4280-B9DE-33B3D02699C0}" dt="2024-05-16T06:42:47.157" v="6031" actId="207"/>
        <pc:sldMkLst>
          <pc:docMk/>
          <pc:sldMk cId="1912637260" sldId="269"/>
        </pc:sldMkLst>
        <pc:spChg chg="mod">
          <ac:chgData name="Nguyen Quang" userId="5249e8d414402013" providerId="LiveId" clId="{B3A1D368-0A6F-4280-B9DE-33B3D02699C0}" dt="2024-05-16T06:42:47.157" v="6031" actId="207"/>
          <ac:spMkLst>
            <pc:docMk/>
            <pc:sldMk cId="1912637260" sldId="269"/>
            <ac:spMk id="4" creationId="{31181E7C-3DBA-E488-EDFB-CD2BACABD0AB}"/>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E5C79-ADA5-5E7E-9373-4C88C4CB9E9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2E79FDF-B6E2-7230-BE33-E569203D19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19666D7-73D5-2B11-DF29-1822FD9FF947}"/>
              </a:ext>
            </a:extLst>
          </p:cNvPr>
          <p:cNvSpPr>
            <a:spLocks noGrp="1"/>
          </p:cNvSpPr>
          <p:nvPr>
            <p:ph type="dt" sz="half" idx="10"/>
          </p:nvPr>
        </p:nvSpPr>
        <p:spPr/>
        <p:txBody>
          <a:bodyPr/>
          <a:lstStyle/>
          <a:p>
            <a:fld id="{5F533B5D-2576-40A5-B136-3664F859C22A}" type="datetimeFigureOut">
              <a:rPr lang="en-US" smtClean="0"/>
              <a:t>5/16/2024</a:t>
            </a:fld>
            <a:endParaRPr lang="en-US"/>
          </a:p>
        </p:txBody>
      </p:sp>
      <p:sp>
        <p:nvSpPr>
          <p:cNvPr id="5" name="Footer Placeholder 4">
            <a:extLst>
              <a:ext uri="{FF2B5EF4-FFF2-40B4-BE49-F238E27FC236}">
                <a16:creationId xmlns:a16="http://schemas.microsoft.com/office/drawing/2014/main" id="{B44BE645-33F9-E501-74C3-B4A96FF847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6FBE1B-C951-A9C0-C14B-A2508B3654D9}"/>
              </a:ext>
            </a:extLst>
          </p:cNvPr>
          <p:cNvSpPr>
            <a:spLocks noGrp="1"/>
          </p:cNvSpPr>
          <p:nvPr>
            <p:ph type="sldNum" sz="quarter" idx="12"/>
          </p:nvPr>
        </p:nvSpPr>
        <p:spPr/>
        <p:txBody>
          <a:bodyPr/>
          <a:lstStyle/>
          <a:p>
            <a:fld id="{12E7FA34-3552-4BA7-88C6-386AE15633A8}" type="slidenum">
              <a:rPr lang="en-US" smtClean="0"/>
              <a:t>‹#›</a:t>
            </a:fld>
            <a:endParaRPr lang="en-US"/>
          </a:p>
        </p:txBody>
      </p:sp>
    </p:spTree>
    <p:extLst>
      <p:ext uri="{BB962C8B-B14F-4D97-AF65-F5344CB8AC3E}">
        <p14:creationId xmlns:p14="http://schemas.microsoft.com/office/powerpoint/2010/main" val="2345474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80C96-C19D-503B-D3FC-7330C3B3A1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DE6F720-D6A0-DA1E-3AC3-A0674699E3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8FA09B-0DCA-D01E-BEC8-EC882B7AE53E}"/>
              </a:ext>
            </a:extLst>
          </p:cNvPr>
          <p:cNvSpPr>
            <a:spLocks noGrp="1"/>
          </p:cNvSpPr>
          <p:nvPr>
            <p:ph type="dt" sz="half" idx="10"/>
          </p:nvPr>
        </p:nvSpPr>
        <p:spPr/>
        <p:txBody>
          <a:bodyPr/>
          <a:lstStyle/>
          <a:p>
            <a:fld id="{5F533B5D-2576-40A5-B136-3664F859C22A}" type="datetimeFigureOut">
              <a:rPr lang="en-US" smtClean="0"/>
              <a:t>5/16/2024</a:t>
            </a:fld>
            <a:endParaRPr lang="en-US"/>
          </a:p>
        </p:txBody>
      </p:sp>
      <p:sp>
        <p:nvSpPr>
          <p:cNvPr id="5" name="Footer Placeholder 4">
            <a:extLst>
              <a:ext uri="{FF2B5EF4-FFF2-40B4-BE49-F238E27FC236}">
                <a16:creationId xmlns:a16="http://schemas.microsoft.com/office/drawing/2014/main" id="{602EEF19-EF42-36FA-F8C2-E0CB97B208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899782-080A-A854-18A7-D27F919A9DB3}"/>
              </a:ext>
            </a:extLst>
          </p:cNvPr>
          <p:cNvSpPr>
            <a:spLocks noGrp="1"/>
          </p:cNvSpPr>
          <p:nvPr>
            <p:ph type="sldNum" sz="quarter" idx="12"/>
          </p:nvPr>
        </p:nvSpPr>
        <p:spPr/>
        <p:txBody>
          <a:bodyPr/>
          <a:lstStyle/>
          <a:p>
            <a:fld id="{12E7FA34-3552-4BA7-88C6-386AE15633A8}" type="slidenum">
              <a:rPr lang="en-US" smtClean="0"/>
              <a:t>‹#›</a:t>
            </a:fld>
            <a:endParaRPr lang="en-US"/>
          </a:p>
        </p:txBody>
      </p:sp>
    </p:spTree>
    <p:extLst>
      <p:ext uri="{BB962C8B-B14F-4D97-AF65-F5344CB8AC3E}">
        <p14:creationId xmlns:p14="http://schemas.microsoft.com/office/powerpoint/2010/main" val="5986465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372E0-19CD-95CA-6AAE-48EA9078036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D2A43CC-8E1F-6040-EFA7-9955664B8B5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D9F5EFD-4B81-8B5A-1C4C-422F799DA136}"/>
              </a:ext>
            </a:extLst>
          </p:cNvPr>
          <p:cNvSpPr>
            <a:spLocks noGrp="1"/>
          </p:cNvSpPr>
          <p:nvPr>
            <p:ph type="dt" sz="half" idx="10"/>
          </p:nvPr>
        </p:nvSpPr>
        <p:spPr/>
        <p:txBody>
          <a:bodyPr/>
          <a:lstStyle/>
          <a:p>
            <a:fld id="{5F533B5D-2576-40A5-B136-3664F859C22A}" type="datetimeFigureOut">
              <a:rPr lang="en-US" smtClean="0"/>
              <a:t>5/16/2024</a:t>
            </a:fld>
            <a:endParaRPr lang="en-US"/>
          </a:p>
        </p:txBody>
      </p:sp>
      <p:sp>
        <p:nvSpPr>
          <p:cNvPr id="5" name="Footer Placeholder 4">
            <a:extLst>
              <a:ext uri="{FF2B5EF4-FFF2-40B4-BE49-F238E27FC236}">
                <a16:creationId xmlns:a16="http://schemas.microsoft.com/office/drawing/2014/main" id="{205A2DCA-E6B2-91C0-3D0F-76CEC1D2B0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93D030-1E31-C726-0AA6-774A587585F7}"/>
              </a:ext>
            </a:extLst>
          </p:cNvPr>
          <p:cNvSpPr>
            <a:spLocks noGrp="1"/>
          </p:cNvSpPr>
          <p:nvPr>
            <p:ph type="sldNum" sz="quarter" idx="12"/>
          </p:nvPr>
        </p:nvSpPr>
        <p:spPr/>
        <p:txBody>
          <a:bodyPr/>
          <a:lstStyle/>
          <a:p>
            <a:fld id="{12E7FA34-3552-4BA7-88C6-386AE15633A8}" type="slidenum">
              <a:rPr lang="en-US" smtClean="0"/>
              <a:t>‹#›</a:t>
            </a:fld>
            <a:endParaRPr lang="en-US"/>
          </a:p>
        </p:txBody>
      </p:sp>
    </p:spTree>
    <p:extLst>
      <p:ext uri="{BB962C8B-B14F-4D97-AF65-F5344CB8AC3E}">
        <p14:creationId xmlns:p14="http://schemas.microsoft.com/office/powerpoint/2010/main" val="1471029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31EAD-F694-E5DF-14A8-54F2D9320F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2F765E0-3D46-C17C-1E5A-EBFFB0ACAB7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444686B-262F-9E93-006E-EC4482FF031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1EB0114-E8FA-2D5F-05BC-B2331FA7560E}"/>
              </a:ext>
            </a:extLst>
          </p:cNvPr>
          <p:cNvSpPr>
            <a:spLocks noGrp="1"/>
          </p:cNvSpPr>
          <p:nvPr>
            <p:ph type="dt" sz="half" idx="10"/>
          </p:nvPr>
        </p:nvSpPr>
        <p:spPr/>
        <p:txBody>
          <a:bodyPr/>
          <a:lstStyle/>
          <a:p>
            <a:fld id="{5F533B5D-2576-40A5-B136-3664F859C22A}" type="datetimeFigureOut">
              <a:rPr lang="en-US" smtClean="0"/>
              <a:t>5/16/2024</a:t>
            </a:fld>
            <a:endParaRPr lang="en-US"/>
          </a:p>
        </p:txBody>
      </p:sp>
      <p:sp>
        <p:nvSpPr>
          <p:cNvPr id="6" name="Footer Placeholder 5">
            <a:extLst>
              <a:ext uri="{FF2B5EF4-FFF2-40B4-BE49-F238E27FC236}">
                <a16:creationId xmlns:a16="http://schemas.microsoft.com/office/drawing/2014/main" id="{D99D13E6-3C31-CFE0-38A8-8591CDAF50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84A1CF-E9F0-6C88-D69A-B78E7495542F}"/>
              </a:ext>
            </a:extLst>
          </p:cNvPr>
          <p:cNvSpPr>
            <a:spLocks noGrp="1"/>
          </p:cNvSpPr>
          <p:nvPr>
            <p:ph type="sldNum" sz="quarter" idx="12"/>
          </p:nvPr>
        </p:nvSpPr>
        <p:spPr/>
        <p:txBody>
          <a:bodyPr/>
          <a:lstStyle/>
          <a:p>
            <a:fld id="{12E7FA34-3552-4BA7-88C6-386AE15633A8}" type="slidenum">
              <a:rPr lang="en-US" smtClean="0"/>
              <a:t>‹#›</a:t>
            </a:fld>
            <a:endParaRPr lang="en-US"/>
          </a:p>
        </p:txBody>
      </p:sp>
    </p:spTree>
    <p:extLst>
      <p:ext uri="{BB962C8B-B14F-4D97-AF65-F5344CB8AC3E}">
        <p14:creationId xmlns:p14="http://schemas.microsoft.com/office/powerpoint/2010/main" val="36322032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34DC3-9DBC-93B0-426D-8ACAF0A2773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DF0F2E0-21C5-EFB0-88D7-CA9E6C5C23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9A491BF-AB9C-6879-D6BA-4C0F2E8F407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B35465F-6A60-1A2F-3436-9EE840CD50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5B703A4-4A14-F678-39C8-118A1695F44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F71C9E8-6A8B-6D67-239D-C45ABB6037A5}"/>
              </a:ext>
            </a:extLst>
          </p:cNvPr>
          <p:cNvSpPr>
            <a:spLocks noGrp="1"/>
          </p:cNvSpPr>
          <p:nvPr>
            <p:ph type="dt" sz="half" idx="10"/>
          </p:nvPr>
        </p:nvSpPr>
        <p:spPr/>
        <p:txBody>
          <a:bodyPr/>
          <a:lstStyle/>
          <a:p>
            <a:fld id="{5F533B5D-2576-40A5-B136-3664F859C22A}" type="datetimeFigureOut">
              <a:rPr lang="en-US" smtClean="0"/>
              <a:t>5/16/2024</a:t>
            </a:fld>
            <a:endParaRPr lang="en-US"/>
          </a:p>
        </p:txBody>
      </p:sp>
      <p:sp>
        <p:nvSpPr>
          <p:cNvPr id="8" name="Footer Placeholder 7">
            <a:extLst>
              <a:ext uri="{FF2B5EF4-FFF2-40B4-BE49-F238E27FC236}">
                <a16:creationId xmlns:a16="http://schemas.microsoft.com/office/drawing/2014/main" id="{548037E0-5CCF-0B7F-4511-96B0B397A23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53F7E23-121C-206A-927C-57F8628F08C6}"/>
              </a:ext>
            </a:extLst>
          </p:cNvPr>
          <p:cNvSpPr>
            <a:spLocks noGrp="1"/>
          </p:cNvSpPr>
          <p:nvPr>
            <p:ph type="sldNum" sz="quarter" idx="12"/>
          </p:nvPr>
        </p:nvSpPr>
        <p:spPr/>
        <p:txBody>
          <a:bodyPr/>
          <a:lstStyle/>
          <a:p>
            <a:fld id="{12E7FA34-3552-4BA7-88C6-386AE15633A8}" type="slidenum">
              <a:rPr lang="en-US" smtClean="0"/>
              <a:t>‹#›</a:t>
            </a:fld>
            <a:endParaRPr lang="en-US"/>
          </a:p>
        </p:txBody>
      </p:sp>
    </p:spTree>
    <p:extLst>
      <p:ext uri="{BB962C8B-B14F-4D97-AF65-F5344CB8AC3E}">
        <p14:creationId xmlns:p14="http://schemas.microsoft.com/office/powerpoint/2010/main" val="35403272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A136B-10F6-F591-DF09-2803B122C07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BBC5A07-3322-04B9-8A76-5DAFFE23DE75}"/>
              </a:ext>
            </a:extLst>
          </p:cNvPr>
          <p:cNvSpPr>
            <a:spLocks noGrp="1"/>
          </p:cNvSpPr>
          <p:nvPr>
            <p:ph type="dt" sz="half" idx="10"/>
          </p:nvPr>
        </p:nvSpPr>
        <p:spPr/>
        <p:txBody>
          <a:bodyPr/>
          <a:lstStyle/>
          <a:p>
            <a:fld id="{5F533B5D-2576-40A5-B136-3664F859C22A}" type="datetimeFigureOut">
              <a:rPr lang="en-US" smtClean="0"/>
              <a:t>5/16/2024</a:t>
            </a:fld>
            <a:endParaRPr lang="en-US"/>
          </a:p>
        </p:txBody>
      </p:sp>
      <p:sp>
        <p:nvSpPr>
          <p:cNvPr id="4" name="Footer Placeholder 3">
            <a:extLst>
              <a:ext uri="{FF2B5EF4-FFF2-40B4-BE49-F238E27FC236}">
                <a16:creationId xmlns:a16="http://schemas.microsoft.com/office/drawing/2014/main" id="{EFC43439-DBC5-F2CC-E3FA-A4BDCBA630C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2355B5A-C64C-9E18-A57B-78DBBB0A24B3}"/>
              </a:ext>
            </a:extLst>
          </p:cNvPr>
          <p:cNvSpPr>
            <a:spLocks noGrp="1"/>
          </p:cNvSpPr>
          <p:nvPr>
            <p:ph type="sldNum" sz="quarter" idx="12"/>
          </p:nvPr>
        </p:nvSpPr>
        <p:spPr/>
        <p:txBody>
          <a:bodyPr/>
          <a:lstStyle/>
          <a:p>
            <a:fld id="{12E7FA34-3552-4BA7-88C6-386AE15633A8}" type="slidenum">
              <a:rPr lang="en-US" smtClean="0"/>
              <a:t>‹#›</a:t>
            </a:fld>
            <a:endParaRPr lang="en-US"/>
          </a:p>
        </p:txBody>
      </p:sp>
    </p:spTree>
    <p:extLst>
      <p:ext uri="{BB962C8B-B14F-4D97-AF65-F5344CB8AC3E}">
        <p14:creationId xmlns:p14="http://schemas.microsoft.com/office/powerpoint/2010/main" val="40715208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C46D4A-9F72-95E9-0A1D-E66789E50D1A}"/>
              </a:ext>
            </a:extLst>
          </p:cNvPr>
          <p:cNvSpPr>
            <a:spLocks noGrp="1"/>
          </p:cNvSpPr>
          <p:nvPr>
            <p:ph type="dt" sz="half" idx="10"/>
          </p:nvPr>
        </p:nvSpPr>
        <p:spPr/>
        <p:txBody>
          <a:bodyPr/>
          <a:lstStyle/>
          <a:p>
            <a:fld id="{5F533B5D-2576-40A5-B136-3664F859C22A}" type="datetimeFigureOut">
              <a:rPr lang="en-US" smtClean="0"/>
              <a:t>5/16/2024</a:t>
            </a:fld>
            <a:endParaRPr lang="en-US"/>
          </a:p>
        </p:txBody>
      </p:sp>
      <p:sp>
        <p:nvSpPr>
          <p:cNvPr id="3" name="Footer Placeholder 2">
            <a:extLst>
              <a:ext uri="{FF2B5EF4-FFF2-40B4-BE49-F238E27FC236}">
                <a16:creationId xmlns:a16="http://schemas.microsoft.com/office/drawing/2014/main" id="{3E7B6163-B1C8-826F-E13D-86D5DD37C4E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E711A7A-0CA7-0193-D399-5FC4A39F9B06}"/>
              </a:ext>
            </a:extLst>
          </p:cNvPr>
          <p:cNvSpPr>
            <a:spLocks noGrp="1"/>
          </p:cNvSpPr>
          <p:nvPr>
            <p:ph type="sldNum" sz="quarter" idx="12"/>
          </p:nvPr>
        </p:nvSpPr>
        <p:spPr/>
        <p:txBody>
          <a:bodyPr/>
          <a:lstStyle/>
          <a:p>
            <a:fld id="{12E7FA34-3552-4BA7-88C6-386AE15633A8}" type="slidenum">
              <a:rPr lang="en-US" smtClean="0"/>
              <a:t>‹#›</a:t>
            </a:fld>
            <a:endParaRPr lang="en-US"/>
          </a:p>
        </p:txBody>
      </p:sp>
    </p:spTree>
    <p:extLst>
      <p:ext uri="{BB962C8B-B14F-4D97-AF65-F5344CB8AC3E}">
        <p14:creationId xmlns:p14="http://schemas.microsoft.com/office/powerpoint/2010/main" val="37761095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8768F-1F40-4A8E-4EC7-4E85EDC9E3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1AA3A54-ADA4-2A73-A06C-D44CBB05B9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21116FD-117F-D6D0-04E2-25621298BF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E24AFF-088D-7AA3-A5E9-98EDEC91CF91}"/>
              </a:ext>
            </a:extLst>
          </p:cNvPr>
          <p:cNvSpPr>
            <a:spLocks noGrp="1"/>
          </p:cNvSpPr>
          <p:nvPr>
            <p:ph type="dt" sz="half" idx="10"/>
          </p:nvPr>
        </p:nvSpPr>
        <p:spPr/>
        <p:txBody>
          <a:bodyPr/>
          <a:lstStyle/>
          <a:p>
            <a:fld id="{5F533B5D-2576-40A5-B136-3664F859C22A}" type="datetimeFigureOut">
              <a:rPr lang="en-US" smtClean="0"/>
              <a:t>5/16/2024</a:t>
            </a:fld>
            <a:endParaRPr lang="en-US"/>
          </a:p>
        </p:txBody>
      </p:sp>
      <p:sp>
        <p:nvSpPr>
          <p:cNvPr id="6" name="Footer Placeholder 5">
            <a:extLst>
              <a:ext uri="{FF2B5EF4-FFF2-40B4-BE49-F238E27FC236}">
                <a16:creationId xmlns:a16="http://schemas.microsoft.com/office/drawing/2014/main" id="{F76D48E7-4366-D759-92A6-2434251AEB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9723A7-DA1D-598F-FE2B-E1A88B7FBEE6}"/>
              </a:ext>
            </a:extLst>
          </p:cNvPr>
          <p:cNvSpPr>
            <a:spLocks noGrp="1"/>
          </p:cNvSpPr>
          <p:nvPr>
            <p:ph type="sldNum" sz="quarter" idx="12"/>
          </p:nvPr>
        </p:nvSpPr>
        <p:spPr/>
        <p:txBody>
          <a:bodyPr/>
          <a:lstStyle/>
          <a:p>
            <a:fld id="{12E7FA34-3552-4BA7-88C6-386AE15633A8}" type="slidenum">
              <a:rPr lang="en-US" smtClean="0"/>
              <a:t>‹#›</a:t>
            </a:fld>
            <a:endParaRPr lang="en-US"/>
          </a:p>
        </p:txBody>
      </p:sp>
    </p:spTree>
    <p:extLst>
      <p:ext uri="{BB962C8B-B14F-4D97-AF65-F5344CB8AC3E}">
        <p14:creationId xmlns:p14="http://schemas.microsoft.com/office/powerpoint/2010/main" val="24852160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D4202-CBA0-2A52-8EA2-965DE0A460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AC3D160-4B6E-C9D4-8F27-5E3AE1C472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B277ECA-CFAE-3070-3594-B8DB685BB1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E93324-EEA8-75A5-0946-65896E6B1845}"/>
              </a:ext>
            </a:extLst>
          </p:cNvPr>
          <p:cNvSpPr>
            <a:spLocks noGrp="1"/>
          </p:cNvSpPr>
          <p:nvPr>
            <p:ph type="dt" sz="half" idx="10"/>
          </p:nvPr>
        </p:nvSpPr>
        <p:spPr/>
        <p:txBody>
          <a:bodyPr/>
          <a:lstStyle/>
          <a:p>
            <a:fld id="{5F533B5D-2576-40A5-B136-3664F859C22A}" type="datetimeFigureOut">
              <a:rPr lang="en-US" smtClean="0"/>
              <a:t>5/16/2024</a:t>
            </a:fld>
            <a:endParaRPr lang="en-US"/>
          </a:p>
        </p:txBody>
      </p:sp>
      <p:sp>
        <p:nvSpPr>
          <p:cNvPr id="6" name="Footer Placeholder 5">
            <a:extLst>
              <a:ext uri="{FF2B5EF4-FFF2-40B4-BE49-F238E27FC236}">
                <a16:creationId xmlns:a16="http://schemas.microsoft.com/office/drawing/2014/main" id="{1CF915CC-FF09-1E9E-F057-4444A4AC4A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16AD02-663B-17A6-5331-00A4D217EECD}"/>
              </a:ext>
            </a:extLst>
          </p:cNvPr>
          <p:cNvSpPr>
            <a:spLocks noGrp="1"/>
          </p:cNvSpPr>
          <p:nvPr>
            <p:ph type="sldNum" sz="quarter" idx="12"/>
          </p:nvPr>
        </p:nvSpPr>
        <p:spPr/>
        <p:txBody>
          <a:bodyPr/>
          <a:lstStyle/>
          <a:p>
            <a:fld id="{12E7FA34-3552-4BA7-88C6-386AE15633A8}" type="slidenum">
              <a:rPr lang="en-US" smtClean="0"/>
              <a:t>‹#›</a:t>
            </a:fld>
            <a:endParaRPr lang="en-US"/>
          </a:p>
        </p:txBody>
      </p:sp>
    </p:spTree>
    <p:extLst>
      <p:ext uri="{BB962C8B-B14F-4D97-AF65-F5344CB8AC3E}">
        <p14:creationId xmlns:p14="http://schemas.microsoft.com/office/powerpoint/2010/main" val="3090887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BCB22-FE5C-1188-F22E-2D2775AE974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887D654-592A-AC1E-CF8A-202F634EBBF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21ADA0-A0C7-85C7-4C7A-2556D1DDB818}"/>
              </a:ext>
            </a:extLst>
          </p:cNvPr>
          <p:cNvSpPr>
            <a:spLocks noGrp="1"/>
          </p:cNvSpPr>
          <p:nvPr>
            <p:ph type="dt" sz="half" idx="10"/>
          </p:nvPr>
        </p:nvSpPr>
        <p:spPr/>
        <p:txBody>
          <a:bodyPr/>
          <a:lstStyle/>
          <a:p>
            <a:fld id="{5F533B5D-2576-40A5-B136-3664F859C22A}" type="datetimeFigureOut">
              <a:rPr lang="en-US" smtClean="0"/>
              <a:t>5/16/2024</a:t>
            </a:fld>
            <a:endParaRPr lang="en-US"/>
          </a:p>
        </p:txBody>
      </p:sp>
      <p:sp>
        <p:nvSpPr>
          <p:cNvPr id="5" name="Footer Placeholder 4">
            <a:extLst>
              <a:ext uri="{FF2B5EF4-FFF2-40B4-BE49-F238E27FC236}">
                <a16:creationId xmlns:a16="http://schemas.microsoft.com/office/drawing/2014/main" id="{4ED41213-ADA4-DE3F-6605-20AEB77D2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9D6531-4F24-4AE6-94C4-22BFE3F355E7}"/>
              </a:ext>
            </a:extLst>
          </p:cNvPr>
          <p:cNvSpPr>
            <a:spLocks noGrp="1"/>
          </p:cNvSpPr>
          <p:nvPr>
            <p:ph type="sldNum" sz="quarter" idx="12"/>
          </p:nvPr>
        </p:nvSpPr>
        <p:spPr/>
        <p:txBody>
          <a:bodyPr/>
          <a:lstStyle/>
          <a:p>
            <a:fld id="{12E7FA34-3552-4BA7-88C6-386AE15633A8}" type="slidenum">
              <a:rPr lang="en-US" smtClean="0"/>
              <a:t>‹#›</a:t>
            </a:fld>
            <a:endParaRPr lang="en-US"/>
          </a:p>
        </p:txBody>
      </p:sp>
    </p:spTree>
    <p:extLst>
      <p:ext uri="{BB962C8B-B14F-4D97-AF65-F5344CB8AC3E}">
        <p14:creationId xmlns:p14="http://schemas.microsoft.com/office/powerpoint/2010/main" val="42620880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AC199D-5118-A681-7D6C-E4EE7F3BAEF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F12E097-373F-5981-8A8B-472C9544B10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6BD57F-17FB-50CD-B5D3-633888BCE85A}"/>
              </a:ext>
            </a:extLst>
          </p:cNvPr>
          <p:cNvSpPr>
            <a:spLocks noGrp="1"/>
          </p:cNvSpPr>
          <p:nvPr>
            <p:ph type="dt" sz="half" idx="10"/>
          </p:nvPr>
        </p:nvSpPr>
        <p:spPr/>
        <p:txBody>
          <a:bodyPr/>
          <a:lstStyle/>
          <a:p>
            <a:fld id="{5F533B5D-2576-40A5-B136-3664F859C22A}" type="datetimeFigureOut">
              <a:rPr lang="en-US" smtClean="0"/>
              <a:t>5/16/2024</a:t>
            </a:fld>
            <a:endParaRPr lang="en-US"/>
          </a:p>
        </p:txBody>
      </p:sp>
      <p:sp>
        <p:nvSpPr>
          <p:cNvPr id="5" name="Footer Placeholder 4">
            <a:extLst>
              <a:ext uri="{FF2B5EF4-FFF2-40B4-BE49-F238E27FC236}">
                <a16:creationId xmlns:a16="http://schemas.microsoft.com/office/drawing/2014/main" id="{1B6272E4-FEFE-7BE6-12B8-7550705F0F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F73BC7-FB99-71A8-E361-8F4E5B174995}"/>
              </a:ext>
            </a:extLst>
          </p:cNvPr>
          <p:cNvSpPr>
            <a:spLocks noGrp="1"/>
          </p:cNvSpPr>
          <p:nvPr>
            <p:ph type="sldNum" sz="quarter" idx="12"/>
          </p:nvPr>
        </p:nvSpPr>
        <p:spPr/>
        <p:txBody>
          <a:bodyPr/>
          <a:lstStyle/>
          <a:p>
            <a:fld id="{12E7FA34-3552-4BA7-88C6-386AE15633A8}" type="slidenum">
              <a:rPr lang="en-US" smtClean="0"/>
              <a:t>‹#›</a:t>
            </a:fld>
            <a:endParaRPr lang="en-US"/>
          </a:p>
        </p:txBody>
      </p:sp>
    </p:spTree>
    <p:extLst>
      <p:ext uri="{BB962C8B-B14F-4D97-AF65-F5344CB8AC3E}">
        <p14:creationId xmlns:p14="http://schemas.microsoft.com/office/powerpoint/2010/main" val="30707258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4B1741-9BBA-5928-93AA-A99CA37789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08461F5-C555-E475-FA1C-9494A370C2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EF79DF-3C74-DECB-A7C4-A5499809BC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F533B5D-2576-40A5-B136-3664F859C22A}" type="datetimeFigureOut">
              <a:rPr lang="en-US" smtClean="0"/>
              <a:t>5/16/2024</a:t>
            </a:fld>
            <a:endParaRPr lang="en-US"/>
          </a:p>
        </p:txBody>
      </p:sp>
      <p:sp>
        <p:nvSpPr>
          <p:cNvPr id="5" name="Footer Placeholder 4">
            <a:extLst>
              <a:ext uri="{FF2B5EF4-FFF2-40B4-BE49-F238E27FC236}">
                <a16:creationId xmlns:a16="http://schemas.microsoft.com/office/drawing/2014/main" id="{72CC984A-AAE9-6E3D-11EB-DDE2051C49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82BE4FA-9FD5-BE3F-2474-1BB222A766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2E7FA34-3552-4BA7-88C6-386AE15633A8}" type="slidenum">
              <a:rPr lang="en-US" smtClean="0"/>
              <a:t>‹#›</a:t>
            </a:fld>
            <a:endParaRPr lang="en-US"/>
          </a:p>
        </p:txBody>
      </p:sp>
    </p:spTree>
    <p:extLst>
      <p:ext uri="{BB962C8B-B14F-4D97-AF65-F5344CB8AC3E}">
        <p14:creationId xmlns:p14="http://schemas.microsoft.com/office/powerpoint/2010/main" val="834362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slide" Target="slide7.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7.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7.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44EA7D2-4737-0644-08EE-573D537C1424}"/>
              </a:ext>
            </a:extLst>
          </p:cNvPr>
          <p:cNvSpPr txBox="1"/>
          <p:nvPr/>
        </p:nvSpPr>
        <p:spPr>
          <a:xfrm>
            <a:off x="2315953" y="2808812"/>
            <a:ext cx="7560083" cy="923330"/>
          </a:xfrm>
          <a:prstGeom prst="rect">
            <a:avLst/>
          </a:prstGeom>
          <a:noFill/>
        </p:spPr>
        <p:txBody>
          <a:bodyPr wrap="none" rtlCol="0">
            <a:spAutoFit/>
          </a:bodyPr>
          <a:lstStyle/>
          <a:p>
            <a:pPr algn="ctr"/>
            <a:r>
              <a:rPr lang="en-US" sz="5400" b="1" dirty="0" err="1">
                <a:latin typeface="Times New Roman" panose="02020603050405020304" pitchFamily="18" charset="0"/>
                <a:cs typeface="Times New Roman" panose="02020603050405020304" pitchFamily="18" charset="0"/>
              </a:rPr>
              <a:t>Đồ</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án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Hệ</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Cơ</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Sở</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Dữ</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Liệu</a:t>
            </a:r>
            <a:endParaRPr lang="en-US" sz="5400" b="1" dirty="0">
              <a:latin typeface="Times New Roman" panose="02020603050405020304" pitchFamily="18" charset="0"/>
              <a:cs typeface="Times New Roman" panose="02020603050405020304" pitchFamily="18" charset="0"/>
            </a:endParaRPr>
          </a:p>
        </p:txBody>
      </p:sp>
      <p:pic>
        <p:nvPicPr>
          <p:cNvPr id="6" name="Picture 5" descr="A blue and black logo&#10;&#10;Description automatically generated">
            <a:extLst>
              <a:ext uri="{FF2B5EF4-FFF2-40B4-BE49-F238E27FC236}">
                <a16:creationId xmlns:a16="http://schemas.microsoft.com/office/drawing/2014/main" id="{318D1DF7-C6FF-7B43-1573-70D2574C35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87667" y="1217680"/>
            <a:ext cx="1616651" cy="1595286"/>
          </a:xfrm>
          <a:prstGeom prst="rect">
            <a:avLst/>
          </a:prstGeom>
        </p:spPr>
      </p:pic>
      <p:sp>
        <p:nvSpPr>
          <p:cNvPr id="7" name="TextBox 6">
            <a:extLst>
              <a:ext uri="{FF2B5EF4-FFF2-40B4-BE49-F238E27FC236}">
                <a16:creationId xmlns:a16="http://schemas.microsoft.com/office/drawing/2014/main" id="{F35A83E3-0CD7-DD1F-18B4-896004384AC4}"/>
              </a:ext>
            </a:extLst>
          </p:cNvPr>
          <p:cNvSpPr txBox="1"/>
          <p:nvPr/>
        </p:nvSpPr>
        <p:spPr>
          <a:xfrm>
            <a:off x="3753245" y="198690"/>
            <a:ext cx="4685513" cy="461665"/>
          </a:xfrm>
          <a:prstGeom prst="rect">
            <a:avLst/>
          </a:prstGeom>
          <a:noFill/>
        </p:spPr>
        <p:txBody>
          <a:bodyPr wrap="none" rtlCol="0">
            <a:spAutoFit/>
          </a:bodyPr>
          <a:lstStyle/>
          <a:p>
            <a:pPr algn="ctr"/>
            <a:r>
              <a:rPr lang="vi-VN" sz="2400" b="1" dirty="0">
                <a:latin typeface="Times New Roman" panose="02020603050405020304" pitchFamily="18" charset="0"/>
                <a:cs typeface="Times New Roman" panose="02020603050405020304" pitchFamily="18" charset="0"/>
              </a:rPr>
              <a:t>Trường Đại học Xây Dựng Hà Nội</a:t>
            </a:r>
            <a:endParaRPr lang="en-US" sz="24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44D6BCB8-F1C0-6725-93BC-99D539EF87F9}"/>
              </a:ext>
            </a:extLst>
          </p:cNvPr>
          <p:cNvSpPr txBox="1"/>
          <p:nvPr/>
        </p:nvSpPr>
        <p:spPr>
          <a:xfrm>
            <a:off x="4245750" y="568022"/>
            <a:ext cx="3700500" cy="461665"/>
          </a:xfrm>
          <a:prstGeom prst="rect">
            <a:avLst/>
          </a:prstGeom>
          <a:noFill/>
        </p:spPr>
        <p:txBody>
          <a:bodyPr wrap="none" rtlCol="0">
            <a:spAutoFit/>
          </a:bodyPr>
          <a:lstStyle/>
          <a:p>
            <a:pPr algn="ctr"/>
            <a:r>
              <a:rPr lang="vi-VN" sz="2400" dirty="0">
                <a:latin typeface="Times New Roman" panose="02020603050405020304" pitchFamily="18" charset="0"/>
                <a:cs typeface="Times New Roman" panose="02020603050405020304" pitchFamily="18" charset="0"/>
              </a:rPr>
              <a:t>Khoa Công Nghệ Thông Tin</a:t>
            </a:r>
            <a:endParaRPr lang="en-US" sz="24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9EA53732-8FE5-86D9-0817-6B5C0A1FC5E1}"/>
              </a:ext>
            </a:extLst>
          </p:cNvPr>
          <p:cNvSpPr txBox="1"/>
          <p:nvPr/>
        </p:nvSpPr>
        <p:spPr>
          <a:xfrm>
            <a:off x="2616512" y="3638618"/>
            <a:ext cx="6958956" cy="461665"/>
          </a:xfrm>
          <a:prstGeom prst="rect">
            <a:avLst/>
          </a:prstGeom>
          <a:noFill/>
        </p:spPr>
        <p:txBody>
          <a:bodyPr wrap="none" rtlCol="0">
            <a:spAutoFit/>
          </a:bodyPr>
          <a:lstStyle/>
          <a:p>
            <a:pPr algn="ctr"/>
            <a:r>
              <a:rPr lang="vi-VN" sz="2400" b="1" dirty="0">
                <a:latin typeface="Times New Roman" panose="02020603050405020304" pitchFamily="18" charset="0"/>
                <a:cs typeface="Times New Roman" panose="02020603050405020304" pitchFamily="18" charset="0"/>
              </a:rPr>
              <a:t>Nhóm 8: Xây dựng cơ sở dữ liệu Quản lý khách sạn</a:t>
            </a:r>
            <a:endParaRPr lang="en-US" sz="2400" b="1" dirty="0">
              <a:latin typeface="Times New Roman" panose="02020603050405020304" pitchFamily="18" charset="0"/>
              <a:cs typeface="Times New Roman" panose="02020603050405020304" pitchFamily="18" charset="0"/>
            </a:endParaRPr>
          </a:p>
        </p:txBody>
      </p:sp>
      <p:graphicFrame>
        <p:nvGraphicFramePr>
          <p:cNvPr id="10" name="Table 9">
            <a:extLst>
              <a:ext uri="{FF2B5EF4-FFF2-40B4-BE49-F238E27FC236}">
                <a16:creationId xmlns:a16="http://schemas.microsoft.com/office/drawing/2014/main" id="{DFAF0A8D-BEC9-8AE6-008F-731568139C2A}"/>
              </a:ext>
            </a:extLst>
          </p:cNvPr>
          <p:cNvGraphicFramePr>
            <a:graphicFrameLocks noGrp="1"/>
          </p:cNvGraphicFramePr>
          <p:nvPr>
            <p:extLst>
              <p:ext uri="{D42A27DB-BD31-4B8C-83A1-F6EECF244321}">
                <p14:modId xmlns:p14="http://schemas.microsoft.com/office/powerpoint/2010/main" val="1652437639"/>
              </p:ext>
            </p:extLst>
          </p:nvPr>
        </p:nvGraphicFramePr>
        <p:xfrm>
          <a:off x="2100534" y="4395138"/>
          <a:ext cx="7990910" cy="1854200"/>
        </p:xfrm>
        <a:graphic>
          <a:graphicData uri="http://schemas.openxmlformats.org/drawingml/2006/table">
            <a:tbl>
              <a:tblPr firstRow="1" bandRow="1">
                <a:tableStyleId>{5C22544A-7EE6-4342-B048-85BDC9FD1C3A}</a:tableStyleId>
              </a:tblPr>
              <a:tblGrid>
                <a:gridCol w="2176780">
                  <a:extLst>
                    <a:ext uri="{9D8B030D-6E8A-4147-A177-3AD203B41FA5}">
                      <a16:colId xmlns:a16="http://schemas.microsoft.com/office/drawing/2014/main" val="3780414227"/>
                    </a:ext>
                  </a:extLst>
                </a:gridCol>
                <a:gridCol w="1828518">
                  <a:extLst>
                    <a:ext uri="{9D8B030D-6E8A-4147-A177-3AD203B41FA5}">
                      <a16:colId xmlns:a16="http://schemas.microsoft.com/office/drawing/2014/main" val="310346262"/>
                    </a:ext>
                  </a:extLst>
                </a:gridCol>
                <a:gridCol w="3985612">
                  <a:extLst>
                    <a:ext uri="{9D8B030D-6E8A-4147-A177-3AD203B41FA5}">
                      <a16:colId xmlns:a16="http://schemas.microsoft.com/office/drawing/2014/main" val="3423138672"/>
                    </a:ext>
                  </a:extLst>
                </a:gridCol>
              </a:tblGrid>
              <a:tr h="370840">
                <a:tc>
                  <a:txBody>
                    <a:bodyPr/>
                    <a:lstStyle/>
                    <a:p>
                      <a:r>
                        <a:rPr lang="vi-VN" b="1" dirty="0">
                          <a:solidFill>
                            <a:schemeClr val="bg2"/>
                          </a:solidFill>
                          <a:latin typeface="Times New Roman" panose="02020603050405020304" pitchFamily="18" charset="0"/>
                          <a:cs typeface="Times New Roman" panose="02020603050405020304" pitchFamily="18" charset="0"/>
                        </a:rPr>
                        <a:t>Danh sách sinh viên</a:t>
                      </a:r>
                      <a:endParaRPr lang="en-US" b="1" dirty="0">
                        <a:solidFill>
                          <a:schemeClr val="bg2"/>
                        </a:solidFill>
                        <a:latin typeface="Times New Roman" panose="02020603050405020304" pitchFamily="18" charset="0"/>
                        <a:cs typeface="Times New Roman" panose="02020603050405020304" pitchFamily="18" charset="0"/>
                      </a:endParaRPr>
                    </a:p>
                  </a:txBody>
                  <a:tcPr>
                    <a:solidFill>
                      <a:srgbClr val="002A5C"/>
                    </a:solidFill>
                  </a:tcPr>
                </a:tc>
                <a:tc>
                  <a:txBody>
                    <a:bodyPr/>
                    <a:lstStyle/>
                    <a:p>
                      <a:r>
                        <a:rPr lang="vi-VN" b="1" dirty="0">
                          <a:solidFill>
                            <a:schemeClr val="bg2"/>
                          </a:solidFill>
                          <a:latin typeface="Times New Roman" panose="02020603050405020304" pitchFamily="18" charset="0"/>
                          <a:cs typeface="Times New Roman" panose="02020603050405020304" pitchFamily="18" charset="0"/>
                        </a:rPr>
                        <a:t>MSSV</a:t>
                      </a:r>
                      <a:endParaRPr lang="en-US" b="1" dirty="0">
                        <a:solidFill>
                          <a:schemeClr val="bg2"/>
                        </a:solidFill>
                        <a:latin typeface="Times New Roman" panose="02020603050405020304" pitchFamily="18" charset="0"/>
                        <a:cs typeface="Times New Roman" panose="02020603050405020304" pitchFamily="18" charset="0"/>
                      </a:endParaRPr>
                    </a:p>
                  </a:txBody>
                  <a:tcPr>
                    <a:solidFill>
                      <a:srgbClr val="002A5C"/>
                    </a:solidFill>
                  </a:tcPr>
                </a:tc>
                <a:tc>
                  <a:txBody>
                    <a:bodyPr/>
                    <a:lstStyle/>
                    <a:p>
                      <a:r>
                        <a:rPr lang="vi-VN" b="1" dirty="0">
                          <a:solidFill>
                            <a:schemeClr val="bg2"/>
                          </a:solidFill>
                          <a:latin typeface="Times New Roman" panose="02020603050405020304" pitchFamily="18" charset="0"/>
                          <a:cs typeface="Times New Roman" panose="02020603050405020304" pitchFamily="18" charset="0"/>
                        </a:rPr>
                        <a:t>Giảng viên hướng dẫn</a:t>
                      </a:r>
                      <a:endParaRPr lang="en-US" b="1" dirty="0">
                        <a:solidFill>
                          <a:schemeClr val="bg2"/>
                        </a:solidFill>
                        <a:latin typeface="Times New Roman" panose="02020603050405020304" pitchFamily="18" charset="0"/>
                        <a:cs typeface="Times New Roman" panose="02020603050405020304" pitchFamily="18" charset="0"/>
                      </a:endParaRPr>
                    </a:p>
                  </a:txBody>
                  <a:tcPr>
                    <a:solidFill>
                      <a:srgbClr val="002A5C"/>
                    </a:solidFill>
                  </a:tcPr>
                </a:tc>
                <a:extLst>
                  <a:ext uri="{0D108BD9-81ED-4DB2-BD59-A6C34878D82A}">
                    <a16:rowId xmlns:a16="http://schemas.microsoft.com/office/drawing/2014/main" val="3709785797"/>
                  </a:ext>
                </a:extLst>
              </a:tr>
              <a:tr h="370840">
                <a:tc>
                  <a:txBody>
                    <a:bodyPr/>
                    <a:lstStyle/>
                    <a:p>
                      <a:r>
                        <a:rPr lang="vi-VN" b="1" dirty="0">
                          <a:solidFill>
                            <a:schemeClr val="tx1"/>
                          </a:solidFill>
                          <a:latin typeface="Times New Roman" panose="02020603050405020304" pitchFamily="18" charset="0"/>
                          <a:cs typeface="Times New Roman" panose="02020603050405020304" pitchFamily="18" charset="0"/>
                        </a:rPr>
                        <a:t>Mai Khoa Bách</a:t>
                      </a:r>
                      <a:endParaRPr lang="en-US" b="1" dirty="0">
                        <a:solidFill>
                          <a:schemeClr val="tx1"/>
                        </a:solidFill>
                        <a:latin typeface="Times New Roman" panose="02020603050405020304" pitchFamily="18" charset="0"/>
                        <a:cs typeface="Times New Roman" panose="02020603050405020304" pitchFamily="18" charset="0"/>
                      </a:endParaRPr>
                    </a:p>
                  </a:txBody>
                  <a:tcPr>
                    <a:solidFill>
                      <a:schemeClr val="accent1">
                        <a:lumMod val="40000"/>
                        <a:lumOff val="60000"/>
                      </a:schemeClr>
                    </a:solidFill>
                  </a:tcPr>
                </a:tc>
                <a:tc>
                  <a:txBody>
                    <a:bodyPr/>
                    <a:lstStyle/>
                    <a:p>
                      <a:r>
                        <a:rPr lang="en-US" b="1" dirty="0">
                          <a:solidFill>
                            <a:schemeClr val="tx1"/>
                          </a:solidFill>
                          <a:latin typeface="Times New Roman" panose="02020603050405020304" pitchFamily="18" charset="0"/>
                          <a:cs typeface="Times New Roman" panose="02020603050405020304" pitchFamily="18" charset="0"/>
                        </a:rPr>
                        <a:t>0012967</a:t>
                      </a:r>
                    </a:p>
                  </a:txBody>
                  <a:tcPr>
                    <a:solidFill>
                      <a:schemeClr val="accent1">
                        <a:lumMod val="40000"/>
                        <a:lumOff val="60000"/>
                      </a:schemeClr>
                    </a:solidFill>
                  </a:tcPr>
                </a:tc>
                <a:tc rowSpan="4">
                  <a:txBody>
                    <a:bodyPr/>
                    <a:lstStyle/>
                    <a:p>
                      <a:r>
                        <a:rPr lang="vi-VN" b="1" dirty="0" err="1">
                          <a:solidFill>
                            <a:schemeClr val="tx1"/>
                          </a:solidFill>
                          <a:latin typeface="Times New Roman" panose="02020603050405020304" pitchFamily="18" charset="0"/>
                          <a:cs typeface="Times New Roman" panose="02020603050405020304" pitchFamily="18" charset="0"/>
                        </a:rPr>
                        <a:t>Ths</a:t>
                      </a:r>
                      <a:r>
                        <a:rPr lang="vi-VN" b="1" dirty="0">
                          <a:solidFill>
                            <a:schemeClr val="tx1"/>
                          </a:solidFill>
                          <a:latin typeface="Times New Roman" panose="02020603050405020304" pitchFamily="18" charset="0"/>
                          <a:cs typeface="Times New Roman" panose="02020603050405020304" pitchFamily="18" charset="0"/>
                        </a:rPr>
                        <a:t>. Nguyễn Hồng Hạnh</a:t>
                      </a:r>
                      <a:endParaRPr lang="en-US" b="1" dirty="0">
                        <a:solidFill>
                          <a:schemeClr val="tx1"/>
                        </a:solidFill>
                        <a:latin typeface="Times New Roman" panose="02020603050405020304" pitchFamily="18" charset="0"/>
                        <a:cs typeface="Times New Roman" panose="02020603050405020304" pitchFamily="18" charset="0"/>
                      </a:endParaRPr>
                    </a:p>
                  </a:txBody>
                  <a:tcPr>
                    <a:solidFill>
                      <a:schemeClr val="accent1">
                        <a:lumMod val="40000"/>
                        <a:lumOff val="60000"/>
                      </a:schemeClr>
                    </a:solidFill>
                  </a:tcPr>
                </a:tc>
                <a:extLst>
                  <a:ext uri="{0D108BD9-81ED-4DB2-BD59-A6C34878D82A}">
                    <a16:rowId xmlns:a16="http://schemas.microsoft.com/office/drawing/2014/main" val="4068155304"/>
                  </a:ext>
                </a:extLst>
              </a:tr>
              <a:tr h="370840">
                <a:tc>
                  <a:txBody>
                    <a:bodyPr/>
                    <a:lstStyle/>
                    <a:p>
                      <a:r>
                        <a:rPr lang="vi-VN" b="1" dirty="0">
                          <a:solidFill>
                            <a:schemeClr val="tx1"/>
                          </a:solidFill>
                          <a:latin typeface="Times New Roman" panose="02020603050405020304" pitchFamily="18" charset="0"/>
                          <a:cs typeface="Times New Roman" panose="02020603050405020304" pitchFamily="18" charset="0"/>
                        </a:rPr>
                        <a:t>Nguyễn Minh Đức</a:t>
                      </a:r>
                      <a:endParaRPr lang="en-US" b="1" dirty="0">
                        <a:solidFill>
                          <a:schemeClr val="tx1"/>
                        </a:solidFill>
                        <a:latin typeface="Times New Roman" panose="02020603050405020304" pitchFamily="18" charset="0"/>
                        <a:cs typeface="Times New Roman" panose="02020603050405020304" pitchFamily="18" charset="0"/>
                      </a:endParaRPr>
                    </a:p>
                  </a:txBody>
                  <a:tcPr>
                    <a:solidFill>
                      <a:schemeClr val="tx2">
                        <a:lumMod val="10000"/>
                        <a:lumOff val="90000"/>
                      </a:schemeClr>
                    </a:solidFill>
                  </a:tcPr>
                </a:tc>
                <a:tc>
                  <a:txBody>
                    <a:bodyPr/>
                    <a:lstStyle/>
                    <a:p>
                      <a:r>
                        <a:rPr lang="en-US" sz="1800" b="1" kern="1200" dirty="0">
                          <a:solidFill>
                            <a:schemeClr val="dk1"/>
                          </a:solidFill>
                          <a:effectLst/>
                          <a:latin typeface="Times New Roman" panose="02020603050405020304" pitchFamily="18" charset="0"/>
                          <a:ea typeface="+mn-ea"/>
                          <a:cs typeface="Times New Roman" panose="02020603050405020304" pitchFamily="18" charset="0"/>
                        </a:rPr>
                        <a:t>0312767</a:t>
                      </a:r>
                      <a:endParaRPr lang="en-US" b="1" dirty="0">
                        <a:solidFill>
                          <a:schemeClr val="tx1"/>
                        </a:solidFill>
                        <a:latin typeface="Times New Roman" panose="02020603050405020304" pitchFamily="18" charset="0"/>
                        <a:cs typeface="Times New Roman" panose="02020603050405020304" pitchFamily="18" charset="0"/>
                      </a:endParaRPr>
                    </a:p>
                  </a:txBody>
                  <a:tcPr>
                    <a:solidFill>
                      <a:schemeClr val="tx2">
                        <a:lumMod val="10000"/>
                        <a:lumOff val="90000"/>
                      </a:schemeClr>
                    </a:solidFill>
                  </a:tcPr>
                </a:tc>
                <a:tc vMerge="1">
                  <a:txBody>
                    <a:bodyPr/>
                    <a:lstStyle/>
                    <a:p>
                      <a:endParaRPr lang="en-US" dirty="0"/>
                    </a:p>
                  </a:txBody>
                  <a:tcPr/>
                </a:tc>
                <a:extLst>
                  <a:ext uri="{0D108BD9-81ED-4DB2-BD59-A6C34878D82A}">
                    <a16:rowId xmlns:a16="http://schemas.microsoft.com/office/drawing/2014/main" val="2147985786"/>
                  </a:ext>
                </a:extLst>
              </a:tr>
              <a:tr h="370840">
                <a:tc>
                  <a:txBody>
                    <a:bodyPr/>
                    <a:lstStyle/>
                    <a:p>
                      <a:r>
                        <a:rPr lang="vi-VN" b="1" dirty="0">
                          <a:solidFill>
                            <a:schemeClr val="tx1"/>
                          </a:solidFill>
                          <a:latin typeface="Times New Roman" panose="02020603050405020304" pitchFamily="18" charset="0"/>
                          <a:cs typeface="Times New Roman" panose="02020603050405020304" pitchFamily="18" charset="0"/>
                        </a:rPr>
                        <a:t>Đỗ Đại Nghĩa</a:t>
                      </a:r>
                      <a:endParaRPr lang="en-US" b="1" dirty="0">
                        <a:solidFill>
                          <a:schemeClr val="tx1"/>
                        </a:solidFill>
                        <a:latin typeface="Times New Roman" panose="02020603050405020304" pitchFamily="18" charset="0"/>
                        <a:cs typeface="Times New Roman" panose="02020603050405020304" pitchFamily="18" charset="0"/>
                      </a:endParaRPr>
                    </a:p>
                  </a:txBody>
                  <a:tcPr>
                    <a:solidFill>
                      <a:schemeClr val="tx2">
                        <a:lumMod val="25000"/>
                        <a:lumOff val="75000"/>
                      </a:schemeClr>
                    </a:solidFill>
                  </a:tcPr>
                </a:tc>
                <a:tc>
                  <a:txBody>
                    <a:bodyPr/>
                    <a:lstStyle/>
                    <a:p>
                      <a:r>
                        <a:rPr lang="en-US" sz="1800" b="1" kern="1200" dirty="0">
                          <a:solidFill>
                            <a:schemeClr val="dk1"/>
                          </a:solidFill>
                          <a:effectLst/>
                          <a:latin typeface="Times New Roman" panose="02020603050405020304" pitchFamily="18" charset="0"/>
                          <a:ea typeface="+mn-ea"/>
                          <a:cs typeface="Times New Roman" panose="02020603050405020304" pitchFamily="18" charset="0"/>
                        </a:rPr>
                        <a:t>1500167</a:t>
                      </a:r>
                      <a:endParaRPr lang="en-US" b="1" dirty="0">
                        <a:solidFill>
                          <a:schemeClr val="tx1"/>
                        </a:solidFill>
                        <a:latin typeface="Times New Roman" panose="02020603050405020304" pitchFamily="18" charset="0"/>
                        <a:cs typeface="Times New Roman" panose="02020603050405020304" pitchFamily="18" charset="0"/>
                      </a:endParaRPr>
                    </a:p>
                  </a:txBody>
                  <a:tcPr>
                    <a:solidFill>
                      <a:schemeClr val="tx2">
                        <a:lumMod val="25000"/>
                        <a:lumOff val="75000"/>
                      </a:schemeClr>
                    </a:solidFill>
                  </a:tcPr>
                </a:tc>
                <a:tc vMerge="1">
                  <a:txBody>
                    <a:bodyPr/>
                    <a:lstStyle/>
                    <a:p>
                      <a:endParaRPr lang="en-US" dirty="0"/>
                    </a:p>
                  </a:txBody>
                  <a:tcPr/>
                </a:tc>
                <a:extLst>
                  <a:ext uri="{0D108BD9-81ED-4DB2-BD59-A6C34878D82A}">
                    <a16:rowId xmlns:a16="http://schemas.microsoft.com/office/drawing/2014/main" val="17035177"/>
                  </a:ext>
                </a:extLst>
              </a:tr>
              <a:tr h="370840">
                <a:tc>
                  <a:txBody>
                    <a:bodyPr/>
                    <a:lstStyle/>
                    <a:p>
                      <a:r>
                        <a:rPr lang="vi-VN" b="1" dirty="0">
                          <a:solidFill>
                            <a:schemeClr val="tx1"/>
                          </a:solidFill>
                          <a:latin typeface="Times New Roman" panose="02020603050405020304" pitchFamily="18" charset="0"/>
                          <a:cs typeface="Times New Roman" panose="02020603050405020304" pitchFamily="18" charset="0"/>
                        </a:rPr>
                        <a:t>Nguyễn Văn Quang</a:t>
                      </a:r>
                      <a:endParaRPr lang="en-US" b="1" dirty="0">
                        <a:solidFill>
                          <a:schemeClr val="tx1"/>
                        </a:solidFill>
                        <a:latin typeface="Times New Roman" panose="02020603050405020304" pitchFamily="18" charset="0"/>
                        <a:cs typeface="Times New Roman" panose="02020603050405020304" pitchFamily="18" charset="0"/>
                      </a:endParaRPr>
                    </a:p>
                  </a:txBody>
                  <a:tcPr>
                    <a:solidFill>
                      <a:schemeClr val="accent1">
                        <a:lumMod val="20000"/>
                        <a:lumOff val="80000"/>
                      </a:schemeClr>
                    </a:solidFill>
                  </a:tcPr>
                </a:tc>
                <a:tc>
                  <a:txBody>
                    <a:bodyPr/>
                    <a:lstStyle/>
                    <a:p>
                      <a:r>
                        <a:rPr lang="en-US" sz="1800" b="1" kern="1200" dirty="0">
                          <a:solidFill>
                            <a:schemeClr val="dk1"/>
                          </a:solidFill>
                          <a:effectLst/>
                          <a:latin typeface="Times New Roman" panose="02020603050405020304" pitchFamily="18" charset="0"/>
                          <a:ea typeface="+mn-ea"/>
                          <a:cs typeface="Times New Roman" panose="02020603050405020304" pitchFamily="18" charset="0"/>
                        </a:rPr>
                        <a:t>0317367</a:t>
                      </a:r>
                      <a:endParaRPr lang="en-US" b="1" dirty="0">
                        <a:solidFill>
                          <a:schemeClr val="tx1"/>
                        </a:solidFill>
                        <a:latin typeface="Times New Roman" panose="02020603050405020304" pitchFamily="18" charset="0"/>
                        <a:cs typeface="Times New Roman" panose="02020603050405020304" pitchFamily="18" charset="0"/>
                      </a:endParaRPr>
                    </a:p>
                  </a:txBody>
                  <a:tcPr>
                    <a:solidFill>
                      <a:schemeClr val="accent1">
                        <a:lumMod val="20000"/>
                        <a:lumOff val="80000"/>
                      </a:schemeClr>
                    </a:solidFill>
                  </a:tcPr>
                </a:tc>
                <a:tc vMerge="1">
                  <a:txBody>
                    <a:bodyPr/>
                    <a:lstStyle/>
                    <a:p>
                      <a:endParaRPr lang="en-US" dirty="0"/>
                    </a:p>
                  </a:txBody>
                  <a:tcPr/>
                </a:tc>
                <a:extLst>
                  <a:ext uri="{0D108BD9-81ED-4DB2-BD59-A6C34878D82A}">
                    <a16:rowId xmlns:a16="http://schemas.microsoft.com/office/drawing/2014/main" val="103644224"/>
                  </a:ext>
                </a:extLst>
              </a:tr>
            </a:tbl>
          </a:graphicData>
        </a:graphic>
      </p:graphicFrame>
    </p:spTree>
    <p:extLst>
      <p:ext uri="{BB962C8B-B14F-4D97-AF65-F5344CB8AC3E}">
        <p14:creationId xmlns:p14="http://schemas.microsoft.com/office/powerpoint/2010/main" val="37029560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888E46D-1E70-C34C-023E-035D05DF3A2B}"/>
              </a:ext>
            </a:extLst>
          </p:cNvPr>
          <p:cNvSpPr/>
          <p:nvPr/>
        </p:nvSpPr>
        <p:spPr>
          <a:xfrm>
            <a:off x="1" y="0"/>
            <a:ext cx="747293" cy="737419"/>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prstClr val="black"/>
              </a:solidFill>
              <a:effectLst/>
              <a:uLnTx/>
              <a:uFillTx/>
              <a:latin typeface="Aptos Display" panose="02110004020202020204"/>
              <a:ea typeface="+mn-ea"/>
              <a:cs typeface="+mn-cs"/>
            </a:endParaRPr>
          </a:p>
        </p:txBody>
      </p:sp>
      <p:sp>
        <p:nvSpPr>
          <p:cNvPr id="2" name="Rectangle 1">
            <a:extLst>
              <a:ext uri="{FF2B5EF4-FFF2-40B4-BE49-F238E27FC236}">
                <a16:creationId xmlns:a16="http://schemas.microsoft.com/office/drawing/2014/main" id="{65F5E73B-AD96-6973-6A59-FC43B9880258}"/>
              </a:ext>
            </a:extLst>
          </p:cNvPr>
          <p:cNvSpPr/>
          <p:nvPr/>
        </p:nvSpPr>
        <p:spPr>
          <a:xfrm>
            <a:off x="747294" y="0"/>
            <a:ext cx="11444705" cy="737419"/>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vi-VN"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rPr>
              <a:t>Nội dung</a:t>
            </a:r>
            <a:endParaRPr kumimoji="0" lang="en-US" sz="3200" b="1" i="0" u="none" strike="noStrike" kern="1200" cap="none" spc="0" normalizeH="0" baseline="0" noProof="0" dirty="0">
              <a:ln>
                <a:noFill/>
              </a:ln>
              <a:solidFill>
                <a:prstClr val="black"/>
              </a:solidFill>
              <a:effectLst/>
              <a:uLnTx/>
              <a:uFillTx/>
              <a:latin typeface="Aptos Display" panose="02110004020202020204"/>
              <a:ea typeface="+mn-ea"/>
              <a:cs typeface="+mn-cs"/>
            </a:endParaRPr>
          </a:p>
        </p:txBody>
      </p:sp>
      <p:pic>
        <p:nvPicPr>
          <p:cNvPr id="3" name="Picture 2" descr="A blue and black logo&#10;&#10;Description automatically generated">
            <a:extLst>
              <a:ext uri="{FF2B5EF4-FFF2-40B4-BE49-F238E27FC236}">
                <a16:creationId xmlns:a16="http://schemas.microsoft.com/office/drawing/2014/main" id="{693302C2-5E00-887F-C7E7-771AC1F2FA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747295" cy="737419"/>
          </a:xfrm>
          <a:prstGeom prst="rect">
            <a:avLst/>
          </a:prstGeom>
        </p:spPr>
      </p:pic>
      <p:sp>
        <p:nvSpPr>
          <p:cNvPr id="6" name="TextBox 5">
            <a:extLst>
              <a:ext uri="{FF2B5EF4-FFF2-40B4-BE49-F238E27FC236}">
                <a16:creationId xmlns:a16="http://schemas.microsoft.com/office/drawing/2014/main" id="{036F6AF5-9A04-1379-43CC-650A8AEE4A0C}"/>
              </a:ext>
            </a:extLst>
          </p:cNvPr>
          <p:cNvSpPr txBox="1"/>
          <p:nvPr/>
        </p:nvSpPr>
        <p:spPr>
          <a:xfrm>
            <a:off x="747294" y="949471"/>
            <a:ext cx="5072222" cy="4280531"/>
          </a:xfrm>
          <a:prstGeom prst="rect">
            <a:avLst/>
          </a:prstGeom>
          <a:noFill/>
        </p:spPr>
        <p:txBody>
          <a:bodyPr wrap="none" rtlCol="0" anchor="ctr">
            <a:spAutoFit/>
          </a:bodyPr>
          <a:lstStyle/>
          <a:p>
            <a:pPr marL="514350" indent="-514350">
              <a:lnSpc>
                <a:spcPct val="200000"/>
              </a:lnSpc>
              <a:buFont typeface="+mj-lt"/>
              <a:buAutoNum type="arabicPeriod"/>
            </a:pPr>
            <a:r>
              <a:rPr lang="vi-VN" sz="2800" b="1" dirty="0">
                <a:latin typeface="+mj-lt"/>
              </a:rPr>
              <a:t>Đặc tả hệ thống</a:t>
            </a:r>
          </a:p>
          <a:p>
            <a:pPr marL="514350" indent="-514350">
              <a:lnSpc>
                <a:spcPct val="200000"/>
              </a:lnSpc>
              <a:buFont typeface="+mj-lt"/>
              <a:buAutoNum type="arabicPeriod"/>
            </a:pPr>
            <a:r>
              <a:rPr lang="vi-VN" sz="2800" b="1" dirty="0">
                <a:latin typeface="+mj-lt"/>
              </a:rPr>
              <a:t>Mô tả thực thể và thuộc tính</a:t>
            </a:r>
          </a:p>
          <a:p>
            <a:pPr marL="514350" indent="-514350">
              <a:lnSpc>
                <a:spcPct val="200000"/>
              </a:lnSpc>
              <a:buFont typeface="+mj-lt"/>
              <a:buAutoNum type="arabicPeriod"/>
            </a:pPr>
            <a:r>
              <a:rPr lang="vi-VN" sz="2800" b="1" dirty="0">
                <a:latin typeface="+mj-lt"/>
              </a:rPr>
              <a:t>Sơ đồ ERD</a:t>
            </a:r>
          </a:p>
          <a:p>
            <a:pPr marL="514350" indent="-514350">
              <a:lnSpc>
                <a:spcPct val="200000"/>
              </a:lnSpc>
              <a:buFont typeface="+mj-lt"/>
              <a:buAutoNum type="arabicPeriod"/>
            </a:pPr>
            <a:r>
              <a:rPr lang="vi-VN" sz="2800" b="1" dirty="0">
                <a:latin typeface="+mj-lt"/>
              </a:rPr>
              <a:t>Các câu truy vấn</a:t>
            </a:r>
            <a:endParaRPr lang="en-US" sz="2800" b="1" dirty="0">
              <a:latin typeface="+mj-lt"/>
            </a:endParaRPr>
          </a:p>
          <a:p>
            <a:pPr marL="514350" indent="-514350">
              <a:lnSpc>
                <a:spcPct val="200000"/>
              </a:lnSpc>
              <a:buFont typeface="+mj-lt"/>
              <a:buAutoNum type="arabicPeriod"/>
            </a:pPr>
            <a:r>
              <a:rPr lang="en-US" sz="2800" b="1" dirty="0" err="1">
                <a:latin typeface="Times New Roman" panose="02020603050405020304" pitchFamily="18" charset="0"/>
                <a:cs typeface="Times New Roman" panose="02020603050405020304" pitchFamily="18" charset="0"/>
              </a:rPr>
              <a:t>Đánh</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giá</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thiết</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kế</a:t>
            </a:r>
            <a:endParaRPr 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993427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888E46D-1E70-C34C-023E-035D05DF3A2B}"/>
              </a:ext>
            </a:extLst>
          </p:cNvPr>
          <p:cNvSpPr/>
          <p:nvPr/>
        </p:nvSpPr>
        <p:spPr>
          <a:xfrm>
            <a:off x="1" y="0"/>
            <a:ext cx="747293" cy="737419"/>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prstClr val="black"/>
              </a:solidFill>
              <a:effectLst/>
              <a:uLnTx/>
              <a:uFillTx/>
              <a:latin typeface="Aptos Display" panose="02110004020202020204"/>
              <a:ea typeface="+mn-ea"/>
              <a:cs typeface="+mn-cs"/>
            </a:endParaRPr>
          </a:p>
        </p:txBody>
      </p:sp>
      <p:sp>
        <p:nvSpPr>
          <p:cNvPr id="2" name="Rectangle 1">
            <a:extLst>
              <a:ext uri="{FF2B5EF4-FFF2-40B4-BE49-F238E27FC236}">
                <a16:creationId xmlns:a16="http://schemas.microsoft.com/office/drawing/2014/main" id="{65F5E73B-AD96-6973-6A59-FC43B9880258}"/>
              </a:ext>
            </a:extLst>
          </p:cNvPr>
          <p:cNvSpPr/>
          <p:nvPr/>
        </p:nvSpPr>
        <p:spPr>
          <a:xfrm>
            <a:off x="747294" y="0"/>
            <a:ext cx="11444705" cy="737419"/>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vi-VN"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rPr>
              <a:t>Đặc tả hệ thống</a:t>
            </a:r>
            <a:endParaRPr kumimoji="0" lang="en-US" sz="3200" b="1" i="0" u="none" strike="noStrike" kern="1200" cap="none" spc="0" normalizeH="0" baseline="0" noProof="0" dirty="0">
              <a:ln>
                <a:noFill/>
              </a:ln>
              <a:solidFill>
                <a:prstClr val="black"/>
              </a:solidFill>
              <a:effectLst/>
              <a:uLnTx/>
              <a:uFillTx/>
              <a:latin typeface="Aptos Display" panose="02110004020202020204"/>
              <a:ea typeface="+mn-ea"/>
              <a:cs typeface="+mn-cs"/>
            </a:endParaRPr>
          </a:p>
        </p:txBody>
      </p:sp>
      <p:pic>
        <p:nvPicPr>
          <p:cNvPr id="3" name="Picture 2" descr="A blue and black logo&#10;&#10;Description automatically generated">
            <a:extLst>
              <a:ext uri="{FF2B5EF4-FFF2-40B4-BE49-F238E27FC236}">
                <a16:creationId xmlns:a16="http://schemas.microsoft.com/office/drawing/2014/main" id="{693302C2-5E00-887F-C7E7-771AC1F2FA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747295" cy="737419"/>
          </a:xfrm>
          <a:prstGeom prst="rect">
            <a:avLst/>
          </a:prstGeom>
        </p:spPr>
      </p:pic>
      <p:sp>
        <p:nvSpPr>
          <p:cNvPr id="8" name="TextBox 7">
            <a:extLst>
              <a:ext uri="{FF2B5EF4-FFF2-40B4-BE49-F238E27FC236}">
                <a16:creationId xmlns:a16="http://schemas.microsoft.com/office/drawing/2014/main" id="{1E319727-70CF-EDB5-1F40-9F2C52E35171}"/>
              </a:ext>
            </a:extLst>
          </p:cNvPr>
          <p:cNvSpPr txBox="1"/>
          <p:nvPr/>
        </p:nvSpPr>
        <p:spPr>
          <a:xfrm>
            <a:off x="373645" y="986050"/>
            <a:ext cx="11444705" cy="646331"/>
          </a:xfrm>
          <a:prstGeom prst="rect">
            <a:avLst/>
          </a:prstGeom>
          <a:noFill/>
        </p:spPr>
        <p:txBody>
          <a:bodyPr wrap="square">
            <a:spAutoFit/>
          </a:bodyPr>
          <a:lstStyle/>
          <a:p>
            <a:r>
              <a:rPr lang="en-US" b="1" dirty="0" err="1">
                <a:latin typeface="Times New Roman" panose="02020603050405020304" pitchFamily="18" charset="0"/>
                <a:ea typeface="Times New Roman" panose="02020603050405020304" pitchFamily="18" charset="0"/>
                <a:cs typeface="Times New Roman" panose="02020603050405020304" pitchFamily="18" charset="0"/>
              </a:rPr>
              <a:t>V</a:t>
            </a:r>
            <a:r>
              <a:rPr lang="en-US" b="1" dirty="0" err="1">
                <a:effectLst/>
                <a:latin typeface="Times New Roman" panose="02020603050405020304" pitchFamily="18" charset="0"/>
                <a:ea typeface="Times New Roman" panose="02020603050405020304" pitchFamily="18" charset="0"/>
                <a:cs typeface="Times New Roman" panose="02020603050405020304" pitchFamily="18" charset="0"/>
              </a:rPr>
              <a:t>ấn</a:t>
            </a:r>
            <a:r>
              <a:rPr lang="en-US"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effectLst/>
                <a:latin typeface="Times New Roman" panose="02020603050405020304" pitchFamily="18" charset="0"/>
                <a:ea typeface="Times New Roman" panose="02020603050405020304" pitchFamily="18" charset="0"/>
                <a:cs typeface="Times New Roman" panose="02020603050405020304" pitchFamily="18" charset="0"/>
              </a:rPr>
              <a:t>đề</a:t>
            </a:r>
            <a:r>
              <a:rPr lang="en-US"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vi-VN" sz="1800" dirty="0">
                <a:effectLst/>
                <a:latin typeface="Times New Roman" panose="02020603050405020304" pitchFamily="18" charset="0"/>
                <a:ea typeface="Times New Roman" panose="02020603050405020304" pitchFamily="18" charset="0"/>
                <a:cs typeface="Times New Roman" panose="02020603050405020304" pitchFamily="18" charset="0"/>
              </a:rPr>
              <a:t>Để phục vụ nhu cầu quản lý khách sạn, bạn cần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xây</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dựng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một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ứng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dụng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nhằm</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hỗ</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trợ</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việc</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thống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kê</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quản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lý</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các</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phòng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dịch</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vụ</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nhân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viên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quản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lý</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khách</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hàng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cũng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như</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việc</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mượn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trả</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phòng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của</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khách</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và</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các</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tiện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ích</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khác</a:t>
            </a:r>
            <a:endParaRPr lang="en-US"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51A9A4A1-9349-EB8E-1779-C6EF04AEEC41}"/>
              </a:ext>
            </a:extLst>
          </p:cNvPr>
          <p:cNvSpPr txBox="1"/>
          <p:nvPr/>
        </p:nvSpPr>
        <p:spPr>
          <a:xfrm>
            <a:off x="373644" y="2215535"/>
            <a:ext cx="11444705" cy="3970318"/>
          </a:xfrm>
          <a:prstGeom prst="rect">
            <a:avLst/>
          </a:prstGeom>
          <a:noFill/>
        </p:spPr>
        <p:txBody>
          <a:bodyPr wrap="square">
            <a:spAutoFit/>
          </a:bodyPr>
          <a:lstStyle/>
          <a:p>
            <a:r>
              <a:rPr lang="vi-VN" b="1" dirty="0">
                <a:latin typeface="Times New Roman" panose="02020603050405020304" pitchFamily="18" charset="0"/>
                <a:ea typeface="Times New Roman" panose="02020603050405020304" pitchFamily="18" charset="0"/>
                <a:cs typeface="Times New Roman" panose="02020603050405020304" pitchFamily="18" charset="0"/>
              </a:rPr>
              <a:t>Cần đáp ứng các yêu cầu:</a:t>
            </a:r>
          </a:p>
          <a:p>
            <a:r>
              <a:rPr lang="vi-VN" b="1" dirty="0">
                <a:latin typeface="Times New Roman" panose="02020603050405020304" pitchFamily="18" charset="0"/>
                <a:cs typeface="Times New Roman" panose="02020603050405020304" pitchFamily="18" charset="0"/>
              </a:rPr>
              <a:t>- Quản lý đặt phòng: </a:t>
            </a:r>
            <a:r>
              <a:rPr lang="vi-VN" dirty="0">
                <a:latin typeface="Times New Roman" panose="02020603050405020304" pitchFamily="18" charset="0"/>
                <a:cs typeface="Times New Roman" panose="02020603050405020304" pitchFamily="18" charset="0"/>
              </a:rPr>
              <a:t>Nhận yêu cầu đặt phòng, kiểm tra tính khả dụng của phòng, ghi nhận đặt phòng và quản lý đặt cọc</a:t>
            </a:r>
          </a:p>
          <a:p>
            <a:r>
              <a:rPr lang="vi-VN" b="1" dirty="0">
                <a:latin typeface="Times New Roman" panose="02020603050405020304" pitchFamily="18" charset="0"/>
                <a:cs typeface="Times New Roman" panose="02020603050405020304" pitchFamily="18" charset="0"/>
              </a:rPr>
              <a:t>- Quản lý phòng: </a:t>
            </a:r>
            <a:r>
              <a:rPr lang="vi-VN" dirty="0">
                <a:latin typeface="Times New Roman" panose="02020603050405020304" pitchFamily="18" charset="0"/>
                <a:cs typeface="Times New Roman" panose="02020603050405020304" pitchFamily="18" charset="0"/>
              </a:rPr>
              <a:t>Theo dõi thông tin, tình trạng phòng, giúp nhân viên quản lý phân bổ phòng</a:t>
            </a:r>
          </a:p>
          <a:p>
            <a:r>
              <a:rPr lang="vi-VN" b="1" dirty="0">
                <a:latin typeface="Times New Roman" panose="02020603050405020304" pitchFamily="18" charset="0"/>
                <a:cs typeface="Times New Roman" panose="02020603050405020304" pitchFamily="18" charset="0"/>
              </a:rPr>
              <a:t>- Quản lý thông tin khách hàng: </a:t>
            </a:r>
            <a:r>
              <a:rPr lang="vi-VN" dirty="0">
                <a:latin typeface="Times New Roman" panose="02020603050405020304" pitchFamily="18" charset="0"/>
                <a:cs typeface="Times New Roman" panose="02020603050405020304" pitchFamily="18" charset="0"/>
              </a:rPr>
              <a:t>Lưu trữ thông tin, lịch sử đặt phòng, sử dụng dịch vụ của khách hàng. Cung cấp dịch vụ làm thẻ Khách hàng thân thiết, các ưu đãi cho khách hàng.</a:t>
            </a:r>
          </a:p>
          <a:p>
            <a:r>
              <a:rPr lang="vi-VN" b="1" dirty="0">
                <a:latin typeface="Times New Roman" panose="02020603050405020304" pitchFamily="18" charset="0"/>
                <a:cs typeface="Times New Roman" panose="02020603050405020304" pitchFamily="18" charset="0"/>
              </a:rPr>
              <a:t>- Quản lý hóa đơn: </a:t>
            </a:r>
            <a:r>
              <a:rPr lang="vi-VN" dirty="0">
                <a:latin typeface="Times New Roman" panose="02020603050405020304" pitchFamily="18" charset="0"/>
                <a:cs typeface="Times New Roman" panose="02020603050405020304" pitchFamily="18" charset="0"/>
              </a:rPr>
              <a:t>Tạo lập hóa đơn, quản lý các chi phí phát sinh trong quá trình tạo lập hóa đơn. Cung cấp các phương thức thanh toán hóa đơn khác nhau</a:t>
            </a:r>
          </a:p>
          <a:p>
            <a:r>
              <a:rPr lang="vi-VN" b="1" dirty="0">
                <a:latin typeface="Times New Roman" panose="02020603050405020304" pitchFamily="18" charset="0"/>
                <a:cs typeface="Times New Roman" panose="02020603050405020304" pitchFamily="18" charset="0"/>
              </a:rPr>
              <a:t>- Quản lý thẻ khách hàng thân thiết: </a:t>
            </a:r>
            <a:r>
              <a:rPr lang="vi-VN" dirty="0">
                <a:latin typeface="Times New Roman" panose="02020603050405020304" pitchFamily="18" charset="0"/>
                <a:cs typeface="Times New Roman" panose="02020603050405020304" pitchFamily="18" charset="0"/>
              </a:rPr>
              <a:t>Quản lý thông tin, điểm tích lũy, ưu đãi, thời gian hiệu lực của thẻ Khách hàng thân thiết</a:t>
            </a:r>
          </a:p>
          <a:p>
            <a:r>
              <a:rPr lang="vi-VN" b="1" dirty="0">
                <a:latin typeface="Times New Roman" panose="02020603050405020304" pitchFamily="18" charset="0"/>
                <a:cs typeface="Times New Roman" panose="02020603050405020304" pitchFamily="18" charset="0"/>
              </a:rPr>
              <a:t>- Quản lý dịch vụ: </a:t>
            </a:r>
            <a:r>
              <a:rPr lang="vi-VN" dirty="0">
                <a:latin typeface="Times New Roman" panose="02020603050405020304" pitchFamily="18" charset="0"/>
                <a:cs typeface="Times New Roman" panose="02020603050405020304" pitchFamily="18" charset="0"/>
              </a:rPr>
              <a:t>Cung cấp dịch vụ, tạo lập hóa đơn sử dụng dịch vụ</a:t>
            </a:r>
          </a:p>
          <a:p>
            <a:r>
              <a:rPr lang="vi-VN" b="1" dirty="0">
                <a:latin typeface="Times New Roman" panose="02020603050405020304" pitchFamily="18" charset="0"/>
                <a:cs typeface="Times New Roman" panose="02020603050405020304" pitchFamily="18" charset="0"/>
              </a:rPr>
              <a:t>- Quản lý nhân sự: </a:t>
            </a:r>
            <a:r>
              <a:rPr lang="vi-VN" dirty="0">
                <a:latin typeface="Times New Roman" panose="02020603050405020304" pitchFamily="18" charset="0"/>
                <a:cs typeface="Times New Roman" panose="02020603050405020304" pitchFamily="18" charset="0"/>
              </a:rPr>
              <a:t>Theo dõi thông tin nhân viên, tính toán lương và lập lịch làm việc cho nhân viên</a:t>
            </a:r>
          </a:p>
          <a:p>
            <a:r>
              <a:rPr lang="vi-VN" b="1" dirty="0">
                <a:latin typeface="Times New Roman" panose="02020603050405020304" pitchFamily="18" charset="0"/>
                <a:cs typeface="Times New Roman" panose="02020603050405020304" pitchFamily="18" charset="0"/>
              </a:rPr>
              <a:t>- Quản lý trang thiết bị: </a:t>
            </a:r>
            <a:r>
              <a:rPr lang="vi-VN" dirty="0">
                <a:latin typeface="Times New Roman" panose="02020603050405020304" pitchFamily="18" charset="0"/>
                <a:cs typeface="Times New Roman" panose="02020603050405020304" pitchFamily="18" charset="0"/>
              </a:rPr>
              <a:t>Theo dõi thông tin và tình trạng trang thiết bị của khách sạn</a:t>
            </a:r>
          </a:p>
          <a:p>
            <a:r>
              <a:rPr lang="vi-VN" b="1" dirty="0">
                <a:latin typeface="Times New Roman" panose="02020603050405020304" pitchFamily="18" charset="0"/>
                <a:cs typeface="Times New Roman" panose="02020603050405020304" pitchFamily="18" charset="0"/>
              </a:rPr>
              <a:t>- Quản lý thiệt hại: </a:t>
            </a:r>
            <a:r>
              <a:rPr lang="vi-VN" dirty="0">
                <a:latin typeface="Times New Roman" panose="02020603050405020304" pitchFamily="18" charset="0"/>
                <a:cs typeface="Times New Roman" panose="02020603050405020304" pitchFamily="18" charset="0"/>
              </a:rPr>
              <a:t>Theo dõi thiệt hại và tạo lập hóa đơn bồi thường thiệt hại</a:t>
            </a:r>
          </a:p>
          <a:p>
            <a:r>
              <a:rPr lang="vi-VN" b="1" dirty="0">
                <a:latin typeface="Times New Roman" panose="02020603050405020304" pitchFamily="18" charset="0"/>
                <a:cs typeface="Times New Roman" panose="02020603050405020304" pitchFamily="18" charset="0"/>
              </a:rPr>
              <a:t>- Báo cáo, thống kê: </a:t>
            </a:r>
            <a:r>
              <a:rPr lang="vi-VN" dirty="0">
                <a:latin typeface="Times New Roman" panose="02020603050405020304" pitchFamily="18" charset="0"/>
                <a:cs typeface="Times New Roman" panose="02020603050405020304" pitchFamily="18" charset="0"/>
              </a:rPr>
              <a:t>Thống kê doanh thu, số lượng khách hàng, tỷ lệ đặt phòng…</a:t>
            </a:r>
          </a:p>
        </p:txBody>
      </p:sp>
    </p:spTree>
    <p:extLst>
      <p:ext uri="{BB962C8B-B14F-4D97-AF65-F5344CB8AC3E}">
        <p14:creationId xmlns:p14="http://schemas.microsoft.com/office/powerpoint/2010/main" val="15615146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888E46D-1E70-C34C-023E-035D05DF3A2B}"/>
              </a:ext>
            </a:extLst>
          </p:cNvPr>
          <p:cNvSpPr/>
          <p:nvPr/>
        </p:nvSpPr>
        <p:spPr>
          <a:xfrm>
            <a:off x="1" y="0"/>
            <a:ext cx="747293" cy="737419"/>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prstClr val="black"/>
              </a:solidFill>
              <a:effectLst/>
              <a:uLnTx/>
              <a:uFillTx/>
              <a:latin typeface="Aptos Display" panose="02110004020202020204"/>
              <a:ea typeface="+mn-ea"/>
              <a:cs typeface="+mn-cs"/>
            </a:endParaRPr>
          </a:p>
        </p:txBody>
      </p:sp>
      <p:sp>
        <p:nvSpPr>
          <p:cNvPr id="2" name="Rectangle 1">
            <a:extLst>
              <a:ext uri="{FF2B5EF4-FFF2-40B4-BE49-F238E27FC236}">
                <a16:creationId xmlns:a16="http://schemas.microsoft.com/office/drawing/2014/main" id="{65F5E73B-AD96-6973-6A59-FC43B9880258}"/>
              </a:ext>
            </a:extLst>
          </p:cNvPr>
          <p:cNvSpPr/>
          <p:nvPr/>
        </p:nvSpPr>
        <p:spPr>
          <a:xfrm>
            <a:off x="747294" y="0"/>
            <a:ext cx="11444705" cy="737419"/>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vi-VN"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rPr>
              <a:t>Mô tả thực thể và thuộc tính</a:t>
            </a:r>
            <a:endParaRPr kumimoji="0" lang="en-US" sz="3200" b="1" i="0" u="none" strike="noStrike" kern="1200" cap="none" spc="0" normalizeH="0" baseline="0" noProof="0" dirty="0">
              <a:ln>
                <a:noFill/>
              </a:ln>
              <a:solidFill>
                <a:prstClr val="black"/>
              </a:solidFill>
              <a:effectLst/>
              <a:uLnTx/>
              <a:uFillTx/>
              <a:latin typeface="Aptos Display" panose="02110004020202020204"/>
              <a:ea typeface="+mn-ea"/>
              <a:cs typeface="+mn-cs"/>
            </a:endParaRPr>
          </a:p>
        </p:txBody>
      </p:sp>
      <p:pic>
        <p:nvPicPr>
          <p:cNvPr id="3" name="Picture 2" descr="A blue and black logo&#10;&#10;Description automatically generated">
            <a:extLst>
              <a:ext uri="{FF2B5EF4-FFF2-40B4-BE49-F238E27FC236}">
                <a16:creationId xmlns:a16="http://schemas.microsoft.com/office/drawing/2014/main" id="{693302C2-5E00-887F-C7E7-771AC1F2FA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747295" cy="737419"/>
          </a:xfrm>
          <a:prstGeom prst="rect">
            <a:avLst/>
          </a:prstGeom>
        </p:spPr>
      </p:pic>
      <p:sp>
        <p:nvSpPr>
          <p:cNvPr id="4" name="TextBox 3">
            <a:extLst>
              <a:ext uri="{FF2B5EF4-FFF2-40B4-BE49-F238E27FC236}">
                <a16:creationId xmlns:a16="http://schemas.microsoft.com/office/drawing/2014/main" id="{31181E7C-3DBA-E488-EDFB-CD2BACABD0AB}"/>
              </a:ext>
            </a:extLst>
          </p:cNvPr>
          <p:cNvSpPr txBox="1"/>
          <p:nvPr/>
        </p:nvSpPr>
        <p:spPr>
          <a:xfrm>
            <a:off x="373647" y="976218"/>
            <a:ext cx="11444705" cy="5714128"/>
          </a:xfrm>
          <a:prstGeom prst="rect">
            <a:avLst/>
          </a:prstGeom>
          <a:noFill/>
        </p:spPr>
        <p:txBody>
          <a:bodyPr wrap="square">
            <a:spAutoFit/>
          </a:bodyPr>
          <a:lstStyle/>
          <a:p>
            <a:pPr>
              <a:lnSpc>
                <a:spcPct val="120000"/>
              </a:lnSpc>
            </a:pPr>
            <a:r>
              <a:rPr lang="vi-VN" b="1" dirty="0">
                <a:latin typeface="Times New Roman" panose="02020603050405020304" pitchFamily="18" charset="0"/>
                <a:ea typeface="Times New Roman" panose="02020603050405020304" pitchFamily="18" charset="0"/>
                <a:cs typeface="Times New Roman" panose="02020603050405020304" pitchFamily="18" charset="0"/>
              </a:rPr>
              <a:t>PHONG(</a:t>
            </a:r>
            <a:r>
              <a:rPr lang="vi-VN" u="sng" dirty="0">
                <a:latin typeface="Times New Roman" panose="02020603050405020304" pitchFamily="18" charset="0"/>
                <a:ea typeface="Times New Roman" panose="02020603050405020304" pitchFamily="18" charset="0"/>
                <a:cs typeface="Times New Roman" panose="02020603050405020304" pitchFamily="18" charset="0"/>
              </a:rPr>
              <a:t>SO_PHONG</a:t>
            </a:r>
            <a:r>
              <a:rPr lang="vi-VN" dirty="0">
                <a:latin typeface="Times New Roman" panose="02020603050405020304" pitchFamily="18" charset="0"/>
                <a:ea typeface="Times New Roman" panose="02020603050405020304" pitchFamily="18" charset="0"/>
                <a:cs typeface="Times New Roman" panose="02020603050405020304" pitchFamily="18" charset="0"/>
              </a:rPr>
              <a:t>, DIEN_TICH, SUC_CHUA, DON_GIA, TRANG_THAI</a:t>
            </a:r>
            <a:r>
              <a:rPr lang="vi-VN" b="1" dirty="0">
                <a:latin typeface="Times New Roman" panose="02020603050405020304" pitchFamily="18" charset="0"/>
                <a:ea typeface="Times New Roman" panose="02020603050405020304" pitchFamily="18" charset="0"/>
                <a:cs typeface="Times New Roman" panose="02020603050405020304" pitchFamily="18" charset="0"/>
              </a:rPr>
              <a:t>)</a:t>
            </a:r>
          </a:p>
          <a:p>
            <a:pPr>
              <a:lnSpc>
                <a:spcPct val="120000"/>
              </a:lnSpc>
            </a:pPr>
            <a:r>
              <a:rPr lang="vi-VN" b="1" dirty="0">
                <a:latin typeface="Times New Roman" panose="02020603050405020304" pitchFamily="18" charset="0"/>
                <a:cs typeface="Times New Roman" panose="02020603050405020304" pitchFamily="18" charset="0"/>
              </a:rPr>
              <a:t>LOAI_PHONG</a:t>
            </a:r>
            <a:r>
              <a:rPr lang="vi-VN" dirty="0">
                <a:latin typeface="Times New Roman" panose="02020603050405020304" pitchFamily="18" charset="0"/>
                <a:cs typeface="Times New Roman" panose="02020603050405020304" pitchFamily="18" charset="0"/>
              </a:rPr>
              <a:t>(</a:t>
            </a:r>
            <a:r>
              <a:rPr lang="vi-VN" u="sng" dirty="0">
                <a:latin typeface="Times New Roman" panose="02020603050405020304" pitchFamily="18" charset="0"/>
                <a:cs typeface="Times New Roman" panose="02020603050405020304" pitchFamily="18" charset="0"/>
              </a:rPr>
              <a:t>MA_LOAI_PHONG</a:t>
            </a:r>
            <a:r>
              <a:rPr lang="vi-VN" dirty="0">
                <a:latin typeface="Times New Roman" panose="02020603050405020304" pitchFamily="18" charset="0"/>
                <a:cs typeface="Times New Roman" panose="02020603050405020304" pitchFamily="18" charset="0"/>
              </a:rPr>
              <a:t>, TEN_LOAI_PHONG, GIA_LOAI)</a:t>
            </a:r>
          </a:p>
          <a:p>
            <a:pPr>
              <a:lnSpc>
                <a:spcPct val="120000"/>
              </a:lnSpc>
            </a:pPr>
            <a:r>
              <a:rPr lang="vi-VN" b="1" dirty="0">
                <a:latin typeface="Times New Roman" panose="02020603050405020304" pitchFamily="18" charset="0"/>
                <a:cs typeface="Times New Roman" panose="02020603050405020304" pitchFamily="18" charset="0"/>
              </a:rPr>
              <a:t>HANG_PHONG</a:t>
            </a:r>
            <a:r>
              <a:rPr lang="vi-VN" dirty="0">
                <a:latin typeface="Times New Roman" panose="02020603050405020304" pitchFamily="18" charset="0"/>
                <a:cs typeface="Times New Roman" panose="02020603050405020304" pitchFamily="18" charset="0"/>
              </a:rPr>
              <a:t>(</a:t>
            </a:r>
            <a:r>
              <a:rPr lang="vi-VN" u="sng" dirty="0">
                <a:latin typeface="Times New Roman" panose="02020603050405020304" pitchFamily="18" charset="0"/>
                <a:cs typeface="Times New Roman" panose="02020603050405020304" pitchFamily="18" charset="0"/>
              </a:rPr>
              <a:t>MA_HANG_PHONG</a:t>
            </a:r>
            <a:r>
              <a:rPr lang="vi-VN" dirty="0">
                <a:latin typeface="Times New Roman" panose="02020603050405020304" pitchFamily="18" charset="0"/>
                <a:cs typeface="Times New Roman" panose="02020603050405020304" pitchFamily="18" charset="0"/>
              </a:rPr>
              <a:t>, TEN_HANG_PHONG, GIA_HANG)</a:t>
            </a:r>
          </a:p>
          <a:p>
            <a:pPr>
              <a:lnSpc>
                <a:spcPct val="120000"/>
              </a:lnSpc>
            </a:pPr>
            <a:r>
              <a:rPr lang="vi-VN" b="1" dirty="0">
                <a:latin typeface="Times New Roman" panose="02020603050405020304" pitchFamily="18" charset="0"/>
                <a:cs typeface="Times New Roman" panose="02020603050405020304" pitchFamily="18" charset="0"/>
              </a:rPr>
              <a:t>PHIEU_DAT_PHONG</a:t>
            </a:r>
            <a:r>
              <a:rPr lang="vi-VN" dirty="0">
                <a:latin typeface="Times New Roman" panose="02020603050405020304" pitchFamily="18" charset="0"/>
                <a:cs typeface="Times New Roman" panose="02020603050405020304" pitchFamily="18" charset="0"/>
              </a:rPr>
              <a:t>(</a:t>
            </a:r>
            <a:r>
              <a:rPr lang="vi-VN" u="sng" dirty="0">
                <a:latin typeface="Times New Roman" panose="02020603050405020304" pitchFamily="18" charset="0"/>
                <a:cs typeface="Times New Roman" panose="02020603050405020304" pitchFamily="18" charset="0"/>
              </a:rPr>
              <a:t>MA_PHIEU_DP</a:t>
            </a:r>
            <a:r>
              <a:rPr lang="vi-VN" dirty="0">
                <a:latin typeface="Times New Roman" panose="02020603050405020304" pitchFamily="18" charset="0"/>
                <a:cs typeface="Times New Roman" panose="02020603050405020304" pitchFamily="18" charset="0"/>
              </a:rPr>
              <a:t>, NGAY_LAP_PHIEU, TONG_THANH_TOAN)</a:t>
            </a:r>
          </a:p>
          <a:p>
            <a:pPr>
              <a:lnSpc>
                <a:spcPct val="120000"/>
              </a:lnSpc>
            </a:pPr>
            <a:r>
              <a:rPr lang="vi-VN" b="1" dirty="0">
                <a:latin typeface="Times New Roman" panose="02020603050405020304" pitchFamily="18" charset="0"/>
                <a:cs typeface="Times New Roman" panose="02020603050405020304" pitchFamily="18" charset="0"/>
              </a:rPr>
              <a:t>KHACH_HANG</a:t>
            </a:r>
            <a:r>
              <a:rPr lang="vi-VN" dirty="0">
                <a:latin typeface="Times New Roman" panose="02020603050405020304" pitchFamily="18" charset="0"/>
                <a:cs typeface="Times New Roman" panose="02020603050405020304" pitchFamily="18" charset="0"/>
              </a:rPr>
              <a:t>(</a:t>
            </a:r>
            <a:r>
              <a:rPr lang="vi-VN" u="sng" dirty="0">
                <a:latin typeface="Times New Roman" panose="02020603050405020304" pitchFamily="18" charset="0"/>
                <a:cs typeface="Times New Roman" panose="02020603050405020304" pitchFamily="18" charset="0"/>
              </a:rPr>
              <a:t>MA_KH</a:t>
            </a:r>
            <a:r>
              <a:rPr lang="vi-VN" dirty="0">
                <a:latin typeface="Times New Roman" panose="02020603050405020304" pitchFamily="18" charset="0"/>
                <a:cs typeface="Times New Roman" panose="02020603050405020304" pitchFamily="18" charset="0"/>
              </a:rPr>
              <a:t>, TEN_KH, CCCD, QUOC_TICH, SDT)</a:t>
            </a:r>
          </a:p>
          <a:p>
            <a:pPr>
              <a:lnSpc>
                <a:spcPct val="120000"/>
              </a:lnSpc>
            </a:pPr>
            <a:r>
              <a:rPr lang="vi-VN" b="1" dirty="0">
                <a:latin typeface="Times New Roman" panose="02020603050405020304" pitchFamily="18" charset="0"/>
                <a:cs typeface="Times New Roman" panose="02020603050405020304" pitchFamily="18" charset="0"/>
              </a:rPr>
              <a:t>THE_KHTT</a:t>
            </a:r>
            <a:r>
              <a:rPr lang="vi-VN" dirty="0">
                <a:latin typeface="Times New Roman" panose="02020603050405020304" pitchFamily="18" charset="0"/>
                <a:cs typeface="Times New Roman" panose="02020603050405020304" pitchFamily="18" charset="0"/>
              </a:rPr>
              <a:t>(</a:t>
            </a:r>
            <a:r>
              <a:rPr lang="vi-VN" u="sng" dirty="0">
                <a:latin typeface="Times New Roman" panose="02020603050405020304" pitchFamily="18" charset="0"/>
                <a:cs typeface="Times New Roman" panose="02020603050405020304" pitchFamily="18" charset="0"/>
              </a:rPr>
              <a:t>MA_THE_KHTT</a:t>
            </a:r>
            <a:r>
              <a:rPr lang="vi-VN" dirty="0">
                <a:latin typeface="Times New Roman" panose="02020603050405020304" pitchFamily="18" charset="0"/>
                <a:cs typeface="Times New Roman" panose="02020603050405020304" pitchFamily="18" charset="0"/>
              </a:rPr>
              <a:t>, TRANG_THAI, HAN_SU_DUNG, DIEM_TICH_LUY)</a:t>
            </a:r>
          </a:p>
          <a:p>
            <a:pPr>
              <a:lnSpc>
                <a:spcPct val="120000"/>
              </a:lnSpc>
            </a:pPr>
            <a:r>
              <a:rPr lang="vi-VN" b="1" dirty="0">
                <a:latin typeface="Times New Roman" panose="02020603050405020304" pitchFamily="18" charset="0"/>
                <a:cs typeface="Times New Roman" panose="02020603050405020304" pitchFamily="18" charset="0"/>
              </a:rPr>
              <a:t>DICH_VU</a:t>
            </a:r>
            <a:r>
              <a:rPr lang="vi-VN" dirty="0">
                <a:latin typeface="Times New Roman" panose="02020603050405020304" pitchFamily="18" charset="0"/>
                <a:cs typeface="Times New Roman" panose="02020603050405020304" pitchFamily="18" charset="0"/>
              </a:rPr>
              <a:t>(</a:t>
            </a:r>
            <a:r>
              <a:rPr lang="vi-VN" u="sng" dirty="0">
                <a:latin typeface="Times New Roman" panose="02020603050405020304" pitchFamily="18" charset="0"/>
                <a:cs typeface="Times New Roman" panose="02020603050405020304" pitchFamily="18" charset="0"/>
              </a:rPr>
              <a:t>MA_DV</a:t>
            </a:r>
            <a:r>
              <a:rPr lang="vi-VN" dirty="0">
                <a:latin typeface="Times New Roman" panose="02020603050405020304" pitchFamily="18" charset="0"/>
                <a:cs typeface="Times New Roman" panose="02020603050405020304" pitchFamily="18" charset="0"/>
              </a:rPr>
              <a:t>, TEN_DV, DON_VI_TINH, GIA_NIEM_YET)</a:t>
            </a:r>
          </a:p>
          <a:p>
            <a:pPr>
              <a:lnSpc>
                <a:spcPct val="120000"/>
              </a:lnSpc>
            </a:pPr>
            <a:r>
              <a:rPr lang="vi-VN" b="1" dirty="0">
                <a:latin typeface="Times New Roman" panose="02020603050405020304" pitchFamily="18" charset="0"/>
                <a:cs typeface="Times New Roman" panose="02020603050405020304" pitchFamily="18" charset="0"/>
              </a:rPr>
              <a:t>PHIEU_SU_DUNG_DICH_VU</a:t>
            </a:r>
            <a:r>
              <a:rPr lang="vi-VN" dirty="0">
                <a:latin typeface="Times New Roman" panose="02020603050405020304" pitchFamily="18" charset="0"/>
                <a:cs typeface="Times New Roman" panose="02020603050405020304" pitchFamily="18" charset="0"/>
              </a:rPr>
              <a:t>(</a:t>
            </a:r>
            <a:r>
              <a:rPr lang="vi-VN" u="sng" dirty="0">
                <a:latin typeface="Times New Roman" panose="02020603050405020304" pitchFamily="18" charset="0"/>
                <a:cs typeface="Times New Roman" panose="02020603050405020304" pitchFamily="18" charset="0"/>
              </a:rPr>
              <a:t>MA_PHIEU_SDDV</a:t>
            </a:r>
            <a:r>
              <a:rPr lang="vi-VN" dirty="0">
                <a:latin typeface="Times New Roman" panose="02020603050405020304" pitchFamily="18" charset="0"/>
                <a:cs typeface="Times New Roman" panose="02020603050405020304" pitchFamily="18" charset="0"/>
              </a:rPr>
              <a:t>, NGAY_LAP_PHIEU, THANH_TIEN)</a:t>
            </a:r>
          </a:p>
          <a:p>
            <a:pPr>
              <a:lnSpc>
                <a:spcPct val="120000"/>
              </a:lnSpc>
            </a:pPr>
            <a:r>
              <a:rPr lang="vi-VN" b="1" dirty="0">
                <a:latin typeface="Times New Roman" panose="02020603050405020304" pitchFamily="18" charset="0"/>
                <a:cs typeface="Times New Roman" panose="02020603050405020304" pitchFamily="18" charset="0"/>
              </a:rPr>
              <a:t>PHIEU_DAT_COC</a:t>
            </a:r>
            <a:r>
              <a:rPr lang="vi-VN" dirty="0">
                <a:latin typeface="Times New Roman" panose="02020603050405020304" pitchFamily="18" charset="0"/>
                <a:cs typeface="Times New Roman" panose="02020603050405020304" pitchFamily="18" charset="0"/>
              </a:rPr>
              <a:t>(</a:t>
            </a:r>
            <a:r>
              <a:rPr lang="vi-VN" u="sng" dirty="0">
                <a:latin typeface="Times New Roman" panose="02020603050405020304" pitchFamily="18" charset="0"/>
                <a:cs typeface="Times New Roman" panose="02020603050405020304" pitchFamily="18" charset="0"/>
              </a:rPr>
              <a:t>MA_PHIEU_DC</a:t>
            </a:r>
            <a:r>
              <a:rPr lang="vi-VN" dirty="0">
                <a:latin typeface="Times New Roman" panose="02020603050405020304" pitchFamily="18" charset="0"/>
                <a:cs typeface="Times New Roman" panose="02020603050405020304" pitchFamily="18" charset="0"/>
              </a:rPr>
              <a:t>, NGAY_LAP_PHIEU, PHUONG_THUC_THANH_TOAN, SO_TIEN_COC)</a:t>
            </a:r>
          </a:p>
          <a:p>
            <a:pPr>
              <a:lnSpc>
                <a:spcPct val="120000"/>
              </a:lnSpc>
            </a:pPr>
            <a:r>
              <a:rPr lang="vi-VN" b="1" dirty="0">
                <a:latin typeface="Times New Roman" panose="02020603050405020304" pitchFamily="18" charset="0"/>
                <a:cs typeface="Times New Roman" panose="02020603050405020304" pitchFamily="18" charset="0"/>
              </a:rPr>
              <a:t>TIEN_NGHI</a:t>
            </a:r>
            <a:r>
              <a:rPr lang="vi-VN" dirty="0">
                <a:latin typeface="Times New Roman" panose="02020603050405020304" pitchFamily="18" charset="0"/>
                <a:cs typeface="Times New Roman" panose="02020603050405020304" pitchFamily="18" charset="0"/>
              </a:rPr>
              <a:t>(</a:t>
            </a:r>
            <a:r>
              <a:rPr lang="vi-VN" u="sng" dirty="0">
                <a:latin typeface="Times New Roman" panose="02020603050405020304" pitchFamily="18" charset="0"/>
                <a:cs typeface="Times New Roman" panose="02020603050405020304" pitchFamily="18" charset="0"/>
              </a:rPr>
              <a:t>MA_TN</a:t>
            </a:r>
            <a:r>
              <a:rPr lang="vi-VN" dirty="0">
                <a:latin typeface="Times New Roman" panose="02020603050405020304" pitchFamily="18" charset="0"/>
                <a:cs typeface="Times New Roman" panose="02020603050405020304" pitchFamily="18" charset="0"/>
              </a:rPr>
              <a:t>, TEN_TN, GIA)</a:t>
            </a:r>
          </a:p>
          <a:p>
            <a:pPr>
              <a:lnSpc>
                <a:spcPct val="120000"/>
              </a:lnSpc>
            </a:pPr>
            <a:r>
              <a:rPr lang="vi-VN" b="1" dirty="0">
                <a:latin typeface="Times New Roman" panose="02020603050405020304" pitchFamily="18" charset="0"/>
                <a:cs typeface="Times New Roman" panose="02020603050405020304" pitchFamily="18" charset="0"/>
              </a:rPr>
              <a:t>NHA_CUNG_CAP</a:t>
            </a:r>
            <a:r>
              <a:rPr lang="vi-VN" dirty="0">
                <a:latin typeface="Times New Roman" panose="02020603050405020304" pitchFamily="18" charset="0"/>
                <a:cs typeface="Times New Roman" panose="02020603050405020304" pitchFamily="18" charset="0"/>
              </a:rPr>
              <a:t>(</a:t>
            </a:r>
            <a:r>
              <a:rPr lang="vi-VN" u="sng" dirty="0">
                <a:latin typeface="Times New Roman" panose="02020603050405020304" pitchFamily="18" charset="0"/>
                <a:cs typeface="Times New Roman" panose="02020603050405020304" pitchFamily="18" charset="0"/>
              </a:rPr>
              <a:t>MA_NCC</a:t>
            </a:r>
            <a:r>
              <a:rPr lang="vi-VN" dirty="0">
                <a:latin typeface="Times New Roman" panose="02020603050405020304" pitchFamily="18" charset="0"/>
                <a:cs typeface="Times New Roman" panose="02020603050405020304" pitchFamily="18" charset="0"/>
              </a:rPr>
              <a:t>, TEN_NCC)</a:t>
            </a:r>
          </a:p>
          <a:p>
            <a:pPr>
              <a:lnSpc>
                <a:spcPct val="120000"/>
              </a:lnSpc>
            </a:pPr>
            <a:r>
              <a:rPr lang="vi-VN" b="1" dirty="0">
                <a:latin typeface="Times New Roman" panose="02020603050405020304" pitchFamily="18" charset="0"/>
                <a:cs typeface="Times New Roman" panose="02020603050405020304" pitchFamily="18" charset="0"/>
              </a:rPr>
              <a:t>PHIEU_NHAP_TIEN_NGHI</a:t>
            </a:r>
            <a:r>
              <a:rPr lang="vi-VN" dirty="0">
                <a:latin typeface="Times New Roman" panose="02020603050405020304" pitchFamily="18" charset="0"/>
                <a:cs typeface="Times New Roman" panose="02020603050405020304" pitchFamily="18" charset="0"/>
              </a:rPr>
              <a:t>(</a:t>
            </a:r>
            <a:r>
              <a:rPr lang="vi-VN" u="sng" dirty="0">
                <a:latin typeface="Times New Roman" panose="02020603050405020304" pitchFamily="18" charset="0"/>
                <a:cs typeface="Times New Roman" panose="02020603050405020304" pitchFamily="18" charset="0"/>
              </a:rPr>
              <a:t>MA_PN</a:t>
            </a:r>
            <a:r>
              <a:rPr lang="vi-VN" dirty="0">
                <a:latin typeface="Times New Roman" panose="02020603050405020304" pitchFamily="18" charset="0"/>
                <a:cs typeface="Times New Roman" panose="02020603050405020304" pitchFamily="18" charset="0"/>
              </a:rPr>
              <a:t>, NGAY_LAP_PHIEU, THANH_TIEN)</a:t>
            </a:r>
          </a:p>
          <a:p>
            <a:pPr>
              <a:lnSpc>
                <a:spcPct val="120000"/>
              </a:lnSpc>
            </a:pPr>
            <a:r>
              <a:rPr lang="vi-VN" b="1" dirty="0">
                <a:latin typeface="Times New Roman" panose="02020603050405020304" pitchFamily="18" charset="0"/>
                <a:cs typeface="Times New Roman" panose="02020603050405020304" pitchFamily="18" charset="0"/>
              </a:rPr>
              <a:t>PHIEU_BOI_THUONG_THIET_HAI</a:t>
            </a:r>
            <a:r>
              <a:rPr lang="vi-VN" dirty="0">
                <a:latin typeface="Times New Roman" panose="02020603050405020304" pitchFamily="18" charset="0"/>
                <a:cs typeface="Times New Roman" panose="02020603050405020304" pitchFamily="18" charset="0"/>
              </a:rPr>
              <a:t>(</a:t>
            </a:r>
            <a:r>
              <a:rPr lang="vi-VN" u="sng" dirty="0">
                <a:latin typeface="Times New Roman" panose="02020603050405020304" pitchFamily="18" charset="0"/>
                <a:cs typeface="Times New Roman" panose="02020603050405020304" pitchFamily="18" charset="0"/>
              </a:rPr>
              <a:t>MA_PHIEU_BTTH</a:t>
            </a:r>
            <a:r>
              <a:rPr lang="vi-VN" dirty="0">
                <a:latin typeface="Times New Roman" panose="02020603050405020304" pitchFamily="18" charset="0"/>
                <a:cs typeface="Times New Roman" panose="02020603050405020304" pitchFamily="18" charset="0"/>
              </a:rPr>
              <a:t>, NGAY_LAP_PHIEU, THANH_TIEN)</a:t>
            </a:r>
          </a:p>
          <a:p>
            <a:pPr>
              <a:lnSpc>
                <a:spcPct val="120000"/>
              </a:lnSpc>
            </a:pPr>
            <a:r>
              <a:rPr lang="vi-VN" b="1" dirty="0">
                <a:latin typeface="Times New Roman" panose="02020603050405020304" pitchFamily="18" charset="0"/>
                <a:cs typeface="Times New Roman" panose="02020603050405020304" pitchFamily="18" charset="0"/>
              </a:rPr>
              <a:t>NHAN_VIEN</a:t>
            </a:r>
            <a:r>
              <a:rPr lang="vi-VN" dirty="0">
                <a:latin typeface="Times New Roman" panose="02020603050405020304" pitchFamily="18" charset="0"/>
                <a:cs typeface="Times New Roman" panose="02020603050405020304" pitchFamily="18" charset="0"/>
              </a:rPr>
              <a:t>(</a:t>
            </a:r>
            <a:r>
              <a:rPr lang="vi-VN" u="sng" dirty="0">
                <a:latin typeface="Times New Roman" panose="02020603050405020304" pitchFamily="18" charset="0"/>
                <a:cs typeface="Times New Roman" panose="02020603050405020304" pitchFamily="18" charset="0"/>
              </a:rPr>
              <a:t>MA_NV</a:t>
            </a:r>
            <a:r>
              <a:rPr lang="vi-VN" dirty="0">
                <a:latin typeface="Times New Roman" panose="02020603050405020304" pitchFamily="18" charset="0"/>
                <a:cs typeface="Times New Roman" panose="02020603050405020304" pitchFamily="18" charset="0"/>
              </a:rPr>
              <a:t>, HO_TEN, CCCD, GIOI_TINH, DIA_CHI, SDT, EMAIL, NGAY_VAO_LAM)</a:t>
            </a:r>
          </a:p>
          <a:p>
            <a:pPr>
              <a:lnSpc>
                <a:spcPct val="120000"/>
              </a:lnSpc>
            </a:pPr>
            <a:r>
              <a:rPr lang="vi-VN" b="1" dirty="0">
                <a:latin typeface="Times New Roman" panose="02020603050405020304" pitchFamily="18" charset="0"/>
                <a:cs typeface="Times New Roman" panose="02020603050405020304" pitchFamily="18" charset="0"/>
              </a:rPr>
              <a:t>SO_CHAM_CONG</a:t>
            </a:r>
            <a:r>
              <a:rPr lang="vi-VN" dirty="0">
                <a:latin typeface="Times New Roman" panose="02020603050405020304" pitchFamily="18" charset="0"/>
                <a:cs typeface="Times New Roman" panose="02020603050405020304" pitchFamily="18" charset="0"/>
              </a:rPr>
              <a:t>(</a:t>
            </a:r>
            <a:r>
              <a:rPr lang="vi-VN" u="sng" dirty="0">
                <a:latin typeface="Times New Roman" panose="02020603050405020304" pitchFamily="18" charset="0"/>
                <a:cs typeface="Times New Roman" panose="02020603050405020304" pitchFamily="18" charset="0"/>
              </a:rPr>
              <a:t>MA_SCC</a:t>
            </a:r>
            <a:r>
              <a:rPr lang="vi-VN" dirty="0">
                <a:latin typeface="Times New Roman" panose="02020603050405020304" pitchFamily="18" charset="0"/>
                <a:cs typeface="Times New Roman" panose="02020603050405020304" pitchFamily="18" charset="0"/>
              </a:rPr>
              <a:t>, NGAY_CHAM, GIO_BAT_DAU, GIO_KET_THUC)</a:t>
            </a:r>
          </a:p>
          <a:p>
            <a:pPr>
              <a:lnSpc>
                <a:spcPct val="120000"/>
              </a:lnSpc>
            </a:pPr>
            <a:r>
              <a:rPr lang="vi-VN" b="1" dirty="0">
                <a:latin typeface="Times New Roman" panose="02020603050405020304" pitchFamily="18" charset="0"/>
                <a:cs typeface="Times New Roman" panose="02020603050405020304" pitchFamily="18" charset="0"/>
              </a:rPr>
              <a:t>CA_LAM</a:t>
            </a:r>
            <a:r>
              <a:rPr lang="vi-VN" dirty="0">
                <a:latin typeface="Times New Roman" panose="02020603050405020304" pitchFamily="18" charset="0"/>
                <a:cs typeface="Times New Roman" panose="02020603050405020304" pitchFamily="18" charset="0"/>
              </a:rPr>
              <a:t>(</a:t>
            </a:r>
            <a:r>
              <a:rPr lang="vi-VN" u="sng" dirty="0">
                <a:latin typeface="Times New Roman" panose="02020603050405020304" pitchFamily="18" charset="0"/>
                <a:cs typeface="Times New Roman" panose="02020603050405020304" pitchFamily="18" charset="0"/>
              </a:rPr>
              <a:t>TEN_CA</a:t>
            </a:r>
            <a:r>
              <a:rPr lang="vi-VN" dirty="0">
                <a:latin typeface="Times New Roman" panose="02020603050405020304" pitchFamily="18" charset="0"/>
                <a:cs typeface="Times New Roman" panose="02020603050405020304" pitchFamily="18" charset="0"/>
              </a:rPr>
              <a:t>, KHUNG_GIO)</a:t>
            </a:r>
          </a:p>
          <a:p>
            <a:pPr>
              <a:lnSpc>
                <a:spcPct val="120000"/>
              </a:lnSpc>
            </a:pPr>
            <a:r>
              <a:rPr lang="vi-VN" b="1" dirty="0">
                <a:latin typeface="Times New Roman" panose="02020603050405020304" pitchFamily="18" charset="0"/>
                <a:cs typeface="Times New Roman" panose="02020603050405020304" pitchFamily="18" charset="0"/>
              </a:rPr>
              <a:t>VOUCHER</a:t>
            </a:r>
            <a:r>
              <a:rPr lang="vi-VN" dirty="0">
                <a:latin typeface="Times New Roman" panose="02020603050405020304" pitchFamily="18" charset="0"/>
                <a:cs typeface="Times New Roman" panose="02020603050405020304" pitchFamily="18" charset="0"/>
              </a:rPr>
              <a:t>(</a:t>
            </a:r>
            <a:r>
              <a:rPr lang="vi-VN" u="sng" dirty="0">
                <a:latin typeface="Times New Roman" panose="02020603050405020304" pitchFamily="18" charset="0"/>
                <a:cs typeface="Times New Roman" panose="02020603050405020304" pitchFamily="18" charset="0"/>
              </a:rPr>
              <a:t>MA_VOUCHER</a:t>
            </a:r>
            <a:r>
              <a:rPr lang="vi-VN" dirty="0">
                <a:latin typeface="Times New Roman" panose="02020603050405020304" pitchFamily="18" charset="0"/>
                <a:cs typeface="Times New Roman" panose="02020603050405020304" pitchFamily="18" charset="0"/>
              </a:rPr>
              <a:t>, LOAI_VOUCHER, CHIET_KHAU)</a:t>
            </a:r>
          </a:p>
        </p:txBody>
      </p:sp>
    </p:spTree>
    <p:extLst>
      <p:ext uri="{BB962C8B-B14F-4D97-AF65-F5344CB8AC3E}">
        <p14:creationId xmlns:p14="http://schemas.microsoft.com/office/powerpoint/2010/main" val="51989624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888E46D-1E70-C34C-023E-035D05DF3A2B}"/>
              </a:ext>
            </a:extLst>
          </p:cNvPr>
          <p:cNvSpPr/>
          <p:nvPr/>
        </p:nvSpPr>
        <p:spPr>
          <a:xfrm>
            <a:off x="1" y="0"/>
            <a:ext cx="747293" cy="737419"/>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prstClr val="black"/>
              </a:solidFill>
              <a:effectLst/>
              <a:uLnTx/>
              <a:uFillTx/>
              <a:latin typeface="Aptos Display" panose="02110004020202020204"/>
              <a:ea typeface="+mn-ea"/>
              <a:cs typeface="+mn-cs"/>
            </a:endParaRPr>
          </a:p>
        </p:txBody>
      </p:sp>
      <p:sp>
        <p:nvSpPr>
          <p:cNvPr id="2" name="Rectangle 1">
            <a:extLst>
              <a:ext uri="{FF2B5EF4-FFF2-40B4-BE49-F238E27FC236}">
                <a16:creationId xmlns:a16="http://schemas.microsoft.com/office/drawing/2014/main" id="{65F5E73B-AD96-6973-6A59-FC43B9880258}"/>
              </a:ext>
            </a:extLst>
          </p:cNvPr>
          <p:cNvSpPr/>
          <p:nvPr/>
        </p:nvSpPr>
        <p:spPr>
          <a:xfrm>
            <a:off x="747294" y="0"/>
            <a:ext cx="11444705" cy="737419"/>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vi-VN"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rPr>
              <a:t>Mô tả thực thể và thuộc tính</a:t>
            </a:r>
            <a:endParaRPr kumimoji="0" lang="en-US" sz="3200" b="1" i="0" u="none" strike="noStrike" kern="1200" cap="none" spc="0" normalizeH="0" baseline="0" noProof="0" dirty="0">
              <a:ln>
                <a:noFill/>
              </a:ln>
              <a:solidFill>
                <a:prstClr val="black"/>
              </a:solidFill>
              <a:effectLst/>
              <a:uLnTx/>
              <a:uFillTx/>
              <a:latin typeface="Aptos Display" panose="02110004020202020204"/>
              <a:ea typeface="+mn-ea"/>
              <a:cs typeface="+mn-cs"/>
            </a:endParaRPr>
          </a:p>
        </p:txBody>
      </p:sp>
      <p:pic>
        <p:nvPicPr>
          <p:cNvPr id="3" name="Picture 2" descr="A blue and black logo&#10;&#10;Description automatically generated">
            <a:extLst>
              <a:ext uri="{FF2B5EF4-FFF2-40B4-BE49-F238E27FC236}">
                <a16:creationId xmlns:a16="http://schemas.microsoft.com/office/drawing/2014/main" id="{693302C2-5E00-887F-C7E7-771AC1F2FA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747295" cy="737419"/>
          </a:xfrm>
          <a:prstGeom prst="rect">
            <a:avLst/>
          </a:prstGeom>
        </p:spPr>
      </p:pic>
      <p:sp>
        <p:nvSpPr>
          <p:cNvPr id="4" name="TextBox 3">
            <a:extLst>
              <a:ext uri="{FF2B5EF4-FFF2-40B4-BE49-F238E27FC236}">
                <a16:creationId xmlns:a16="http://schemas.microsoft.com/office/drawing/2014/main" id="{31181E7C-3DBA-E488-EDFB-CD2BACABD0AB}"/>
              </a:ext>
            </a:extLst>
          </p:cNvPr>
          <p:cNvSpPr txBox="1"/>
          <p:nvPr/>
        </p:nvSpPr>
        <p:spPr>
          <a:xfrm>
            <a:off x="373647" y="976218"/>
            <a:ext cx="11444705" cy="5539978"/>
          </a:xfrm>
          <a:prstGeom prst="rect">
            <a:avLst/>
          </a:prstGeom>
          <a:noFill/>
        </p:spPr>
        <p:txBody>
          <a:bodyPr wrap="square">
            <a:spAutoFit/>
          </a:bodyPr>
          <a:lstStyle/>
          <a:p>
            <a:pPr algn="just">
              <a:spcBef>
                <a:spcPts val="1200"/>
              </a:spcBef>
              <a:spcAft>
                <a:spcPts val="1200"/>
              </a:spcAft>
            </a:pPr>
            <a:r>
              <a:rPr lang="en-US" sz="1400" dirty="0">
                <a:effectLst/>
                <a:latin typeface="Times New Roman" panose="02020603050405020304" pitchFamily="18" charset="0"/>
                <a:ea typeface="Times New Roman" panose="02020603050405020304" pitchFamily="18" charset="0"/>
              </a:rPr>
              <a:t>- </a:t>
            </a:r>
            <a:r>
              <a:rPr lang="en-US" sz="1400" b="1" dirty="0">
                <a:effectLst/>
                <a:latin typeface="Times New Roman" panose="02020603050405020304" pitchFamily="18" charset="0"/>
                <a:ea typeface="Times New Roman" panose="02020603050405020304" pitchFamily="18" charset="0"/>
              </a:rPr>
              <a:t>PHÒNG</a:t>
            </a:r>
            <a:r>
              <a:rPr lang="en-US" sz="1400" dirty="0">
                <a:effectLst/>
                <a:latin typeface="Times New Roman" panose="02020603050405020304" pitchFamily="18" charset="0"/>
                <a:ea typeface="Times New Roman" panose="02020603050405020304" pitchFamily="18" charset="0"/>
              </a:rPr>
              <a:t> –(n)--</a:t>
            </a:r>
            <a:r>
              <a:rPr lang="en-US" sz="1400" dirty="0" err="1">
                <a:solidFill>
                  <a:srgbClr val="C00000"/>
                </a:solidFill>
                <a:effectLst/>
                <a:latin typeface="Times New Roman" panose="02020603050405020304" pitchFamily="18" charset="0"/>
                <a:ea typeface="Times New Roman" panose="02020603050405020304" pitchFamily="18" charset="0"/>
              </a:rPr>
              <a:t>Thuộc</a:t>
            </a:r>
            <a:r>
              <a:rPr lang="en-US" sz="1400" dirty="0">
                <a:solidFill>
                  <a:srgbClr val="C00000"/>
                </a:solidFill>
                <a:effectLst/>
                <a:latin typeface="Times New Roman" panose="02020603050405020304" pitchFamily="18" charset="0"/>
                <a:ea typeface="Times New Roman" panose="02020603050405020304" pitchFamily="18" charset="0"/>
              </a:rPr>
              <a:t>-</a:t>
            </a:r>
            <a:r>
              <a:rPr lang="en-US" sz="1400" dirty="0">
                <a:effectLst/>
                <a:latin typeface="Times New Roman" panose="02020603050405020304" pitchFamily="18" charset="0"/>
                <a:ea typeface="Times New Roman" panose="02020603050405020304" pitchFamily="18" charset="0"/>
              </a:rPr>
              <a:t>-(1)— </a:t>
            </a:r>
            <a:r>
              <a:rPr lang="en-US" sz="1400" b="1" dirty="0">
                <a:effectLst/>
                <a:latin typeface="Times New Roman" panose="02020603050405020304" pitchFamily="18" charset="0"/>
                <a:ea typeface="Times New Roman" panose="02020603050405020304" pitchFamily="18" charset="0"/>
              </a:rPr>
              <a:t>LOẠI PHÒNG</a:t>
            </a:r>
          </a:p>
          <a:p>
            <a:pPr algn="just">
              <a:spcBef>
                <a:spcPts val="1200"/>
              </a:spcBef>
              <a:spcAft>
                <a:spcPts val="1200"/>
              </a:spcAft>
            </a:pPr>
            <a:r>
              <a:rPr lang="en-US" sz="1400" dirty="0">
                <a:effectLst/>
                <a:latin typeface="Times New Roman" panose="02020603050405020304" pitchFamily="18" charset="0"/>
                <a:ea typeface="Times New Roman" panose="02020603050405020304" pitchFamily="18" charset="0"/>
              </a:rPr>
              <a:t>- </a:t>
            </a:r>
            <a:r>
              <a:rPr lang="en-US" sz="1400" b="1" dirty="0">
                <a:effectLst/>
                <a:latin typeface="Times New Roman" panose="02020603050405020304" pitchFamily="18" charset="0"/>
                <a:ea typeface="Times New Roman" panose="02020603050405020304" pitchFamily="18" charset="0"/>
              </a:rPr>
              <a:t>PHÒNG</a:t>
            </a:r>
            <a:r>
              <a:rPr lang="en-US" sz="1400" dirty="0">
                <a:effectLst/>
                <a:latin typeface="Times New Roman" panose="02020603050405020304" pitchFamily="18" charset="0"/>
                <a:ea typeface="Times New Roman" panose="02020603050405020304" pitchFamily="18" charset="0"/>
              </a:rPr>
              <a:t> –(n)--</a:t>
            </a:r>
            <a:r>
              <a:rPr lang="en-US" sz="1400" dirty="0" err="1">
                <a:solidFill>
                  <a:srgbClr val="C00000"/>
                </a:solidFill>
                <a:effectLst/>
                <a:latin typeface="Times New Roman" panose="02020603050405020304" pitchFamily="18" charset="0"/>
                <a:ea typeface="Times New Roman" panose="02020603050405020304" pitchFamily="18" charset="0"/>
              </a:rPr>
              <a:t>Thuộc</a:t>
            </a:r>
            <a:r>
              <a:rPr lang="en-US" sz="1400" dirty="0">
                <a:solidFill>
                  <a:srgbClr val="C00000"/>
                </a:solidFill>
                <a:effectLst/>
                <a:latin typeface="Times New Roman" panose="02020603050405020304" pitchFamily="18" charset="0"/>
                <a:ea typeface="Times New Roman" panose="02020603050405020304" pitchFamily="18" charset="0"/>
              </a:rPr>
              <a:t>-</a:t>
            </a:r>
            <a:r>
              <a:rPr lang="en-US" sz="1400" dirty="0">
                <a:effectLst/>
                <a:latin typeface="Times New Roman" panose="02020603050405020304" pitchFamily="18" charset="0"/>
                <a:ea typeface="Times New Roman" panose="02020603050405020304" pitchFamily="18" charset="0"/>
              </a:rPr>
              <a:t>-(1)— </a:t>
            </a:r>
            <a:r>
              <a:rPr lang="en-US" sz="1400" b="1" dirty="0">
                <a:effectLst/>
                <a:latin typeface="Times New Roman" panose="02020603050405020304" pitchFamily="18" charset="0"/>
                <a:ea typeface="Times New Roman" panose="02020603050405020304" pitchFamily="18" charset="0"/>
              </a:rPr>
              <a:t>HẠNG PHÒNG</a:t>
            </a:r>
          </a:p>
          <a:p>
            <a:pPr algn="just">
              <a:spcBef>
                <a:spcPts val="1200"/>
              </a:spcBef>
              <a:spcAft>
                <a:spcPts val="1200"/>
              </a:spcAft>
            </a:pPr>
            <a:r>
              <a:rPr lang="en-US" sz="1400" dirty="0">
                <a:effectLst/>
                <a:latin typeface="Times New Roman" panose="02020603050405020304" pitchFamily="18" charset="0"/>
                <a:ea typeface="Times New Roman" panose="02020603050405020304" pitchFamily="18" charset="0"/>
              </a:rPr>
              <a:t>- </a:t>
            </a:r>
            <a:r>
              <a:rPr lang="en-US" sz="1400" b="1" dirty="0">
                <a:effectLst/>
                <a:latin typeface="Times New Roman" panose="02020603050405020304" pitchFamily="18" charset="0"/>
                <a:ea typeface="Times New Roman" panose="02020603050405020304" pitchFamily="18" charset="0"/>
              </a:rPr>
              <a:t>PHIẾU ĐẶT PHÒNG </a:t>
            </a:r>
            <a:r>
              <a:rPr lang="en-US" sz="1400" dirty="0">
                <a:effectLst/>
                <a:latin typeface="Times New Roman" panose="02020603050405020304" pitchFamily="18" charset="0"/>
                <a:ea typeface="Times New Roman" panose="02020603050405020304" pitchFamily="18" charset="0"/>
              </a:rPr>
              <a:t>–(1)--</a:t>
            </a:r>
            <a:r>
              <a:rPr lang="en-US" sz="1400" dirty="0" err="1">
                <a:solidFill>
                  <a:srgbClr val="C00000"/>
                </a:solidFill>
                <a:effectLst/>
                <a:latin typeface="Times New Roman" panose="02020603050405020304" pitchFamily="18" charset="0"/>
                <a:ea typeface="Times New Roman" panose="02020603050405020304" pitchFamily="18" charset="0"/>
              </a:rPr>
              <a:t>Có</a:t>
            </a:r>
            <a:r>
              <a:rPr lang="en-US" sz="1400" dirty="0">
                <a:solidFill>
                  <a:srgbClr val="C00000"/>
                </a:solidFill>
                <a:effectLst/>
                <a:latin typeface="Times New Roman" panose="02020603050405020304" pitchFamily="18" charset="0"/>
                <a:ea typeface="Times New Roman" panose="02020603050405020304" pitchFamily="18" charset="0"/>
              </a:rPr>
              <a:t>-</a:t>
            </a:r>
            <a:r>
              <a:rPr lang="en-US" sz="1400" dirty="0">
                <a:effectLst/>
                <a:latin typeface="Times New Roman" panose="02020603050405020304" pitchFamily="18" charset="0"/>
                <a:ea typeface="Times New Roman" panose="02020603050405020304" pitchFamily="18" charset="0"/>
              </a:rPr>
              <a:t>-(1)— </a:t>
            </a:r>
            <a:r>
              <a:rPr lang="en-US" sz="1400" b="1" dirty="0">
                <a:effectLst/>
                <a:latin typeface="Times New Roman" panose="02020603050405020304" pitchFamily="18" charset="0"/>
                <a:ea typeface="Times New Roman" panose="02020603050405020304" pitchFamily="18" charset="0"/>
              </a:rPr>
              <a:t>PHIẾU ĐẶT CỌC</a:t>
            </a:r>
          </a:p>
          <a:p>
            <a:pPr algn="just">
              <a:spcBef>
                <a:spcPts val="1200"/>
              </a:spcBef>
              <a:spcAft>
                <a:spcPts val="1200"/>
              </a:spcAft>
            </a:pPr>
            <a:r>
              <a:rPr lang="en-US" sz="1400" dirty="0">
                <a:effectLst/>
                <a:latin typeface="Times New Roman" panose="02020603050405020304" pitchFamily="18" charset="0"/>
                <a:ea typeface="Times New Roman" panose="02020603050405020304" pitchFamily="18" charset="0"/>
              </a:rPr>
              <a:t>- </a:t>
            </a:r>
            <a:r>
              <a:rPr lang="en-US" sz="1400" b="1" dirty="0">
                <a:effectLst/>
                <a:latin typeface="Times New Roman" panose="02020603050405020304" pitchFamily="18" charset="0"/>
                <a:ea typeface="Times New Roman" panose="02020603050405020304" pitchFamily="18" charset="0"/>
              </a:rPr>
              <a:t>PHIẾU ĐẶT PHÒNG </a:t>
            </a:r>
            <a:r>
              <a:rPr lang="en-US" sz="1400" dirty="0">
                <a:effectLst/>
                <a:latin typeface="Times New Roman" panose="02020603050405020304" pitchFamily="18" charset="0"/>
                <a:ea typeface="Times New Roman" panose="02020603050405020304" pitchFamily="18" charset="0"/>
              </a:rPr>
              <a:t>–(n)--</a:t>
            </a:r>
            <a:r>
              <a:rPr lang="en-US" sz="1400" dirty="0" err="1">
                <a:solidFill>
                  <a:srgbClr val="C00000"/>
                </a:solidFill>
                <a:effectLst/>
                <a:latin typeface="Times New Roman" panose="02020603050405020304" pitchFamily="18" charset="0"/>
                <a:ea typeface="Times New Roman" panose="02020603050405020304" pitchFamily="18" charset="0"/>
              </a:rPr>
              <a:t>Đặt</a:t>
            </a:r>
            <a:r>
              <a:rPr lang="en-US" sz="1400" dirty="0">
                <a:solidFill>
                  <a:srgbClr val="C00000"/>
                </a:solidFill>
                <a:effectLst/>
                <a:latin typeface="Times New Roman" panose="02020603050405020304" pitchFamily="18" charset="0"/>
                <a:ea typeface="Times New Roman" panose="02020603050405020304" pitchFamily="18" charset="0"/>
              </a:rPr>
              <a:t>-</a:t>
            </a:r>
            <a:r>
              <a:rPr lang="en-US" sz="1400" dirty="0">
                <a:effectLst/>
                <a:latin typeface="Times New Roman" panose="02020603050405020304" pitchFamily="18" charset="0"/>
                <a:ea typeface="Times New Roman" panose="02020603050405020304" pitchFamily="18" charset="0"/>
              </a:rPr>
              <a:t>-(n)— </a:t>
            </a:r>
            <a:r>
              <a:rPr lang="en-US" sz="1400" b="1" dirty="0">
                <a:effectLst/>
                <a:latin typeface="Times New Roman" panose="02020603050405020304" pitchFamily="18" charset="0"/>
                <a:ea typeface="Times New Roman" panose="02020603050405020304" pitchFamily="18" charset="0"/>
              </a:rPr>
              <a:t>PHÒNG</a:t>
            </a:r>
            <a:r>
              <a:rPr lang="en-US" sz="1400" dirty="0">
                <a:effectLst/>
                <a:latin typeface="Times New Roman" panose="02020603050405020304" pitchFamily="18" charset="0"/>
                <a:ea typeface="Times New Roman" panose="02020603050405020304" pitchFamily="18" charset="0"/>
              </a:rPr>
              <a:t> (</a:t>
            </a:r>
            <a:r>
              <a:rPr lang="en-US" sz="1400" dirty="0" err="1">
                <a:effectLst/>
                <a:latin typeface="Times New Roman" panose="02020603050405020304" pitchFamily="18" charset="0"/>
                <a:ea typeface="Times New Roman" panose="02020603050405020304" pitchFamily="18" charset="0"/>
              </a:rPr>
              <a:t>ngày</a:t>
            </a:r>
            <a:r>
              <a:rPr lang="en-US" sz="1400" dirty="0">
                <a:effectLst/>
                <a:latin typeface="Times New Roman" panose="02020603050405020304" pitchFamily="18" charset="0"/>
                <a:ea typeface="Times New Roman" panose="02020603050405020304" pitchFamily="18" charset="0"/>
              </a:rPr>
              <a:t> </a:t>
            </a:r>
            <a:r>
              <a:rPr lang="en-US" sz="1400" dirty="0" err="1">
                <a:effectLst/>
                <a:latin typeface="Times New Roman" panose="02020603050405020304" pitchFamily="18" charset="0"/>
                <a:ea typeface="Times New Roman" panose="02020603050405020304" pitchFamily="18" charset="0"/>
              </a:rPr>
              <a:t>đến</a:t>
            </a:r>
            <a:r>
              <a:rPr lang="en-US" sz="1400" dirty="0">
                <a:effectLst/>
                <a:latin typeface="Times New Roman" panose="02020603050405020304" pitchFamily="18" charset="0"/>
                <a:ea typeface="Times New Roman" panose="02020603050405020304" pitchFamily="18" charset="0"/>
              </a:rPr>
              <a:t>, </a:t>
            </a:r>
            <a:r>
              <a:rPr lang="en-US" sz="1400" dirty="0" err="1">
                <a:effectLst/>
                <a:latin typeface="Times New Roman" panose="02020603050405020304" pitchFamily="18" charset="0"/>
                <a:ea typeface="Times New Roman" panose="02020603050405020304" pitchFamily="18" charset="0"/>
              </a:rPr>
              <a:t>ngày</a:t>
            </a:r>
            <a:r>
              <a:rPr lang="en-US" sz="1400" dirty="0">
                <a:effectLst/>
                <a:latin typeface="Times New Roman" panose="02020603050405020304" pitchFamily="18" charset="0"/>
                <a:ea typeface="Times New Roman" panose="02020603050405020304" pitchFamily="18" charset="0"/>
              </a:rPr>
              <a:t> </a:t>
            </a:r>
            <a:r>
              <a:rPr lang="en-US" sz="1400" dirty="0" err="1">
                <a:effectLst/>
                <a:latin typeface="Times New Roman" panose="02020603050405020304" pitchFamily="18" charset="0"/>
                <a:ea typeface="Times New Roman" panose="02020603050405020304" pitchFamily="18" charset="0"/>
              </a:rPr>
              <a:t>đi</a:t>
            </a:r>
            <a:r>
              <a:rPr lang="en-US" sz="1400" dirty="0">
                <a:effectLst/>
                <a:latin typeface="Times New Roman" panose="02020603050405020304" pitchFamily="18" charset="0"/>
                <a:ea typeface="Times New Roman" panose="02020603050405020304" pitchFamily="18" charset="0"/>
              </a:rPr>
              <a:t>)</a:t>
            </a:r>
          </a:p>
          <a:p>
            <a:pPr algn="just">
              <a:spcBef>
                <a:spcPts val="1200"/>
              </a:spcBef>
              <a:spcAft>
                <a:spcPts val="1200"/>
              </a:spcAft>
            </a:pPr>
            <a:r>
              <a:rPr lang="en-US" sz="1400" dirty="0">
                <a:effectLst/>
                <a:latin typeface="Times New Roman" panose="02020603050405020304" pitchFamily="18" charset="0"/>
                <a:ea typeface="Times New Roman" panose="02020603050405020304" pitchFamily="18" charset="0"/>
              </a:rPr>
              <a:t>- </a:t>
            </a:r>
            <a:r>
              <a:rPr lang="en-US" sz="1400" b="1" dirty="0">
                <a:effectLst/>
                <a:latin typeface="Times New Roman" panose="02020603050405020304" pitchFamily="18" charset="0"/>
                <a:ea typeface="Times New Roman" panose="02020603050405020304" pitchFamily="18" charset="0"/>
              </a:rPr>
              <a:t>PHIẾU ĐẶT PHÒNG </a:t>
            </a:r>
            <a:r>
              <a:rPr lang="en-US" sz="1400" dirty="0">
                <a:effectLst/>
                <a:latin typeface="Times New Roman" panose="02020603050405020304" pitchFamily="18" charset="0"/>
                <a:ea typeface="Times New Roman" panose="02020603050405020304" pitchFamily="18" charset="0"/>
              </a:rPr>
              <a:t>–(n)--</a:t>
            </a:r>
            <a:r>
              <a:rPr lang="en-US" sz="1400" dirty="0" err="1">
                <a:solidFill>
                  <a:srgbClr val="C00000"/>
                </a:solidFill>
                <a:effectLst/>
                <a:latin typeface="Times New Roman" panose="02020603050405020304" pitchFamily="18" charset="0"/>
                <a:ea typeface="Times New Roman" panose="02020603050405020304" pitchFamily="18" charset="0"/>
              </a:rPr>
              <a:t>Thêm</a:t>
            </a:r>
            <a:r>
              <a:rPr lang="en-US" sz="1400" dirty="0">
                <a:solidFill>
                  <a:srgbClr val="C00000"/>
                </a:solidFill>
                <a:effectLst/>
                <a:latin typeface="Times New Roman" panose="02020603050405020304" pitchFamily="18" charset="0"/>
                <a:ea typeface="Times New Roman" panose="02020603050405020304" pitchFamily="18" charset="0"/>
              </a:rPr>
              <a:t>-</a:t>
            </a:r>
            <a:r>
              <a:rPr lang="en-US" sz="1400" dirty="0">
                <a:effectLst/>
                <a:latin typeface="Times New Roman" panose="02020603050405020304" pitchFamily="18" charset="0"/>
                <a:ea typeface="Times New Roman" panose="02020603050405020304" pitchFamily="18" charset="0"/>
              </a:rPr>
              <a:t>-(1)— </a:t>
            </a:r>
            <a:r>
              <a:rPr lang="en-US" sz="1400" b="1" dirty="0">
                <a:effectLst/>
                <a:latin typeface="Times New Roman" panose="02020603050405020304" pitchFamily="18" charset="0"/>
                <a:ea typeface="Times New Roman" panose="02020603050405020304" pitchFamily="18" charset="0"/>
              </a:rPr>
              <a:t>VOUCHER</a:t>
            </a:r>
          </a:p>
          <a:p>
            <a:pPr algn="just">
              <a:spcBef>
                <a:spcPts val="1200"/>
              </a:spcBef>
              <a:spcAft>
                <a:spcPts val="1200"/>
              </a:spcAft>
            </a:pPr>
            <a:r>
              <a:rPr lang="en-US" sz="1400" dirty="0">
                <a:effectLst/>
                <a:latin typeface="Times New Roman" panose="02020603050405020304" pitchFamily="18" charset="0"/>
                <a:ea typeface="Times New Roman" panose="02020603050405020304" pitchFamily="18" charset="0"/>
              </a:rPr>
              <a:t>- </a:t>
            </a:r>
            <a:r>
              <a:rPr lang="en-US" sz="1400" b="1" dirty="0">
                <a:effectLst/>
                <a:latin typeface="Times New Roman" panose="02020603050405020304" pitchFamily="18" charset="0"/>
                <a:ea typeface="Times New Roman" panose="02020603050405020304" pitchFamily="18" charset="0"/>
              </a:rPr>
              <a:t>PHIẾU ĐẶT PHÒNG </a:t>
            </a:r>
            <a:r>
              <a:rPr lang="en-US" sz="1400" dirty="0">
                <a:effectLst/>
                <a:latin typeface="Times New Roman" panose="02020603050405020304" pitchFamily="18" charset="0"/>
                <a:ea typeface="Times New Roman" panose="02020603050405020304" pitchFamily="18" charset="0"/>
              </a:rPr>
              <a:t>–(1)--</a:t>
            </a:r>
            <a:r>
              <a:rPr lang="en-US" sz="1400" dirty="0" err="1">
                <a:solidFill>
                  <a:srgbClr val="C00000"/>
                </a:solidFill>
                <a:effectLst/>
                <a:latin typeface="Times New Roman" panose="02020603050405020304" pitchFamily="18" charset="0"/>
                <a:ea typeface="Times New Roman" panose="02020603050405020304" pitchFamily="18" charset="0"/>
              </a:rPr>
              <a:t>Có</a:t>
            </a:r>
            <a:r>
              <a:rPr lang="en-US" sz="1400" dirty="0">
                <a:solidFill>
                  <a:srgbClr val="C00000"/>
                </a:solidFill>
                <a:effectLst/>
                <a:latin typeface="Times New Roman" panose="02020603050405020304" pitchFamily="18" charset="0"/>
                <a:ea typeface="Times New Roman" panose="02020603050405020304" pitchFamily="18" charset="0"/>
              </a:rPr>
              <a:t>-</a:t>
            </a:r>
            <a:r>
              <a:rPr lang="en-US" sz="1400" dirty="0">
                <a:effectLst/>
                <a:latin typeface="Times New Roman" panose="02020603050405020304" pitchFamily="18" charset="0"/>
                <a:ea typeface="Times New Roman" panose="02020603050405020304" pitchFamily="18" charset="0"/>
              </a:rPr>
              <a:t>-(n)— </a:t>
            </a:r>
            <a:r>
              <a:rPr lang="en-US" sz="1400" b="1" dirty="0">
                <a:effectLst/>
                <a:latin typeface="Times New Roman" panose="02020603050405020304" pitchFamily="18" charset="0"/>
                <a:ea typeface="Times New Roman" panose="02020603050405020304" pitchFamily="18" charset="0"/>
              </a:rPr>
              <a:t>PHIẾU SỬ DỤNG DỊCH VỤ</a:t>
            </a:r>
          </a:p>
          <a:p>
            <a:pPr algn="just">
              <a:spcBef>
                <a:spcPts val="1200"/>
              </a:spcBef>
              <a:spcAft>
                <a:spcPts val="1200"/>
              </a:spcAft>
            </a:pPr>
            <a:r>
              <a:rPr lang="en-US" sz="1400" dirty="0">
                <a:effectLst/>
                <a:latin typeface="Times New Roman" panose="02020603050405020304" pitchFamily="18" charset="0"/>
                <a:ea typeface="Times New Roman" panose="02020603050405020304" pitchFamily="18" charset="0"/>
              </a:rPr>
              <a:t>- </a:t>
            </a:r>
            <a:r>
              <a:rPr lang="en-US" sz="1400" b="1" dirty="0">
                <a:effectLst/>
                <a:latin typeface="Times New Roman" panose="02020603050405020304" pitchFamily="18" charset="0"/>
                <a:ea typeface="Times New Roman" panose="02020603050405020304" pitchFamily="18" charset="0"/>
              </a:rPr>
              <a:t>PHIẾU ĐẶT PHÒNG </a:t>
            </a:r>
            <a:r>
              <a:rPr lang="en-US" sz="1400" dirty="0">
                <a:effectLst/>
                <a:latin typeface="Times New Roman" panose="02020603050405020304" pitchFamily="18" charset="0"/>
                <a:ea typeface="Times New Roman" panose="02020603050405020304" pitchFamily="18" charset="0"/>
              </a:rPr>
              <a:t>–(1)--</a:t>
            </a:r>
            <a:r>
              <a:rPr lang="en-US" sz="1400" dirty="0" err="1">
                <a:solidFill>
                  <a:srgbClr val="C00000"/>
                </a:solidFill>
                <a:effectLst/>
                <a:latin typeface="Times New Roman" panose="02020603050405020304" pitchFamily="18" charset="0"/>
                <a:ea typeface="Times New Roman" panose="02020603050405020304" pitchFamily="18" charset="0"/>
              </a:rPr>
              <a:t>Có</a:t>
            </a:r>
            <a:r>
              <a:rPr lang="en-US" sz="1400" dirty="0">
                <a:solidFill>
                  <a:srgbClr val="C00000"/>
                </a:solidFill>
                <a:effectLst/>
                <a:latin typeface="Times New Roman" panose="02020603050405020304" pitchFamily="18" charset="0"/>
                <a:ea typeface="Times New Roman" panose="02020603050405020304" pitchFamily="18" charset="0"/>
              </a:rPr>
              <a:t>-</a:t>
            </a:r>
            <a:r>
              <a:rPr lang="en-US" sz="1400" dirty="0">
                <a:effectLst/>
                <a:latin typeface="Times New Roman" panose="02020603050405020304" pitchFamily="18" charset="0"/>
                <a:ea typeface="Times New Roman" panose="02020603050405020304" pitchFamily="18" charset="0"/>
              </a:rPr>
              <a:t>-(n)— </a:t>
            </a:r>
            <a:r>
              <a:rPr lang="en-US" sz="1400" b="1" dirty="0">
                <a:effectLst/>
                <a:latin typeface="Times New Roman" panose="02020603050405020304" pitchFamily="18" charset="0"/>
                <a:ea typeface="Times New Roman" panose="02020603050405020304" pitchFamily="18" charset="0"/>
              </a:rPr>
              <a:t>PHIẾU BỒI THƯỜNG THIỆT HẠI</a:t>
            </a:r>
          </a:p>
          <a:p>
            <a:pPr algn="just">
              <a:spcBef>
                <a:spcPts val="1200"/>
              </a:spcBef>
              <a:spcAft>
                <a:spcPts val="1200"/>
              </a:spcAft>
            </a:pPr>
            <a:r>
              <a:rPr lang="en-US" sz="1400" dirty="0">
                <a:effectLst/>
                <a:latin typeface="Times New Roman" panose="02020603050405020304" pitchFamily="18" charset="0"/>
                <a:ea typeface="Times New Roman" panose="02020603050405020304" pitchFamily="18" charset="0"/>
              </a:rPr>
              <a:t>- </a:t>
            </a:r>
            <a:r>
              <a:rPr lang="en-US" sz="1400" b="1" dirty="0">
                <a:effectLst/>
                <a:latin typeface="Times New Roman" panose="02020603050405020304" pitchFamily="18" charset="0"/>
                <a:ea typeface="Times New Roman" panose="02020603050405020304" pitchFamily="18" charset="0"/>
              </a:rPr>
              <a:t>PHIẾU ĐẶT PHÒNG </a:t>
            </a:r>
            <a:r>
              <a:rPr lang="en-US" sz="1400" dirty="0">
                <a:effectLst/>
                <a:latin typeface="Times New Roman" panose="02020603050405020304" pitchFamily="18" charset="0"/>
                <a:ea typeface="Times New Roman" panose="02020603050405020304" pitchFamily="18" charset="0"/>
              </a:rPr>
              <a:t>–(n)--</a:t>
            </a:r>
            <a:r>
              <a:rPr lang="en-US" sz="1400" dirty="0" err="1">
                <a:solidFill>
                  <a:srgbClr val="C00000"/>
                </a:solidFill>
                <a:effectLst/>
                <a:latin typeface="Times New Roman" panose="02020603050405020304" pitchFamily="18" charset="0"/>
                <a:ea typeface="Times New Roman" panose="02020603050405020304" pitchFamily="18" charset="0"/>
              </a:rPr>
              <a:t>Có</a:t>
            </a:r>
            <a:r>
              <a:rPr lang="en-US" sz="1400" dirty="0">
                <a:solidFill>
                  <a:srgbClr val="C00000"/>
                </a:solidFill>
                <a:effectLst/>
                <a:latin typeface="Times New Roman" panose="02020603050405020304" pitchFamily="18" charset="0"/>
                <a:ea typeface="Times New Roman" panose="02020603050405020304" pitchFamily="18" charset="0"/>
              </a:rPr>
              <a:t>-</a:t>
            </a:r>
            <a:r>
              <a:rPr lang="en-US" sz="1400" dirty="0">
                <a:effectLst/>
                <a:latin typeface="Times New Roman" panose="02020603050405020304" pitchFamily="18" charset="0"/>
                <a:ea typeface="Times New Roman" panose="02020603050405020304" pitchFamily="18" charset="0"/>
              </a:rPr>
              <a:t>-(1)— </a:t>
            </a:r>
            <a:r>
              <a:rPr lang="en-US" sz="1400" b="1" dirty="0">
                <a:effectLst/>
                <a:latin typeface="Times New Roman" panose="02020603050405020304" pitchFamily="18" charset="0"/>
                <a:ea typeface="Times New Roman" panose="02020603050405020304" pitchFamily="18" charset="0"/>
              </a:rPr>
              <a:t>THẺ KHTT</a:t>
            </a:r>
          </a:p>
          <a:p>
            <a:pPr algn="just">
              <a:spcBef>
                <a:spcPts val="1200"/>
              </a:spcBef>
              <a:spcAft>
                <a:spcPts val="1200"/>
              </a:spcAft>
            </a:pPr>
            <a:r>
              <a:rPr lang="en-US" sz="1400" dirty="0">
                <a:effectLst/>
                <a:latin typeface="Times New Roman" panose="02020603050405020304" pitchFamily="18" charset="0"/>
                <a:ea typeface="Times New Roman" panose="02020603050405020304" pitchFamily="18" charset="0"/>
              </a:rPr>
              <a:t>- </a:t>
            </a:r>
            <a:r>
              <a:rPr lang="en-US" sz="1400" b="1" dirty="0">
                <a:effectLst/>
                <a:latin typeface="Times New Roman" panose="02020603050405020304" pitchFamily="18" charset="0"/>
                <a:ea typeface="Times New Roman" panose="02020603050405020304" pitchFamily="18" charset="0"/>
              </a:rPr>
              <a:t>PHIẾU ĐẶT PHÒNG </a:t>
            </a:r>
            <a:r>
              <a:rPr lang="en-US" sz="1400" dirty="0">
                <a:effectLst/>
                <a:latin typeface="Times New Roman" panose="02020603050405020304" pitchFamily="18" charset="0"/>
                <a:ea typeface="Times New Roman" panose="02020603050405020304" pitchFamily="18" charset="0"/>
              </a:rPr>
              <a:t>–(n)--</a:t>
            </a:r>
            <a:r>
              <a:rPr lang="en-US" sz="1400" dirty="0" err="1">
                <a:solidFill>
                  <a:srgbClr val="C00000"/>
                </a:solidFill>
                <a:effectLst/>
                <a:latin typeface="Times New Roman" panose="02020603050405020304" pitchFamily="18" charset="0"/>
                <a:ea typeface="Times New Roman" panose="02020603050405020304" pitchFamily="18" charset="0"/>
              </a:rPr>
              <a:t>Có</a:t>
            </a:r>
            <a:r>
              <a:rPr lang="en-US" sz="1400" dirty="0">
                <a:solidFill>
                  <a:srgbClr val="C00000"/>
                </a:solidFill>
                <a:effectLst/>
                <a:latin typeface="Times New Roman" panose="02020603050405020304" pitchFamily="18" charset="0"/>
                <a:ea typeface="Times New Roman" panose="02020603050405020304" pitchFamily="18" charset="0"/>
              </a:rPr>
              <a:t>-</a:t>
            </a:r>
            <a:r>
              <a:rPr lang="en-US" sz="1400" dirty="0">
                <a:effectLst/>
                <a:latin typeface="Times New Roman" panose="02020603050405020304" pitchFamily="18" charset="0"/>
                <a:ea typeface="Times New Roman" panose="02020603050405020304" pitchFamily="18" charset="0"/>
              </a:rPr>
              <a:t>-(1)— </a:t>
            </a:r>
            <a:r>
              <a:rPr lang="en-US" sz="1400" b="1" dirty="0">
                <a:effectLst/>
                <a:latin typeface="Times New Roman" panose="02020603050405020304" pitchFamily="18" charset="0"/>
                <a:ea typeface="Times New Roman" panose="02020603050405020304" pitchFamily="18" charset="0"/>
              </a:rPr>
              <a:t>KHÁCH HÀNG</a:t>
            </a:r>
          </a:p>
          <a:p>
            <a:pPr algn="just">
              <a:spcBef>
                <a:spcPts val="1200"/>
              </a:spcBef>
              <a:spcAft>
                <a:spcPts val="1200"/>
              </a:spcAft>
            </a:pPr>
            <a:r>
              <a:rPr lang="en-US" sz="1400" dirty="0">
                <a:effectLst/>
                <a:latin typeface="Times New Roman" panose="02020603050405020304" pitchFamily="18" charset="0"/>
                <a:ea typeface="Times New Roman" panose="02020603050405020304" pitchFamily="18" charset="0"/>
              </a:rPr>
              <a:t>- </a:t>
            </a:r>
            <a:r>
              <a:rPr lang="en-US" sz="1400" b="1" dirty="0">
                <a:effectLst/>
                <a:latin typeface="Times New Roman" panose="02020603050405020304" pitchFamily="18" charset="0"/>
                <a:ea typeface="Times New Roman" panose="02020603050405020304" pitchFamily="18" charset="0"/>
              </a:rPr>
              <a:t>PHIẾU ĐẶT PHÒNG </a:t>
            </a:r>
            <a:r>
              <a:rPr lang="en-US" sz="1400" dirty="0">
                <a:effectLst/>
                <a:latin typeface="Times New Roman" panose="02020603050405020304" pitchFamily="18" charset="0"/>
                <a:ea typeface="Times New Roman" panose="02020603050405020304" pitchFamily="18" charset="0"/>
              </a:rPr>
              <a:t>–(n)--</a:t>
            </a:r>
            <a:r>
              <a:rPr lang="en-US" sz="1400" dirty="0" err="1">
                <a:solidFill>
                  <a:srgbClr val="C00000"/>
                </a:solidFill>
                <a:effectLst/>
                <a:latin typeface="Times New Roman" panose="02020603050405020304" pitchFamily="18" charset="0"/>
                <a:ea typeface="Times New Roman" panose="02020603050405020304" pitchFamily="18" charset="0"/>
              </a:rPr>
              <a:t>Lập</a:t>
            </a:r>
            <a:r>
              <a:rPr lang="en-US" sz="1400" dirty="0">
                <a:solidFill>
                  <a:srgbClr val="C00000"/>
                </a:solidFill>
                <a:effectLst/>
                <a:latin typeface="Times New Roman" panose="02020603050405020304" pitchFamily="18" charset="0"/>
                <a:ea typeface="Times New Roman" panose="02020603050405020304" pitchFamily="18" charset="0"/>
              </a:rPr>
              <a:t>-</a:t>
            </a:r>
            <a:r>
              <a:rPr lang="en-US" sz="1400" dirty="0">
                <a:effectLst/>
                <a:latin typeface="Times New Roman" panose="02020603050405020304" pitchFamily="18" charset="0"/>
                <a:ea typeface="Times New Roman" panose="02020603050405020304" pitchFamily="18" charset="0"/>
              </a:rPr>
              <a:t>-(1)— </a:t>
            </a:r>
            <a:r>
              <a:rPr lang="en-US" sz="1400" b="1" dirty="0">
                <a:effectLst/>
                <a:latin typeface="Times New Roman" panose="02020603050405020304" pitchFamily="18" charset="0"/>
                <a:ea typeface="Times New Roman" panose="02020603050405020304" pitchFamily="18" charset="0"/>
              </a:rPr>
              <a:t>NHÂN VIÊN</a:t>
            </a:r>
          </a:p>
          <a:p>
            <a:pPr algn="just">
              <a:spcBef>
                <a:spcPts val="1200"/>
              </a:spcBef>
              <a:spcAft>
                <a:spcPts val="1200"/>
              </a:spcAft>
            </a:pPr>
            <a:r>
              <a:rPr lang="en-US" sz="1400" dirty="0">
                <a:effectLst/>
                <a:latin typeface="Times New Roman" panose="02020603050405020304" pitchFamily="18" charset="0"/>
                <a:ea typeface="Times New Roman" panose="02020603050405020304" pitchFamily="18" charset="0"/>
              </a:rPr>
              <a:t>- </a:t>
            </a:r>
            <a:r>
              <a:rPr lang="en-US" sz="1400" b="1" dirty="0">
                <a:effectLst/>
                <a:latin typeface="Times New Roman" panose="02020603050405020304" pitchFamily="18" charset="0"/>
                <a:ea typeface="Times New Roman" panose="02020603050405020304" pitchFamily="18" charset="0"/>
              </a:rPr>
              <a:t>PHIẾU ĐẶT CỌC </a:t>
            </a:r>
            <a:r>
              <a:rPr lang="en-US" sz="1400" dirty="0">
                <a:effectLst/>
                <a:latin typeface="Times New Roman" panose="02020603050405020304" pitchFamily="18" charset="0"/>
                <a:ea typeface="Times New Roman" panose="02020603050405020304" pitchFamily="18" charset="0"/>
              </a:rPr>
              <a:t>–(n)--</a:t>
            </a:r>
            <a:r>
              <a:rPr lang="en-US" sz="1400" dirty="0" err="1">
                <a:solidFill>
                  <a:srgbClr val="C00000"/>
                </a:solidFill>
                <a:effectLst/>
                <a:latin typeface="Times New Roman" panose="02020603050405020304" pitchFamily="18" charset="0"/>
                <a:ea typeface="Times New Roman" panose="02020603050405020304" pitchFamily="18" charset="0"/>
              </a:rPr>
              <a:t>Lập</a:t>
            </a:r>
            <a:r>
              <a:rPr lang="en-US" sz="1400" dirty="0">
                <a:solidFill>
                  <a:srgbClr val="C00000"/>
                </a:solidFill>
                <a:effectLst/>
                <a:latin typeface="Times New Roman" panose="02020603050405020304" pitchFamily="18" charset="0"/>
                <a:ea typeface="Times New Roman" panose="02020603050405020304" pitchFamily="18" charset="0"/>
              </a:rPr>
              <a:t>-</a:t>
            </a:r>
            <a:r>
              <a:rPr lang="en-US" sz="1400" dirty="0">
                <a:effectLst/>
                <a:latin typeface="Times New Roman" panose="02020603050405020304" pitchFamily="18" charset="0"/>
                <a:ea typeface="Times New Roman" panose="02020603050405020304" pitchFamily="18" charset="0"/>
              </a:rPr>
              <a:t>-(1)— </a:t>
            </a:r>
            <a:r>
              <a:rPr lang="en-US" sz="1400" b="1" dirty="0">
                <a:effectLst/>
                <a:latin typeface="Times New Roman" panose="02020603050405020304" pitchFamily="18" charset="0"/>
                <a:ea typeface="Times New Roman" panose="02020603050405020304" pitchFamily="18" charset="0"/>
              </a:rPr>
              <a:t>NHÂN VIÊN</a:t>
            </a:r>
          </a:p>
        </p:txBody>
      </p:sp>
    </p:spTree>
    <p:extLst>
      <p:ext uri="{BB962C8B-B14F-4D97-AF65-F5344CB8AC3E}">
        <p14:creationId xmlns:p14="http://schemas.microsoft.com/office/powerpoint/2010/main" val="379079180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888E46D-1E70-C34C-023E-035D05DF3A2B}"/>
              </a:ext>
            </a:extLst>
          </p:cNvPr>
          <p:cNvSpPr/>
          <p:nvPr/>
        </p:nvSpPr>
        <p:spPr>
          <a:xfrm>
            <a:off x="1" y="0"/>
            <a:ext cx="747293" cy="737419"/>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prstClr val="black"/>
              </a:solidFill>
              <a:effectLst/>
              <a:uLnTx/>
              <a:uFillTx/>
              <a:latin typeface="Aptos Display" panose="02110004020202020204"/>
              <a:ea typeface="+mn-ea"/>
              <a:cs typeface="+mn-cs"/>
            </a:endParaRPr>
          </a:p>
        </p:txBody>
      </p:sp>
      <p:sp>
        <p:nvSpPr>
          <p:cNvPr id="2" name="Rectangle 1">
            <a:extLst>
              <a:ext uri="{FF2B5EF4-FFF2-40B4-BE49-F238E27FC236}">
                <a16:creationId xmlns:a16="http://schemas.microsoft.com/office/drawing/2014/main" id="{65F5E73B-AD96-6973-6A59-FC43B9880258}"/>
              </a:ext>
            </a:extLst>
          </p:cNvPr>
          <p:cNvSpPr/>
          <p:nvPr/>
        </p:nvSpPr>
        <p:spPr>
          <a:xfrm>
            <a:off x="747294" y="0"/>
            <a:ext cx="11444705" cy="737419"/>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vi-VN"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rPr>
              <a:t>Mô tả thực thể và thuộc tính</a:t>
            </a:r>
            <a:endParaRPr kumimoji="0" lang="en-US" sz="3200" b="1" i="0" u="none" strike="noStrike" kern="1200" cap="none" spc="0" normalizeH="0" baseline="0" noProof="0" dirty="0">
              <a:ln>
                <a:noFill/>
              </a:ln>
              <a:solidFill>
                <a:prstClr val="black"/>
              </a:solidFill>
              <a:effectLst/>
              <a:uLnTx/>
              <a:uFillTx/>
              <a:latin typeface="Aptos Display" panose="02110004020202020204"/>
              <a:ea typeface="+mn-ea"/>
              <a:cs typeface="+mn-cs"/>
            </a:endParaRPr>
          </a:p>
        </p:txBody>
      </p:sp>
      <p:pic>
        <p:nvPicPr>
          <p:cNvPr id="3" name="Picture 2" descr="A blue and black logo&#10;&#10;Description automatically generated">
            <a:extLst>
              <a:ext uri="{FF2B5EF4-FFF2-40B4-BE49-F238E27FC236}">
                <a16:creationId xmlns:a16="http://schemas.microsoft.com/office/drawing/2014/main" id="{693302C2-5E00-887F-C7E7-771AC1F2FA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747295" cy="737419"/>
          </a:xfrm>
          <a:prstGeom prst="rect">
            <a:avLst/>
          </a:prstGeom>
        </p:spPr>
      </p:pic>
      <p:sp>
        <p:nvSpPr>
          <p:cNvPr id="4" name="TextBox 3">
            <a:extLst>
              <a:ext uri="{FF2B5EF4-FFF2-40B4-BE49-F238E27FC236}">
                <a16:creationId xmlns:a16="http://schemas.microsoft.com/office/drawing/2014/main" id="{31181E7C-3DBA-E488-EDFB-CD2BACABD0AB}"/>
              </a:ext>
            </a:extLst>
          </p:cNvPr>
          <p:cNvSpPr txBox="1"/>
          <p:nvPr/>
        </p:nvSpPr>
        <p:spPr>
          <a:xfrm>
            <a:off x="373647" y="976218"/>
            <a:ext cx="11444705" cy="5539978"/>
          </a:xfrm>
          <a:prstGeom prst="rect">
            <a:avLst/>
          </a:prstGeom>
          <a:noFill/>
        </p:spPr>
        <p:txBody>
          <a:bodyPr wrap="square">
            <a:spAutoFit/>
          </a:bodyPr>
          <a:lstStyle/>
          <a:p>
            <a:pPr algn="just">
              <a:spcBef>
                <a:spcPts val="1200"/>
              </a:spcBef>
              <a:spcAft>
                <a:spcPts val="1200"/>
              </a:spcAft>
            </a:pPr>
            <a:r>
              <a:rPr lang="en-US" sz="1400" dirty="0">
                <a:effectLst/>
                <a:latin typeface="Times New Roman" panose="02020603050405020304" pitchFamily="18" charset="0"/>
                <a:ea typeface="Times New Roman" panose="02020603050405020304" pitchFamily="18" charset="0"/>
              </a:rPr>
              <a:t>- </a:t>
            </a:r>
            <a:r>
              <a:rPr lang="en-US" sz="1400" b="1" dirty="0">
                <a:effectLst/>
                <a:latin typeface="Times New Roman" panose="02020603050405020304" pitchFamily="18" charset="0"/>
                <a:ea typeface="Times New Roman" panose="02020603050405020304" pitchFamily="18" charset="0"/>
              </a:rPr>
              <a:t>PHIẾU SỬ DỤNG DỊCH VỤ </a:t>
            </a:r>
            <a:r>
              <a:rPr lang="en-US" sz="1400" dirty="0">
                <a:effectLst/>
                <a:latin typeface="Times New Roman" panose="02020603050405020304" pitchFamily="18" charset="0"/>
                <a:ea typeface="Times New Roman" panose="02020603050405020304" pitchFamily="18" charset="0"/>
              </a:rPr>
              <a:t>–(n)--</a:t>
            </a:r>
            <a:r>
              <a:rPr lang="en-US" sz="1400" dirty="0" err="1">
                <a:solidFill>
                  <a:srgbClr val="C00000"/>
                </a:solidFill>
                <a:effectLst/>
                <a:latin typeface="Times New Roman" panose="02020603050405020304" pitchFamily="18" charset="0"/>
                <a:ea typeface="Times New Roman" panose="02020603050405020304" pitchFamily="18" charset="0"/>
              </a:rPr>
              <a:t>Có</a:t>
            </a:r>
            <a:r>
              <a:rPr lang="en-US" sz="1400" dirty="0">
                <a:solidFill>
                  <a:srgbClr val="C00000"/>
                </a:solidFill>
                <a:effectLst/>
                <a:latin typeface="Times New Roman" panose="02020603050405020304" pitchFamily="18" charset="0"/>
                <a:ea typeface="Times New Roman" panose="02020603050405020304" pitchFamily="18" charset="0"/>
              </a:rPr>
              <a:t>-</a:t>
            </a:r>
            <a:r>
              <a:rPr lang="en-US" sz="1400" dirty="0">
                <a:effectLst/>
                <a:latin typeface="Times New Roman" panose="02020603050405020304" pitchFamily="18" charset="0"/>
                <a:ea typeface="Times New Roman" panose="02020603050405020304" pitchFamily="18" charset="0"/>
              </a:rPr>
              <a:t>-(n)— </a:t>
            </a:r>
            <a:r>
              <a:rPr lang="en-US" sz="1400" b="1" dirty="0">
                <a:effectLst/>
                <a:latin typeface="Times New Roman" panose="02020603050405020304" pitchFamily="18" charset="0"/>
                <a:ea typeface="Times New Roman" panose="02020603050405020304" pitchFamily="18" charset="0"/>
              </a:rPr>
              <a:t>DỊCH VỤ </a:t>
            </a:r>
            <a:r>
              <a:rPr lang="en-US" sz="1400" dirty="0">
                <a:effectLst/>
                <a:latin typeface="Times New Roman" panose="02020603050405020304" pitchFamily="18" charset="0"/>
                <a:ea typeface="Times New Roman" panose="02020603050405020304" pitchFamily="18" charset="0"/>
              </a:rPr>
              <a:t>(</a:t>
            </a:r>
            <a:r>
              <a:rPr lang="en-US" sz="1400" dirty="0" err="1">
                <a:effectLst/>
                <a:latin typeface="Times New Roman" panose="02020603050405020304" pitchFamily="18" charset="0"/>
                <a:ea typeface="Times New Roman" panose="02020603050405020304" pitchFamily="18" charset="0"/>
              </a:rPr>
              <a:t>số</a:t>
            </a:r>
            <a:r>
              <a:rPr lang="en-US" sz="1400" dirty="0">
                <a:effectLst/>
                <a:latin typeface="Times New Roman" panose="02020603050405020304" pitchFamily="18" charset="0"/>
                <a:ea typeface="Times New Roman" panose="02020603050405020304" pitchFamily="18" charset="0"/>
              </a:rPr>
              <a:t> </a:t>
            </a:r>
            <a:r>
              <a:rPr lang="en-US" sz="1400" dirty="0" err="1">
                <a:effectLst/>
                <a:latin typeface="Times New Roman" panose="02020603050405020304" pitchFamily="18" charset="0"/>
                <a:ea typeface="Times New Roman" panose="02020603050405020304" pitchFamily="18" charset="0"/>
              </a:rPr>
              <a:t>lượng</a:t>
            </a:r>
            <a:r>
              <a:rPr lang="en-US" sz="1400" dirty="0">
                <a:effectLst/>
                <a:latin typeface="Times New Roman" panose="02020603050405020304" pitchFamily="18" charset="0"/>
                <a:ea typeface="Times New Roman" panose="02020603050405020304" pitchFamily="18" charset="0"/>
              </a:rPr>
              <a:t>, </a:t>
            </a:r>
            <a:r>
              <a:rPr lang="en-US" sz="1400" dirty="0" err="1">
                <a:effectLst/>
                <a:latin typeface="Times New Roman" panose="02020603050405020304" pitchFamily="18" charset="0"/>
                <a:ea typeface="Times New Roman" panose="02020603050405020304" pitchFamily="18" charset="0"/>
              </a:rPr>
              <a:t>giá</a:t>
            </a:r>
            <a:r>
              <a:rPr lang="en-US" sz="1400" dirty="0">
                <a:effectLst/>
                <a:latin typeface="Times New Roman" panose="02020603050405020304" pitchFamily="18" charset="0"/>
                <a:ea typeface="Times New Roman" panose="02020603050405020304" pitchFamily="18" charset="0"/>
              </a:rPr>
              <a:t> </a:t>
            </a:r>
            <a:r>
              <a:rPr lang="en-US" sz="1400" dirty="0" err="1">
                <a:effectLst/>
                <a:latin typeface="Times New Roman" panose="02020603050405020304" pitchFamily="18" charset="0"/>
                <a:ea typeface="Times New Roman" panose="02020603050405020304" pitchFamily="18" charset="0"/>
              </a:rPr>
              <a:t>bán</a:t>
            </a:r>
            <a:r>
              <a:rPr lang="en-US" sz="1400" dirty="0">
                <a:effectLst/>
                <a:latin typeface="Times New Roman" panose="02020603050405020304" pitchFamily="18" charset="0"/>
                <a:ea typeface="Times New Roman" panose="02020603050405020304" pitchFamily="18" charset="0"/>
              </a:rPr>
              <a:t>)</a:t>
            </a:r>
          </a:p>
          <a:p>
            <a:pPr algn="just">
              <a:spcBef>
                <a:spcPts val="1200"/>
              </a:spcBef>
              <a:spcAft>
                <a:spcPts val="1200"/>
              </a:spcAft>
            </a:pPr>
            <a:r>
              <a:rPr lang="en-US" sz="1400" dirty="0">
                <a:effectLst/>
                <a:latin typeface="Times New Roman" panose="02020603050405020304" pitchFamily="18" charset="0"/>
                <a:ea typeface="Times New Roman" panose="02020603050405020304" pitchFamily="18" charset="0"/>
              </a:rPr>
              <a:t>- </a:t>
            </a:r>
            <a:r>
              <a:rPr lang="en-US" sz="1400" b="1" dirty="0">
                <a:effectLst/>
                <a:latin typeface="Times New Roman" panose="02020603050405020304" pitchFamily="18" charset="0"/>
                <a:ea typeface="Times New Roman" panose="02020603050405020304" pitchFamily="18" charset="0"/>
              </a:rPr>
              <a:t>PHIẾU SỬ DỤNG DỊCH VỤ </a:t>
            </a:r>
            <a:r>
              <a:rPr lang="en-US" sz="1400" dirty="0">
                <a:effectLst/>
                <a:latin typeface="Times New Roman" panose="02020603050405020304" pitchFamily="18" charset="0"/>
                <a:ea typeface="Times New Roman" panose="02020603050405020304" pitchFamily="18" charset="0"/>
              </a:rPr>
              <a:t>–(n)--</a:t>
            </a:r>
            <a:r>
              <a:rPr lang="en-US" sz="1400" dirty="0" err="1">
                <a:solidFill>
                  <a:srgbClr val="C00000"/>
                </a:solidFill>
                <a:effectLst/>
                <a:latin typeface="Times New Roman" panose="02020603050405020304" pitchFamily="18" charset="0"/>
                <a:ea typeface="Times New Roman" panose="02020603050405020304" pitchFamily="18" charset="0"/>
              </a:rPr>
              <a:t>Thêm</a:t>
            </a:r>
            <a:r>
              <a:rPr lang="en-US" sz="1400" dirty="0">
                <a:solidFill>
                  <a:srgbClr val="C00000"/>
                </a:solidFill>
                <a:effectLst/>
                <a:latin typeface="Times New Roman" panose="02020603050405020304" pitchFamily="18" charset="0"/>
                <a:ea typeface="Times New Roman" panose="02020603050405020304" pitchFamily="18" charset="0"/>
              </a:rPr>
              <a:t>-</a:t>
            </a:r>
            <a:r>
              <a:rPr lang="en-US" sz="1400" dirty="0">
                <a:effectLst/>
                <a:latin typeface="Times New Roman" panose="02020603050405020304" pitchFamily="18" charset="0"/>
                <a:ea typeface="Times New Roman" panose="02020603050405020304" pitchFamily="18" charset="0"/>
              </a:rPr>
              <a:t>-(1)— </a:t>
            </a:r>
            <a:r>
              <a:rPr lang="en-US" sz="1400" b="1" dirty="0">
                <a:effectLst/>
                <a:latin typeface="Times New Roman" panose="02020603050405020304" pitchFamily="18" charset="0"/>
                <a:ea typeface="Times New Roman" panose="02020603050405020304" pitchFamily="18" charset="0"/>
              </a:rPr>
              <a:t>VOUCHER</a:t>
            </a:r>
          </a:p>
          <a:p>
            <a:pPr algn="just">
              <a:spcBef>
                <a:spcPts val="1200"/>
              </a:spcBef>
              <a:spcAft>
                <a:spcPts val="1200"/>
              </a:spcAft>
            </a:pPr>
            <a:r>
              <a:rPr lang="en-US" sz="1400" dirty="0">
                <a:effectLst/>
                <a:latin typeface="Times New Roman" panose="02020603050405020304" pitchFamily="18" charset="0"/>
                <a:ea typeface="Times New Roman" panose="02020603050405020304" pitchFamily="18" charset="0"/>
              </a:rPr>
              <a:t>- </a:t>
            </a:r>
            <a:r>
              <a:rPr lang="en-US" sz="1400" b="1" dirty="0">
                <a:effectLst/>
                <a:latin typeface="Times New Roman" panose="02020603050405020304" pitchFamily="18" charset="0"/>
                <a:ea typeface="Times New Roman" panose="02020603050405020304" pitchFamily="18" charset="0"/>
              </a:rPr>
              <a:t>PHIẾU SỬ DỤNG DỊCH VỤ </a:t>
            </a:r>
            <a:r>
              <a:rPr lang="en-US" sz="1400" dirty="0">
                <a:effectLst/>
                <a:latin typeface="Times New Roman" panose="02020603050405020304" pitchFamily="18" charset="0"/>
                <a:ea typeface="Times New Roman" panose="02020603050405020304" pitchFamily="18" charset="0"/>
              </a:rPr>
              <a:t>–(n)--</a:t>
            </a:r>
            <a:r>
              <a:rPr lang="en-US" sz="1400" dirty="0" err="1">
                <a:solidFill>
                  <a:srgbClr val="C00000"/>
                </a:solidFill>
                <a:effectLst/>
                <a:latin typeface="Times New Roman" panose="02020603050405020304" pitchFamily="18" charset="0"/>
                <a:ea typeface="Times New Roman" panose="02020603050405020304" pitchFamily="18" charset="0"/>
              </a:rPr>
              <a:t>Lập</a:t>
            </a:r>
            <a:r>
              <a:rPr lang="en-US" sz="1400" dirty="0">
                <a:solidFill>
                  <a:srgbClr val="C00000"/>
                </a:solidFill>
                <a:effectLst/>
                <a:latin typeface="Times New Roman" panose="02020603050405020304" pitchFamily="18" charset="0"/>
                <a:ea typeface="Times New Roman" panose="02020603050405020304" pitchFamily="18" charset="0"/>
              </a:rPr>
              <a:t>-</a:t>
            </a:r>
            <a:r>
              <a:rPr lang="en-US" sz="1400" dirty="0">
                <a:effectLst/>
                <a:latin typeface="Times New Roman" panose="02020603050405020304" pitchFamily="18" charset="0"/>
                <a:ea typeface="Times New Roman" panose="02020603050405020304" pitchFamily="18" charset="0"/>
              </a:rPr>
              <a:t>-(1)— </a:t>
            </a:r>
            <a:r>
              <a:rPr lang="en-US" sz="1400" b="1" dirty="0">
                <a:effectLst/>
                <a:latin typeface="Times New Roman" panose="02020603050405020304" pitchFamily="18" charset="0"/>
                <a:ea typeface="Times New Roman" panose="02020603050405020304" pitchFamily="18" charset="0"/>
              </a:rPr>
              <a:t>NHÂN VIÊN</a:t>
            </a:r>
          </a:p>
          <a:p>
            <a:pPr algn="just">
              <a:spcBef>
                <a:spcPts val="1200"/>
              </a:spcBef>
              <a:spcAft>
                <a:spcPts val="1200"/>
              </a:spcAft>
            </a:pPr>
            <a:r>
              <a:rPr lang="en-US" sz="1400" dirty="0">
                <a:effectLst/>
                <a:latin typeface="Times New Roman" panose="02020603050405020304" pitchFamily="18" charset="0"/>
                <a:ea typeface="Times New Roman" panose="02020603050405020304" pitchFamily="18" charset="0"/>
              </a:rPr>
              <a:t>- </a:t>
            </a:r>
            <a:r>
              <a:rPr lang="en-US" sz="1400" b="1" dirty="0">
                <a:effectLst/>
                <a:latin typeface="Times New Roman" panose="02020603050405020304" pitchFamily="18" charset="0"/>
                <a:ea typeface="Times New Roman" panose="02020603050405020304" pitchFamily="18" charset="0"/>
              </a:rPr>
              <a:t>PHIẾU NHẬP TIỆN NGHI </a:t>
            </a:r>
            <a:r>
              <a:rPr lang="en-US" sz="1400" dirty="0">
                <a:effectLst/>
                <a:latin typeface="Times New Roman" panose="02020603050405020304" pitchFamily="18" charset="0"/>
                <a:ea typeface="Times New Roman" panose="02020603050405020304" pitchFamily="18" charset="0"/>
              </a:rPr>
              <a:t>–(n)--</a:t>
            </a:r>
            <a:r>
              <a:rPr lang="en-US" sz="1400" dirty="0" err="1">
                <a:solidFill>
                  <a:srgbClr val="C00000"/>
                </a:solidFill>
                <a:effectLst/>
                <a:latin typeface="Times New Roman" panose="02020603050405020304" pitchFamily="18" charset="0"/>
                <a:ea typeface="Times New Roman" panose="02020603050405020304" pitchFamily="18" charset="0"/>
              </a:rPr>
              <a:t>Có</a:t>
            </a:r>
            <a:r>
              <a:rPr lang="en-US" sz="1400" dirty="0">
                <a:solidFill>
                  <a:srgbClr val="C00000"/>
                </a:solidFill>
                <a:effectLst/>
                <a:latin typeface="Times New Roman" panose="02020603050405020304" pitchFamily="18" charset="0"/>
                <a:ea typeface="Times New Roman" panose="02020603050405020304" pitchFamily="18" charset="0"/>
              </a:rPr>
              <a:t>-</a:t>
            </a:r>
            <a:r>
              <a:rPr lang="en-US" sz="1400" dirty="0">
                <a:effectLst/>
                <a:latin typeface="Times New Roman" panose="02020603050405020304" pitchFamily="18" charset="0"/>
                <a:ea typeface="Times New Roman" panose="02020603050405020304" pitchFamily="18" charset="0"/>
              </a:rPr>
              <a:t>-(n)— </a:t>
            </a:r>
            <a:r>
              <a:rPr lang="en-US" sz="1400" b="1" dirty="0">
                <a:effectLst/>
                <a:latin typeface="Times New Roman" panose="02020603050405020304" pitchFamily="18" charset="0"/>
                <a:ea typeface="Times New Roman" panose="02020603050405020304" pitchFamily="18" charset="0"/>
              </a:rPr>
              <a:t>TIỆN NGHI </a:t>
            </a:r>
            <a:r>
              <a:rPr lang="en-US" sz="1400" dirty="0">
                <a:effectLst/>
                <a:latin typeface="Times New Roman" panose="02020603050405020304" pitchFamily="18" charset="0"/>
                <a:ea typeface="Times New Roman" panose="02020603050405020304" pitchFamily="18" charset="0"/>
              </a:rPr>
              <a:t>(</a:t>
            </a:r>
            <a:r>
              <a:rPr lang="en-US" sz="1400" dirty="0" err="1">
                <a:effectLst/>
                <a:latin typeface="Times New Roman" panose="02020603050405020304" pitchFamily="18" charset="0"/>
                <a:ea typeface="Times New Roman" panose="02020603050405020304" pitchFamily="18" charset="0"/>
              </a:rPr>
              <a:t>số</a:t>
            </a:r>
            <a:r>
              <a:rPr lang="en-US" sz="1400" dirty="0">
                <a:effectLst/>
                <a:latin typeface="Times New Roman" panose="02020603050405020304" pitchFamily="18" charset="0"/>
                <a:ea typeface="Times New Roman" panose="02020603050405020304" pitchFamily="18" charset="0"/>
              </a:rPr>
              <a:t> </a:t>
            </a:r>
            <a:r>
              <a:rPr lang="en-US" sz="1400" dirty="0" err="1">
                <a:effectLst/>
                <a:latin typeface="Times New Roman" panose="02020603050405020304" pitchFamily="18" charset="0"/>
                <a:ea typeface="Times New Roman" panose="02020603050405020304" pitchFamily="18" charset="0"/>
              </a:rPr>
              <a:t>lượng</a:t>
            </a:r>
            <a:r>
              <a:rPr lang="en-US" sz="1400" dirty="0">
                <a:effectLst/>
                <a:latin typeface="Times New Roman" panose="02020603050405020304" pitchFamily="18" charset="0"/>
                <a:ea typeface="Times New Roman" panose="02020603050405020304" pitchFamily="18" charset="0"/>
              </a:rPr>
              <a:t>, </a:t>
            </a:r>
            <a:r>
              <a:rPr lang="en-US" sz="1400" dirty="0" err="1">
                <a:effectLst/>
                <a:latin typeface="Times New Roman" panose="02020603050405020304" pitchFamily="18" charset="0"/>
                <a:ea typeface="Times New Roman" panose="02020603050405020304" pitchFamily="18" charset="0"/>
              </a:rPr>
              <a:t>đơn</a:t>
            </a:r>
            <a:r>
              <a:rPr lang="en-US" sz="1400" dirty="0">
                <a:effectLst/>
                <a:latin typeface="Times New Roman" panose="02020603050405020304" pitchFamily="18" charset="0"/>
                <a:ea typeface="Times New Roman" panose="02020603050405020304" pitchFamily="18" charset="0"/>
              </a:rPr>
              <a:t> </a:t>
            </a:r>
            <a:r>
              <a:rPr lang="en-US" sz="1400" dirty="0" err="1">
                <a:effectLst/>
                <a:latin typeface="Times New Roman" panose="02020603050405020304" pitchFamily="18" charset="0"/>
                <a:ea typeface="Times New Roman" panose="02020603050405020304" pitchFamily="18" charset="0"/>
              </a:rPr>
              <a:t>vị</a:t>
            </a:r>
            <a:r>
              <a:rPr lang="en-US" sz="1400" dirty="0">
                <a:effectLst/>
                <a:latin typeface="Times New Roman" panose="02020603050405020304" pitchFamily="18" charset="0"/>
                <a:ea typeface="Times New Roman" panose="02020603050405020304" pitchFamily="18" charset="0"/>
              </a:rPr>
              <a:t> </a:t>
            </a:r>
            <a:r>
              <a:rPr lang="en-US" sz="1400" dirty="0" err="1">
                <a:effectLst/>
                <a:latin typeface="Times New Roman" panose="02020603050405020304" pitchFamily="18" charset="0"/>
                <a:ea typeface="Times New Roman" panose="02020603050405020304" pitchFamily="18" charset="0"/>
              </a:rPr>
              <a:t>tính</a:t>
            </a:r>
            <a:r>
              <a:rPr lang="en-US" sz="1400" dirty="0">
                <a:effectLst/>
                <a:latin typeface="Times New Roman" panose="02020603050405020304" pitchFamily="18" charset="0"/>
                <a:ea typeface="Times New Roman" panose="02020603050405020304" pitchFamily="18" charset="0"/>
              </a:rPr>
              <a:t>)</a:t>
            </a:r>
          </a:p>
          <a:p>
            <a:pPr algn="just">
              <a:spcBef>
                <a:spcPts val="1200"/>
              </a:spcBef>
              <a:spcAft>
                <a:spcPts val="1200"/>
              </a:spcAft>
            </a:pPr>
            <a:r>
              <a:rPr lang="en-US" sz="1400" dirty="0">
                <a:effectLst/>
                <a:latin typeface="Times New Roman" panose="02020603050405020304" pitchFamily="18" charset="0"/>
                <a:ea typeface="Times New Roman" panose="02020603050405020304" pitchFamily="18" charset="0"/>
              </a:rPr>
              <a:t>- </a:t>
            </a:r>
            <a:r>
              <a:rPr lang="en-US" sz="1400" b="1" dirty="0">
                <a:effectLst/>
                <a:latin typeface="Times New Roman" panose="02020603050405020304" pitchFamily="18" charset="0"/>
                <a:ea typeface="Times New Roman" panose="02020603050405020304" pitchFamily="18" charset="0"/>
              </a:rPr>
              <a:t>PHIẾU NHẬP TIỆN NGHI </a:t>
            </a:r>
            <a:r>
              <a:rPr lang="en-US" sz="1400" dirty="0">
                <a:effectLst/>
                <a:latin typeface="Times New Roman" panose="02020603050405020304" pitchFamily="18" charset="0"/>
                <a:ea typeface="Times New Roman" panose="02020603050405020304" pitchFamily="18" charset="0"/>
              </a:rPr>
              <a:t>–(n)--</a:t>
            </a:r>
            <a:r>
              <a:rPr lang="en-US" sz="1400" dirty="0" err="1">
                <a:solidFill>
                  <a:srgbClr val="C00000"/>
                </a:solidFill>
                <a:effectLst/>
                <a:latin typeface="Times New Roman" panose="02020603050405020304" pitchFamily="18" charset="0"/>
                <a:ea typeface="Times New Roman" panose="02020603050405020304" pitchFamily="18" charset="0"/>
              </a:rPr>
              <a:t>Lập</a:t>
            </a:r>
            <a:r>
              <a:rPr lang="en-US" sz="1400" dirty="0">
                <a:solidFill>
                  <a:srgbClr val="C00000"/>
                </a:solidFill>
                <a:effectLst/>
                <a:latin typeface="Times New Roman" panose="02020603050405020304" pitchFamily="18" charset="0"/>
                <a:ea typeface="Times New Roman" panose="02020603050405020304" pitchFamily="18" charset="0"/>
              </a:rPr>
              <a:t>-</a:t>
            </a:r>
            <a:r>
              <a:rPr lang="en-US" sz="1400" dirty="0">
                <a:effectLst/>
                <a:latin typeface="Times New Roman" panose="02020603050405020304" pitchFamily="18" charset="0"/>
                <a:ea typeface="Times New Roman" panose="02020603050405020304" pitchFamily="18" charset="0"/>
              </a:rPr>
              <a:t>-(1)— </a:t>
            </a:r>
            <a:r>
              <a:rPr lang="en-US" sz="1400" b="1" dirty="0">
                <a:effectLst/>
                <a:latin typeface="Times New Roman" panose="02020603050405020304" pitchFamily="18" charset="0"/>
                <a:ea typeface="Times New Roman" panose="02020603050405020304" pitchFamily="18" charset="0"/>
              </a:rPr>
              <a:t>NHÂN VIÊN</a:t>
            </a:r>
          </a:p>
          <a:p>
            <a:pPr algn="just">
              <a:spcBef>
                <a:spcPts val="1200"/>
              </a:spcBef>
              <a:spcAft>
                <a:spcPts val="1200"/>
              </a:spcAft>
            </a:pPr>
            <a:r>
              <a:rPr lang="en-US" sz="1400" dirty="0">
                <a:effectLst/>
                <a:latin typeface="Times New Roman" panose="02020603050405020304" pitchFamily="18" charset="0"/>
                <a:ea typeface="Times New Roman" panose="02020603050405020304" pitchFamily="18" charset="0"/>
              </a:rPr>
              <a:t>- </a:t>
            </a:r>
            <a:r>
              <a:rPr lang="en-US" sz="1400" b="1" dirty="0">
                <a:effectLst/>
                <a:latin typeface="Times New Roman" panose="02020603050405020304" pitchFamily="18" charset="0"/>
                <a:ea typeface="Times New Roman" panose="02020603050405020304" pitchFamily="18" charset="0"/>
              </a:rPr>
              <a:t>NHÀ CUNG CẤP </a:t>
            </a:r>
            <a:r>
              <a:rPr lang="en-US" sz="1400" dirty="0">
                <a:effectLst/>
                <a:latin typeface="Times New Roman" panose="02020603050405020304" pitchFamily="18" charset="0"/>
                <a:ea typeface="Times New Roman" panose="02020603050405020304" pitchFamily="18" charset="0"/>
              </a:rPr>
              <a:t>–(1)--</a:t>
            </a:r>
            <a:r>
              <a:rPr lang="en-US" sz="1400" dirty="0" err="1">
                <a:solidFill>
                  <a:srgbClr val="C00000"/>
                </a:solidFill>
                <a:effectLst/>
                <a:latin typeface="Times New Roman" panose="02020603050405020304" pitchFamily="18" charset="0"/>
                <a:ea typeface="Times New Roman" panose="02020603050405020304" pitchFamily="18" charset="0"/>
              </a:rPr>
              <a:t>Có</a:t>
            </a:r>
            <a:r>
              <a:rPr lang="en-US" sz="1400" dirty="0">
                <a:solidFill>
                  <a:srgbClr val="C00000"/>
                </a:solidFill>
                <a:effectLst/>
                <a:latin typeface="Times New Roman" panose="02020603050405020304" pitchFamily="18" charset="0"/>
                <a:ea typeface="Times New Roman" panose="02020603050405020304" pitchFamily="18" charset="0"/>
              </a:rPr>
              <a:t>-</a:t>
            </a:r>
            <a:r>
              <a:rPr lang="en-US" sz="1400" dirty="0">
                <a:effectLst/>
                <a:latin typeface="Times New Roman" panose="02020603050405020304" pitchFamily="18" charset="0"/>
                <a:ea typeface="Times New Roman" panose="02020603050405020304" pitchFamily="18" charset="0"/>
              </a:rPr>
              <a:t>-(n)— </a:t>
            </a:r>
            <a:r>
              <a:rPr lang="en-US" sz="1400" b="1" dirty="0">
                <a:effectLst/>
                <a:latin typeface="Times New Roman" panose="02020603050405020304" pitchFamily="18" charset="0"/>
                <a:ea typeface="Times New Roman" panose="02020603050405020304" pitchFamily="18" charset="0"/>
              </a:rPr>
              <a:t>TIỆN NGHI</a:t>
            </a:r>
            <a:r>
              <a:rPr lang="en-US" sz="1400" dirty="0">
                <a:effectLst/>
                <a:latin typeface="Times New Roman" panose="02020603050405020304" pitchFamily="18" charset="0"/>
                <a:ea typeface="Times New Roman" panose="02020603050405020304" pitchFamily="18" charset="0"/>
              </a:rPr>
              <a:t>	</a:t>
            </a:r>
          </a:p>
          <a:p>
            <a:pPr algn="just">
              <a:spcBef>
                <a:spcPts val="1200"/>
              </a:spcBef>
              <a:spcAft>
                <a:spcPts val="1200"/>
              </a:spcAft>
            </a:pPr>
            <a:r>
              <a:rPr lang="en-US" sz="1400" dirty="0">
                <a:effectLst/>
                <a:latin typeface="Times New Roman" panose="02020603050405020304" pitchFamily="18" charset="0"/>
                <a:ea typeface="Times New Roman" panose="02020603050405020304" pitchFamily="18" charset="0"/>
              </a:rPr>
              <a:t>- </a:t>
            </a:r>
            <a:r>
              <a:rPr lang="en-US" sz="1400" b="1" dirty="0">
                <a:effectLst/>
                <a:latin typeface="Times New Roman" panose="02020603050405020304" pitchFamily="18" charset="0"/>
                <a:ea typeface="Times New Roman" panose="02020603050405020304" pitchFamily="18" charset="0"/>
              </a:rPr>
              <a:t>PHIẾU BỒI THƯỜNG THIỆT HẠI </a:t>
            </a:r>
            <a:r>
              <a:rPr lang="en-US" sz="1400" dirty="0">
                <a:effectLst/>
                <a:latin typeface="Times New Roman" panose="02020603050405020304" pitchFamily="18" charset="0"/>
                <a:ea typeface="Times New Roman" panose="02020603050405020304" pitchFamily="18" charset="0"/>
              </a:rPr>
              <a:t>–(n)--</a:t>
            </a:r>
            <a:r>
              <a:rPr lang="en-US" sz="1400" dirty="0" err="1">
                <a:solidFill>
                  <a:srgbClr val="C00000"/>
                </a:solidFill>
                <a:effectLst/>
                <a:latin typeface="Times New Roman" panose="02020603050405020304" pitchFamily="18" charset="0"/>
                <a:ea typeface="Times New Roman" panose="02020603050405020304" pitchFamily="18" charset="0"/>
              </a:rPr>
              <a:t>Có</a:t>
            </a:r>
            <a:r>
              <a:rPr lang="en-US" sz="1400" dirty="0">
                <a:solidFill>
                  <a:srgbClr val="C00000"/>
                </a:solidFill>
                <a:effectLst/>
                <a:latin typeface="Times New Roman" panose="02020603050405020304" pitchFamily="18" charset="0"/>
                <a:ea typeface="Times New Roman" panose="02020603050405020304" pitchFamily="18" charset="0"/>
              </a:rPr>
              <a:t>-</a:t>
            </a:r>
            <a:r>
              <a:rPr lang="en-US" sz="1400" dirty="0">
                <a:effectLst/>
                <a:latin typeface="Times New Roman" panose="02020603050405020304" pitchFamily="18" charset="0"/>
                <a:ea typeface="Times New Roman" panose="02020603050405020304" pitchFamily="18" charset="0"/>
              </a:rPr>
              <a:t>-(n)— </a:t>
            </a:r>
            <a:r>
              <a:rPr lang="en-US" sz="1400" b="1" dirty="0">
                <a:effectLst/>
                <a:latin typeface="Times New Roman" panose="02020603050405020304" pitchFamily="18" charset="0"/>
                <a:ea typeface="Times New Roman" panose="02020603050405020304" pitchFamily="18" charset="0"/>
              </a:rPr>
              <a:t>TIỆN NGHI </a:t>
            </a:r>
            <a:r>
              <a:rPr lang="en-US" sz="1400" dirty="0">
                <a:effectLst/>
                <a:latin typeface="Times New Roman" panose="02020603050405020304" pitchFamily="18" charset="0"/>
                <a:ea typeface="Times New Roman" panose="02020603050405020304" pitchFamily="18" charset="0"/>
              </a:rPr>
              <a:t>(</a:t>
            </a:r>
            <a:r>
              <a:rPr lang="en-US" sz="1400" dirty="0" err="1">
                <a:effectLst/>
                <a:latin typeface="Times New Roman" panose="02020603050405020304" pitchFamily="18" charset="0"/>
                <a:ea typeface="Times New Roman" panose="02020603050405020304" pitchFamily="18" charset="0"/>
              </a:rPr>
              <a:t>số</a:t>
            </a:r>
            <a:r>
              <a:rPr lang="en-US" sz="1400" dirty="0">
                <a:effectLst/>
                <a:latin typeface="Times New Roman" panose="02020603050405020304" pitchFamily="18" charset="0"/>
                <a:ea typeface="Times New Roman" panose="02020603050405020304" pitchFamily="18" charset="0"/>
              </a:rPr>
              <a:t> </a:t>
            </a:r>
            <a:r>
              <a:rPr lang="en-US" sz="1400" dirty="0" err="1">
                <a:effectLst/>
                <a:latin typeface="Times New Roman" panose="02020603050405020304" pitchFamily="18" charset="0"/>
                <a:ea typeface="Times New Roman" panose="02020603050405020304" pitchFamily="18" charset="0"/>
              </a:rPr>
              <a:t>lượng</a:t>
            </a:r>
            <a:r>
              <a:rPr lang="en-US" sz="1400" dirty="0">
                <a:effectLst/>
                <a:latin typeface="Times New Roman" panose="02020603050405020304" pitchFamily="18" charset="0"/>
                <a:ea typeface="Times New Roman" panose="02020603050405020304" pitchFamily="18" charset="0"/>
              </a:rPr>
              <a:t>, </a:t>
            </a:r>
            <a:r>
              <a:rPr lang="en-US" sz="1400" dirty="0" err="1">
                <a:effectLst/>
                <a:latin typeface="Times New Roman" panose="02020603050405020304" pitchFamily="18" charset="0"/>
                <a:ea typeface="Times New Roman" panose="02020603050405020304" pitchFamily="18" charset="0"/>
              </a:rPr>
              <a:t>đơn</a:t>
            </a:r>
            <a:r>
              <a:rPr lang="en-US" sz="1400" dirty="0">
                <a:effectLst/>
                <a:latin typeface="Times New Roman" panose="02020603050405020304" pitchFamily="18" charset="0"/>
                <a:ea typeface="Times New Roman" panose="02020603050405020304" pitchFamily="18" charset="0"/>
              </a:rPr>
              <a:t> </a:t>
            </a:r>
            <a:r>
              <a:rPr lang="en-US" sz="1400" dirty="0" err="1">
                <a:effectLst/>
                <a:latin typeface="Times New Roman" panose="02020603050405020304" pitchFamily="18" charset="0"/>
                <a:ea typeface="Times New Roman" panose="02020603050405020304" pitchFamily="18" charset="0"/>
              </a:rPr>
              <a:t>vị</a:t>
            </a:r>
            <a:r>
              <a:rPr lang="en-US" sz="1400" dirty="0">
                <a:effectLst/>
                <a:latin typeface="Times New Roman" panose="02020603050405020304" pitchFamily="18" charset="0"/>
                <a:ea typeface="Times New Roman" panose="02020603050405020304" pitchFamily="18" charset="0"/>
              </a:rPr>
              <a:t> </a:t>
            </a:r>
            <a:r>
              <a:rPr lang="en-US" sz="1400" dirty="0" err="1">
                <a:effectLst/>
                <a:latin typeface="Times New Roman" panose="02020603050405020304" pitchFamily="18" charset="0"/>
                <a:ea typeface="Times New Roman" panose="02020603050405020304" pitchFamily="18" charset="0"/>
              </a:rPr>
              <a:t>tính</a:t>
            </a:r>
            <a:r>
              <a:rPr lang="en-US" sz="1400" dirty="0">
                <a:effectLst/>
                <a:latin typeface="Times New Roman" panose="02020603050405020304" pitchFamily="18" charset="0"/>
                <a:ea typeface="Times New Roman" panose="02020603050405020304" pitchFamily="18" charset="0"/>
              </a:rPr>
              <a:t>)</a:t>
            </a:r>
          </a:p>
          <a:p>
            <a:pPr algn="just">
              <a:spcBef>
                <a:spcPts val="1200"/>
              </a:spcBef>
              <a:spcAft>
                <a:spcPts val="1200"/>
              </a:spcAft>
            </a:pPr>
            <a:r>
              <a:rPr lang="en-US" sz="1400" dirty="0">
                <a:effectLst/>
                <a:latin typeface="Times New Roman" panose="02020603050405020304" pitchFamily="18" charset="0"/>
                <a:ea typeface="Times New Roman" panose="02020603050405020304" pitchFamily="18" charset="0"/>
              </a:rPr>
              <a:t>- </a:t>
            </a:r>
            <a:r>
              <a:rPr lang="en-US" sz="1400" b="1" dirty="0">
                <a:effectLst/>
                <a:latin typeface="Times New Roman" panose="02020603050405020304" pitchFamily="18" charset="0"/>
                <a:ea typeface="Times New Roman" panose="02020603050405020304" pitchFamily="18" charset="0"/>
              </a:rPr>
              <a:t>PHIẾU BỒI THƯỜNG THIỆT HẠI </a:t>
            </a:r>
            <a:r>
              <a:rPr lang="en-US" sz="1400" dirty="0">
                <a:effectLst/>
                <a:latin typeface="Times New Roman" panose="02020603050405020304" pitchFamily="18" charset="0"/>
                <a:ea typeface="Times New Roman" panose="02020603050405020304" pitchFamily="18" charset="0"/>
              </a:rPr>
              <a:t>–(n)--</a:t>
            </a:r>
            <a:r>
              <a:rPr lang="en-US" sz="1400" dirty="0" err="1">
                <a:solidFill>
                  <a:srgbClr val="C00000"/>
                </a:solidFill>
                <a:effectLst/>
                <a:latin typeface="Times New Roman" panose="02020603050405020304" pitchFamily="18" charset="0"/>
                <a:ea typeface="Times New Roman" panose="02020603050405020304" pitchFamily="18" charset="0"/>
              </a:rPr>
              <a:t>Lập</a:t>
            </a:r>
            <a:r>
              <a:rPr lang="en-US" sz="1400" dirty="0">
                <a:solidFill>
                  <a:srgbClr val="C00000"/>
                </a:solidFill>
                <a:effectLst/>
                <a:latin typeface="Times New Roman" panose="02020603050405020304" pitchFamily="18" charset="0"/>
                <a:ea typeface="Times New Roman" panose="02020603050405020304" pitchFamily="18" charset="0"/>
              </a:rPr>
              <a:t>-</a:t>
            </a:r>
            <a:r>
              <a:rPr lang="en-US" sz="1400" dirty="0">
                <a:effectLst/>
                <a:latin typeface="Times New Roman" panose="02020603050405020304" pitchFamily="18" charset="0"/>
                <a:ea typeface="Times New Roman" panose="02020603050405020304" pitchFamily="18" charset="0"/>
              </a:rPr>
              <a:t>-(1)— </a:t>
            </a:r>
            <a:r>
              <a:rPr lang="en-US" sz="1400" b="1" dirty="0">
                <a:effectLst/>
                <a:latin typeface="Times New Roman" panose="02020603050405020304" pitchFamily="18" charset="0"/>
                <a:ea typeface="Times New Roman" panose="02020603050405020304" pitchFamily="18" charset="0"/>
              </a:rPr>
              <a:t>NHÂN VIÊN</a:t>
            </a:r>
          </a:p>
          <a:p>
            <a:pPr algn="just">
              <a:spcBef>
                <a:spcPts val="1200"/>
              </a:spcBef>
              <a:spcAft>
                <a:spcPts val="1200"/>
              </a:spcAft>
            </a:pPr>
            <a:r>
              <a:rPr lang="en-US" sz="1400" dirty="0">
                <a:effectLst/>
                <a:latin typeface="Times New Roman" panose="02020603050405020304" pitchFamily="18" charset="0"/>
                <a:ea typeface="Times New Roman" panose="02020603050405020304" pitchFamily="18" charset="0"/>
              </a:rPr>
              <a:t>- </a:t>
            </a:r>
            <a:r>
              <a:rPr lang="en-US" sz="1400" b="1" dirty="0">
                <a:effectLst/>
                <a:latin typeface="Times New Roman" panose="02020603050405020304" pitchFamily="18" charset="0"/>
                <a:ea typeface="Times New Roman" panose="02020603050405020304" pitchFamily="18" charset="0"/>
              </a:rPr>
              <a:t>KHÁCH HÀNG </a:t>
            </a:r>
            <a:r>
              <a:rPr lang="en-US" sz="1400" dirty="0">
                <a:effectLst/>
                <a:latin typeface="Times New Roman" panose="02020603050405020304" pitchFamily="18" charset="0"/>
                <a:ea typeface="Times New Roman" panose="02020603050405020304" pitchFamily="18" charset="0"/>
              </a:rPr>
              <a:t>–(1)--</a:t>
            </a:r>
            <a:r>
              <a:rPr lang="en-US" sz="1400" dirty="0" err="1">
                <a:solidFill>
                  <a:srgbClr val="C00000"/>
                </a:solidFill>
                <a:effectLst/>
                <a:latin typeface="Times New Roman" panose="02020603050405020304" pitchFamily="18" charset="0"/>
                <a:ea typeface="Times New Roman" panose="02020603050405020304" pitchFamily="18" charset="0"/>
              </a:rPr>
              <a:t>Có</a:t>
            </a:r>
            <a:r>
              <a:rPr lang="en-US" sz="1400" dirty="0">
                <a:solidFill>
                  <a:srgbClr val="C00000"/>
                </a:solidFill>
                <a:effectLst/>
                <a:latin typeface="Times New Roman" panose="02020603050405020304" pitchFamily="18" charset="0"/>
                <a:ea typeface="Times New Roman" panose="02020603050405020304" pitchFamily="18" charset="0"/>
              </a:rPr>
              <a:t>-</a:t>
            </a:r>
            <a:r>
              <a:rPr lang="en-US" sz="1400" dirty="0">
                <a:effectLst/>
                <a:latin typeface="Times New Roman" panose="02020603050405020304" pitchFamily="18" charset="0"/>
                <a:ea typeface="Times New Roman" panose="02020603050405020304" pitchFamily="18" charset="0"/>
              </a:rPr>
              <a:t>-(0..1)— </a:t>
            </a:r>
            <a:r>
              <a:rPr lang="en-US" sz="1400" b="1" dirty="0">
                <a:effectLst/>
                <a:latin typeface="Times New Roman" panose="02020603050405020304" pitchFamily="18" charset="0"/>
                <a:ea typeface="Times New Roman" panose="02020603050405020304" pitchFamily="18" charset="0"/>
              </a:rPr>
              <a:t>THẺ KHTT</a:t>
            </a:r>
          </a:p>
          <a:p>
            <a:pPr algn="just">
              <a:spcBef>
                <a:spcPts val="1200"/>
              </a:spcBef>
              <a:spcAft>
                <a:spcPts val="1200"/>
              </a:spcAft>
            </a:pPr>
            <a:r>
              <a:rPr lang="en-US" sz="1400" dirty="0">
                <a:effectLst/>
                <a:latin typeface="Times New Roman" panose="02020603050405020304" pitchFamily="18" charset="0"/>
                <a:ea typeface="Times New Roman" panose="02020603050405020304" pitchFamily="18" charset="0"/>
              </a:rPr>
              <a:t>- </a:t>
            </a:r>
            <a:r>
              <a:rPr lang="en-US" sz="1400" b="1" dirty="0">
                <a:effectLst/>
                <a:latin typeface="Times New Roman" panose="02020603050405020304" pitchFamily="18" charset="0"/>
                <a:ea typeface="Times New Roman" panose="02020603050405020304" pitchFamily="18" charset="0"/>
              </a:rPr>
              <a:t>NHÂN VIÊN </a:t>
            </a:r>
            <a:r>
              <a:rPr lang="en-US" sz="1400" dirty="0">
                <a:effectLst/>
                <a:latin typeface="Times New Roman" panose="02020603050405020304" pitchFamily="18" charset="0"/>
                <a:ea typeface="Times New Roman" panose="02020603050405020304" pitchFamily="18" charset="0"/>
              </a:rPr>
              <a:t>–(1)--</a:t>
            </a:r>
            <a:r>
              <a:rPr lang="en-US" sz="1400" dirty="0" err="1">
                <a:solidFill>
                  <a:srgbClr val="C00000"/>
                </a:solidFill>
                <a:effectLst/>
                <a:latin typeface="Times New Roman" panose="02020603050405020304" pitchFamily="18" charset="0"/>
                <a:ea typeface="Times New Roman" panose="02020603050405020304" pitchFamily="18" charset="0"/>
              </a:rPr>
              <a:t>Chấm</a:t>
            </a:r>
            <a:r>
              <a:rPr lang="en-US" sz="1400" dirty="0">
                <a:solidFill>
                  <a:srgbClr val="C00000"/>
                </a:solidFill>
                <a:effectLst/>
                <a:latin typeface="Times New Roman" panose="02020603050405020304" pitchFamily="18" charset="0"/>
                <a:ea typeface="Times New Roman" panose="02020603050405020304" pitchFamily="18" charset="0"/>
              </a:rPr>
              <a:t> </a:t>
            </a:r>
            <a:r>
              <a:rPr lang="en-US" sz="1400" dirty="0" err="1">
                <a:solidFill>
                  <a:srgbClr val="C00000"/>
                </a:solidFill>
                <a:effectLst/>
                <a:latin typeface="Times New Roman" panose="02020603050405020304" pitchFamily="18" charset="0"/>
                <a:ea typeface="Times New Roman" panose="02020603050405020304" pitchFamily="18" charset="0"/>
              </a:rPr>
              <a:t>công</a:t>
            </a:r>
            <a:r>
              <a:rPr lang="en-US" sz="1400" dirty="0">
                <a:solidFill>
                  <a:srgbClr val="C00000"/>
                </a:solidFill>
                <a:effectLst/>
                <a:latin typeface="Times New Roman" panose="02020603050405020304" pitchFamily="18" charset="0"/>
                <a:ea typeface="Times New Roman" panose="02020603050405020304" pitchFamily="18" charset="0"/>
              </a:rPr>
              <a:t>-</a:t>
            </a:r>
            <a:r>
              <a:rPr lang="en-US" sz="1400" dirty="0">
                <a:effectLst/>
                <a:latin typeface="Times New Roman" panose="02020603050405020304" pitchFamily="18" charset="0"/>
                <a:ea typeface="Times New Roman" panose="02020603050405020304" pitchFamily="18" charset="0"/>
              </a:rPr>
              <a:t>-(n)— </a:t>
            </a:r>
            <a:r>
              <a:rPr lang="en-US" sz="1400" b="1" dirty="0">
                <a:effectLst/>
                <a:latin typeface="Times New Roman" panose="02020603050405020304" pitchFamily="18" charset="0"/>
                <a:ea typeface="Times New Roman" panose="02020603050405020304" pitchFamily="18" charset="0"/>
              </a:rPr>
              <a:t>SỔ CHẤM CÔNG </a:t>
            </a:r>
          </a:p>
          <a:p>
            <a:pPr algn="just">
              <a:spcBef>
                <a:spcPts val="1200"/>
              </a:spcBef>
              <a:spcAft>
                <a:spcPts val="1200"/>
              </a:spcAft>
            </a:pPr>
            <a:r>
              <a:rPr lang="en-US" sz="1400" dirty="0">
                <a:effectLst/>
                <a:latin typeface="Times New Roman" panose="02020603050405020304" pitchFamily="18" charset="0"/>
                <a:ea typeface="Times New Roman" panose="02020603050405020304" pitchFamily="18" charset="0"/>
              </a:rPr>
              <a:t>- </a:t>
            </a:r>
            <a:r>
              <a:rPr lang="en-US" sz="1400" b="1" dirty="0">
                <a:effectLst/>
                <a:latin typeface="Times New Roman" panose="02020603050405020304" pitchFamily="18" charset="0"/>
                <a:ea typeface="Times New Roman" panose="02020603050405020304" pitchFamily="18" charset="0"/>
              </a:rPr>
              <a:t>SỔ CHẤM CÔNG </a:t>
            </a:r>
            <a:r>
              <a:rPr lang="en-US" sz="1400" dirty="0">
                <a:effectLst/>
                <a:latin typeface="Times New Roman" panose="02020603050405020304" pitchFamily="18" charset="0"/>
                <a:ea typeface="Times New Roman" panose="02020603050405020304" pitchFamily="18" charset="0"/>
              </a:rPr>
              <a:t>–(n)--</a:t>
            </a:r>
            <a:r>
              <a:rPr lang="en-US" sz="1400" dirty="0" err="1">
                <a:solidFill>
                  <a:srgbClr val="C00000"/>
                </a:solidFill>
                <a:effectLst/>
                <a:latin typeface="Times New Roman" panose="02020603050405020304" pitchFamily="18" charset="0"/>
                <a:ea typeface="Times New Roman" panose="02020603050405020304" pitchFamily="18" charset="0"/>
              </a:rPr>
              <a:t>Có</a:t>
            </a:r>
            <a:r>
              <a:rPr lang="en-US" sz="1400" dirty="0">
                <a:solidFill>
                  <a:srgbClr val="C00000"/>
                </a:solidFill>
                <a:effectLst/>
                <a:latin typeface="Times New Roman" panose="02020603050405020304" pitchFamily="18" charset="0"/>
                <a:ea typeface="Times New Roman" panose="02020603050405020304" pitchFamily="18" charset="0"/>
              </a:rPr>
              <a:t>-</a:t>
            </a:r>
            <a:r>
              <a:rPr lang="en-US" sz="1400" dirty="0">
                <a:effectLst/>
                <a:latin typeface="Times New Roman" panose="02020603050405020304" pitchFamily="18" charset="0"/>
                <a:ea typeface="Times New Roman" panose="02020603050405020304" pitchFamily="18" charset="0"/>
              </a:rPr>
              <a:t>-(1)— </a:t>
            </a:r>
            <a:r>
              <a:rPr lang="en-US" sz="1400" b="1" dirty="0">
                <a:effectLst/>
                <a:latin typeface="Times New Roman" panose="02020603050405020304" pitchFamily="18" charset="0"/>
                <a:ea typeface="Times New Roman" panose="02020603050405020304" pitchFamily="18" charset="0"/>
              </a:rPr>
              <a:t>CA LÀM</a:t>
            </a:r>
          </a:p>
        </p:txBody>
      </p:sp>
    </p:spTree>
    <p:extLst>
      <p:ext uri="{BB962C8B-B14F-4D97-AF65-F5344CB8AC3E}">
        <p14:creationId xmlns:p14="http://schemas.microsoft.com/office/powerpoint/2010/main" val="19126372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ack background with white squares&#10;&#10;Description automatically generated">
            <a:extLst>
              <a:ext uri="{FF2B5EF4-FFF2-40B4-BE49-F238E27FC236}">
                <a16:creationId xmlns:a16="http://schemas.microsoft.com/office/drawing/2014/main" id="{D365FBB5-C935-A947-79FE-AF86827A00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61883"/>
            <a:ext cx="12192000" cy="10224492"/>
          </a:xfrm>
          <a:prstGeom prst="rect">
            <a:avLst/>
          </a:prstGeom>
        </p:spPr>
      </p:pic>
      <p:sp>
        <p:nvSpPr>
          <p:cNvPr id="5" name="Rectangle 4">
            <a:extLst>
              <a:ext uri="{FF2B5EF4-FFF2-40B4-BE49-F238E27FC236}">
                <a16:creationId xmlns:a16="http://schemas.microsoft.com/office/drawing/2014/main" id="{1888E46D-1E70-C34C-023E-035D05DF3A2B}"/>
              </a:ext>
            </a:extLst>
          </p:cNvPr>
          <p:cNvSpPr/>
          <p:nvPr/>
        </p:nvSpPr>
        <p:spPr>
          <a:xfrm>
            <a:off x="1" y="0"/>
            <a:ext cx="747293" cy="737419"/>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65F5E73B-AD96-6973-6A59-FC43B9880258}"/>
              </a:ext>
            </a:extLst>
          </p:cNvPr>
          <p:cNvSpPr/>
          <p:nvPr/>
        </p:nvSpPr>
        <p:spPr>
          <a:xfrm>
            <a:off x="747294" y="0"/>
            <a:ext cx="11444705" cy="737419"/>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vi-VN" sz="3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Sơ đồ ERD</a:t>
            </a:r>
            <a:endParaRPr kumimoji="0" lang="en-US" sz="3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pic>
        <p:nvPicPr>
          <p:cNvPr id="3" name="Picture 2" descr="A blue and black logo&#10;&#10;Description automatically generated">
            <a:extLst>
              <a:ext uri="{FF2B5EF4-FFF2-40B4-BE49-F238E27FC236}">
                <a16:creationId xmlns:a16="http://schemas.microsoft.com/office/drawing/2014/main" id="{693302C2-5E00-887F-C7E7-771AC1F2FA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747295" cy="737419"/>
          </a:xfrm>
          <a:prstGeom prst="rect">
            <a:avLst/>
          </a:prstGeom>
        </p:spPr>
      </p:pic>
    </p:spTree>
    <p:extLst>
      <p:ext uri="{BB962C8B-B14F-4D97-AF65-F5344CB8AC3E}">
        <p14:creationId xmlns:p14="http://schemas.microsoft.com/office/powerpoint/2010/main" val="404124830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ack background with white squares&#10;&#10;Description automatically generated">
            <a:extLst>
              <a:ext uri="{FF2B5EF4-FFF2-40B4-BE49-F238E27FC236}">
                <a16:creationId xmlns:a16="http://schemas.microsoft.com/office/drawing/2014/main" id="{D365FBB5-C935-A947-79FE-AF86827A00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05589"/>
            <a:ext cx="12192000" cy="10224492"/>
          </a:xfrm>
          <a:prstGeom prst="rect">
            <a:avLst/>
          </a:prstGeom>
        </p:spPr>
      </p:pic>
      <p:sp>
        <p:nvSpPr>
          <p:cNvPr id="5" name="Rectangle 4">
            <a:extLst>
              <a:ext uri="{FF2B5EF4-FFF2-40B4-BE49-F238E27FC236}">
                <a16:creationId xmlns:a16="http://schemas.microsoft.com/office/drawing/2014/main" id="{1888E46D-1E70-C34C-023E-035D05DF3A2B}"/>
              </a:ext>
            </a:extLst>
          </p:cNvPr>
          <p:cNvSpPr/>
          <p:nvPr/>
        </p:nvSpPr>
        <p:spPr>
          <a:xfrm>
            <a:off x="1" y="0"/>
            <a:ext cx="747293" cy="737419"/>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 name="Rectangle 1">
            <a:hlinkClick r:id="rId3" action="ppaction://hlinksldjump"/>
            <a:extLst>
              <a:ext uri="{FF2B5EF4-FFF2-40B4-BE49-F238E27FC236}">
                <a16:creationId xmlns:a16="http://schemas.microsoft.com/office/drawing/2014/main" id="{65F5E73B-AD96-6973-6A59-FC43B9880258}"/>
              </a:ext>
            </a:extLst>
          </p:cNvPr>
          <p:cNvSpPr/>
          <p:nvPr/>
        </p:nvSpPr>
        <p:spPr>
          <a:xfrm>
            <a:off x="747294" y="0"/>
            <a:ext cx="11444705" cy="737419"/>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vi-VN" sz="3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Sơ đồ ERD</a:t>
            </a:r>
            <a:endParaRPr kumimoji="0" lang="en-US" sz="3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pic>
        <p:nvPicPr>
          <p:cNvPr id="3" name="Picture 2" descr="A blue and black logo&#10;&#10;Description automatically generated">
            <a:extLst>
              <a:ext uri="{FF2B5EF4-FFF2-40B4-BE49-F238E27FC236}">
                <a16:creationId xmlns:a16="http://schemas.microsoft.com/office/drawing/2014/main" id="{693302C2-5E00-887F-C7E7-771AC1F2FA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0"/>
            <a:ext cx="747295" cy="737419"/>
          </a:xfrm>
          <a:prstGeom prst="rect">
            <a:avLst/>
          </a:prstGeom>
        </p:spPr>
      </p:pic>
    </p:spTree>
    <p:extLst>
      <p:ext uri="{BB962C8B-B14F-4D97-AF65-F5344CB8AC3E}">
        <p14:creationId xmlns:p14="http://schemas.microsoft.com/office/powerpoint/2010/main" val="1482644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888E46D-1E70-C34C-023E-035D05DF3A2B}"/>
              </a:ext>
            </a:extLst>
          </p:cNvPr>
          <p:cNvSpPr/>
          <p:nvPr/>
        </p:nvSpPr>
        <p:spPr>
          <a:xfrm>
            <a:off x="1" y="0"/>
            <a:ext cx="747293" cy="737419"/>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 name="Rectangle 1">
            <a:hlinkClick r:id="rId2" action="ppaction://hlinksldjump"/>
            <a:extLst>
              <a:ext uri="{FF2B5EF4-FFF2-40B4-BE49-F238E27FC236}">
                <a16:creationId xmlns:a16="http://schemas.microsoft.com/office/drawing/2014/main" id="{65F5E73B-AD96-6973-6A59-FC43B9880258}"/>
              </a:ext>
            </a:extLst>
          </p:cNvPr>
          <p:cNvSpPr/>
          <p:nvPr/>
        </p:nvSpPr>
        <p:spPr>
          <a:xfrm>
            <a:off x="747294" y="0"/>
            <a:ext cx="11444705" cy="737419"/>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vi-VN" sz="3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Sơ đồ ERD</a:t>
            </a:r>
            <a:endParaRPr kumimoji="0" lang="en-US" sz="3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pic>
        <p:nvPicPr>
          <p:cNvPr id="3" name="Picture 2" descr="A blue and black logo&#10;&#10;Description automatically generated">
            <a:extLst>
              <a:ext uri="{FF2B5EF4-FFF2-40B4-BE49-F238E27FC236}">
                <a16:creationId xmlns:a16="http://schemas.microsoft.com/office/drawing/2014/main" id="{693302C2-5E00-887F-C7E7-771AC1F2FA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747295" cy="737419"/>
          </a:xfrm>
          <a:prstGeom prst="rect">
            <a:avLst/>
          </a:prstGeom>
        </p:spPr>
      </p:pic>
      <p:pic>
        <p:nvPicPr>
          <p:cNvPr id="6" name="Picture 5">
            <a:extLst>
              <a:ext uri="{FF2B5EF4-FFF2-40B4-BE49-F238E27FC236}">
                <a16:creationId xmlns:a16="http://schemas.microsoft.com/office/drawing/2014/main" id="{12627061-BCAD-CA3C-7201-888C07A3AD3D}"/>
              </a:ext>
            </a:extLst>
          </p:cNvPr>
          <p:cNvPicPr>
            <a:picLocks noChangeAspect="1"/>
          </p:cNvPicPr>
          <p:nvPr/>
        </p:nvPicPr>
        <p:blipFill>
          <a:blip r:embed="rId4"/>
          <a:stretch>
            <a:fillRect/>
          </a:stretch>
        </p:blipFill>
        <p:spPr>
          <a:xfrm>
            <a:off x="831524" y="737419"/>
            <a:ext cx="10613182" cy="6120581"/>
          </a:xfrm>
          <a:prstGeom prst="rect">
            <a:avLst/>
          </a:prstGeom>
        </p:spPr>
      </p:pic>
    </p:spTree>
    <p:extLst>
      <p:ext uri="{BB962C8B-B14F-4D97-AF65-F5344CB8AC3E}">
        <p14:creationId xmlns:p14="http://schemas.microsoft.com/office/powerpoint/2010/main" val="18411089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888E46D-1E70-C34C-023E-035D05DF3A2B}"/>
              </a:ext>
            </a:extLst>
          </p:cNvPr>
          <p:cNvSpPr/>
          <p:nvPr/>
        </p:nvSpPr>
        <p:spPr>
          <a:xfrm>
            <a:off x="1" y="0"/>
            <a:ext cx="747293" cy="737419"/>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 name="Rectangle 1">
            <a:hlinkClick r:id="rId2" action="ppaction://hlinksldjump"/>
            <a:extLst>
              <a:ext uri="{FF2B5EF4-FFF2-40B4-BE49-F238E27FC236}">
                <a16:creationId xmlns:a16="http://schemas.microsoft.com/office/drawing/2014/main" id="{65F5E73B-AD96-6973-6A59-FC43B9880258}"/>
              </a:ext>
            </a:extLst>
          </p:cNvPr>
          <p:cNvSpPr/>
          <p:nvPr/>
        </p:nvSpPr>
        <p:spPr>
          <a:xfrm>
            <a:off x="747294" y="0"/>
            <a:ext cx="11444705" cy="737419"/>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vi-VN" sz="3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Các câu truy vấn cơ bản</a:t>
            </a:r>
            <a:endParaRPr kumimoji="0" lang="en-US" sz="3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pic>
        <p:nvPicPr>
          <p:cNvPr id="3" name="Picture 2" descr="A blue and black logo&#10;&#10;Description automatically generated">
            <a:extLst>
              <a:ext uri="{FF2B5EF4-FFF2-40B4-BE49-F238E27FC236}">
                <a16:creationId xmlns:a16="http://schemas.microsoft.com/office/drawing/2014/main" id="{693302C2-5E00-887F-C7E7-771AC1F2FA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747295" cy="737419"/>
          </a:xfrm>
          <a:prstGeom prst="rect">
            <a:avLst/>
          </a:prstGeom>
        </p:spPr>
      </p:pic>
      <p:sp>
        <p:nvSpPr>
          <p:cNvPr id="9" name="TextBox 8">
            <a:extLst>
              <a:ext uri="{FF2B5EF4-FFF2-40B4-BE49-F238E27FC236}">
                <a16:creationId xmlns:a16="http://schemas.microsoft.com/office/drawing/2014/main" id="{7B0192F7-EDE3-F1D1-D25A-7E5D02A927AA}"/>
              </a:ext>
            </a:extLst>
          </p:cNvPr>
          <p:cNvSpPr txBox="1"/>
          <p:nvPr/>
        </p:nvSpPr>
        <p:spPr>
          <a:xfrm>
            <a:off x="373646" y="957554"/>
            <a:ext cx="5555206" cy="815608"/>
          </a:xfrm>
          <a:prstGeom prst="rect">
            <a:avLst/>
          </a:prstGeom>
          <a:noFill/>
        </p:spPr>
        <p:txBody>
          <a:bodyPr wrap="square">
            <a:spAutoFit/>
          </a:bodyPr>
          <a:lstStyle/>
          <a:p>
            <a:pPr algn="l">
              <a:spcAft>
                <a:spcPts val="600"/>
              </a:spcAft>
            </a:pPr>
            <a:r>
              <a:rPr lang="en-US" sz="1400" b="1" dirty="0" err="1">
                <a:effectLst/>
                <a:latin typeface="Times New Roman" panose="02020603050405020304" pitchFamily="18" charset="0"/>
                <a:ea typeface="Calibri" panose="020F0502020204030204" pitchFamily="34" charset="0"/>
                <a:cs typeface="Times New Roman" panose="02020603050405020304" pitchFamily="18" charset="0"/>
              </a:rPr>
              <a:t>Liệt</a:t>
            </a:r>
            <a:r>
              <a:rPr lang="en-US" sz="14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400" b="1" dirty="0" err="1">
                <a:effectLst/>
                <a:latin typeface="Times New Roman" panose="02020603050405020304" pitchFamily="18" charset="0"/>
                <a:ea typeface="Calibri" panose="020F0502020204030204" pitchFamily="34" charset="0"/>
                <a:cs typeface="Times New Roman" panose="02020603050405020304" pitchFamily="18" charset="0"/>
              </a:rPr>
              <a:t>kê</a:t>
            </a:r>
            <a:r>
              <a:rPr lang="en-US" sz="14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400" b="1" dirty="0" err="1">
                <a:effectLst/>
                <a:latin typeface="Times New Roman" panose="02020603050405020304" pitchFamily="18" charset="0"/>
                <a:ea typeface="Calibri" panose="020F0502020204030204" pitchFamily="34" charset="0"/>
                <a:cs typeface="Times New Roman" panose="02020603050405020304" pitchFamily="18" charset="0"/>
              </a:rPr>
              <a:t>các</a:t>
            </a:r>
            <a:r>
              <a:rPr lang="en-US" sz="14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400" b="1" dirty="0" err="1">
                <a:effectLst/>
                <a:latin typeface="Times New Roman" panose="02020603050405020304" pitchFamily="18" charset="0"/>
                <a:ea typeface="Calibri" panose="020F0502020204030204" pitchFamily="34" charset="0"/>
                <a:cs typeface="Times New Roman" panose="02020603050405020304" pitchFamily="18" charset="0"/>
              </a:rPr>
              <a:t>phòng</a:t>
            </a:r>
            <a:r>
              <a:rPr lang="en-US" sz="14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400" b="1" dirty="0" err="1">
                <a:effectLst/>
                <a:latin typeface="Times New Roman" panose="02020603050405020304" pitchFamily="18" charset="0"/>
                <a:ea typeface="Calibri" panose="020F0502020204030204" pitchFamily="34" charset="0"/>
                <a:cs typeface="Times New Roman" panose="02020603050405020304" pitchFamily="18" charset="0"/>
              </a:rPr>
              <a:t>còn</a:t>
            </a:r>
            <a:r>
              <a:rPr lang="en-US" sz="14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400" b="1" dirty="0" err="1">
                <a:effectLst/>
                <a:latin typeface="Times New Roman" panose="02020603050405020304" pitchFamily="18" charset="0"/>
                <a:ea typeface="Calibri" panose="020F0502020204030204" pitchFamily="34" charset="0"/>
                <a:cs typeface="Times New Roman" panose="02020603050405020304" pitchFamily="18" charset="0"/>
              </a:rPr>
              <a:t>trống</a:t>
            </a:r>
            <a:r>
              <a:rPr lang="en-US" sz="14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400" b="1" dirty="0" err="1">
                <a:effectLst/>
                <a:latin typeface="Times New Roman" panose="02020603050405020304" pitchFamily="18" charset="0"/>
                <a:ea typeface="Calibri" panose="020F0502020204030204" pitchFamily="34" charset="0"/>
                <a:cs typeface="Times New Roman" panose="02020603050405020304" pitchFamily="18" charset="0"/>
              </a:rPr>
              <a:t>với</a:t>
            </a:r>
            <a:r>
              <a:rPr lang="en-US" sz="14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400" b="1" dirty="0" err="1">
                <a:effectLst/>
                <a:latin typeface="Times New Roman" panose="02020603050405020304" pitchFamily="18" charset="0"/>
                <a:ea typeface="Calibri" panose="020F0502020204030204" pitchFamily="34" charset="0"/>
                <a:cs typeface="Times New Roman" panose="02020603050405020304" pitchFamily="18" charset="0"/>
              </a:rPr>
              <a:t>hạng</a:t>
            </a:r>
            <a:r>
              <a:rPr lang="en-US" sz="14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400" b="1" dirty="0" err="1">
                <a:effectLst/>
                <a:latin typeface="Times New Roman" panose="02020603050405020304" pitchFamily="18" charset="0"/>
                <a:ea typeface="Calibri" panose="020F0502020204030204" pitchFamily="34" charset="0"/>
                <a:cs typeface="Times New Roman" panose="02020603050405020304" pitchFamily="18" charset="0"/>
              </a:rPr>
              <a:t>phòng</a:t>
            </a:r>
            <a:r>
              <a:rPr lang="en-US" sz="1400" b="1" dirty="0">
                <a:effectLst/>
                <a:latin typeface="Times New Roman" panose="02020603050405020304" pitchFamily="18" charset="0"/>
                <a:ea typeface="Calibri" panose="020F0502020204030204" pitchFamily="34" charset="0"/>
                <a:cs typeface="Times New Roman" panose="02020603050405020304" pitchFamily="18" charset="0"/>
              </a:rPr>
              <a:t> Standard</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r>
              <a:rPr lang="en-US" sz="1400" dirty="0">
                <a:solidFill>
                  <a:srgbClr val="0000FF"/>
                </a:solidFill>
                <a:latin typeface="Consolas" panose="020B0609020204030204" pitchFamily="49" charset="0"/>
              </a:rPr>
              <a:t>SELECT</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FROM</a:t>
            </a:r>
            <a:r>
              <a:rPr lang="en-US" sz="1400" dirty="0">
                <a:solidFill>
                  <a:srgbClr val="000000"/>
                </a:solidFill>
                <a:latin typeface="Consolas" panose="020B0609020204030204" pitchFamily="49" charset="0"/>
              </a:rPr>
              <a:t> PHONG P</a:t>
            </a:r>
          </a:p>
          <a:p>
            <a:r>
              <a:rPr lang="en-US" sz="1400" dirty="0">
                <a:solidFill>
                  <a:srgbClr val="0000FF"/>
                </a:solidFill>
                <a:latin typeface="Consolas" panose="020B0609020204030204" pitchFamily="49" charset="0"/>
              </a:rPr>
              <a:t>WHERE</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P</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TrangThai</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err="1">
                <a:solidFill>
                  <a:srgbClr val="FF0000"/>
                </a:solidFill>
                <a:latin typeface="Consolas" panose="020B0609020204030204" pitchFamily="49" charset="0"/>
              </a:rPr>
              <a:t>N'Trống</a:t>
            </a:r>
            <a:r>
              <a:rPr lang="en-US" sz="1400" dirty="0">
                <a:solidFill>
                  <a:srgbClr val="FF000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AND</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P</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MaHangPhong</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a:solidFill>
                  <a:srgbClr val="FF0000"/>
                </a:solidFill>
                <a:latin typeface="Consolas" panose="020B0609020204030204" pitchFamily="49" charset="0"/>
              </a:rPr>
              <a:t>'STD'</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D6F03C7B-62D7-50BA-C25A-DBE40BD3679B}"/>
              </a:ext>
            </a:extLst>
          </p:cNvPr>
          <p:cNvPicPr>
            <a:picLocks noChangeAspect="1"/>
          </p:cNvPicPr>
          <p:nvPr/>
        </p:nvPicPr>
        <p:blipFill>
          <a:blip r:embed="rId4"/>
          <a:stretch>
            <a:fillRect/>
          </a:stretch>
        </p:blipFill>
        <p:spPr>
          <a:xfrm>
            <a:off x="5928852" y="957554"/>
            <a:ext cx="5943600" cy="780724"/>
          </a:xfrm>
          <a:prstGeom prst="rect">
            <a:avLst/>
          </a:prstGeom>
        </p:spPr>
      </p:pic>
      <p:sp>
        <p:nvSpPr>
          <p:cNvPr id="15" name="Rectangle 8">
            <a:extLst>
              <a:ext uri="{FF2B5EF4-FFF2-40B4-BE49-F238E27FC236}">
                <a16:creationId xmlns:a16="http://schemas.microsoft.com/office/drawing/2014/main" id="{663B3F6B-A668-7D5E-D983-2F431577C9DF}"/>
              </a:ext>
            </a:extLst>
          </p:cNvPr>
          <p:cNvSpPr>
            <a:spLocks noChangeArrowheads="1"/>
          </p:cNvSpPr>
          <p:nvPr/>
        </p:nvSpPr>
        <p:spPr bwMode="auto">
          <a:xfrm>
            <a:off x="373647" y="1936653"/>
            <a:ext cx="4070551"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None/>
              <a:tabLst/>
            </a:pPr>
            <a:r>
              <a:rPr kumimoji="0" lang="en-US" altLang="en-US" sz="1400" b="1"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Đưa</a:t>
            </a:r>
            <a:r>
              <a:rPr kumimoji="0" lang="en-US" altLang="en-US" sz="14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sz="1400" b="1"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ra</a:t>
            </a:r>
            <a:r>
              <a:rPr kumimoji="0" lang="en-US" altLang="en-US" sz="14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sz="1400" b="1"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các</a:t>
            </a:r>
            <a:r>
              <a:rPr kumimoji="0" lang="en-US" altLang="en-US" sz="14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sz="1400" b="1"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phiếu</a:t>
            </a:r>
            <a:r>
              <a:rPr kumimoji="0" lang="en-US" altLang="en-US" sz="14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sz="1400" b="1"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đặt</a:t>
            </a:r>
            <a:r>
              <a:rPr kumimoji="0" lang="en-US" altLang="en-US" sz="14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sz="1400" b="1"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phòng</a:t>
            </a:r>
            <a:r>
              <a:rPr kumimoji="0" lang="en-US" altLang="en-US" sz="14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sz="1400" b="1"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sử</a:t>
            </a:r>
            <a:r>
              <a:rPr kumimoji="0" lang="en-US" altLang="en-US" sz="14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sz="1400" b="1"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dụng</a:t>
            </a:r>
            <a:r>
              <a:rPr kumimoji="0" lang="en-US" altLang="en-US" sz="14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voucher</a:t>
            </a: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r>
              <a:rPr lang="en-US" sz="1400" dirty="0">
                <a:solidFill>
                  <a:srgbClr val="0000FF"/>
                </a:solidFill>
                <a:latin typeface="Consolas" panose="020B0609020204030204" pitchFamily="49" charset="0"/>
              </a:rPr>
              <a:t>SELECT</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FROM</a:t>
            </a:r>
            <a:r>
              <a:rPr lang="en-US" sz="1400" dirty="0">
                <a:solidFill>
                  <a:srgbClr val="000000"/>
                </a:solidFill>
                <a:latin typeface="Consolas" panose="020B0609020204030204" pitchFamily="49" charset="0"/>
              </a:rPr>
              <a:t> PHIEU_DAT_PHONG</a:t>
            </a:r>
          </a:p>
          <a:p>
            <a:r>
              <a:rPr lang="en-US" sz="1400" dirty="0">
                <a:solidFill>
                  <a:srgbClr val="0000FF"/>
                </a:solidFill>
                <a:latin typeface="Consolas" panose="020B0609020204030204" pitchFamily="49" charset="0"/>
              </a:rPr>
              <a:t>WHERE</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MaVoucher</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IS</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NOT</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NULL</a:t>
            </a: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1031" name="Picture 5">
            <a:extLst>
              <a:ext uri="{FF2B5EF4-FFF2-40B4-BE49-F238E27FC236}">
                <a16:creationId xmlns:a16="http://schemas.microsoft.com/office/drawing/2014/main" id="{544399F0-C8AE-907C-2BD7-4D1FCD90F76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0611" y="1924349"/>
            <a:ext cx="5461841" cy="1092660"/>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9">
            <a:extLst>
              <a:ext uri="{FF2B5EF4-FFF2-40B4-BE49-F238E27FC236}">
                <a16:creationId xmlns:a16="http://schemas.microsoft.com/office/drawing/2014/main" id="{5E8792FC-BAF4-4C65-AB03-5E76917775F7}"/>
              </a:ext>
            </a:extLst>
          </p:cNvPr>
          <p:cNvSpPr>
            <a:spLocks noChangeArrowheads="1"/>
          </p:cNvSpPr>
          <p:nvPr/>
        </p:nvSpPr>
        <p:spPr bwMode="auto">
          <a:xfrm>
            <a:off x="373646" y="469490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0" name="TextBox 19">
            <a:extLst>
              <a:ext uri="{FF2B5EF4-FFF2-40B4-BE49-F238E27FC236}">
                <a16:creationId xmlns:a16="http://schemas.microsoft.com/office/drawing/2014/main" id="{1A2237E2-62AF-B914-021B-9B7811F048CF}"/>
              </a:ext>
            </a:extLst>
          </p:cNvPr>
          <p:cNvSpPr txBox="1"/>
          <p:nvPr/>
        </p:nvSpPr>
        <p:spPr>
          <a:xfrm>
            <a:off x="373646" y="3143257"/>
            <a:ext cx="9045658" cy="1935915"/>
          </a:xfrm>
          <a:prstGeom prst="rect">
            <a:avLst/>
          </a:prstGeom>
          <a:noFill/>
        </p:spPr>
        <p:txBody>
          <a:bodyPr wrap="square">
            <a:spAutoFit/>
          </a:bodyPr>
          <a:lstStyle/>
          <a:p>
            <a:pPr algn="l">
              <a:lnSpc>
                <a:spcPct val="120000"/>
              </a:lnSpc>
              <a:spcAft>
                <a:spcPts val="600"/>
              </a:spcAft>
            </a:pPr>
            <a:r>
              <a:rPr lang="en-US" sz="1400" b="1" dirty="0" err="1">
                <a:effectLst/>
                <a:latin typeface="Times New Roman" panose="02020603050405020304" pitchFamily="18" charset="0"/>
                <a:ea typeface="Calibri" panose="020F0502020204030204" pitchFamily="34" charset="0"/>
                <a:cs typeface="Times New Roman" panose="02020603050405020304" pitchFamily="18" charset="0"/>
              </a:rPr>
              <a:t>Đưa</a:t>
            </a:r>
            <a:r>
              <a:rPr lang="en-US" sz="14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400" b="1" dirty="0" err="1">
                <a:effectLst/>
                <a:latin typeface="Times New Roman" panose="02020603050405020304" pitchFamily="18" charset="0"/>
                <a:ea typeface="Calibri" panose="020F0502020204030204" pitchFamily="34" charset="0"/>
                <a:cs typeface="Times New Roman" panose="02020603050405020304" pitchFamily="18" charset="0"/>
              </a:rPr>
              <a:t>ra</a:t>
            </a:r>
            <a:r>
              <a:rPr lang="en-US" sz="14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400" b="1" dirty="0" err="1">
                <a:effectLst/>
                <a:latin typeface="Times New Roman" panose="02020603050405020304" pitchFamily="18" charset="0"/>
                <a:ea typeface="Calibri" panose="020F0502020204030204" pitchFamily="34" charset="0"/>
                <a:cs typeface="Times New Roman" panose="02020603050405020304" pitchFamily="18" charset="0"/>
              </a:rPr>
              <a:t>các</a:t>
            </a:r>
            <a:r>
              <a:rPr lang="en-US" sz="14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400" b="1" dirty="0" err="1">
                <a:effectLst/>
                <a:latin typeface="Times New Roman" panose="02020603050405020304" pitchFamily="18" charset="0"/>
                <a:ea typeface="Calibri" panose="020F0502020204030204" pitchFamily="34" charset="0"/>
                <a:cs typeface="Times New Roman" panose="02020603050405020304" pitchFamily="18" charset="0"/>
              </a:rPr>
              <a:t>phòng</a:t>
            </a:r>
            <a:r>
              <a:rPr lang="en-US" sz="14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400" b="1" dirty="0" err="1">
                <a:effectLst/>
                <a:latin typeface="Times New Roman" panose="02020603050405020304" pitchFamily="18" charset="0"/>
                <a:ea typeface="Calibri" panose="020F0502020204030204" pitchFamily="34" charset="0"/>
                <a:cs typeface="Times New Roman" panose="02020603050405020304" pitchFamily="18" charset="0"/>
              </a:rPr>
              <a:t>được</a:t>
            </a:r>
            <a:r>
              <a:rPr lang="en-US" sz="14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400" b="1" dirty="0" err="1">
                <a:effectLst/>
                <a:latin typeface="Times New Roman" panose="02020603050405020304" pitchFamily="18" charset="0"/>
                <a:ea typeface="Calibri" panose="020F0502020204030204" pitchFamily="34" charset="0"/>
                <a:cs typeface="Times New Roman" panose="02020603050405020304" pitchFamily="18" charset="0"/>
              </a:rPr>
              <a:t>đặt</a:t>
            </a:r>
            <a:r>
              <a:rPr lang="en-US" sz="14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400" b="1" dirty="0" err="1">
                <a:effectLst/>
                <a:latin typeface="Times New Roman" panose="02020603050405020304" pitchFamily="18" charset="0"/>
                <a:ea typeface="Calibri" panose="020F0502020204030204" pitchFamily="34" charset="0"/>
                <a:cs typeface="Times New Roman" panose="02020603050405020304" pitchFamily="18" charset="0"/>
              </a:rPr>
              <a:t>vào</a:t>
            </a:r>
            <a:r>
              <a:rPr lang="en-US" sz="14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400" b="1" dirty="0" err="1">
                <a:effectLst/>
                <a:latin typeface="Times New Roman" panose="02020603050405020304" pitchFamily="18" charset="0"/>
                <a:ea typeface="Calibri" panose="020F0502020204030204" pitchFamily="34" charset="0"/>
                <a:cs typeface="Times New Roman" panose="02020603050405020304" pitchFamily="18" charset="0"/>
              </a:rPr>
              <a:t>ngày</a:t>
            </a:r>
            <a:r>
              <a:rPr lang="en-US" sz="1400" b="1" dirty="0">
                <a:effectLst/>
                <a:latin typeface="Times New Roman" panose="02020603050405020304" pitchFamily="18" charset="0"/>
                <a:ea typeface="Calibri" panose="020F0502020204030204" pitchFamily="34" charset="0"/>
                <a:cs typeface="Times New Roman" panose="02020603050405020304" pitchFamily="18" charset="0"/>
              </a:rPr>
              <a:t> 05/01/2024</a:t>
            </a:r>
            <a:endParaRPr lang="vi-VN" sz="1400" b="1" dirty="0">
              <a:effectLst/>
              <a:latin typeface="Times New Roman" panose="02020603050405020304" pitchFamily="18" charset="0"/>
              <a:ea typeface="Calibri" panose="020F0502020204030204" pitchFamily="34" charset="0"/>
              <a:cs typeface="Times New Roman" panose="02020603050405020304" pitchFamily="18" charset="0"/>
            </a:endParaRPr>
          </a:p>
          <a:p>
            <a:r>
              <a:rPr lang="en-US" sz="1400" dirty="0">
                <a:solidFill>
                  <a:srgbClr val="0000FF"/>
                </a:solidFill>
                <a:latin typeface="Consolas" panose="020B0609020204030204" pitchFamily="49" charset="0"/>
              </a:rPr>
              <a:t>SELECT</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FROM</a:t>
            </a:r>
            <a:r>
              <a:rPr lang="en-US" sz="1400" dirty="0">
                <a:solidFill>
                  <a:srgbClr val="000000"/>
                </a:solidFill>
                <a:latin typeface="Consolas" panose="020B0609020204030204" pitchFamily="49" charset="0"/>
              </a:rPr>
              <a:t> CHI_TIET_DAT_PHONG CTDP </a:t>
            </a:r>
          </a:p>
          <a:p>
            <a:r>
              <a:rPr lang="en-US" sz="1400" dirty="0">
                <a:solidFill>
                  <a:srgbClr val="0000FF"/>
                </a:solidFill>
                <a:latin typeface="Consolas" panose="020B0609020204030204" pitchFamily="49" charset="0"/>
              </a:rPr>
              <a:t>WHERE</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CTDP</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NgayDen</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&lt;=</a:t>
            </a:r>
            <a:r>
              <a:rPr lang="en-US" sz="1400" dirty="0">
                <a:solidFill>
                  <a:srgbClr val="000000"/>
                </a:solidFill>
                <a:latin typeface="Consolas" panose="020B0609020204030204" pitchFamily="49" charset="0"/>
              </a:rPr>
              <a:t> </a:t>
            </a:r>
            <a:r>
              <a:rPr lang="en-US" sz="1400" dirty="0">
                <a:solidFill>
                  <a:srgbClr val="FF0000"/>
                </a:solidFill>
                <a:latin typeface="Consolas" panose="020B0609020204030204" pitchFamily="49" charset="0"/>
              </a:rPr>
              <a:t>'01/05/2024'</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AND</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CTDP</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NgayDi</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&gt;=</a:t>
            </a:r>
            <a:r>
              <a:rPr lang="en-US" sz="1400" dirty="0">
                <a:solidFill>
                  <a:srgbClr val="000000"/>
                </a:solidFill>
                <a:latin typeface="Consolas" panose="020B0609020204030204" pitchFamily="49" charset="0"/>
              </a:rPr>
              <a:t> </a:t>
            </a:r>
            <a:r>
              <a:rPr lang="en-US" sz="1400" dirty="0">
                <a:solidFill>
                  <a:srgbClr val="FF0000"/>
                </a:solidFill>
                <a:latin typeface="Consolas" panose="020B0609020204030204" pitchFamily="49" charset="0"/>
              </a:rPr>
              <a:t>'01/05/2024’</a:t>
            </a:r>
            <a:endParaRPr lang="vi-VN" sz="1400" dirty="0">
              <a:solidFill>
                <a:srgbClr val="FF0000"/>
              </a:solidFill>
              <a:latin typeface="Consolas" panose="020B0609020204030204" pitchFamily="49" charset="0"/>
            </a:endParaRPr>
          </a:p>
          <a:p>
            <a:endParaRPr lang="vi-VN" sz="1400" b="1" dirty="0">
              <a:latin typeface="Times New Roman" panose="02020603050405020304" pitchFamily="18" charset="0"/>
              <a:ea typeface="Calibri" panose="020F0502020204030204" pitchFamily="34" charset="0"/>
              <a:cs typeface="Times New Roman" panose="02020603050405020304" pitchFamily="18" charset="0"/>
            </a:endParaRPr>
          </a:p>
          <a:p>
            <a:pPr>
              <a:lnSpc>
                <a:spcPct val="200000"/>
              </a:lnSpc>
            </a:pPr>
            <a:r>
              <a:rPr lang="en-US" sz="1400" b="1" dirty="0" err="1">
                <a:effectLst/>
                <a:latin typeface="Times New Roman" panose="02020603050405020304" pitchFamily="18" charset="0"/>
                <a:ea typeface="Calibri" panose="020F0502020204030204" pitchFamily="34" charset="0"/>
                <a:cs typeface="Times New Roman" panose="02020603050405020304" pitchFamily="18" charset="0"/>
              </a:rPr>
              <a:t>Liệt</a:t>
            </a:r>
            <a:r>
              <a:rPr lang="en-US" sz="14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400" b="1" dirty="0" err="1">
                <a:effectLst/>
                <a:latin typeface="Times New Roman" panose="02020603050405020304" pitchFamily="18" charset="0"/>
                <a:ea typeface="Calibri" panose="020F0502020204030204" pitchFamily="34" charset="0"/>
                <a:cs typeface="Times New Roman" panose="02020603050405020304" pitchFamily="18" charset="0"/>
              </a:rPr>
              <a:t>kê</a:t>
            </a:r>
            <a:r>
              <a:rPr lang="en-US" sz="14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400" b="1" dirty="0" err="1">
                <a:effectLst/>
                <a:latin typeface="Times New Roman" panose="02020603050405020304" pitchFamily="18" charset="0"/>
                <a:ea typeface="Calibri" panose="020F0502020204030204" pitchFamily="34" charset="0"/>
                <a:cs typeface="Times New Roman" panose="02020603050405020304" pitchFamily="18" charset="0"/>
              </a:rPr>
              <a:t>các</a:t>
            </a:r>
            <a:r>
              <a:rPr lang="en-US" sz="14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400" b="1" dirty="0" err="1">
                <a:effectLst/>
                <a:latin typeface="Times New Roman" panose="02020603050405020304" pitchFamily="18" charset="0"/>
                <a:ea typeface="Calibri" panose="020F0502020204030204" pitchFamily="34" charset="0"/>
                <a:cs typeface="Times New Roman" panose="02020603050405020304" pitchFamily="18" charset="0"/>
              </a:rPr>
              <a:t>phòng</a:t>
            </a:r>
            <a:r>
              <a:rPr lang="en-US" sz="14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400" b="1" dirty="0" err="1">
                <a:effectLst/>
                <a:latin typeface="Times New Roman" panose="02020603050405020304" pitchFamily="18" charset="0"/>
                <a:ea typeface="Calibri" panose="020F0502020204030204" pitchFamily="34" charset="0"/>
                <a:cs typeface="Times New Roman" panose="02020603050405020304" pitchFamily="18" charset="0"/>
              </a:rPr>
              <a:t>còn</a:t>
            </a:r>
            <a:r>
              <a:rPr lang="en-US" sz="1400" b="1" dirty="0">
                <a:effectLst/>
                <a:latin typeface="Times New Roman" panose="02020603050405020304" pitchFamily="18" charset="0"/>
                <a:ea typeface="Calibri" panose="020F0502020204030204" pitchFamily="34" charset="0"/>
                <a:cs typeface="Times New Roman" panose="02020603050405020304" pitchFamily="18" charset="0"/>
              </a:rPr>
              <a:t> </a:t>
            </a:r>
            <a:r>
              <a:rPr lang="vi-VN" sz="1400" b="1" dirty="0">
                <a:effectLst/>
                <a:latin typeface="Times New Roman" panose="02020603050405020304" pitchFamily="18" charset="0"/>
                <a:ea typeface="Calibri" panose="020F0502020204030204" pitchFamily="34" charset="0"/>
                <a:cs typeface="Times New Roman" panose="02020603050405020304" pitchFamily="18" charset="0"/>
              </a:rPr>
              <a:t>trống</a:t>
            </a:r>
          </a:p>
          <a:p>
            <a:r>
              <a:rPr lang="en-US" sz="1400" dirty="0">
                <a:solidFill>
                  <a:srgbClr val="0000FF"/>
                </a:solidFill>
                <a:latin typeface="Consolas" panose="020B0609020204030204" pitchFamily="49" charset="0"/>
              </a:rPr>
              <a:t>SELECT</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FROM</a:t>
            </a:r>
            <a:r>
              <a:rPr lang="en-US" sz="1400" dirty="0">
                <a:solidFill>
                  <a:srgbClr val="000000"/>
                </a:solidFill>
                <a:latin typeface="Consolas" panose="020B0609020204030204" pitchFamily="49" charset="0"/>
              </a:rPr>
              <a:t> PHONG P</a:t>
            </a:r>
          </a:p>
          <a:p>
            <a:r>
              <a:rPr lang="en-US" sz="1400" dirty="0">
                <a:solidFill>
                  <a:srgbClr val="0000FF"/>
                </a:solidFill>
                <a:latin typeface="Consolas" panose="020B0609020204030204" pitchFamily="49" charset="0"/>
              </a:rPr>
              <a:t>WHERE</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P</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TrangThai</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err="1">
                <a:solidFill>
                  <a:srgbClr val="FF0000"/>
                </a:solidFill>
                <a:latin typeface="Consolas" panose="020B0609020204030204" pitchFamily="49" charset="0"/>
              </a:rPr>
              <a:t>N'Trống</a:t>
            </a:r>
            <a:r>
              <a:rPr lang="en-US" sz="1400" dirty="0">
                <a:solidFill>
                  <a:srgbClr val="FF0000"/>
                </a:solidFill>
                <a:latin typeface="Consolas" panose="020B0609020204030204" pitchFamily="49" charset="0"/>
              </a:rPr>
              <a:t>'</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28" name="TextBox 27">
            <a:extLst>
              <a:ext uri="{FF2B5EF4-FFF2-40B4-BE49-F238E27FC236}">
                <a16:creationId xmlns:a16="http://schemas.microsoft.com/office/drawing/2014/main" id="{D5B5714A-33AD-03BD-ECED-87E25F6991CD}"/>
              </a:ext>
            </a:extLst>
          </p:cNvPr>
          <p:cNvSpPr txBox="1"/>
          <p:nvPr/>
        </p:nvSpPr>
        <p:spPr>
          <a:xfrm>
            <a:off x="373646" y="5331669"/>
            <a:ext cx="6096000" cy="954107"/>
          </a:xfrm>
          <a:prstGeom prst="rect">
            <a:avLst/>
          </a:prstGeom>
          <a:noFill/>
        </p:spPr>
        <p:txBody>
          <a:bodyPr wrap="square">
            <a:spAutoFit/>
          </a:bodyPr>
          <a:lstStyle/>
          <a:p>
            <a:r>
              <a:rPr lang="en-US" sz="1400" b="1" dirty="0" err="1">
                <a:latin typeface="Times New Roman" panose="02020603050405020304" pitchFamily="18" charset="0"/>
                <a:cs typeface="Times New Roman" panose="02020603050405020304" pitchFamily="18" charset="0"/>
              </a:rPr>
              <a:t>Liệt</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kê</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các</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khách</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hàng</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có</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quốc</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tịch</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không</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phải</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Việt</a:t>
            </a:r>
            <a:r>
              <a:rPr lang="en-US" sz="1400" b="1" dirty="0">
                <a:latin typeface="Times New Roman" panose="02020603050405020304" pitchFamily="18" charset="0"/>
                <a:cs typeface="Times New Roman" panose="02020603050405020304" pitchFamily="18" charset="0"/>
              </a:rPr>
              <a:t> Nam</a:t>
            </a:r>
            <a:endParaRPr lang="vi-VN" sz="1400" b="1" dirty="0">
              <a:latin typeface="Times New Roman" panose="02020603050405020304" pitchFamily="18" charset="0"/>
              <a:cs typeface="Times New Roman" panose="02020603050405020304" pitchFamily="18" charset="0"/>
            </a:endParaRPr>
          </a:p>
          <a:p>
            <a:endParaRPr lang="en-US" sz="1400" b="1" dirty="0">
              <a:latin typeface="Times New Roman" panose="02020603050405020304" pitchFamily="18" charset="0"/>
              <a:cs typeface="Times New Roman" panose="02020603050405020304" pitchFamily="18" charset="0"/>
            </a:endParaRPr>
          </a:p>
          <a:p>
            <a:r>
              <a:rPr lang="en-US" sz="1400" dirty="0">
                <a:solidFill>
                  <a:srgbClr val="0000FF"/>
                </a:solidFill>
                <a:latin typeface="Consolas" panose="020B0609020204030204" pitchFamily="49" charset="0"/>
              </a:rPr>
              <a:t>SELECT</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FROM</a:t>
            </a:r>
            <a:r>
              <a:rPr lang="en-US" sz="1400" dirty="0">
                <a:solidFill>
                  <a:srgbClr val="000000"/>
                </a:solidFill>
                <a:latin typeface="Consolas" panose="020B0609020204030204" pitchFamily="49" charset="0"/>
              </a:rPr>
              <a:t> KHACH_HANG KH</a:t>
            </a:r>
          </a:p>
          <a:p>
            <a:r>
              <a:rPr lang="en-US" sz="1400" dirty="0">
                <a:solidFill>
                  <a:srgbClr val="0000FF"/>
                </a:solidFill>
                <a:latin typeface="Consolas" panose="020B0609020204030204" pitchFamily="49" charset="0"/>
              </a:rPr>
              <a:t>WHERE</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KH</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QuocTich</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err="1">
                <a:solidFill>
                  <a:srgbClr val="FF0000"/>
                </a:solidFill>
                <a:latin typeface="Consolas" panose="020B0609020204030204" pitchFamily="49" charset="0"/>
              </a:rPr>
              <a:t>N'Việt</a:t>
            </a:r>
            <a:r>
              <a:rPr lang="en-US" sz="1400" dirty="0">
                <a:solidFill>
                  <a:srgbClr val="FF0000"/>
                </a:solidFill>
                <a:latin typeface="Consolas" panose="020B0609020204030204" pitchFamily="49" charset="0"/>
              </a:rPr>
              <a:t> Nam'</a:t>
            </a:r>
            <a:endParaRPr lang="en-US" sz="1400" dirty="0"/>
          </a:p>
        </p:txBody>
      </p:sp>
      <p:pic>
        <p:nvPicPr>
          <p:cNvPr id="12" name="Picture 11">
            <a:extLst>
              <a:ext uri="{FF2B5EF4-FFF2-40B4-BE49-F238E27FC236}">
                <a16:creationId xmlns:a16="http://schemas.microsoft.com/office/drawing/2014/main" id="{1F540B28-11C9-429B-A4DB-CF64F92FB558}"/>
              </a:ext>
            </a:extLst>
          </p:cNvPr>
          <p:cNvPicPr/>
          <p:nvPr/>
        </p:nvPicPr>
        <p:blipFill>
          <a:blip r:embed="rId6"/>
          <a:stretch>
            <a:fillRect/>
          </a:stretch>
        </p:blipFill>
        <p:spPr>
          <a:xfrm>
            <a:off x="7517622" y="3191891"/>
            <a:ext cx="4354830" cy="894715"/>
          </a:xfrm>
          <a:prstGeom prst="rect">
            <a:avLst/>
          </a:prstGeom>
        </p:spPr>
      </p:pic>
      <p:pic>
        <p:nvPicPr>
          <p:cNvPr id="13" name="Picture 12">
            <a:extLst>
              <a:ext uri="{FF2B5EF4-FFF2-40B4-BE49-F238E27FC236}">
                <a16:creationId xmlns:a16="http://schemas.microsoft.com/office/drawing/2014/main" id="{E4156294-CA43-4371-B686-9E64E2F4DF31}"/>
              </a:ext>
            </a:extLst>
          </p:cNvPr>
          <p:cNvPicPr/>
          <p:nvPr/>
        </p:nvPicPr>
        <p:blipFill>
          <a:blip r:embed="rId7"/>
          <a:stretch>
            <a:fillRect/>
          </a:stretch>
        </p:blipFill>
        <p:spPr>
          <a:xfrm>
            <a:off x="7322042" y="4223594"/>
            <a:ext cx="4550410" cy="1108075"/>
          </a:xfrm>
          <a:prstGeom prst="rect">
            <a:avLst/>
          </a:prstGeom>
        </p:spPr>
      </p:pic>
      <p:pic>
        <p:nvPicPr>
          <p:cNvPr id="14" name="Picture 13">
            <a:extLst>
              <a:ext uri="{FF2B5EF4-FFF2-40B4-BE49-F238E27FC236}">
                <a16:creationId xmlns:a16="http://schemas.microsoft.com/office/drawing/2014/main" id="{B5656580-FA65-44CA-B802-067FA9BB9C50}"/>
              </a:ext>
            </a:extLst>
          </p:cNvPr>
          <p:cNvPicPr/>
          <p:nvPr/>
        </p:nvPicPr>
        <p:blipFill>
          <a:blip r:embed="rId8"/>
          <a:stretch>
            <a:fillRect/>
          </a:stretch>
        </p:blipFill>
        <p:spPr>
          <a:xfrm>
            <a:off x="6337792" y="5638258"/>
            <a:ext cx="5534660" cy="447675"/>
          </a:xfrm>
          <a:prstGeom prst="rect">
            <a:avLst/>
          </a:prstGeom>
        </p:spPr>
      </p:pic>
    </p:spTree>
    <p:extLst>
      <p:ext uri="{BB962C8B-B14F-4D97-AF65-F5344CB8AC3E}">
        <p14:creationId xmlns:p14="http://schemas.microsoft.com/office/powerpoint/2010/main" val="40203183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888E46D-1E70-C34C-023E-035D05DF3A2B}"/>
              </a:ext>
            </a:extLst>
          </p:cNvPr>
          <p:cNvSpPr/>
          <p:nvPr/>
        </p:nvSpPr>
        <p:spPr>
          <a:xfrm>
            <a:off x="1" y="0"/>
            <a:ext cx="747293" cy="737419"/>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 name="Rectangle 1">
            <a:hlinkClick r:id="rId2" action="ppaction://hlinksldjump"/>
            <a:extLst>
              <a:ext uri="{FF2B5EF4-FFF2-40B4-BE49-F238E27FC236}">
                <a16:creationId xmlns:a16="http://schemas.microsoft.com/office/drawing/2014/main" id="{65F5E73B-AD96-6973-6A59-FC43B9880258}"/>
              </a:ext>
            </a:extLst>
          </p:cNvPr>
          <p:cNvSpPr/>
          <p:nvPr/>
        </p:nvSpPr>
        <p:spPr>
          <a:xfrm>
            <a:off x="747294" y="0"/>
            <a:ext cx="11444705" cy="737419"/>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vi-VN" sz="3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Các câu truy vấn cơ bản</a:t>
            </a:r>
            <a:endParaRPr kumimoji="0" lang="en-US" sz="3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pic>
        <p:nvPicPr>
          <p:cNvPr id="3" name="Picture 2" descr="A blue and black logo&#10;&#10;Description automatically generated">
            <a:extLst>
              <a:ext uri="{FF2B5EF4-FFF2-40B4-BE49-F238E27FC236}">
                <a16:creationId xmlns:a16="http://schemas.microsoft.com/office/drawing/2014/main" id="{693302C2-5E00-887F-C7E7-771AC1F2FA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747295" cy="737419"/>
          </a:xfrm>
          <a:prstGeom prst="rect">
            <a:avLst/>
          </a:prstGeom>
        </p:spPr>
      </p:pic>
      <p:sp>
        <p:nvSpPr>
          <p:cNvPr id="8" name="TextBox 7">
            <a:extLst>
              <a:ext uri="{FF2B5EF4-FFF2-40B4-BE49-F238E27FC236}">
                <a16:creationId xmlns:a16="http://schemas.microsoft.com/office/drawing/2014/main" id="{5644B257-5AE8-9109-242B-D83687E963F9}"/>
              </a:ext>
            </a:extLst>
          </p:cNvPr>
          <p:cNvSpPr txBox="1"/>
          <p:nvPr/>
        </p:nvSpPr>
        <p:spPr>
          <a:xfrm>
            <a:off x="373646" y="1120676"/>
            <a:ext cx="8089634" cy="1169551"/>
          </a:xfrm>
          <a:prstGeom prst="rect">
            <a:avLst/>
          </a:prstGeom>
          <a:noFill/>
        </p:spPr>
        <p:txBody>
          <a:bodyPr wrap="square">
            <a:spAutoFit/>
          </a:bodyPr>
          <a:lstStyle/>
          <a:p>
            <a:r>
              <a:rPr lang="en-US" sz="1400" b="1" dirty="0" err="1">
                <a:latin typeface="Times New Roman" panose="02020603050405020304" pitchFamily="18" charset="0"/>
                <a:cs typeface="Times New Roman" panose="02020603050405020304" pitchFamily="18" charset="0"/>
              </a:rPr>
              <a:t>Cộng</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thêm</a:t>
            </a:r>
            <a:r>
              <a:rPr lang="en-US" sz="1400" b="1" dirty="0">
                <a:latin typeface="Times New Roman" panose="02020603050405020304" pitchFamily="18" charset="0"/>
                <a:cs typeface="Times New Roman" panose="02020603050405020304" pitchFamily="18" charset="0"/>
              </a:rPr>
              <a:t> 5 </a:t>
            </a:r>
            <a:r>
              <a:rPr lang="en-US" sz="1400" b="1" dirty="0" err="1">
                <a:latin typeface="Times New Roman" panose="02020603050405020304" pitchFamily="18" charset="0"/>
                <a:cs typeface="Times New Roman" panose="02020603050405020304" pitchFamily="18" charset="0"/>
              </a:rPr>
              <a:t>điểm</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tích</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lũy</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cho</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những</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thẻ</a:t>
            </a:r>
            <a:r>
              <a:rPr lang="en-US" sz="1400" b="1" dirty="0">
                <a:latin typeface="Times New Roman" panose="02020603050405020304" pitchFamily="18" charset="0"/>
                <a:cs typeface="Times New Roman" panose="02020603050405020304" pitchFamily="18" charset="0"/>
              </a:rPr>
              <a:t> KHTT </a:t>
            </a:r>
            <a:r>
              <a:rPr lang="en-US" sz="1400" b="1" dirty="0" err="1">
                <a:latin typeface="Times New Roman" panose="02020603050405020304" pitchFamily="18" charset="0"/>
                <a:cs typeface="Times New Roman" panose="02020603050405020304" pitchFamily="18" charset="0"/>
              </a:rPr>
              <a:t>hạng</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vàng</a:t>
            </a:r>
            <a:endParaRPr lang="vi-VN" sz="1400" b="1" dirty="0">
              <a:latin typeface="Times New Roman" panose="02020603050405020304" pitchFamily="18" charset="0"/>
              <a:cs typeface="Times New Roman" panose="02020603050405020304" pitchFamily="18" charset="0"/>
            </a:endParaRPr>
          </a:p>
          <a:p>
            <a:endParaRPr lang="en-US" sz="1400" b="1" dirty="0">
              <a:latin typeface="Times New Roman" panose="02020603050405020304" pitchFamily="18" charset="0"/>
              <a:cs typeface="Times New Roman" panose="02020603050405020304" pitchFamily="18" charset="0"/>
            </a:endParaRPr>
          </a:p>
          <a:p>
            <a:r>
              <a:rPr lang="en-US" sz="1400" dirty="0">
                <a:solidFill>
                  <a:srgbClr val="0000FF"/>
                </a:solidFill>
                <a:latin typeface="Consolas" panose="020B0609020204030204" pitchFamily="49" charset="0"/>
              </a:rPr>
              <a:t>SELECT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PDP.MaPhieuDP</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PBTTH.MaPhieuBTTH</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PBTTH.MaTN</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PBTTH.SoLuong</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PBTTH.DVTinh</a:t>
            </a:r>
            <a:endParaRPr lang="en-US" sz="1400" dirty="0">
              <a:solidFill>
                <a:srgbClr val="000000"/>
              </a:solidFill>
              <a:latin typeface="Consolas" panose="020B0609020204030204" pitchFamily="49" charset="0"/>
            </a:endParaRPr>
          </a:p>
          <a:p>
            <a:r>
              <a:rPr lang="en-US" sz="1400" dirty="0">
                <a:solidFill>
                  <a:srgbClr val="0000FF"/>
                </a:solidFill>
                <a:latin typeface="Consolas" panose="020B0609020204030204" pitchFamily="49" charset="0"/>
              </a:rPr>
              <a:t>FROM</a:t>
            </a:r>
            <a:r>
              <a:rPr lang="en-US" sz="1400" dirty="0">
                <a:solidFill>
                  <a:srgbClr val="000000"/>
                </a:solidFill>
                <a:latin typeface="Consolas" panose="020B0609020204030204" pitchFamily="49" charset="0"/>
              </a:rPr>
              <a:t> PHIEU_DAT_PHONG PDP JOIN PHIEU_BOI_THUONG_THIET_HAI PBTTH</a:t>
            </a:r>
          </a:p>
          <a:p>
            <a:r>
              <a:rPr lang="en-US" sz="1400" dirty="0">
                <a:solidFill>
                  <a:srgbClr val="0000FF"/>
                </a:solidFill>
                <a:latin typeface="Consolas" panose="020B0609020204030204" pitchFamily="49" charset="0"/>
              </a:rPr>
              <a:t>ON </a:t>
            </a:r>
            <a:r>
              <a:rPr lang="en-US" sz="1400" dirty="0" err="1">
                <a:solidFill>
                  <a:srgbClr val="000000"/>
                </a:solidFill>
                <a:latin typeface="Consolas" panose="020B0609020204030204" pitchFamily="49" charset="0"/>
              </a:rPr>
              <a:t>PDP.MaPhieu</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5C6B04C1-F7B1-819F-1F7C-6ACCA939B6FA}"/>
              </a:ext>
            </a:extLst>
          </p:cNvPr>
          <p:cNvSpPr txBox="1"/>
          <p:nvPr/>
        </p:nvSpPr>
        <p:spPr>
          <a:xfrm>
            <a:off x="373646" y="2498269"/>
            <a:ext cx="4076434" cy="1169551"/>
          </a:xfrm>
          <a:prstGeom prst="rect">
            <a:avLst/>
          </a:prstGeom>
          <a:noFill/>
        </p:spPr>
        <p:txBody>
          <a:bodyPr wrap="square">
            <a:spAutoFit/>
          </a:bodyPr>
          <a:lstStyle/>
          <a:p>
            <a:r>
              <a:rPr lang="en-US" sz="1400" b="1" dirty="0" err="1">
                <a:latin typeface="Times New Roman" panose="02020603050405020304" pitchFamily="18" charset="0"/>
                <a:cs typeface="Times New Roman" panose="02020603050405020304" pitchFamily="18" charset="0"/>
              </a:rPr>
              <a:t>Chỉnh</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sửa</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thông</a:t>
            </a:r>
            <a:r>
              <a:rPr lang="en-US" sz="1400" b="1" dirty="0">
                <a:latin typeface="Times New Roman" panose="02020603050405020304" pitchFamily="18" charset="0"/>
                <a:cs typeface="Times New Roman" panose="02020603050405020304" pitchFamily="18" charset="0"/>
              </a:rPr>
              <a:t> tin </a:t>
            </a:r>
            <a:r>
              <a:rPr lang="en-US" sz="1400" b="1" dirty="0" err="1">
                <a:latin typeface="Times New Roman" panose="02020603050405020304" pitchFamily="18" charset="0"/>
                <a:cs typeface="Times New Roman" panose="02020603050405020304" pitchFamily="18" charset="0"/>
              </a:rPr>
              <a:t>khách</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hàng</a:t>
            </a:r>
            <a:endParaRPr lang="vi-VN" sz="1400" b="1" dirty="0">
              <a:latin typeface="Times New Roman" panose="02020603050405020304" pitchFamily="18" charset="0"/>
              <a:cs typeface="Times New Roman" panose="02020603050405020304" pitchFamily="18" charset="0"/>
            </a:endParaRPr>
          </a:p>
          <a:p>
            <a:endParaRPr lang="en-US" sz="1400" b="1" dirty="0">
              <a:latin typeface="Times New Roman" panose="02020603050405020304" pitchFamily="18" charset="0"/>
              <a:cs typeface="Times New Roman" panose="02020603050405020304" pitchFamily="18" charset="0"/>
            </a:endParaRPr>
          </a:p>
          <a:p>
            <a:r>
              <a:rPr lang="en-US" sz="1400" dirty="0">
                <a:solidFill>
                  <a:srgbClr val="0000FF"/>
                </a:solidFill>
                <a:latin typeface="Consolas" panose="020B0609020204030204" pitchFamily="49" charset="0"/>
              </a:rPr>
              <a:t>UPDATE</a:t>
            </a:r>
            <a:r>
              <a:rPr lang="en-US" sz="1400" dirty="0">
                <a:solidFill>
                  <a:srgbClr val="000000"/>
                </a:solidFill>
                <a:latin typeface="Consolas" panose="020B0609020204030204" pitchFamily="49" charset="0"/>
              </a:rPr>
              <a:t> KHACH_HANG</a:t>
            </a:r>
          </a:p>
          <a:p>
            <a:r>
              <a:rPr lang="en-US" sz="1400" dirty="0">
                <a:solidFill>
                  <a:srgbClr val="0000FF"/>
                </a:solidFill>
                <a:latin typeface="Consolas" panose="020B0609020204030204" pitchFamily="49" charset="0"/>
              </a:rPr>
              <a:t>SET </a:t>
            </a:r>
            <a:r>
              <a:rPr lang="en-US" sz="1400" dirty="0" err="1">
                <a:solidFill>
                  <a:srgbClr val="000000"/>
                </a:solidFill>
                <a:latin typeface="Consolas" panose="020B0609020204030204" pitchFamily="49" charset="0"/>
              </a:rPr>
              <a:t>TenKH</a:t>
            </a:r>
            <a:r>
              <a:rPr lang="en-US" sz="1400" dirty="0">
                <a:solidFill>
                  <a:srgbClr val="000000"/>
                </a:solidFill>
                <a:latin typeface="Consolas" panose="020B0609020204030204" pitchFamily="49" charset="0"/>
              </a:rPr>
              <a:t> = </a:t>
            </a:r>
            <a:r>
              <a:rPr lang="en-US" sz="1400" dirty="0" err="1">
                <a:solidFill>
                  <a:srgbClr val="000000"/>
                </a:solidFill>
                <a:latin typeface="Consolas" panose="020B0609020204030204" pitchFamily="49" charset="0"/>
              </a:rPr>
              <a:t>N’Nguyễn</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Văn</a:t>
            </a:r>
            <a:r>
              <a:rPr lang="en-US" sz="1400" dirty="0">
                <a:solidFill>
                  <a:srgbClr val="000000"/>
                </a:solidFill>
                <a:latin typeface="Consolas" panose="020B0609020204030204" pitchFamily="49" charset="0"/>
              </a:rPr>
              <a:t> Minh’ </a:t>
            </a:r>
          </a:p>
          <a:p>
            <a:r>
              <a:rPr lang="en-US" sz="1400" dirty="0">
                <a:solidFill>
                  <a:srgbClr val="0000FF"/>
                </a:solidFill>
                <a:latin typeface="Consolas" panose="020B0609020204030204" pitchFamily="49" charset="0"/>
              </a:rPr>
              <a:t>WHERE </a:t>
            </a:r>
            <a:r>
              <a:rPr lang="en-US" sz="1400" dirty="0">
                <a:solidFill>
                  <a:srgbClr val="000000"/>
                </a:solidFill>
                <a:latin typeface="Consolas" panose="020B0609020204030204" pitchFamily="49" charset="0"/>
              </a:rPr>
              <a:t>SDT = ‘0968452917’</a:t>
            </a:r>
          </a:p>
        </p:txBody>
      </p:sp>
      <p:sp>
        <p:nvSpPr>
          <p:cNvPr id="15" name="TextBox 14">
            <a:extLst>
              <a:ext uri="{FF2B5EF4-FFF2-40B4-BE49-F238E27FC236}">
                <a16:creationId xmlns:a16="http://schemas.microsoft.com/office/drawing/2014/main" id="{934DD360-7A05-F751-40D5-6BF5C75E2593}"/>
              </a:ext>
            </a:extLst>
          </p:cNvPr>
          <p:cNvSpPr txBox="1"/>
          <p:nvPr/>
        </p:nvSpPr>
        <p:spPr>
          <a:xfrm>
            <a:off x="373646" y="3875862"/>
            <a:ext cx="11543072" cy="2246769"/>
          </a:xfrm>
          <a:prstGeom prst="rect">
            <a:avLst/>
          </a:prstGeom>
          <a:noFill/>
        </p:spPr>
        <p:txBody>
          <a:bodyPr wrap="square">
            <a:spAutoFit/>
          </a:bodyPr>
          <a:lstStyle/>
          <a:p>
            <a:r>
              <a:rPr lang="en-US" sz="1400" b="1" dirty="0" err="1">
                <a:latin typeface="Times New Roman" panose="02020603050405020304" pitchFamily="18" charset="0"/>
                <a:cs typeface="Times New Roman" panose="02020603050405020304" pitchFamily="18" charset="0"/>
              </a:rPr>
              <a:t>Tính</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tổng</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thiệt</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hại</a:t>
            </a:r>
            <a:endParaRPr lang="vi-VN" sz="1400" b="1" dirty="0">
              <a:latin typeface="Times New Roman" panose="02020603050405020304" pitchFamily="18" charset="0"/>
              <a:cs typeface="Times New Roman" panose="02020603050405020304" pitchFamily="18" charset="0"/>
            </a:endParaRPr>
          </a:p>
          <a:p>
            <a:endParaRPr lang="en-US" sz="1400" b="1" dirty="0">
              <a:latin typeface="Times New Roman" panose="02020603050405020304" pitchFamily="18" charset="0"/>
              <a:cs typeface="Times New Roman" panose="02020603050405020304" pitchFamily="18" charset="0"/>
            </a:endParaRPr>
          </a:p>
          <a:p>
            <a:r>
              <a:rPr lang="en-US" sz="1400" dirty="0">
                <a:solidFill>
                  <a:srgbClr val="0000FF"/>
                </a:solidFill>
                <a:latin typeface="Consolas" panose="020B0609020204030204" pitchFamily="49" charset="0"/>
              </a:rPr>
              <a:t>SELECT</a:t>
            </a:r>
            <a:endParaRPr lang="en-US" sz="1400" dirty="0">
              <a:solidFill>
                <a:srgbClr val="000000"/>
              </a:solidFill>
              <a:latin typeface="Consolas" panose="020B0609020204030204" pitchFamily="49" charset="0"/>
            </a:endParaRPr>
          </a:p>
          <a:p>
            <a:r>
              <a:rPr lang="vi-VN" sz="1400" dirty="0">
                <a:solidFill>
                  <a:srgbClr val="FF00FF"/>
                </a:solidFill>
                <a:latin typeface="Consolas" panose="020B0609020204030204" pitchFamily="49" charset="0"/>
              </a:rPr>
              <a:t>    </a:t>
            </a:r>
            <a:r>
              <a:rPr lang="en-US" sz="1400" dirty="0">
                <a:solidFill>
                  <a:srgbClr val="FF00FF"/>
                </a:solidFill>
                <a:latin typeface="Consolas" panose="020B0609020204030204" pitchFamily="49" charset="0"/>
              </a:rPr>
              <a:t>SUM</a:t>
            </a:r>
            <a:r>
              <a:rPr lang="en-US" sz="1400" dirty="0">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CTBTTH</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SoLuong</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TN</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Gia</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TongThietHai</a:t>
            </a:r>
            <a:endParaRPr lang="en-US" sz="1400" dirty="0">
              <a:solidFill>
                <a:srgbClr val="000000"/>
              </a:solidFill>
              <a:latin typeface="Consolas" panose="020B0609020204030204" pitchFamily="49" charset="0"/>
            </a:endParaRPr>
          </a:p>
          <a:p>
            <a:r>
              <a:rPr lang="en-US" sz="1400" dirty="0">
                <a:solidFill>
                  <a:srgbClr val="0000FF"/>
                </a:solidFill>
                <a:latin typeface="Consolas" panose="020B0609020204030204" pitchFamily="49" charset="0"/>
              </a:rPr>
              <a:t>FROM</a:t>
            </a:r>
            <a:r>
              <a:rPr lang="en-US" sz="1400" dirty="0">
                <a:solidFill>
                  <a:srgbClr val="000000"/>
                </a:solidFill>
                <a:latin typeface="Consolas" panose="020B0609020204030204" pitchFamily="49" charset="0"/>
              </a:rPr>
              <a:t> </a:t>
            </a:r>
          </a:p>
          <a:p>
            <a:r>
              <a:rPr lang="vi-VN" sz="1400" dirty="0">
                <a:solidFill>
                  <a:srgbClr val="000000"/>
                </a:solidFill>
                <a:latin typeface="Consolas" panose="020B0609020204030204" pitchFamily="49" charset="0"/>
              </a:rPr>
              <a:t>    </a:t>
            </a:r>
            <a:r>
              <a:rPr lang="en-US" sz="1400" dirty="0">
                <a:solidFill>
                  <a:srgbClr val="000000"/>
                </a:solidFill>
                <a:latin typeface="Consolas" panose="020B0609020204030204" pitchFamily="49" charset="0"/>
              </a:rPr>
              <a:t>TIEN_NGHI TN</a:t>
            </a:r>
          </a:p>
          <a:p>
            <a:r>
              <a:rPr lang="en-US" sz="1400" dirty="0">
                <a:solidFill>
                  <a:srgbClr val="808080"/>
                </a:solidFill>
                <a:latin typeface="Consolas" panose="020B0609020204030204" pitchFamily="49" charset="0"/>
              </a:rPr>
              <a:t>JOIN</a:t>
            </a:r>
            <a:endParaRPr lang="en-US" sz="1400" dirty="0">
              <a:solidFill>
                <a:srgbClr val="000000"/>
              </a:solidFill>
              <a:latin typeface="Consolas" panose="020B0609020204030204" pitchFamily="49" charset="0"/>
            </a:endParaRPr>
          </a:p>
          <a:p>
            <a:r>
              <a:rPr lang="vi-VN" sz="1400" dirty="0">
                <a:solidFill>
                  <a:srgbClr val="000000"/>
                </a:solidFill>
                <a:latin typeface="Consolas" panose="020B0609020204030204" pitchFamily="49" charset="0"/>
              </a:rPr>
              <a:t>    </a:t>
            </a:r>
            <a:r>
              <a:rPr lang="en-US" sz="1400" dirty="0">
                <a:solidFill>
                  <a:srgbClr val="000000"/>
                </a:solidFill>
                <a:latin typeface="Consolas" panose="020B0609020204030204" pitchFamily="49" charset="0"/>
              </a:rPr>
              <a:t>CHI_TIET_BOI_THUONG_THIET_HAI CTBTTH </a:t>
            </a:r>
            <a:r>
              <a:rPr lang="en-US" sz="1400" dirty="0">
                <a:solidFill>
                  <a:srgbClr val="0000FF"/>
                </a:solidFill>
                <a:latin typeface="Consolas" panose="020B0609020204030204" pitchFamily="49" charset="0"/>
              </a:rPr>
              <a:t>ON</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TN</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MaTN</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CTBTTH</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MaTN</a:t>
            </a:r>
            <a:endParaRPr lang="en-US" sz="1400" dirty="0">
              <a:solidFill>
                <a:srgbClr val="000000"/>
              </a:solidFill>
              <a:latin typeface="Consolas" panose="020B0609020204030204" pitchFamily="49" charset="0"/>
            </a:endParaRPr>
          </a:p>
          <a:p>
            <a:r>
              <a:rPr lang="en-US" sz="1400" dirty="0">
                <a:solidFill>
                  <a:srgbClr val="808080"/>
                </a:solidFill>
                <a:latin typeface="Consolas" panose="020B0609020204030204" pitchFamily="49" charset="0"/>
              </a:rPr>
              <a:t>JOIN</a:t>
            </a:r>
            <a:r>
              <a:rPr lang="en-US" sz="1400" dirty="0">
                <a:solidFill>
                  <a:srgbClr val="000000"/>
                </a:solidFill>
                <a:latin typeface="Consolas" panose="020B0609020204030204" pitchFamily="49" charset="0"/>
              </a:rPr>
              <a:t> </a:t>
            </a:r>
          </a:p>
          <a:p>
            <a:r>
              <a:rPr lang="vi-VN" sz="1400" dirty="0">
                <a:solidFill>
                  <a:srgbClr val="000000"/>
                </a:solidFill>
                <a:latin typeface="Consolas" panose="020B0609020204030204" pitchFamily="49" charset="0"/>
              </a:rPr>
              <a:t>    </a:t>
            </a:r>
            <a:r>
              <a:rPr lang="en-US" sz="1400" dirty="0">
                <a:solidFill>
                  <a:srgbClr val="000000"/>
                </a:solidFill>
                <a:latin typeface="Consolas" panose="020B0609020204030204" pitchFamily="49" charset="0"/>
              </a:rPr>
              <a:t>PHIEU_BOI_THUONG_THIET_HAI PBTTH </a:t>
            </a:r>
            <a:r>
              <a:rPr lang="en-US" sz="1400" dirty="0">
                <a:solidFill>
                  <a:srgbClr val="0000FF"/>
                </a:solidFill>
                <a:latin typeface="Consolas" panose="020B0609020204030204" pitchFamily="49" charset="0"/>
              </a:rPr>
              <a:t>ON</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CTBTTH</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MaPhieuBTTH</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PBTTH</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MaPhieuBTTH</a:t>
            </a:r>
            <a:endParaRPr lang="en-US" sz="1400" dirty="0"/>
          </a:p>
        </p:txBody>
      </p:sp>
      <p:pic>
        <p:nvPicPr>
          <p:cNvPr id="10" name="Picture 9">
            <a:extLst>
              <a:ext uri="{FF2B5EF4-FFF2-40B4-BE49-F238E27FC236}">
                <a16:creationId xmlns:a16="http://schemas.microsoft.com/office/drawing/2014/main" id="{68AE1A71-1E27-4731-8E76-0687AC875D40}"/>
              </a:ext>
            </a:extLst>
          </p:cNvPr>
          <p:cNvPicPr/>
          <p:nvPr/>
        </p:nvPicPr>
        <p:blipFill>
          <a:blip r:embed="rId4"/>
          <a:stretch>
            <a:fillRect/>
          </a:stretch>
        </p:blipFill>
        <p:spPr>
          <a:xfrm>
            <a:off x="8506317" y="1105436"/>
            <a:ext cx="3518535" cy="1430020"/>
          </a:xfrm>
          <a:prstGeom prst="rect">
            <a:avLst/>
          </a:prstGeom>
        </p:spPr>
      </p:pic>
      <p:pic>
        <p:nvPicPr>
          <p:cNvPr id="12" name="Picture 11">
            <a:extLst>
              <a:ext uri="{FF2B5EF4-FFF2-40B4-BE49-F238E27FC236}">
                <a16:creationId xmlns:a16="http://schemas.microsoft.com/office/drawing/2014/main" id="{3CC1F182-0636-4678-B886-26EA71DF11C8}"/>
              </a:ext>
            </a:extLst>
          </p:cNvPr>
          <p:cNvPicPr/>
          <p:nvPr/>
        </p:nvPicPr>
        <p:blipFill>
          <a:blip r:embed="rId5"/>
          <a:stretch>
            <a:fillRect/>
          </a:stretch>
        </p:blipFill>
        <p:spPr>
          <a:xfrm>
            <a:off x="9227677" y="4632960"/>
            <a:ext cx="2213789" cy="760462"/>
          </a:xfrm>
          <a:prstGeom prst="rect">
            <a:avLst/>
          </a:prstGeom>
        </p:spPr>
      </p:pic>
    </p:spTree>
    <p:extLst>
      <p:ext uri="{BB962C8B-B14F-4D97-AF65-F5344CB8AC3E}">
        <p14:creationId xmlns:p14="http://schemas.microsoft.com/office/powerpoint/2010/main" val="186642018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888E46D-1E70-C34C-023E-035D05DF3A2B}"/>
              </a:ext>
            </a:extLst>
          </p:cNvPr>
          <p:cNvSpPr/>
          <p:nvPr/>
        </p:nvSpPr>
        <p:spPr>
          <a:xfrm>
            <a:off x="1" y="0"/>
            <a:ext cx="747293" cy="737419"/>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 name="Rectangle 1">
            <a:hlinkClick r:id="rId2" action="ppaction://hlinksldjump"/>
            <a:extLst>
              <a:ext uri="{FF2B5EF4-FFF2-40B4-BE49-F238E27FC236}">
                <a16:creationId xmlns:a16="http://schemas.microsoft.com/office/drawing/2014/main" id="{65F5E73B-AD96-6973-6A59-FC43B9880258}"/>
              </a:ext>
            </a:extLst>
          </p:cNvPr>
          <p:cNvSpPr/>
          <p:nvPr/>
        </p:nvSpPr>
        <p:spPr>
          <a:xfrm>
            <a:off x="747294" y="0"/>
            <a:ext cx="11444705" cy="737419"/>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vi-VN" sz="3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Các câu truy vấn cơ bản</a:t>
            </a:r>
            <a:endParaRPr kumimoji="0" lang="en-US" sz="3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pic>
        <p:nvPicPr>
          <p:cNvPr id="3" name="Picture 2" descr="A blue and black logo&#10;&#10;Description automatically generated">
            <a:extLst>
              <a:ext uri="{FF2B5EF4-FFF2-40B4-BE49-F238E27FC236}">
                <a16:creationId xmlns:a16="http://schemas.microsoft.com/office/drawing/2014/main" id="{693302C2-5E00-887F-C7E7-771AC1F2FA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747295" cy="737419"/>
          </a:xfrm>
          <a:prstGeom prst="rect">
            <a:avLst/>
          </a:prstGeom>
        </p:spPr>
      </p:pic>
      <p:sp>
        <p:nvSpPr>
          <p:cNvPr id="16" name="Rectangle 9">
            <a:extLst>
              <a:ext uri="{FF2B5EF4-FFF2-40B4-BE49-F238E27FC236}">
                <a16:creationId xmlns:a16="http://schemas.microsoft.com/office/drawing/2014/main" id="{5E8792FC-BAF4-4C65-AB03-5E76917775F7}"/>
              </a:ext>
            </a:extLst>
          </p:cNvPr>
          <p:cNvSpPr>
            <a:spLocks noChangeArrowheads="1"/>
          </p:cNvSpPr>
          <p:nvPr/>
        </p:nvSpPr>
        <p:spPr bwMode="auto">
          <a:xfrm>
            <a:off x="373646" y="469490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TextBox 7">
            <a:extLst>
              <a:ext uri="{FF2B5EF4-FFF2-40B4-BE49-F238E27FC236}">
                <a16:creationId xmlns:a16="http://schemas.microsoft.com/office/drawing/2014/main" id="{5644B257-5AE8-9109-242B-D83687E963F9}"/>
              </a:ext>
            </a:extLst>
          </p:cNvPr>
          <p:cNvSpPr txBox="1"/>
          <p:nvPr/>
        </p:nvSpPr>
        <p:spPr>
          <a:xfrm>
            <a:off x="373646" y="1120676"/>
            <a:ext cx="11818352" cy="5047536"/>
          </a:xfrm>
          <a:prstGeom prst="rect">
            <a:avLst/>
          </a:prstGeom>
          <a:noFill/>
        </p:spPr>
        <p:txBody>
          <a:bodyPr wrap="square">
            <a:spAutoFit/>
          </a:bodyPr>
          <a:lstStyle/>
          <a:p>
            <a:r>
              <a:rPr lang="en-US" sz="1400" b="1" dirty="0" err="1">
                <a:latin typeface="Times New Roman" panose="02020603050405020304" pitchFamily="18" charset="0"/>
                <a:cs typeface="Times New Roman" panose="02020603050405020304" pitchFamily="18" charset="0"/>
              </a:rPr>
              <a:t>Tính</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tổng</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số</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tiền</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đặt</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phòng</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phải</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trả</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của</a:t>
            </a:r>
            <a:r>
              <a:rPr lang="en-US" sz="1400" b="1" dirty="0">
                <a:latin typeface="Times New Roman" panose="02020603050405020304" pitchFamily="18" charset="0"/>
                <a:cs typeface="Times New Roman" panose="02020603050405020304" pitchFamily="18" charset="0"/>
              </a:rPr>
              <a:t> 1 </a:t>
            </a:r>
            <a:r>
              <a:rPr lang="en-US" sz="1400" b="1" dirty="0" err="1">
                <a:latin typeface="Times New Roman" panose="02020603050405020304" pitchFamily="18" charset="0"/>
                <a:cs typeface="Times New Roman" panose="02020603050405020304" pitchFamily="18" charset="0"/>
              </a:rPr>
              <a:t>phiếu</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đặt</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phòng</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sau</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khi</a:t>
            </a:r>
            <a:r>
              <a:rPr lang="en-US" sz="1400" b="1" dirty="0">
                <a:latin typeface="Times New Roman" panose="02020603050405020304" pitchFamily="18" charset="0"/>
                <a:cs typeface="Times New Roman" panose="02020603050405020304" pitchFamily="18" charset="0"/>
              </a:rPr>
              <a:t> apply voucher </a:t>
            </a:r>
            <a:r>
              <a:rPr lang="en-US" sz="1400" b="1" dirty="0" err="1">
                <a:latin typeface="Times New Roman" panose="02020603050405020304" pitchFamily="18" charset="0"/>
                <a:cs typeface="Times New Roman" panose="02020603050405020304" pitchFamily="18" charset="0"/>
              </a:rPr>
              <a:t>và</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trừ</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tiền</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đặt</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cọc</a:t>
            </a:r>
            <a:r>
              <a:rPr lang="en-US" sz="1400" b="1" dirty="0">
                <a:latin typeface="Times New Roman" panose="02020603050405020304" pitchFamily="18" charset="0"/>
                <a:cs typeface="Times New Roman" panose="02020603050405020304" pitchFamily="18" charset="0"/>
              </a:rPr>
              <a:t>)</a:t>
            </a:r>
            <a:endParaRPr lang="vi-VN" sz="1400" b="1" dirty="0">
              <a:latin typeface="Times New Roman" panose="02020603050405020304" pitchFamily="18" charset="0"/>
              <a:cs typeface="Times New Roman" panose="02020603050405020304" pitchFamily="18" charset="0"/>
            </a:endParaRPr>
          </a:p>
          <a:p>
            <a:endParaRPr lang="vi-VN" sz="1400" dirty="0">
              <a:latin typeface="Consolas" panose="020B0609020204030204" pitchFamily="49" charset="0"/>
            </a:endParaRPr>
          </a:p>
          <a:p>
            <a:r>
              <a:rPr lang="en-US" sz="1400" dirty="0">
                <a:solidFill>
                  <a:srgbClr val="0000FF"/>
                </a:solidFill>
                <a:latin typeface="Consolas" panose="020B0609020204030204" pitchFamily="49" charset="0"/>
              </a:rPr>
              <a:t>SELECT</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CTDP</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MaPhieuDP</a:t>
            </a:r>
            <a:r>
              <a:rPr lang="en-US" sz="1400" dirty="0">
                <a:solidFill>
                  <a:srgbClr val="808080"/>
                </a:solidFill>
                <a:latin typeface="Consolas" panose="020B0609020204030204" pitchFamily="49" charset="0"/>
              </a:rPr>
              <a:t>,</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r>
              <a:rPr lang="en-US" sz="1400" dirty="0">
                <a:solidFill>
                  <a:srgbClr val="FF00FF"/>
                </a:solidFill>
                <a:latin typeface="Consolas" panose="020B0609020204030204" pitchFamily="49" charset="0"/>
              </a:rPr>
              <a:t>SUM</a:t>
            </a:r>
            <a:r>
              <a:rPr lang="en-US" sz="1400" dirty="0">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LP</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GiaLoai</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HP</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GiaHang</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a:solidFill>
                  <a:srgbClr val="FF00FF"/>
                </a:solidFill>
                <a:latin typeface="Consolas" panose="020B0609020204030204" pitchFamily="49" charset="0"/>
              </a:rPr>
              <a:t>DATEDIFF</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day</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CTDP</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NgayDen</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CTDP</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NgayDi</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a:t>
            </a:r>
            <a:r>
              <a:rPr lang="en-US" sz="1400" dirty="0">
                <a:solidFill>
                  <a:srgbClr val="0000FF"/>
                </a:solidFill>
                <a:latin typeface="Consolas" panose="020B0609020204030204" pitchFamily="49" charset="0"/>
              </a:rPr>
              <a:t> </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1 </a:t>
            </a:r>
            <a:r>
              <a:rPr lang="en-US" sz="1400" dirty="0">
                <a:solidFill>
                  <a:srgbClr val="808080"/>
                </a:solidFill>
                <a:latin typeface="Consolas" panose="020B0609020204030204" pitchFamily="49" charset="0"/>
              </a:rPr>
              <a:t>-</a:t>
            </a:r>
            <a:r>
              <a:rPr lang="en-US" sz="1400" dirty="0">
                <a:solidFill>
                  <a:srgbClr val="0000FF"/>
                </a:solidFill>
                <a:latin typeface="Consolas" panose="020B0609020204030204" pitchFamily="49" charset="0"/>
              </a:rPr>
              <a:t> </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ISNULL</a:t>
            </a:r>
            <a:r>
              <a:rPr lang="en-US" sz="1400" dirty="0">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VC</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PhanTram</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0</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vi-VN" sz="1400" dirty="0">
                <a:solidFill>
                  <a:srgbClr val="000000"/>
                </a:solidFill>
                <a:latin typeface="Consolas" panose="020B0609020204030204" pitchFamily="49" charset="0"/>
              </a:rPr>
              <a:t>      </a:t>
            </a:r>
            <a:r>
              <a:rPr lang="en-US" sz="1400" dirty="0">
                <a:solidFill>
                  <a:srgbClr val="000000"/>
                </a:solidFill>
                <a:latin typeface="Consolas" panose="020B0609020204030204" pitchFamily="49" charset="0"/>
              </a:rPr>
              <a:t>0.01</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2 </a:t>
            </a:r>
            <a:r>
              <a:rPr lang="en-US" sz="1400" dirty="0">
                <a:solidFill>
                  <a:srgbClr val="0000FF"/>
                </a:solidFill>
                <a:latin typeface="Consolas" panose="020B0609020204030204" pitchFamily="49" charset="0"/>
              </a:rPr>
              <a:t>AS</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TongTienDatPhong</a:t>
            </a:r>
            <a:endParaRPr lang="vi-VN" sz="1400" dirty="0">
              <a:solidFill>
                <a:srgbClr val="000000"/>
              </a:solidFill>
              <a:latin typeface="Consolas" panose="020B0609020204030204" pitchFamily="49" charset="0"/>
            </a:endParaRPr>
          </a:p>
          <a:p>
            <a:endParaRPr lang="en-US" sz="1400" dirty="0">
              <a:solidFill>
                <a:srgbClr val="000000"/>
              </a:solidFill>
              <a:latin typeface="Consolas" panose="020B0609020204030204" pitchFamily="49" charset="0"/>
            </a:endParaRPr>
          </a:p>
          <a:p>
            <a:r>
              <a:rPr lang="en-US" sz="1400" dirty="0">
                <a:solidFill>
                  <a:srgbClr val="0000FF"/>
                </a:solidFill>
                <a:latin typeface="Consolas" panose="020B0609020204030204" pitchFamily="49" charset="0"/>
              </a:rPr>
              <a:t>FROM</a:t>
            </a:r>
            <a:endParaRPr lang="en-US" sz="1400" dirty="0">
              <a:solidFill>
                <a:srgbClr val="000000"/>
              </a:solidFill>
              <a:latin typeface="Consolas" panose="020B0609020204030204" pitchFamily="49" charset="0"/>
            </a:endParaRPr>
          </a:p>
          <a:p>
            <a:r>
              <a:rPr lang="nl-NL" sz="1400" dirty="0">
                <a:solidFill>
                  <a:srgbClr val="000000"/>
                </a:solidFill>
                <a:latin typeface="Consolas" panose="020B0609020204030204" pitchFamily="49" charset="0"/>
              </a:rPr>
              <a:t>    CHI_TIET_DAT_PHONG CTDP</a:t>
            </a:r>
          </a:p>
          <a:p>
            <a:r>
              <a:rPr lang="en-US" sz="1400" dirty="0">
                <a:solidFill>
                  <a:srgbClr val="808080"/>
                </a:solidFill>
                <a:latin typeface="Consolas" panose="020B0609020204030204" pitchFamily="49" charset="0"/>
              </a:rPr>
              <a:t>INNER</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JOIN</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PHIEU_DAT_PHONG PDP </a:t>
            </a:r>
            <a:r>
              <a:rPr lang="en-US" sz="1400" dirty="0">
                <a:solidFill>
                  <a:srgbClr val="0000FF"/>
                </a:solidFill>
                <a:latin typeface="Consolas" panose="020B0609020204030204" pitchFamily="49" charset="0"/>
              </a:rPr>
              <a:t>ON</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CTDP</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MaPhieuDP</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PDP</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MaPhieuDP</a:t>
            </a:r>
            <a:endParaRPr lang="en-US" sz="1400" dirty="0">
              <a:solidFill>
                <a:srgbClr val="000000"/>
              </a:solidFill>
              <a:latin typeface="Consolas" panose="020B0609020204030204" pitchFamily="49" charset="0"/>
            </a:endParaRPr>
          </a:p>
          <a:p>
            <a:r>
              <a:rPr lang="en-US" sz="1400" dirty="0">
                <a:solidFill>
                  <a:srgbClr val="808080"/>
                </a:solidFill>
                <a:latin typeface="Consolas" panose="020B0609020204030204" pitchFamily="49" charset="0"/>
              </a:rPr>
              <a:t>LEFT</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JOIN</a:t>
            </a:r>
            <a:endParaRPr lang="en-US" sz="1400" dirty="0">
              <a:solidFill>
                <a:srgbClr val="000000"/>
              </a:solidFill>
              <a:latin typeface="Consolas" panose="020B0609020204030204" pitchFamily="49" charset="0"/>
            </a:endParaRPr>
          </a:p>
          <a:p>
            <a:r>
              <a:rPr lang="fr-FR" sz="1400" dirty="0">
                <a:solidFill>
                  <a:srgbClr val="000000"/>
                </a:solidFill>
                <a:latin typeface="Consolas" panose="020B0609020204030204" pitchFamily="49" charset="0"/>
              </a:rPr>
              <a:t>    VOUCHER VC </a:t>
            </a:r>
            <a:r>
              <a:rPr lang="fr-FR" sz="1400" dirty="0">
                <a:solidFill>
                  <a:srgbClr val="0000FF"/>
                </a:solidFill>
                <a:latin typeface="Consolas" panose="020B0609020204030204" pitchFamily="49" charset="0"/>
              </a:rPr>
              <a:t>ON</a:t>
            </a:r>
            <a:r>
              <a:rPr lang="fr-FR" sz="1400" dirty="0">
                <a:solidFill>
                  <a:srgbClr val="000000"/>
                </a:solidFill>
                <a:latin typeface="Consolas" panose="020B0609020204030204" pitchFamily="49" charset="0"/>
              </a:rPr>
              <a:t> </a:t>
            </a:r>
            <a:r>
              <a:rPr lang="fr-FR" sz="1400" dirty="0" err="1">
                <a:solidFill>
                  <a:srgbClr val="000000"/>
                </a:solidFill>
                <a:latin typeface="Consolas" panose="020B0609020204030204" pitchFamily="49" charset="0"/>
              </a:rPr>
              <a:t>PDP</a:t>
            </a:r>
            <a:r>
              <a:rPr lang="fr-FR" sz="1400" dirty="0" err="1">
                <a:solidFill>
                  <a:srgbClr val="808080"/>
                </a:solidFill>
                <a:latin typeface="Consolas" panose="020B0609020204030204" pitchFamily="49" charset="0"/>
              </a:rPr>
              <a:t>.</a:t>
            </a:r>
            <a:r>
              <a:rPr lang="fr-FR" sz="1400" dirty="0" err="1">
                <a:solidFill>
                  <a:srgbClr val="000000"/>
                </a:solidFill>
                <a:latin typeface="Consolas" panose="020B0609020204030204" pitchFamily="49" charset="0"/>
              </a:rPr>
              <a:t>MaVoucher</a:t>
            </a:r>
            <a:r>
              <a:rPr lang="fr-FR" sz="1400" dirty="0">
                <a:solidFill>
                  <a:srgbClr val="000000"/>
                </a:solidFill>
                <a:latin typeface="Consolas" panose="020B0609020204030204" pitchFamily="49" charset="0"/>
              </a:rPr>
              <a:t> </a:t>
            </a:r>
            <a:r>
              <a:rPr lang="fr-FR" sz="1400" dirty="0">
                <a:solidFill>
                  <a:srgbClr val="808080"/>
                </a:solidFill>
                <a:latin typeface="Consolas" panose="020B0609020204030204" pitchFamily="49" charset="0"/>
              </a:rPr>
              <a:t>=</a:t>
            </a:r>
            <a:r>
              <a:rPr lang="fr-FR" sz="1400" dirty="0">
                <a:solidFill>
                  <a:srgbClr val="000000"/>
                </a:solidFill>
                <a:latin typeface="Consolas" panose="020B0609020204030204" pitchFamily="49" charset="0"/>
              </a:rPr>
              <a:t> </a:t>
            </a:r>
            <a:r>
              <a:rPr lang="fr-FR" sz="1400" dirty="0" err="1">
                <a:solidFill>
                  <a:srgbClr val="000000"/>
                </a:solidFill>
                <a:latin typeface="Consolas" panose="020B0609020204030204" pitchFamily="49" charset="0"/>
              </a:rPr>
              <a:t>VC</a:t>
            </a:r>
            <a:r>
              <a:rPr lang="fr-FR" sz="1400" dirty="0" err="1">
                <a:solidFill>
                  <a:srgbClr val="808080"/>
                </a:solidFill>
                <a:latin typeface="Consolas" panose="020B0609020204030204" pitchFamily="49" charset="0"/>
              </a:rPr>
              <a:t>.</a:t>
            </a:r>
            <a:r>
              <a:rPr lang="fr-FR" sz="1400" dirty="0" err="1">
                <a:solidFill>
                  <a:srgbClr val="000000"/>
                </a:solidFill>
                <a:latin typeface="Consolas" panose="020B0609020204030204" pitchFamily="49" charset="0"/>
              </a:rPr>
              <a:t>MaVoucher</a:t>
            </a:r>
            <a:endParaRPr lang="fr-FR" sz="1400" dirty="0">
              <a:solidFill>
                <a:srgbClr val="000000"/>
              </a:solidFill>
              <a:latin typeface="Consolas" panose="020B0609020204030204" pitchFamily="49" charset="0"/>
            </a:endParaRPr>
          </a:p>
          <a:p>
            <a:r>
              <a:rPr lang="en-US" sz="1400" dirty="0">
                <a:solidFill>
                  <a:srgbClr val="808080"/>
                </a:solidFill>
                <a:latin typeface="Consolas" panose="020B0609020204030204" pitchFamily="49" charset="0"/>
              </a:rPr>
              <a:t>INNER</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JOIN</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PHONG P </a:t>
            </a:r>
            <a:r>
              <a:rPr lang="en-US" sz="1400" dirty="0">
                <a:solidFill>
                  <a:srgbClr val="0000FF"/>
                </a:solidFill>
                <a:latin typeface="Consolas" panose="020B0609020204030204" pitchFamily="49" charset="0"/>
              </a:rPr>
              <a:t>ON</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CTDP</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SoPhong</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P</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SoPhong</a:t>
            </a:r>
            <a:endParaRPr lang="en-US" sz="1400" dirty="0">
              <a:solidFill>
                <a:srgbClr val="000000"/>
              </a:solidFill>
              <a:latin typeface="Consolas" panose="020B0609020204030204" pitchFamily="49" charset="0"/>
            </a:endParaRPr>
          </a:p>
          <a:p>
            <a:r>
              <a:rPr lang="en-US" sz="1400" dirty="0">
                <a:solidFill>
                  <a:srgbClr val="808080"/>
                </a:solidFill>
                <a:latin typeface="Consolas" panose="020B0609020204030204" pitchFamily="49" charset="0"/>
              </a:rPr>
              <a:t>INNER</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JOIN</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LOAI_PHONG LP </a:t>
            </a:r>
            <a:r>
              <a:rPr lang="en-US" sz="1400" dirty="0">
                <a:solidFill>
                  <a:srgbClr val="0000FF"/>
                </a:solidFill>
                <a:latin typeface="Consolas" panose="020B0609020204030204" pitchFamily="49" charset="0"/>
              </a:rPr>
              <a:t>ON</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P</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MaLoaiPhong</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LP</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MaLoaiPhong</a:t>
            </a:r>
            <a:endParaRPr lang="en-US" sz="1400" dirty="0">
              <a:solidFill>
                <a:srgbClr val="000000"/>
              </a:solidFill>
              <a:latin typeface="Consolas" panose="020B0609020204030204" pitchFamily="49" charset="0"/>
            </a:endParaRPr>
          </a:p>
          <a:p>
            <a:r>
              <a:rPr lang="en-US" sz="1400" dirty="0">
                <a:solidFill>
                  <a:srgbClr val="808080"/>
                </a:solidFill>
                <a:latin typeface="Consolas" panose="020B0609020204030204" pitchFamily="49" charset="0"/>
              </a:rPr>
              <a:t>INNER</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JOIN</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HANG_PHONG HP </a:t>
            </a:r>
            <a:r>
              <a:rPr lang="en-US" sz="1400" dirty="0">
                <a:solidFill>
                  <a:srgbClr val="0000FF"/>
                </a:solidFill>
                <a:latin typeface="Consolas" panose="020B0609020204030204" pitchFamily="49" charset="0"/>
              </a:rPr>
              <a:t>ON</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P</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MaHangPhong</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HP</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MaHangPhong</a:t>
            </a:r>
            <a:endParaRPr lang="en-US" sz="1400" dirty="0">
              <a:solidFill>
                <a:srgbClr val="000000"/>
              </a:solidFill>
              <a:latin typeface="Consolas" panose="020B0609020204030204" pitchFamily="49" charset="0"/>
            </a:endParaRPr>
          </a:p>
          <a:p>
            <a:r>
              <a:rPr lang="en-US" sz="1400" dirty="0">
                <a:solidFill>
                  <a:srgbClr val="0000FF"/>
                </a:solidFill>
                <a:latin typeface="Consolas" panose="020B0609020204030204" pitchFamily="49" charset="0"/>
              </a:rPr>
              <a:t>GROUP</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BY</a:t>
            </a:r>
            <a:endParaRPr lang="en-US" sz="1400" dirty="0">
              <a:solidFill>
                <a:srgbClr val="000000"/>
              </a:solidFill>
              <a:latin typeface="Consolas" panose="020B0609020204030204" pitchFamily="49" charset="0"/>
            </a:endParaRPr>
          </a:p>
          <a:p>
            <a:r>
              <a:rPr lang="vi-VN"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CTDP</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MaPhieuDP</a:t>
            </a:r>
            <a:endParaRPr lang="en-US" sz="1400" dirty="0">
              <a:solidFill>
                <a:srgbClr val="000000"/>
              </a:solidFill>
              <a:latin typeface="Consolas" panose="020B0609020204030204" pitchFamily="49" charset="0"/>
            </a:endParaRPr>
          </a:p>
          <a:p>
            <a:r>
              <a:rPr lang="en-US" sz="1400" dirty="0">
                <a:solidFill>
                  <a:srgbClr val="0000FF"/>
                </a:solidFill>
                <a:latin typeface="Consolas" panose="020B0609020204030204" pitchFamily="49" charset="0"/>
              </a:rPr>
              <a:t>ORDER</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BY</a:t>
            </a:r>
            <a:endParaRPr lang="en-US" sz="1400" dirty="0">
              <a:solidFill>
                <a:srgbClr val="000000"/>
              </a:solidFill>
              <a:latin typeface="Consolas" panose="020B0609020204030204" pitchFamily="49" charset="0"/>
            </a:endParaRPr>
          </a:p>
          <a:p>
            <a:r>
              <a:rPr lang="vi-VN"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CTDP</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MaPhieuDP</a:t>
            </a:r>
            <a:r>
              <a:rPr lang="en-US" sz="1400" dirty="0">
                <a:solidFill>
                  <a:srgbClr val="808080"/>
                </a:solidFill>
                <a:latin typeface="Consolas" panose="020B0609020204030204" pitchFamily="49" charset="0"/>
              </a:rPr>
              <a:t>;</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4BE40E4D-B1AA-42E8-A1C0-30DD64DA14FD}"/>
              </a:ext>
            </a:extLst>
          </p:cNvPr>
          <p:cNvPicPr/>
          <p:nvPr/>
        </p:nvPicPr>
        <p:blipFill>
          <a:blip r:embed="rId4"/>
          <a:stretch>
            <a:fillRect/>
          </a:stretch>
        </p:blipFill>
        <p:spPr>
          <a:xfrm>
            <a:off x="7756842" y="2956560"/>
            <a:ext cx="3248054" cy="2865120"/>
          </a:xfrm>
          <a:prstGeom prst="rect">
            <a:avLst/>
          </a:prstGeom>
        </p:spPr>
      </p:pic>
    </p:spTree>
    <p:extLst>
      <p:ext uri="{BB962C8B-B14F-4D97-AF65-F5344CB8AC3E}">
        <p14:creationId xmlns:p14="http://schemas.microsoft.com/office/powerpoint/2010/main" val="62355818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888E46D-1E70-C34C-023E-035D05DF3A2B}"/>
              </a:ext>
            </a:extLst>
          </p:cNvPr>
          <p:cNvSpPr/>
          <p:nvPr/>
        </p:nvSpPr>
        <p:spPr>
          <a:xfrm>
            <a:off x="1" y="0"/>
            <a:ext cx="747293" cy="737419"/>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 name="Rectangle 1">
            <a:hlinkClick r:id="rId2" action="ppaction://hlinksldjump"/>
            <a:extLst>
              <a:ext uri="{FF2B5EF4-FFF2-40B4-BE49-F238E27FC236}">
                <a16:creationId xmlns:a16="http://schemas.microsoft.com/office/drawing/2014/main" id="{65F5E73B-AD96-6973-6A59-FC43B9880258}"/>
              </a:ext>
            </a:extLst>
          </p:cNvPr>
          <p:cNvSpPr/>
          <p:nvPr/>
        </p:nvSpPr>
        <p:spPr>
          <a:xfrm>
            <a:off x="747294" y="0"/>
            <a:ext cx="11444705" cy="737419"/>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vi-VN" sz="3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Các câu truy vấn cơ bản</a:t>
            </a:r>
            <a:endParaRPr kumimoji="0" lang="en-US" sz="3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pic>
        <p:nvPicPr>
          <p:cNvPr id="3" name="Picture 2" descr="A blue and black logo&#10;&#10;Description automatically generated">
            <a:extLst>
              <a:ext uri="{FF2B5EF4-FFF2-40B4-BE49-F238E27FC236}">
                <a16:creationId xmlns:a16="http://schemas.microsoft.com/office/drawing/2014/main" id="{693302C2-5E00-887F-C7E7-771AC1F2FA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747295" cy="737419"/>
          </a:xfrm>
          <a:prstGeom prst="rect">
            <a:avLst/>
          </a:prstGeom>
        </p:spPr>
      </p:pic>
      <p:sp>
        <p:nvSpPr>
          <p:cNvPr id="10" name="TextBox 9">
            <a:extLst>
              <a:ext uri="{FF2B5EF4-FFF2-40B4-BE49-F238E27FC236}">
                <a16:creationId xmlns:a16="http://schemas.microsoft.com/office/drawing/2014/main" id="{254BCA14-53EE-F02E-DE93-08B8C7C648A1}"/>
              </a:ext>
            </a:extLst>
          </p:cNvPr>
          <p:cNvSpPr txBox="1"/>
          <p:nvPr/>
        </p:nvSpPr>
        <p:spPr>
          <a:xfrm>
            <a:off x="373646" y="1052439"/>
            <a:ext cx="10530328" cy="5047536"/>
          </a:xfrm>
          <a:prstGeom prst="rect">
            <a:avLst/>
          </a:prstGeom>
          <a:noFill/>
        </p:spPr>
        <p:txBody>
          <a:bodyPr wrap="square">
            <a:spAutoFit/>
          </a:bodyPr>
          <a:lstStyle/>
          <a:p>
            <a:r>
              <a:rPr lang="en-US" sz="1400" b="1" dirty="0">
                <a:latin typeface="Times New Roman" panose="02020603050405020304" pitchFamily="18" charset="0"/>
                <a:cs typeface="Times New Roman" panose="02020603050405020304" pitchFamily="18" charset="0"/>
              </a:rPr>
              <a:t>Cho </a:t>
            </a:r>
            <a:r>
              <a:rPr lang="en-US" sz="1400" b="1" dirty="0" err="1">
                <a:latin typeface="Times New Roman" panose="02020603050405020304" pitchFamily="18" charset="0"/>
                <a:cs typeface="Times New Roman" panose="02020603050405020304" pitchFamily="18" charset="0"/>
              </a:rPr>
              <a:t>biết</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hạng</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phòng</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có</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tỷ</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lệ</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đặt</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cao</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nhất</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trong</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tháng</a:t>
            </a:r>
            <a:r>
              <a:rPr lang="en-US" sz="1400" b="1" dirty="0">
                <a:latin typeface="Times New Roman" panose="02020603050405020304" pitchFamily="18" charset="0"/>
                <a:cs typeface="Times New Roman" panose="02020603050405020304" pitchFamily="18" charset="0"/>
              </a:rPr>
              <a:t> 01/2024</a:t>
            </a:r>
            <a:endParaRPr lang="vi-VN" sz="1400" b="1" dirty="0">
              <a:latin typeface="Times New Roman" panose="02020603050405020304" pitchFamily="18" charset="0"/>
              <a:cs typeface="Times New Roman" panose="02020603050405020304" pitchFamily="18" charset="0"/>
            </a:endParaRPr>
          </a:p>
          <a:p>
            <a:endParaRPr lang="en-US" sz="1400" b="1" dirty="0">
              <a:latin typeface="Times New Roman" panose="02020603050405020304" pitchFamily="18" charset="0"/>
              <a:cs typeface="Times New Roman" panose="02020603050405020304" pitchFamily="18" charset="0"/>
            </a:endParaRPr>
          </a:p>
          <a:p>
            <a:r>
              <a:rPr lang="en-US" sz="1400" dirty="0">
                <a:solidFill>
                  <a:srgbClr val="0000FF"/>
                </a:solidFill>
                <a:latin typeface="Consolas" panose="020B0609020204030204" pitchFamily="49" charset="0"/>
              </a:rPr>
              <a:t>WITH</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ThongKeHangPhong</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AS </a:t>
            </a:r>
            <a:r>
              <a:rPr lang="en-US" sz="1400" dirty="0">
                <a:solidFill>
                  <a:srgbClr val="808080"/>
                </a:solidFill>
                <a:latin typeface="Consolas" panose="020B0609020204030204" pitchFamily="49" charset="0"/>
              </a:rPr>
              <a:t>(</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SELECT</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HP</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TenHangPhong</a:t>
            </a:r>
            <a:r>
              <a:rPr lang="en-US" sz="1400" dirty="0">
                <a:solidFill>
                  <a:srgbClr val="808080"/>
                </a:solidFill>
                <a:latin typeface="Consolas" panose="020B0609020204030204" pitchFamily="49" charset="0"/>
              </a:rPr>
              <a:t>,</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r>
              <a:rPr lang="en-US" sz="1400" dirty="0">
                <a:solidFill>
                  <a:srgbClr val="FF00FF"/>
                </a:solidFill>
                <a:latin typeface="Consolas" panose="020B0609020204030204" pitchFamily="49" charset="0"/>
              </a:rPr>
              <a:t>COUNT</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SoLuong</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FROM</a:t>
            </a:r>
            <a:endParaRPr lang="en-US" sz="1400" dirty="0">
              <a:solidFill>
                <a:srgbClr val="000000"/>
              </a:solidFill>
              <a:latin typeface="Consolas" panose="020B0609020204030204" pitchFamily="49" charset="0"/>
            </a:endParaRPr>
          </a:p>
          <a:p>
            <a:r>
              <a:rPr lang="nl-NL" sz="1400" dirty="0">
                <a:solidFill>
                  <a:srgbClr val="000000"/>
                </a:solidFill>
                <a:latin typeface="Consolas" panose="020B0609020204030204" pitchFamily="49" charset="0"/>
              </a:rPr>
              <a:t>        CHI_TIET_DAT_PHONG CTDP</a:t>
            </a:r>
          </a:p>
          <a:p>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INNER</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JOIN</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PHONG P </a:t>
            </a:r>
            <a:r>
              <a:rPr lang="en-US" sz="1400" dirty="0">
                <a:solidFill>
                  <a:srgbClr val="0000FF"/>
                </a:solidFill>
                <a:latin typeface="Consolas" panose="020B0609020204030204" pitchFamily="49" charset="0"/>
              </a:rPr>
              <a:t>ON</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CTDP</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SoPhong</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P</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SoPhong</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INNER</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JOIN</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HANG_PHONG HP </a:t>
            </a:r>
            <a:r>
              <a:rPr lang="en-US" sz="1400" dirty="0">
                <a:solidFill>
                  <a:srgbClr val="0000FF"/>
                </a:solidFill>
                <a:latin typeface="Consolas" panose="020B0609020204030204" pitchFamily="49" charset="0"/>
              </a:rPr>
              <a:t>ON</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HP</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MaHangPhong</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P</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MaHangPhong</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WHERE</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r>
              <a:rPr lang="en-US" sz="1400" dirty="0">
                <a:solidFill>
                  <a:srgbClr val="FF00FF"/>
                </a:solidFill>
                <a:latin typeface="Consolas" panose="020B0609020204030204" pitchFamily="49" charset="0"/>
              </a:rPr>
              <a:t>MONTH</a:t>
            </a:r>
            <a:r>
              <a:rPr lang="en-US" sz="1400" dirty="0">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CTDP</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NgayDi</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1 </a:t>
            </a:r>
            <a:r>
              <a:rPr lang="en-US" sz="1400" dirty="0">
                <a:solidFill>
                  <a:srgbClr val="808080"/>
                </a:solidFill>
                <a:latin typeface="Consolas" panose="020B0609020204030204" pitchFamily="49" charset="0"/>
              </a:rPr>
              <a:t>AND</a:t>
            </a:r>
            <a:r>
              <a:rPr lang="en-US" sz="1400" dirty="0">
                <a:solidFill>
                  <a:srgbClr val="000000"/>
                </a:solidFill>
                <a:latin typeface="Consolas" panose="020B0609020204030204" pitchFamily="49" charset="0"/>
              </a:rPr>
              <a:t> </a:t>
            </a:r>
            <a:r>
              <a:rPr lang="en-US" sz="1400" dirty="0">
                <a:solidFill>
                  <a:srgbClr val="FF00FF"/>
                </a:solidFill>
                <a:latin typeface="Consolas" panose="020B0609020204030204" pitchFamily="49" charset="0"/>
              </a:rPr>
              <a:t>YEAR</a:t>
            </a:r>
            <a:r>
              <a:rPr lang="en-US" sz="1400" dirty="0">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CTDP</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NgayDi</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a:t>
            </a:r>
            <a:r>
              <a:rPr lang="en-US" sz="1400" dirty="0">
                <a:solidFill>
                  <a:srgbClr val="000000"/>
                </a:solidFill>
                <a:latin typeface="Consolas" panose="020B0609020204030204" pitchFamily="49" charset="0"/>
              </a:rPr>
              <a:t> 2024</a:t>
            </a:r>
          </a:p>
          <a:p>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GROUP</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BY</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HP</a:t>
            </a:r>
            <a:r>
              <a:rPr lang="en-US" sz="1400" dirty="0" err="1">
                <a:solidFill>
                  <a:srgbClr val="808080"/>
                </a:solidFill>
                <a:latin typeface="Consolas" panose="020B0609020204030204" pitchFamily="49" charset="0"/>
              </a:rPr>
              <a:t>.</a:t>
            </a:r>
            <a:r>
              <a:rPr lang="en-US" sz="1400" dirty="0" err="1">
                <a:solidFill>
                  <a:srgbClr val="000000"/>
                </a:solidFill>
                <a:latin typeface="Consolas" panose="020B0609020204030204" pitchFamily="49" charset="0"/>
              </a:rPr>
              <a:t>TenHangPhong</a:t>
            </a:r>
            <a:endParaRPr lang="en-US" sz="1400" dirty="0">
              <a:solidFill>
                <a:srgbClr val="000000"/>
              </a:solidFill>
              <a:latin typeface="Consolas" panose="020B0609020204030204" pitchFamily="49" charset="0"/>
            </a:endParaRPr>
          </a:p>
          <a:p>
            <a:r>
              <a:rPr lang="en-US" sz="1400" dirty="0">
                <a:solidFill>
                  <a:srgbClr val="808080"/>
                </a:solidFill>
                <a:latin typeface="Consolas" panose="020B0609020204030204" pitchFamily="49" charset="0"/>
              </a:rPr>
              <a:t>)</a:t>
            </a:r>
            <a:endParaRPr lang="en-US" sz="1400" dirty="0">
              <a:solidFill>
                <a:srgbClr val="000000"/>
              </a:solidFill>
              <a:latin typeface="Consolas" panose="020B0609020204030204" pitchFamily="49" charset="0"/>
            </a:endParaRPr>
          </a:p>
          <a:p>
            <a:r>
              <a:rPr lang="en-US" sz="1400" dirty="0">
                <a:solidFill>
                  <a:srgbClr val="0000FF"/>
                </a:solidFill>
                <a:latin typeface="Consolas" panose="020B0609020204030204" pitchFamily="49" charset="0"/>
              </a:rPr>
              <a:t>SELECT</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TOP</a:t>
            </a:r>
            <a:r>
              <a:rPr lang="en-US" sz="1400" dirty="0">
                <a:solidFill>
                  <a:srgbClr val="000000"/>
                </a:solidFill>
                <a:latin typeface="Consolas" panose="020B0609020204030204" pitchFamily="49" charset="0"/>
              </a:rPr>
              <a:t> 1</a:t>
            </a:r>
          </a:p>
          <a:p>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TenHangPhong</a:t>
            </a:r>
            <a:endParaRPr lang="en-US" sz="1400" dirty="0">
              <a:solidFill>
                <a:srgbClr val="000000"/>
              </a:solidFill>
              <a:latin typeface="Consolas" panose="020B0609020204030204" pitchFamily="49" charset="0"/>
            </a:endParaRPr>
          </a:p>
          <a:p>
            <a:r>
              <a:rPr lang="en-US" sz="1400" dirty="0">
                <a:solidFill>
                  <a:srgbClr val="0000FF"/>
                </a:solidFill>
                <a:latin typeface="Consolas" panose="020B0609020204030204" pitchFamily="49" charset="0"/>
              </a:rPr>
              <a:t>FROM</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ThongKeHangPhong</a:t>
            </a:r>
            <a:endParaRPr lang="en-US" sz="1400" dirty="0">
              <a:solidFill>
                <a:srgbClr val="000000"/>
              </a:solidFill>
              <a:latin typeface="Consolas" panose="020B0609020204030204" pitchFamily="49" charset="0"/>
            </a:endParaRPr>
          </a:p>
          <a:p>
            <a:r>
              <a:rPr lang="en-US" sz="1400" dirty="0">
                <a:solidFill>
                  <a:srgbClr val="0000FF"/>
                </a:solidFill>
                <a:latin typeface="Consolas" panose="020B0609020204030204" pitchFamily="49" charset="0"/>
              </a:rPr>
              <a:t>ORDER</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BY</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SoLuong</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DESC</a:t>
            </a:r>
            <a:endParaRPr lang="en-US" sz="1400" dirty="0"/>
          </a:p>
        </p:txBody>
      </p:sp>
      <p:pic>
        <p:nvPicPr>
          <p:cNvPr id="6" name="Picture 5">
            <a:extLst>
              <a:ext uri="{FF2B5EF4-FFF2-40B4-BE49-F238E27FC236}">
                <a16:creationId xmlns:a16="http://schemas.microsoft.com/office/drawing/2014/main" id="{7ACC67AC-D446-4C21-82D7-9F00DF9D7E7D}"/>
              </a:ext>
            </a:extLst>
          </p:cNvPr>
          <p:cNvPicPr/>
          <p:nvPr/>
        </p:nvPicPr>
        <p:blipFill>
          <a:blip r:embed="rId4"/>
          <a:stretch>
            <a:fillRect/>
          </a:stretch>
        </p:blipFill>
        <p:spPr>
          <a:xfrm>
            <a:off x="8112760" y="1980564"/>
            <a:ext cx="2450992" cy="782956"/>
          </a:xfrm>
          <a:prstGeom prst="rect">
            <a:avLst/>
          </a:prstGeom>
        </p:spPr>
      </p:pic>
    </p:spTree>
    <p:extLst>
      <p:ext uri="{BB962C8B-B14F-4D97-AF65-F5344CB8AC3E}">
        <p14:creationId xmlns:p14="http://schemas.microsoft.com/office/powerpoint/2010/main" val="350053902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888E46D-1E70-C34C-023E-035D05DF3A2B}"/>
              </a:ext>
            </a:extLst>
          </p:cNvPr>
          <p:cNvSpPr/>
          <p:nvPr/>
        </p:nvSpPr>
        <p:spPr>
          <a:xfrm>
            <a:off x="1" y="0"/>
            <a:ext cx="747293" cy="737419"/>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 name="Rectangle 1">
            <a:hlinkClick r:id="rId2" action="ppaction://hlinksldjump"/>
            <a:extLst>
              <a:ext uri="{FF2B5EF4-FFF2-40B4-BE49-F238E27FC236}">
                <a16:creationId xmlns:a16="http://schemas.microsoft.com/office/drawing/2014/main" id="{65F5E73B-AD96-6973-6A59-FC43B9880258}"/>
              </a:ext>
            </a:extLst>
          </p:cNvPr>
          <p:cNvSpPr/>
          <p:nvPr/>
        </p:nvSpPr>
        <p:spPr>
          <a:xfrm>
            <a:off x="747294" y="0"/>
            <a:ext cx="11444705" cy="737419"/>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US" sz="3200" b="1" dirty="0" err="1">
                <a:solidFill>
                  <a:prstClr val="black"/>
                </a:solidFill>
                <a:latin typeface="Times New Roman" panose="02020603050405020304" pitchFamily="18" charset="0"/>
                <a:cs typeface="Times New Roman" panose="02020603050405020304" pitchFamily="18" charset="0"/>
              </a:rPr>
              <a:t>Đánh</a:t>
            </a:r>
            <a:r>
              <a:rPr lang="en-US" sz="3200" b="1" dirty="0">
                <a:solidFill>
                  <a:prstClr val="black"/>
                </a:solidFill>
                <a:latin typeface="Times New Roman" panose="02020603050405020304" pitchFamily="18" charset="0"/>
                <a:cs typeface="Times New Roman" panose="02020603050405020304" pitchFamily="18" charset="0"/>
              </a:rPr>
              <a:t> </a:t>
            </a:r>
            <a:r>
              <a:rPr lang="en-US" sz="3200" b="1" dirty="0" err="1">
                <a:solidFill>
                  <a:prstClr val="black"/>
                </a:solidFill>
                <a:latin typeface="Times New Roman" panose="02020603050405020304" pitchFamily="18" charset="0"/>
                <a:cs typeface="Times New Roman" panose="02020603050405020304" pitchFamily="18" charset="0"/>
              </a:rPr>
              <a:t>giá</a:t>
            </a:r>
            <a:r>
              <a:rPr lang="en-US" sz="3200" b="1" dirty="0">
                <a:solidFill>
                  <a:prstClr val="black"/>
                </a:solidFill>
                <a:latin typeface="Times New Roman" panose="02020603050405020304" pitchFamily="18" charset="0"/>
                <a:cs typeface="Times New Roman" panose="02020603050405020304" pitchFamily="18" charset="0"/>
              </a:rPr>
              <a:t> </a:t>
            </a:r>
            <a:r>
              <a:rPr lang="en-US" sz="3200" b="1" dirty="0" err="1">
                <a:solidFill>
                  <a:prstClr val="black"/>
                </a:solidFill>
                <a:latin typeface="Times New Roman" panose="02020603050405020304" pitchFamily="18" charset="0"/>
                <a:cs typeface="Times New Roman" panose="02020603050405020304" pitchFamily="18" charset="0"/>
              </a:rPr>
              <a:t>thiết</a:t>
            </a:r>
            <a:r>
              <a:rPr lang="en-US" sz="3200" b="1" dirty="0">
                <a:solidFill>
                  <a:prstClr val="black"/>
                </a:solidFill>
                <a:latin typeface="Times New Roman" panose="02020603050405020304" pitchFamily="18" charset="0"/>
                <a:cs typeface="Times New Roman" panose="02020603050405020304" pitchFamily="18" charset="0"/>
              </a:rPr>
              <a:t> </a:t>
            </a:r>
            <a:r>
              <a:rPr lang="en-US" sz="3200" b="1" dirty="0" err="1">
                <a:solidFill>
                  <a:prstClr val="black"/>
                </a:solidFill>
                <a:latin typeface="Times New Roman" panose="02020603050405020304" pitchFamily="18" charset="0"/>
                <a:cs typeface="Times New Roman" panose="02020603050405020304" pitchFamily="18" charset="0"/>
              </a:rPr>
              <a:t>kế</a:t>
            </a:r>
            <a:r>
              <a:rPr lang="en-US" sz="3200" b="1" dirty="0">
                <a:solidFill>
                  <a:prstClr val="black"/>
                </a:solidFill>
                <a:latin typeface="Times New Roman" panose="02020603050405020304" pitchFamily="18" charset="0"/>
                <a:cs typeface="Times New Roman" panose="02020603050405020304" pitchFamily="18" charset="0"/>
              </a:rPr>
              <a:t> </a:t>
            </a:r>
            <a:r>
              <a:rPr lang="en-US" sz="3200" b="1" dirty="0" err="1">
                <a:solidFill>
                  <a:prstClr val="black"/>
                </a:solidFill>
                <a:latin typeface="Times New Roman" panose="02020603050405020304" pitchFamily="18" charset="0"/>
                <a:cs typeface="Times New Roman" panose="02020603050405020304" pitchFamily="18" charset="0"/>
              </a:rPr>
              <a:t>hệ</a:t>
            </a:r>
            <a:r>
              <a:rPr lang="en-US" sz="3200" b="1" dirty="0">
                <a:solidFill>
                  <a:prstClr val="black"/>
                </a:solidFill>
                <a:latin typeface="Times New Roman" panose="02020603050405020304" pitchFamily="18" charset="0"/>
                <a:cs typeface="Times New Roman" panose="02020603050405020304" pitchFamily="18" charset="0"/>
              </a:rPr>
              <a:t> </a:t>
            </a:r>
            <a:r>
              <a:rPr lang="en-US" sz="3200" b="1" dirty="0" err="1">
                <a:solidFill>
                  <a:prstClr val="black"/>
                </a:solidFill>
                <a:latin typeface="Times New Roman" panose="02020603050405020304" pitchFamily="18" charset="0"/>
                <a:cs typeface="Times New Roman" panose="02020603050405020304" pitchFamily="18" charset="0"/>
              </a:rPr>
              <a:t>thống</a:t>
            </a:r>
            <a:endParaRPr kumimoji="0" lang="en-US" sz="3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pic>
        <p:nvPicPr>
          <p:cNvPr id="3" name="Picture 2" descr="A blue and black logo&#10;&#10;Description automatically generated">
            <a:extLst>
              <a:ext uri="{FF2B5EF4-FFF2-40B4-BE49-F238E27FC236}">
                <a16:creationId xmlns:a16="http://schemas.microsoft.com/office/drawing/2014/main" id="{693302C2-5E00-887F-C7E7-771AC1F2FA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747295" cy="737419"/>
          </a:xfrm>
          <a:prstGeom prst="rect">
            <a:avLst/>
          </a:prstGeom>
        </p:spPr>
      </p:pic>
      <p:sp>
        <p:nvSpPr>
          <p:cNvPr id="10" name="TextBox 9">
            <a:extLst>
              <a:ext uri="{FF2B5EF4-FFF2-40B4-BE49-F238E27FC236}">
                <a16:creationId xmlns:a16="http://schemas.microsoft.com/office/drawing/2014/main" id="{254BCA14-53EE-F02E-DE93-08B8C7C648A1}"/>
              </a:ext>
            </a:extLst>
          </p:cNvPr>
          <p:cNvSpPr txBox="1"/>
          <p:nvPr/>
        </p:nvSpPr>
        <p:spPr>
          <a:xfrm>
            <a:off x="373646" y="1052439"/>
            <a:ext cx="11015714" cy="5467459"/>
          </a:xfrm>
          <a:prstGeom prst="rect">
            <a:avLst/>
          </a:prstGeom>
          <a:noFill/>
        </p:spPr>
        <p:txBody>
          <a:bodyPr wrap="square">
            <a:spAutoFit/>
          </a:bodyPr>
          <a:lstStyle/>
          <a:p>
            <a:pPr algn="l">
              <a:lnSpc>
                <a:spcPct val="120000"/>
              </a:lnSpc>
              <a:spcAft>
                <a:spcPts val="600"/>
              </a:spcAft>
            </a:pP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Quá</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trình</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làm</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đồ</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án</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đã</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đạt</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được</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một</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số</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kết</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quả</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400" dirty="0">
              <a:effectLst/>
              <a:latin typeface=".VnTime" panose="020B7200000000000000" pitchFamily="34" charset="0"/>
              <a:ea typeface="Times New Roman" panose="02020603050405020304" pitchFamily="18" charset="0"/>
              <a:cs typeface="Times New Roman" panose="02020603050405020304" pitchFamily="18" charset="0"/>
            </a:endParaRPr>
          </a:p>
          <a:p>
            <a:pPr algn="l">
              <a:lnSpc>
                <a:spcPct val="120000"/>
              </a:lnSpc>
              <a:spcAft>
                <a:spcPts val="60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Biết</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cách</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xây</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dựng</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một</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hệ</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cơ</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sở</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dữ</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liệu</a:t>
            </a:r>
            <a:endParaRPr lang="en-US" sz="2400" dirty="0">
              <a:effectLst/>
              <a:latin typeface=".VnTime" panose="020B7200000000000000" pitchFamily="34" charset="0"/>
              <a:ea typeface="Times New Roman" panose="02020603050405020304" pitchFamily="18" charset="0"/>
              <a:cs typeface="Times New Roman" panose="02020603050405020304" pitchFamily="18" charset="0"/>
            </a:endParaRPr>
          </a:p>
          <a:p>
            <a:pPr algn="l">
              <a:lnSpc>
                <a:spcPct val="120000"/>
              </a:lnSpc>
              <a:spcAft>
                <a:spcPts val="60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Khảo</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sát</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và</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phân</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tích</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được</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những</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yêu</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cầu</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của</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cơ</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sở</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dữ</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liệu</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400" dirty="0">
              <a:effectLst/>
              <a:latin typeface=".VnTime" panose="020B7200000000000000" pitchFamily="34" charset="0"/>
              <a:ea typeface="Times New Roman" panose="02020603050405020304" pitchFamily="18" charset="0"/>
              <a:cs typeface="Times New Roman" panose="02020603050405020304" pitchFamily="18" charset="0"/>
            </a:endParaRPr>
          </a:p>
          <a:p>
            <a:pPr algn="l">
              <a:lnSpc>
                <a:spcPct val="120000"/>
              </a:lnSpc>
              <a:spcAft>
                <a:spcPts val="60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Tạo</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lập</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được</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cơ</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sở</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dữ</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liệu</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dựa</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trên</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SQL Server.</a:t>
            </a:r>
            <a:endParaRPr lang="en-US" sz="2400" dirty="0">
              <a:effectLst/>
              <a:latin typeface=".VnTime" panose="020B7200000000000000" pitchFamily="34" charset="0"/>
              <a:ea typeface="Times New Roman" panose="02020603050405020304" pitchFamily="18" charset="0"/>
              <a:cs typeface="Times New Roman" panose="02020603050405020304" pitchFamily="18" charset="0"/>
            </a:endParaRPr>
          </a:p>
          <a:p>
            <a:pPr algn="l">
              <a:lnSpc>
                <a:spcPct val="120000"/>
              </a:lnSpc>
              <a:spcAft>
                <a:spcPts val="60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Xây</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dựng</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hệ</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thống</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quản</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lý</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tương</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đối</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đầy</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đủ</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các</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chức</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năng</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kiểm</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soát</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các</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khâu</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quản</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lý</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phòng</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cơ</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sở</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vật</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chất</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quản</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lý</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quá</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trình</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đặt</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phòng</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và</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sử</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dụng</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phòng</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của</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khách</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hàng</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quản</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lý</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thông</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tin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nhân</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viên</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và</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khách</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hàng</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400" dirty="0">
              <a:effectLst/>
              <a:latin typeface=".VnTime" panose="020B7200000000000000" pitchFamily="34" charset="0"/>
              <a:ea typeface="Times New Roman" panose="02020603050405020304" pitchFamily="18" charset="0"/>
              <a:cs typeface="Times New Roman" panose="02020603050405020304" pitchFamily="18" charset="0"/>
            </a:endParaRPr>
          </a:p>
          <a:p>
            <a:pPr algn="l">
              <a:lnSpc>
                <a:spcPct val="120000"/>
              </a:lnSpc>
              <a:spcAft>
                <a:spcPts val="600"/>
              </a:spcAft>
            </a:pP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Hệ</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thống</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vẫn</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còn</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một</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số</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hạn</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chế</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t>
            </a:r>
          </a:p>
          <a:p>
            <a:pPr algn="l">
              <a:lnSpc>
                <a:spcPct val="120000"/>
              </a:lnSpc>
              <a:spcAft>
                <a:spcPts val="60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Hệ</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thống</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được</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xây</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dựng</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cho</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mô</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hình</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khách</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sạn</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vừa</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và</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nhỏ</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chưa</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thể</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đáp</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ứng</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cho</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những</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mô</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hình</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lớn</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hơn</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l">
              <a:lnSpc>
                <a:spcPct val="120000"/>
              </a:lnSpc>
              <a:spcAft>
                <a:spcPts val="60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Một</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số</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thao</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tác</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nghiệp</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vụ</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khách</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sạn</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chưa</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được</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triển</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khai</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triệt</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để</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94649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1402</TotalTime>
  <Words>1890</Words>
  <Application>Microsoft Office PowerPoint</Application>
  <PresentationFormat>Widescreen</PresentationFormat>
  <Paragraphs>175</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.VnTime</vt:lpstr>
      <vt:lpstr>Aptos</vt:lpstr>
      <vt:lpstr>Aptos Display</vt:lpstr>
      <vt:lpstr>Arial</vt:lpstr>
      <vt:lpstr>Consolas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Nguyen Quang</dc:creator>
  <cp:lastModifiedBy>Bách - 67CS2 Mai Khoa</cp:lastModifiedBy>
  <cp:revision>4</cp:revision>
  <dcterms:created xsi:type="dcterms:W3CDTF">2024-05-12T01:33:07Z</dcterms:created>
  <dcterms:modified xsi:type="dcterms:W3CDTF">2024-05-16T14:03:48Z</dcterms:modified>
</cp:coreProperties>
</file>