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310" r:id="rId6"/>
    <p:sldId id="311" r:id="rId7"/>
    <p:sldId id="307" r:id="rId8"/>
    <p:sldId id="315" r:id="rId9"/>
    <p:sldId id="312" r:id="rId10"/>
    <p:sldId id="313" r:id="rId11"/>
    <p:sldId id="314" r:id="rId12"/>
    <p:sldId id="317" r:id="rId13"/>
    <p:sldId id="318" r:id="rId14"/>
    <p:sldId id="319" r:id="rId15"/>
    <p:sldId id="320" r:id="rId16"/>
    <p:sldId id="321" r:id="rId17"/>
    <p:sldId id="324" r:id="rId18"/>
    <p:sldId id="322" r:id="rId19"/>
    <p:sldId id="32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E72E3-9796-3102-439D-6376074C769E}" v="15" dt="2023-12-21T05:40:56.410"/>
    <p1510:client id="{4E99D6C8-0D43-45A5-AB15-55AAE188B5D4}" v="14" dt="2023-12-18T19:11:00.005"/>
    <p1510:client id="{58850163-D917-4C29-F2C1-5F8C087DA28B}" v="201" dt="2023-12-21T08:28:39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a00dc0e5cbeabf8958f5b6ce428429172560f9c8362016d985944bbf610b7432::" providerId="AD" clId="Web-{215E72E3-9796-3102-439D-6376074C769E}"/>
    <pc:docChg chg="addSld delSld modSld">
      <pc:chgData name="Guest User" userId="S::urn:spo:anon#a00dc0e5cbeabf8958f5b6ce428429172560f9c8362016d985944bbf610b7432::" providerId="AD" clId="Web-{215E72E3-9796-3102-439D-6376074C769E}" dt="2023-12-21T05:40:47.019" v="11"/>
      <pc:docMkLst>
        <pc:docMk/>
      </pc:docMkLst>
      <pc:sldChg chg="modSp">
        <pc:chgData name="Guest User" userId="S::urn:spo:anon#a00dc0e5cbeabf8958f5b6ce428429172560f9c8362016d985944bbf610b7432::" providerId="AD" clId="Web-{215E72E3-9796-3102-439D-6376074C769E}" dt="2023-12-21T05:39:42.361" v="5" actId="1076"/>
        <pc:sldMkLst>
          <pc:docMk/>
          <pc:sldMk cId="2973987286" sldId="320"/>
        </pc:sldMkLst>
        <pc:picChg chg="mod">
          <ac:chgData name="Guest User" userId="S::urn:spo:anon#a00dc0e5cbeabf8958f5b6ce428429172560f9c8362016d985944bbf610b7432::" providerId="AD" clId="Web-{215E72E3-9796-3102-439D-6376074C769E}" dt="2023-12-21T05:39:42.361" v="5" actId="1076"/>
          <ac:picMkLst>
            <pc:docMk/>
            <pc:sldMk cId="2973987286" sldId="320"/>
            <ac:picMk id="33" creationId="{6CA04335-AAC6-BBCC-DC08-CADB8DEE584A}"/>
          </ac:picMkLst>
        </pc:picChg>
      </pc:sldChg>
      <pc:sldChg chg="modSp">
        <pc:chgData name="Guest User" userId="S::urn:spo:anon#a00dc0e5cbeabf8958f5b6ce428429172560f9c8362016d985944bbf610b7432::" providerId="AD" clId="Web-{215E72E3-9796-3102-439D-6376074C769E}" dt="2023-12-21T05:28:34.670" v="1" actId="1076"/>
        <pc:sldMkLst>
          <pc:docMk/>
          <pc:sldMk cId="3616480658" sldId="321"/>
        </pc:sldMkLst>
        <pc:picChg chg="mod">
          <ac:chgData name="Guest User" userId="S::urn:spo:anon#a00dc0e5cbeabf8958f5b6ce428429172560f9c8362016d985944bbf610b7432::" providerId="AD" clId="Web-{215E72E3-9796-3102-439D-6376074C769E}" dt="2023-12-21T05:28:34.670" v="1" actId="1076"/>
          <ac:picMkLst>
            <pc:docMk/>
            <pc:sldMk cId="3616480658" sldId="321"/>
            <ac:picMk id="2" creationId="{FAC52F63-EE36-F767-5B1C-D9E7CC197AD8}"/>
          </ac:picMkLst>
        </pc:picChg>
      </pc:sldChg>
      <pc:sldChg chg="delSp modSp add replId">
        <pc:chgData name="Guest User" userId="S::urn:spo:anon#a00dc0e5cbeabf8958f5b6ce428429172560f9c8362016d985944bbf610b7432::" providerId="AD" clId="Web-{215E72E3-9796-3102-439D-6376074C769E}" dt="2023-12-21T05:40:47.019" v="11"/>
        <pc:sldMkLst>
          <pc:docMk/>
          <pc:sldMk cId="1749938890" sldId="324"/>
        </pc:sldMkLst>
        <pc:spChg chg="mod">
          <ac:chgData name="Guest User" userId="S::urn:spo:anon#a00dc0e5cbeabf8958f5b6ce428429172560f9c8362016d985944bbf610b7432::" providerId="AD" clId="Web-{215E72E3-9796-3102-439D-6376074C769E}" dt="2023-12-21T05:40:46.597" v="10" actId="20577"/>
          <ac:spMkLst>
            <pc:docMk/>
            <pc:sldMk cId="1749938890" sldId="324"/>
            <ac:spMk id="8" creationId="{7B4A756E-D7C0-DE3A-97C5-0E7EBE5E8D46}"/>
          </ac:spMkLst>
        </pc:spChg>
        <pc:picChg chg="del">
          <ac:chgData name="Guest User" userId="S::urn:spo:anon#a00dc0e5cbeabf8958f5b6ce428429172560f9c8362016d985944bbf610b7432::" providerId="AD" clId="Web-{215E72E3-9796-3102-439D-6376074C769E}" dt="2023-12-21T05:40:47.019" v="11"/>
          <ac:picMkLst>
            <pc:docMk/>
            <pc:sldMk cId="1749938890" sldId="324"/>
            <ac:picMk id="2" creationId="{BC52DBDD-1B90-5C9C-5CCE-248AB43BAAE2}"/>
          </ac:picMkLst>
        </pc:picChg>
      </pc:sldChg>
      <pc:sldChg chg="new del">
        <pc:chgData name="Guest User" userId="S::urn:spo:anon#a00dc0e5cbeabf8958f5b6ce428429172560f9c8362016d985944bbf610b7432::" providerId="AD" clId="Web-{215E72E3-9796-3102-439D-6376074C769E}" dt="2023-12-21T05:39:44.377" v="7"/>
        <pc:sldMkLst>
          <pc:docMk/>
          <pc:sldMk cId="3829318927" sldId="324"/>
        </pc:sldMkLst>
      </pc:sldChg>
    </pc:docChg>
  </pc:docChgLst>
  <pc:docChgLst>
    <pc:chgData name="Phạm Đăng Khoa - 66CS1" userId="S::khoa0216566@huce.edu.vn::fe5e3962-be7d-4554-80e1-8a06da394879" providerId="AD" clId="Web-{58850163-D917-4C29-F2C1-5F8C087DA28B}"/>
    <pc:docChg chg="delSld modSld">
      <pc:chgData name="Phạm Đăng Khoa - 66CS1" userId="S::khoa0216566@huce.edu.vn::fe5e3962-be7d-4554-80e1-8a06da394879" providerId="AD" clId="Web-{58850163-D917-4C29-F2C1-5F8C087DA28B}" dt="2023-12-21T08:28:37.958" v="100" actId="1076"/>
      <pc:docMkLst>
        <pc:docMk/>
      </pc:docMkLst>
      <pc:sldChg chg="modSp del">
        <pc:chgData name="Phạm Đăng Khoa - 66CS1" userId="S::khoa0216566@huce.edu.vn::fe5e3962-be7d-4554-80e1-8a06da394879" providerId="AD" clId="Web-{58850163-D917-4C29-F2C1-5F8C087DA28B}" dt="2023-12-21T05:53:10.044" v="90"/>
        <pc:sldMkLst>
          <pc:docMk/>
          <pc:sldMk cId="3741349509" sldId="256"/>
        </pc:sldMkLst>
        <pc:spChg chg="mod">
          <ac:chgData name="Phạm Đăng Khoa - 66CS1" userId="S::khoa0216566@huce.edu.vn::fe5e3962-be7d-4554-80e1-8a06da394879" providerId="AD" clId="Web-{58850163-D917-4C29-F2C1-5F8C087DA28B}" dt="2023-12-21T05:52:30.574" v="54" actId="20577"/>
          <ac:spMkLst>
            <pc:docMk/>
            <pc:sldMk cId="3741349509" sldId="256"/>
            <ac:spMk id="6" creationId="{6E361A86-5BA3-5BE0-48B1-F59367CF6F65}"/>
          </ac:spMkLst>
        </pc:spChg>
      </pc:sldChg>
      <pc:sldChg chg="modSp">
        <pc:chgData name="Phạm Đăng Khoa - 66CS1" userId="S::khoa0216566@huce.edu.vn::fe5e3962-be7d-4554-80e1-8a06da394879" providerId="AD" clId="Web-{58850163-D917-4C29-F2C1-5F8C087DA28B}" dt="2023-12-21T05:53:03.294" v="89" actId="20577"/>
        <pc:sldMkLst>
          <pc:docMk/>
          <pc:sldMk cId="4040610533" sldId="257"/>
        </pc:sldMkLst>
        <pc:spChg chg="mod">
          <ac:chgData name="Phạm Đăng Khoa - 66CS1" userId="S::khoa0216566@huce.edu.vn::fe5e3962-be7d-4554-80e1-8a06da394879" providerId="AD" clId="Web-{58850163-D917-4C29-F2C1-5F8C087DA28B}" dt="2023-12-21T05:53:03.294" v="89" actId="20577"/>
          <ac:spMkLst>
            <pc:docMk/>
            <pc:sldMk cId="4040610533" sldId="257"/>
            <ac:spMk id="6" creationId="{6E361A86-5BA3-5BE0-48B1-F59367CF6F65}"/>
          </ac:spMkLst>
        </pc:spChg>
      </pc:sldChg>
      <pc:sldChg chg="addSp delSp modSp">
        <pc:chgData name="Phạm Đăng Khoa - 66CS1" userId="S::khoa0216566@huce.edu.vn::fe5e3962-be7d-4554-80e1-8a06da394879" providerId="AD" clId="Web-{58850163-D917-4C29-F2C1-5F8C087DA28B}" dt="2023-12-21T08:28:37.958" v="100" actId="1076"/>
        <pc:sldMkLst>
          <pc:docMk/>
          <pc:sldMk cId="1749938890" sldId="324"/>
        </pc:sldMkLst>
        <pc:spChg chg="del mod">
          <ac:chgData name="Phạm Đăng Khoa - 66CS1" userId="S::khoa0216566@huce.edu.vn::fe5e3962-be7d-4554-80e1-8a06da394879" providerId="AD" clId="Web-{58850163-D917-4C29-F2C1-5F8C087DA28B}" dt="2023-12-21T07:13:36.358" v="95"/>
          <ac:spMkLst>
            <pc:docMk/>
            <pc:sldMk cId="1749938890" sldId="324"/>
            <ac:spMk id="6" creationId="{D198C789-AF58-08D9-E2C8-CD47A078E1ED}"/>
          </ac:spMkLst>
        </pc:spChg>
        <pc:spChg chg="mod">
          <ac:chgData name="Phạm Đăng Khoa - 66CS1" userId="S::khoa0216566@huce.edu.vn::fe5e3962-be7d-4554-80e1-8a06da394879" providerId="AD" clId="Web-{58850163-D917-4C29-F2C1-5F8C087DA28B}" dt="2023-12-21T07:13:41.327" v="96" actId="1076"/>
          <ac:spMkLst>
            <pc:docMk/>
            <pc:sldMk cId="1749938890" sldId="324"/>
            <ac:spMk id="8" creationId="{7B4A756E-D7C0-DE3A-97C5-0E7EBE5E8D46}"/>
          </ac:spMkLst>
        </pc:spChg>
        <pc:picChg chg="add del mod">
          <ac:chgData name="Phạm Đăng Khoa - 66CS1" userId="S::khoa0216566@huce.edu.vn::fe5e3962-be7d-4554-80e1-8a06da394879" providerId="AD" clId="Web-{58850163-D917-4C29-F2C1-5F8C087DA28B}" dt="2023-12-21T08:28:30.973" v="98"/>
          <ac:picMkLst>
            <pc:docMk/>
            <pc:sldMk cId="1749938890" sldId="324"/>
            <ac:picMk id="2" creationId="{09914561-4F84-2F42-A56E-2A13BECEAA65}"/>
          </ac:picMkLst>
        </pc:picChg>
        <pc:picChg chg="add mod">
          <ac:chgData name="Phạm Đăng Khoa - 66CS1" userId="S::khoa0216566@huce.edu.vn::fe5e3962-be7d-4554-80e1-8a06da394879" providerId="AD" clId="Web-{58850163-D917-4C29-F2C1-5F8C087DA28B}" dt="2023-12-21T08:28:37.958" v="100" actId="1076"/>
          <ac:picMkLst>
            <pc:docMk/>
            <pc:sldMk cId="1749938890" sldId="324"/>
            <ac:picMk id="3" creationId="{D84CA60C-8F64-412C-7F9B-4482168D4957}"/>
          </ac:picMkLst>
        </pc:picChg>
      </pc:sldChg>
    </pc:docChg>
  </pc:docChgLst>
  <pc:docChgLst>
    <pc:chgData name="Mai Thanh Toàn - 66CS1" userId="10811a49-a0ad-48d4-a226-d9e010bb966e" providerId="ADAL" clId="{4E99D6C8-0D43-45A5-AB15-55AAE188B5D4}"/>
    <pc:docChg chg="undo custSel modSld">
      <pc:chgData name="Mai Thanh Toàn - 66CS1" userId="10811a49-a0ad-48d4-a226-d9e010bb966e" providerId="ADAL" clId="{4E99D6C8-0D43-45A5-AB15-55AAE188B5D4}" dt="2023-12-18T19:11:00.005" v="13" actId="2711"/>
      <pc:docMkLst>
        <pc:docMk/>
      </pc:docMkLst>
      <pc:sldChg chg="addSp delSp modSp mod">
        <pc:chgData name="Mai Thanh Toàn - 66CS1" userId="10811a49-a0ad-48d4-a226-d9e010bb966e" providerId="ADAL" clId="{4E99D6C8-0D43-45A5-AB15-55AAE188B5D4}" dt="2023-12-18T19:10:51.754" v="12" actId="1076"/>
        <pc:sldMkLst>
          <pc:docMk/>
          <pc:sldMk cId="2371232027" sldId="310"/>
        </pc:sldMkLst>
        <pc:spChg chg="add mod">
          <ac:chgData name="Mai Thanh Toàn - 66CS1" userId="10811a49-a0ad-48d4-a226-d9e010bb966e" providerId="ADAL" clId="{4E99D6C8-0D43-45A5-AB15-55AAE188B5D4}" dt="2023-12-18T19:10:51.754" v="12" actId="1076"/>
          <ac:spMkLst>
            <pc:docMk/>
            <pc:sldMk cId="2371232027" sldId="310"/>
            <ac:spMk id="2" creationId="{E84D7914-658C-2FE9-1D4E-BDF9868A36C2}"/>
          </ac:spMkLst>
        </pc:spChg>
        <pc:spChg chg="del">
          <ac:chgData name="Mai Thanh Toàn - 66CS1" userId="10811a49-a0ad-48d4-a226-d9e010bb966e" providerId="ADAL" clId="{4E99D6C8-0D43-45A5-AB15-55AAE188B5D4}" dt="2023-12-18T19:09:02.238" v="2" actId="478"/>
          <ac:spMkLst>
            <pc:docMk/>
            <pc:sldMk cId="2371232027" sldId="310"/>
            <ac:spMk id="8" creationId="{A3E4CB16-E583-231D-912A-CEE796FAAC31}"/>
          </ac:spMkLst>
        </pc:spChg>
      </pc:sldChg>
      <pc:sldChg chg="modSp mod">
        <pc:chgData name="Mai Thanh Toàn - 66CS1" userId="10811a49-a0ad-48d4-a226-d9e010bb966e" providerId="ADAL" clId="{4E99D6C8-0D43-45A5-AB15-55AAE188B5D4}" dt="2023-12-18T19:11:00.005" v="13" actId="2711"/>
        <pc:sldMkLst>
          <pc:docMk/>
          <pc:sldMk cId="3536327207" sldId="314"/>
        </pc:sldMkLst>
        <pc:spChg chg="mod">
          <ac:chgData name="Mai Thanh Toàn - 66CS1" userId="10811a49-a0ad-48d4-a226-d9e010bb966e" providerId="ADAL" clId="{4E99D6C8-0D43-45A5-AB15-55AAE188B5D4}" dt="2023-12-18T19:11:00.005" v="13" actId="2711"/>
          <ac:spMkLst>
            <pc:docMk/>
            <pc:sldMk cId="3536327207" sldId="314"/>
            <ac:spMk id="5" creationId="{A6EE9CCC-FECC-E80C-91F1-956D02DEDB86}"/>
          </ac:spMkLst>
        </pc:spChg>
      </pc:sldChg>
      <pc:sldChg chg="modSp">
        <pc:chgData name="Mai Thanh Toàn - 66CS1" userId="10811a49-a0ad-48d4-a226-d9e010bb966e" providerId="ADAL" clId="{4E99D6C8-0D43-45A5-AB15-55AAE188B5D4}" dt="2023-12-18T19:04:04.626" v="1"/>
        <pc:sldMkLst>
          <pc:docMk/>
          <pc:sldMk cId="4225260607" sldId="322"/>
        </pc:sldMkLst>
        <pc:spChg chg="mod">
          <ac:chgData name="Mai Thanh Toàn - 66CS1" userId="10811a49-a0ad-48d4-a226-d9e010bb966e" providerId="ADAL" clId="{4E99D6C8-0D43-45A5-AB15-55AAE188B5D4}" dt="2023-12-18T19:03:41.758" v="0"/>
          <ac:spMkLst>
            <pc:docMk/>
            <pc:sldMk cId="4225260607" sldId="322"/>
            <ac:spMk id="3" creationId="{669526FE-965D-9FE0-C07F-9703B32DC01B}"/>
          </ac:spMkLst>
        </pc:spChg>
        <pc:spChg chg="mod">
          <ac:chgData name="Mai Thanh Toàn - 66CS1" userId="10811a49-a0ad-48d4-a226-d9e010bb966e" providerId="ADAL" clId="{4E99D6C8-0D43-45A5-AB15-55AAE188B5D4}" dt="2023-12-18T19:04:04.626" v="1"/>
          <ac:spMkLst>
            <pc:docMk/>
            <pc:sldMk cId="4225260607" sldId="322"/>
            <ac:spMk id="7" creationId="{EC9A24E3-5162-C67F-C532-E1FC24192F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EADFE-F34B-4E2A-8DC1-19478EC4A703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EADD3-A577-4053-A30A-EF3A7B220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9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0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0461F8A-6AB8-FE4E-603F-6FC5A3BAE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3CA7347-F5CD-2BA5-EA3E-488C96852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E9F332A-CE77-20AD-70D1-AE7C3F5E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E8544B8-2FD9-1079-D1E6-3D3105DC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D6EF8B-0906-A9CB-495D-A165C8C8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2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BFF670-EFBE-FED3-3CC1-C269F3BB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2CA8D94-E56D-B652-200E-FE4111B72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F4901B1-F774-25FA-EFD3-0B479EF3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B9D62A3-5BAE-0789-E2D7-08A23B18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0C56BF4-64FF-AB8C-0783-95564904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2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917AB6-412F-F7CE-1752-A3D3258A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974E8D9-1EEE-3E0E-2306-FEB5A2D3C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AD48F44-B37B-276E-5F70-84EADF37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B778CB0-7769-8073-44EC-3BF1EBE5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CBDA1A-712E-DE93-6913-36C3800E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1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9512946-8B29-7FCF-CCC3-14CF50CA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35E23AF-DBEF-162A-9672-9C26C68CC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CC42FBC-7CD0-A90B-0927-05E282446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6F3FA3C-B4E7-82B1-1578-4108B8E7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4CD9E66-D499-FC0C-0665-973DCEE5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9AA17E1-0C92-E66C-5E86-142FF40D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2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443177-8488-55CC-7BED-F5CCDF9F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A11CCD9-E31C-EB10-3E85-6281A0329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7FE03AFA-D1DC-775F-B972-DA9A5B0C3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C6FB21-10DF-D107-F0DA-D9C2C57E3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CD7CA438-AB21-2595-E50E-6075718B6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051C6A3-6B9F-EE6E-11AC-A25C55A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8A22737-A17F-E972-1E55-26060FAE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54010D99-0605-3FF0-A939-C2327453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9E1008-E023-8B89-6231-D13CE70E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1A152D38-C8CA-D978-0511-7CB53930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8AFD76B-7DAB-C458-671B-C2B631C4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C6F469A-FDE0-A9E0-A122-B518D2DE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2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FC8424DD-5FE0-B746-2B3D-079F25C2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9F802B19-880C-7EA6-FD80-F68B4EB9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9D44A11-7DFE-06E9-1AA6-0878D9CA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1CB519-1114-A0E6-F542-C17AAEF0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33357D0-383C-0E35-FAE6-BF2F6154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BD4ED61-282F-5442-D1A1-2B993ABAD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0A87018-2692-9051-62D0-61446DD3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3069E36-ED3D-6F79-F17F-44371E6E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AEFB8B6-DC66-2354-1973-0EE98590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2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42E24AE-6EB7-1BBA-95AD-F0C38F3B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7171D0C-E821-E19E-9A2A-7D3B35523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A5AC7E4-3C8E-ED2F-F42C-E34978E33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AC2D57C-910B-4239-A129-F62D29D6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65C5DD3-6A68-FAF5-D917-82679B48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0CAC679-2DC0-40FA-7471-79B5F8AB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8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17C5F9-A5E1-FB30-010D-75DB91FD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B01422FB-D51D-D78E-8635-1D8A248F1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69E436D-61C9-C1E9-00EF-26BFCC2E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8E8698-14A3-CC3B-8B04-F675BFEC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27BCF59-1C99-A994-1759-589B9353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05B60122-DD6D-0DDF-AD4D-59058F039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94FCE77-28D8-ED93-E5F1-B9D8B9923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70AE57-C9EF-C7AE-DD86-19968FC6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2DEF0FD-C35D-B6FF-2A96-8D968498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97E2BB6-BA8E-2386-0E58-A6AC76DD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33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C3AFB24-9188-4C0A-A512-E59E6F17D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565" y="4294290"/>
            <a:ext cx="12188952" cy="2586866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31D73-6FE4-4E4B-8D0B-E55FABBFA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524" y="4294290"/>
            <a:ext cx="12188952" cy="2586866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A9F4D9-AE67-4B73-8B27-FD437564D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9" y="4476329"/>
            <a:ext cx="6467547" cy="1558680"/>
          </a:xfrm>
        </p:spPr>
        <p:txBody>
          <a:bodyPr anchor="ctr" anchorCtr="0">
            <a:normAutofit/>
          </a:bodyPr>
          <a:lstStyle/>
          <a:p>
            <a:pPr algn="l">
              <a:lnSpc>
                <a:spcPts val="5800"/>
              </a:lnSpc>
            </a:pPr>
            <a:r>
              <a:rPr lang="vi-VN" sz="4800"/>
              <a:t>Bấm để sửa kiểu tiêu đề Bản cái</a:t>
            </a:r>
            <a:endParaRPr lang="en-US" sz="4800"/>
          </a:p>
        </p:txBody>
      </p:sp>
      <p:sp>
        <p:nvSpPr>
          <p:cNvPr id="8" name="Subtitle 24">
            <a:extLst>
              <a:ext uri="{FF2B5EF4-FFF2-40B4-BE49-F238E27FC236}">
                <a16:creationId xmlns:a16="http://schemas.microsoft.com/office/drawing/2014/main" id="{2A23FDD6-741A-4F02-B44B-70D85FCF5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6924" y="4476328"/>
            <a:ext cx="4046957" cy="1558673"/>
          </a:xfrm>
        </p:spPr>
        <p:txBody>
          <a:bodyPr anchor="ctr">
            <a:normAutofit/>
          </a:bodyPr>
          <a:lstStyle>
            <a:lvl1pPr>
              <a:buNone/>
              <a:defRPr/>
            </a:lvl1pPr>
          </a:lstStyle>
          <a:p>
            <a:pPr algn="l">
              <a:lnSpc>
                <a:spcPts val="3200"/>
              </a:lnSpc>
            </a:pPr>
            <a:r>
              <a:rPr lang="vi-VN" sz="2200"/>
              <a:t>Bấm để chỉnh sửa kiểu tiêu đề phụ của Bản cái</a:t>
            </a:r>
            <a:endParaRPr lang="en-US" sz="22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42B78C-790E-4881-96BA-169A876C67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271133"/>
          </a:xfrm>
          <a:solidFill>
            <a:schemeClr val="accent3"/>
          </a:solidFill>
        </p:spPr>
        <p:txBody>
          <a:bodyPr/>
          <a:lstStyle/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81543-EC92-42BD-A142-81963D427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74977"/>
            <a:ext cx="699477" cy="1898809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335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Background Gray Rectangle">
            <a:extLst>
              <a:ext uri="{FF2B5EF4-FFF2-40B4-BE49-F238E27FC236}">
                <a16:creationId xmlns:a16="http://schemas.microsoft.com/office/drawing/2014/main" id="{B586FD74-98AC-4CA5-9E62-97DAE4C19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94E74-B403-4256-9D59-241B0C4E5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836FB9-568E-408A-B183-65F9ABF6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9" y="540168"/>
            <a:ext cx="10624949" cy="1787136"/>
          </a:xfrm>
        </p:spPr>
        <p:txBody>
          <a:bodyPr anchor="b">
            <a:normAutofit/>
          </a:bodyPr>
          <a:lstStyle/>
          <a:p>
            <a:r>
              <a:rPr lang="vi-VN" sz="4800">
                <a:solidFill>
                  <a:schemeClr val="tx1"/>
                </a:solidFill>
              </a:rPr>
              <a:t>Bấm để sửa kiểu tiêu đề Bản cái</a:t>
            </a: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5437444-7076-4AEE-AB96-9C6BB85DAD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577775"/>
            <a:ext cx="2587752" cy="1764792"/>
          </a:xfrm>
          <a:solidFill>
            <a:schemeClr val="accent3"/>
          </a:solidFill>
        </p:spPr>
        <p:txBody>
          <a:bodyPr/>
          <a:lstStyle/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536502EE-A891-4CB0-9BA5-B0AC7B9AA8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406215"/>
            <a:ext cx="2587752" cy="1764792"/>
          </a:xfrm>
          <a:solidFill>
            <a:schemeClr val="accent3"/>
          </a:solidFill>
        </p:spPr>
        <p:txBody>
          <a:bodyPr/>
          <a:lstStyle/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51D45778-D0A6-415B-AA4F-03D6E429EB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51760" y="2577775"/>
            <a:ext cx="1764792" cy="1764792"/>
          </a:xfrm>
          <a:solidFill>
            <a:schemeClr val="accent3"/>
          </a:solidFill>
        </p:spPr>
        <p:txBody>
          <a:bodyPr/>
          <a:lstStyle/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93E1D509-0CBA-46BD-9192-C0403309FD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51760" y="4406575"/>
            <a:ext cx="1764792" cy="1764792"/>
          </a:xfrm>
          <a:solidFill>
            <a:schemeClr val="accent3"/>
          </a:solidFill>
        </p:spPr>
        <p:txBody>
          <a:bodyPr/>
          <a:lstStyle/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122" y="2880452"/>
            <a:ext cx="6355998" cy="3095445"/>
          </a:xfrm>
        </p:spPr>
        <p:txBody>
          <a:bodyPr anchor="t" anchorCtr="0">
            <a:normAutofit/>
          </a:bodyPr>
          <a:lstStyle>
            <a:lvl1pPr>
              <a:buNone/>
              <a:defRPr/>
            </a:lvl1pPr>
          </a:lstStyle>
          <a:p>
            <a:pPr lvl="0">
              <a:lnSpc>
                <a:spcPts val="2800"/>
              </a:lnSpc>
            </a:pPr>
            <a:r>
              <a:rPr lang="vi-VN" sz="1800">
                <a:solidFill>
                  <a:schemeClr val="tx1"/>
                </a:solidFill>
              </a:rPr>
              <a:t>Bấm để chỉnh sửa kiểu văn bản của Bản cái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Monday, February 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15398" y="2577775"/>
            <a:ext cx="7676601" cy="359442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E8DAB8-6232-45C1-9BC3-E99A86BD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35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99382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6F014581-1C09-70C4-24F2-BA21F0AF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56601D3D-7CFF-B0C8-B340-344F8A3A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9CDC66-C932-B69E-B073-DC080CB5E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3F70B-4024-4F03-A25A-2E369240D2DE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98B9916-C909-BEB8-AC4E-39E9E63E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4265A94-7C69-E592-A1D5-263B0075D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7C7BC-CB1B-413B-9F45-6EBD0454D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12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11" Type="http://schemas.openxmlformats.org/officeDocument/2006/relationships/image" Target="../media/image13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9.png"/><Relationship Id="rId3" Type="http://schemas.openxmlformats.org/officeDocument/2006/relationships/image" Target="../media/image5.jpeg"/><Relationship Id="rId7" Type="http://schemas.openxmlformats.org/officeDocument/2006/relationships/image" Target="../media/image7.jpeg"/><Relationship Id="rId12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11" Type="http://schemas.openxmlformats.org/officeDocument/2006/relationships/image" Target="../media/image17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ceedu-my.sharepoint.com/:w:/g/personal/toan0221066_huce_edu_vn/EfDXBjSqrOdKodmsrh_e9a4BbZJC5iTvTwPuLg4tCsHtkA?e=fegt2b" TargetMode="External"/><Relationship Id="rId2" Type="http://schemas.openxmlformats.org/officeDocument/2006/relationships/hyperlink" Target="https://nuceedu-my.sharepoint.com/:w:/g/personal/toan0221066_huce_edu_vn/Ec3gSZI6_iJNrPOysOdqMTgBrbDzQCayTfnICMVYvteDoQ?e=ZFYH7Q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figma.com/file/Uqc2Jzh4OR51bnCcwUMk6r/Food-delivery-concept-(Community)?type=design&amp;node-id=1212%3A4277&amp;mode=design&amp;t=cYodVgU9VH2XDYX7-1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5618AEF0-7C41-E27C-85AA-DCFDE88C4F15}"/>
              </a:ext>
            </a:extLst>
          </p:cNvPr>
          <p:cNvSpPr/>
          <p:nvPr/>
        </p:nvSpPr>
        <p:spPr>
          <a:xfrm rot="2359409">
            <a:off x="-2324090" y="-4365433"/>
            <a:ext cx="4310743" cy="10491368"/>
          </a:xfrm>
          <a:prstGeom prst="rect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B25D43F8-EAE8-58D3-F84A-20F58C271E37}"/>
              </a:ext>
            </a:extLst>
          </p:cNvPr>
          <p:cNvSpPr/>
          <p:nvPr/>
        </p:nvSpPr>
        <p:spPr>
          <a:xfrm rot="2359409">
            <a:off x="3577743" y="-3183334"/>
            <a:ext cx="4310743" cy="13364339"/>
          </a:xfrm>
          <a:prstGeom prst="rect">
            <a:avLst/>
          </a:prstGeom>
          <a:solidFill>
            <a:schemeClr val="accent1">
              <a:lumMod val="20000"/>
              <a:lumOff val="80000"/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86D92D71-1F0D-8B25-B796-8E6860758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9273" y="0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vi-VN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TRƯỜNG ĐẠI HỌC XÂY DỰNG HÀ NỘI</a:t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KHOA CÔNG NGHỆ THÔNG TIN</a:t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vi-VN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 MÔN CÔNG NGHỆ PHẦN MỀM</a:t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vi-V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 2" panose="05020102010507070707" pitchFamily="18" charset="2"/>
              </a:rPr>
              <a:t></a:t>
            </a:r>
            <a:r>
              <a:rPr lang="vi-V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</a:t>
            </a:r>
            <a:r>
              <a:rPr lang="vi-VN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 2" panose="05020102010507070707" pitchFamily="18" charset="2"/>
              </a:rPr>
              <a:t></a:t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8525EC-23AC-1155-31D9-630982825B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253" y="1386916"/>
            <a:ext cx="2352040" cy="232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E361A86-5BA3-5BE0-48B1-F59367CF6F65}"/>
              </a:ext>
            </a:extLst>
          </p:cNvPr>
          <p:cNvSpPr txBox="1"/>
          <p:nvPr/>
        </p:nvSpPr>
        <p:spPr>
          <a:xfrm>
            <a:off x="1972733" y="3653767"/>
            <a:ext cx="6096000" cy="452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000" b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ĐỀ TÀI:</a:t>
            </a:r>
            <a:r>
              <a:rPr lang="vi-VN" sz="1300" b="1">
                <a:latin typeface="Times New Roman"/>
                <a:ea typeface="Times New Roman" panose="02020603050405020304" pitchFamily="18" charset="0"/>
                <a:cs typeface="Times New Roman"/>
              </a:rPr>
              <a:t>                         </a:t>
            </a:r>
            <a:r>
              <a:rPr lang="vi-VN" b="1">
                <a:latin typeface="Times New Roman"/>
                <a:ea typeface="Times New Roman" panose="02020603050405020304" pitchFamily="18" charset="0"/>
                <a:cs typeface="Times New Roman"/>
              </a:rPr>
              <a:t>QUẢN LÝ CÀ PHÊ SÁCH</a:t>
            </a:r>
            <a:endParaRPr lang="en-US" sz="1300"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E03EBBE9-18B2-9E30-45E0-177AFB46F060}"/>
              </a:ext>
            </a:extLst>
          </p:cNvPr>
          <p:cNvSpPr/>
          <p:nvPr/>
        </p:nvSpPr>
        <p:spPr>
          <a:xfrm rot="2359409">
            <a:off x="9309341" y="225399"/>
            <a:ext cx="4310743" cy="10491368"/>
          </a:xfrm>
          <a:prstGeom prst="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85653ED0-824D-29EA-0FA0-B38B2EE7A85A}"/>
              </a:ext>
            </a:extLst>
          </p:cNvPr>
          <p:cNvSpPr/>
          <p:nvPr/>
        </p:nvSpPr>
        <p:spPr>
          <a:xfrm rot="18565414">
            <a:off x="-6431723" y="1649108"/>
            <a:ext cx="14034002" cy="344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EB7EA301-DE2D-8CF9-C756-0069CE4B2D63}"/>
              </a:ext>
            </a:extLst>
          </p:cNvPr>
          <p:cNvSpPr/>
          <p:nvPr/>
        </p:nvSpPr>
        <p:spPr>
          <a:xfrm rot="18565414">
            <a:off x="3325559" y="5004449"/>
            <a:ext cx="14034002" cy="344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E37EC008-4815-7409-4738-38E3DD4EB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27282"/>
              </p:ext>
            </p:extLst>
          </p:nvPr>
        </p:nvGraphicFramePr>
        <p:xfrm>
          <a:off x="2032000" y="4238892"/>
          <a:ext cx="812800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656773"/>
                    </a:ext>
                  </a:extLst>
                </a:gridCol>
                <a:gridCol w="3232150">
                  <a:extLst>
                    <a:ext uri="{9D8B030D-6E8A-4147-A177-3AD203B41FA5}">
                      <a16:colId xmlns:a16="http://schemas.microsoft.com/office/drawing/2014/main" val="27790236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956263905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948883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 Đăng Khoa(NT) 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0216566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03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Văn Bắc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0210666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59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 Hoàng Phong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0218066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4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 Thanh Dương 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0212766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9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 Thanh Toàn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0221066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44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GVHD</a:t>
                      </a:r>
                      <a:endPara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vi-V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Thị Hoàng Anh 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0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10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257CD-11EF-4848-8D0C-C19CF615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A3154E3-48EB-46F9-97E2-357522ECA9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2" r="2377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2E7F318A-4C9D-1950-23AC-444A99ECD5F2}"/>
              </a:ext>
            </a:extLst>
          </p:cNvPr>
          <p:cNvSpPr/>
          <p:nvPr/>
        </p:nvSpPr>
        <p:spPr>
          <a:xfrm>
            <a:off x="-3067050" y="1767470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60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63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Tổng quan đề tài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5E2035D2-BF12-1EBF-96DE-BF288A9AD226}"/>
              </a:ext>
            </a:extLst>
          </p:cNvPr>
          <p:cNvSpPr/>
          <p:nvPr/>
        </p:nvSpPr>
        <p:spPr>
          <a:xfrm>
            <a:off x="-3067050" y="3098506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Nội dung thực hiện 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4D48E95A-8D0E-5C6D-8442-818D11468991}"/>
              </a:ext>
            </a:extLst>
          </p:cNvPr>
          <p:cNvSpPr/>
          <p:nvPr/>
        </p:nvSpPr>
        <p:spPr>
          <a:xfrm>
            <a:off x="-3067050" y="3747089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Kết luận 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E84D7914-658C-2FE9-1D4E-BDF9868A36C2}"/>
              </a:ext>
            </a:extLst>
          </p:cNvPr>
          <p:cNvSpPr/>
          <p:nvPr/>
        </p:nvSpPr>
        <p:spPr>
          <a:xfrm>
            <a:off x="-3067050" y="2432988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Quy trình nghiệp vụ 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3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257CD-11EF-4848-8D0C-C19CF615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844" y="-196977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A3154E3-48EB-46F9-97E2-357522ECA9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2" r="2377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90BB5C60-5F47-BC2E-314C-AB713375FB87}"/>
              </a:ext>
            </a:extLst>
          </p:cNvPr>
          <p:cNvSpPr/>
          <p:nvPr/>
        </p:nvSpPr>
        <p:spPr>
          <a:xfrm>
            <a:off x="890338" y="1733549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60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63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Tổng quan đề tài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5BAE4C02-C0B8-D4A2-AD94-8246C1FA50D0}"/>
              </a:ext>
            </a:extLst>
          </p:cNvPr>
          <p:cNvSpPr/>
          <p:nvPr/>
        </p:nvSpPr>
        <p:spPr>
          <a:xfrm>
            <a:off x="890338" y="2386722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Quy trình nghiệp vụ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454EB694-2D9D-CB71-BD92-5C751EFEBC7E}"/>
              </a:ext>
            </a:extLst>
          </p:cNvPr>
          <p:cNvSpPr/>
          <p:nvPr/>
        </p:nvSpPr>
        <p:spPr>
          <a:xfrm>
            <a:off x="890338" y="3064585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Nội dung thực hiện 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FA2708F7-2782-14A9-5266-EDF051A31ED1}"/>
              </a:ext>
            </a:extLst>
          </p:cNvPr>
          <p:cNvSpPr/>
          <p:nvPr/>
        </p:nvSpPr>
        <p:spPr>
          <a:xfrm>
            <a:off x="890338" y="3713168"/>
            <a:ext cx="3067050" cy="45915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Kết luận  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459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8263902" y="1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443251" y="1748592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Tổng quan đề tài</a:t>
            </a:r>
          </a:p>
          <a:p>
            <a:r>
              <a:rPr lang="vi-VN" b="1"/>
              <a:t> </a:t>
            </a:r>
            <a:endParaRPr lang="en-US" b="1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1FA67825-9F1A-034E-109C-CFCEC18A528F}"/>
              </a:ext>
            </a:extLst>
          </p:cNvPr>
          <p:cNvSpPr txBox="1"/>
          <p:nvPr/>
        </p:nvSpPr>
        <p:spPr>
          <a:xfrm>
            <a:off x="629328" y="2713703"/>
            <a:ext cx="4739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i="0" err="1">
                <a:effectLst/>
                <a:latin typeface="Söhne"/>
              </a:rPr>
              <a:t>Sự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phổ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biến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của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văn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hóa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đọc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sách</a:t>
            </a:r>
            <a:endParaRPr lang="vi-VN" b="1" i="0">
              <a:effectLst/>
              <a:latin typeface="Söhne"/>
            </a:endParaRPr>
          </a:p>
          <a:p>
            <a:pPr marL="342900" indent="-342900">
              <a:buAutoNum type="arabicPeriod"/>
            </a:pPr>
            <a:r>
              <a:rPr lang="en-US" b="1" i="0" err="1">
                <a:effectLst/>
                <a:latin typeface="Söhne"/>
              </a:rPr>
              <a:t>Tạo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ra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không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gian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làm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việc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sáng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tạo</a:t>
            </a:r>
            <a:endParaRPr lang="vi-VN" b="1" i="0">
              <a:effectLst/>
              <a:latin typeface="Söhne"/>
            </a:endParaRPr>
          </a:p>
          <a:p>
            <a:pPr marL="342900" indent="-342900">
              <a:buAutoNum type="arabicPeriod"/>
            </a:pPr>
            <a:r>
              <a:rPr lang="en-US" b="1" i="0" err="1">
                <a:effectLst/>
                <a:latin typeface="Söhne"/>
              </a:rPr>
              <a:t>Tạo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điểm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độc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đáo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cho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kinh</a:t>
            </a:r>
            <a:r>
              <a:rPr lang="en-US" b="1" i="0">
                <a:effectLst/>
                <a:latin typeface="Söhne"/>
              </a:rPr>
              <a:t> </a:t>
            </a:r>
            <a:r>
              <a:rPr lang="en-US" b="1" i="0" err="1">
                <a:effectLst/>
                <a:latin typeface="Söhne"/>
              </a:rPr>
              <a:t>doanh</a:t>
            </a:r>
            <a:endParaRPr lang="en-US"/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BF8FF4E5-48C0-FCA6-FB68-305C1788D544}"/>
              </a:ext>
            </a:extLst>
          </p:cNvPr>
          <p:cNvSpPr txBox="1">
            <a:spLocks/>
          </p:cNvSpPr>
          <p:nvPr/>
        </p:nvSpPr>
        <p:spPr>
          <a:xfrm>
            <a:off x="440209" y="-1783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8263902" y="1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29328" y="1930847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Tổng quan đề tài</a:t>
            </a:r>
          </a:p>
          <a:p>
            <a:endParaRPr lang="en-US" b="1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1FA67825-9F1A-034E-109C-CFCEC18A528F}"/>
              </a:ext>
            </a:extLst>
          </p:cNvPr>
          <p:cNvSpPr txBox="1"/>
          <p:nvPr/>
        </p:nvSpPr>
        <p:spPr>
          <a:xfrm>
            <a:off x="629328" y="2713703"/>
            <a:ext cx="473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>
                <a:latin typeface="Söhne"/>
              </a:rPr>
              <a:t>- Mục tiêu của đề tài </a:t>
            </a:r>
            <a:endParaRPr lang="vi-VN" b="1" i="0">
              <a:effectLst/>
              <a:latin typeface="Söhne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761C8E2-F767-6CB1-F70F-F7C849D3506F}"/>
              </a:ext>
            </a:extLst>
          </p:cNvPr>
          <p:cNvSpPr txBox="1">
            <a:spLocks/>
          </p:cNvSpPr>
          <p:nvPr/>
        </p:nvSpPr>
        <p:spPr>
          <a:xfrm>
            <a:off x="440209" y="-1783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2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06624"/>
            <a:ext cx="4098951" cy="33863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400" b="1"/>
              <a:t>Đối tượng khách hàng</a:t>
            </a:r>
            <a:endParaRPr lang="en-US" sz="2400" b="1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Mô hình quán cà phê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Lưu ý trong hệ thống</a:t>
            </a:r>
            <a:endParaRPr lang="en-US" sz="2200"/>
          </a:p>
          <a:p>
            <a:pPr marL="0" indent="0"/>
            <a:endParaRPr lang="en-US" sz="220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7169663" y="1379661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016575" y="8383480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2824469" y="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3329281" y="79478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479231" y="1563233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Quy trình nghiệp vụ thực tế </a:t>
            </a:r>
            <a:endParaRPr lang="en-US" b="1"/>
          </a:p>
        </p:txBody>
      </p:sp>
      <p:pic>
        <p:nvPicPr>
          <p:cNvPr id="4" name="Hình ảnh 3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DE21BD41-50CB-28CD-C96B-EBD4AE40A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3064" y="-2636023"/>
            <a:ext cx="2276475" cy="2090375"/>
          </a:xfrm>
          <a:prstGeom prst="rect">
            <a:avLst/>
          </a:prstGeom>
        </p:spPr>
      </p:pic>
      <p:pic>
        <p:nvPicPr>
          <p:cNvPr id="7" name="Hình ảnh 6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E7027EA4-0B0A-4035-127C-07AA4E1D82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31" y="-2353071"/>
            <a:ext cx="2524125" cy="1809750"/>
          </a:xfrm>
          <a:prstGeom prst="rect">
            <a:avLst/>
          </a:prstGeom>
        </p:spPr>
      </p:pic>
      <p:pic>
        <p:nvPicPr>
          <p:cNvPr id="10" name="Hình ảnh 9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8ABB5D51-E207-291F-B6FE-C3D44F3D1E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428" y="8106316"/>
            <a:ext cx="3040360" cy="2025640"/>
          </a:xfrm>
          <a:prstGeom prst="rect">
            <a:avLst/>
          </a:prstGeom>
        </p:spPr>
      </p:pic>
      <p:pic>
        <p:nvPicPr>
          <p:cNvPr id="14" name="Hình ảnh 13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DD51AC5E-C7E7-8A60-CDA3-761AEEA931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0963" y="315281"/>
            <a:ext cx="2565309" cy="3420412"/>
          </a:xfrm>
          <a:prstGeom prst="rect">
            <a:avLst/>
          </a:prstGeom>
        </p:spPr>
      </p:pic>
      <p:pic>
        <p:nvPicPr>
          <p:cNvPr id="20" name="Hình ảnh 19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7A012A81-FDE3-6802-1817-DAFB668F3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7062748"/>
            <a:ext cx="4120446" cy="2745247"/>
          </a:xfrm>
          <a:prstGeom prst="rect">
            <a:avLst/>
          </a:prstGeom>
        </p:spPr>
      </p:pic>
      <p:pic>
        <p:nvPicPr>
          <p:cNvPr id="22" name="Hình ảnh 21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5124C992-3E0D-C7D4-0932-A27A8F2A95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78" y="-2835168"/>
            <a:ext cx="1743075" cy="2619375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1DCE6F2-71CE-B300-C4A0-8E2E1680D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263A627B-DC4E-CFE1-814C-DF3D57AB4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1335" y="-2589762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D13E7B51-6627-1514-95D9-3A4C0B5843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DCECA8F8-337A-C912-C8A1-2C01A85C34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89234" y="361542"/>
            <a:ext cx="2565309" cy="3420412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B8B4CFB2-A24F-FFAE-B656-C7AA51F508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07" y="-2788907"/>
            <a:ext cx="1743075" cy="2619375"/>
          </a:xfrm>
          <a:prstGeom prst="rect">
            <a:avLst/>
          </a:prstGeom>
        </p:spPr>
      </p:pic>
      <p:sp>
        <p:nvSpPr>
          <p:cNvPr id="29" name="Title 2">
            <a:extLst>
              <a:ext uri="{FF2B5EF4-FFF2-40B4-BE49-F238E27FC236}">
                <a16:creationId xmlns:a16="http://schemas.microsoft.com/office/drawing/2014/main" id="{93468097-A0EA-9C3B-3EEE-BCEB650EE058}"/>
              </a:ext>
            </a:extLst>
          </p:cNvPr>
          <p:cNvSpPr txBox="1">
            <a:spLocks/>
          </p:cNvSpPr>
          <p:nvPr/>
        </p:nvSpPr>
        <p:spPr>
          <a:xfrm>
            <a:off x="440209" y="-1783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480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06624"/>
            <a:ext cx="4098951" cy="33863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Đối tượng khách hàng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400" b="1"/>
              <a:t>Mô hình quán cà phê</a:t>
            </a:r>
            <a:endParaRPr lang="en-US" sz="2400" b="1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Lưu ý trong hệ thống</a:t>
            </a:r>
            <a:endParaRPr lang="en-US" sz="2200"/>
          </a:p>
          <a:p>
            <a:pPr marL="0" indent="0"/>
            <a:endParaRPr lang="en-US" sz="220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5099764" y="-4696812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564631" y="11681565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6139169" y="-41910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5100931" y="95861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532433" y="1652648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Quy trình nghiệp vụ thực tế </a:t>
            </a:r>
            <a:endParaRPr lang="en-US" b="1"/>
          </a:p>
        </p:txBody>
      </p:sp>
      <p:pic>
        <p:nvPicPr>
          <p:cNvPr id="22" name="Hình ảnh 21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B118A29F-8082-8B43-3B01-B8E4D97C1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07" y="3387003"/>
            <a:ext cx="3040360" cy="2025640"/>
          </a:xfrm>
          <a:prstGeom prst="rect">
            <a:avLst/>
          </a:prstGeom>
        </p:spPr>
      </p:pic>
      <p:pic>
        <p:nvPicPr>
          <p:cNvPr id="23" name="Hình ảnh 22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25BF11FF-8B53-0314-A60A-4A665AB4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334" y="3492793"/>
            <a:ext cx="4120446" cy="2745247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81C05C0-62A2-76F1-1456-3F9FE4F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9F3FB81D-D9C4-875F-2D9D-52FC0234E0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278" y="0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9A9608D7-790C-6E67-1C8F-3FFD877D6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C95C0380-2760-CB8C-24D6-171C1AC2BB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847" y="887800"/>
            <a:ext cx="1865013" cy="2486684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A3883DDF-A3D3-C923-6F4A-1418B89622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07" y="0"/>
            <a:ext cx="1743075" cy="2619375"/>
          </a:xfrm>
          <a:prstGeom prst="rect">
            <a:avLst/>
          </a:prstGeom>
        </p:spPr>
      </p:pic>
      <p:sp>
        <p:nvSpPr>
          <p:cNvPr id="29" name="Title 2">
            <a:extLst>
              <a:ext uri="{FF2B5EF4-FFF2-40B4-BE49-F238E27FC236}">
                <a16:creationId xmlns:a16="http://schemas.microsoft.com/office/drawing/2014/main" id="{F3C4A068-34B8-085D-4173-88E43A71AFC6}"/>
              </a:ext>
            </a:extLst>
          </p:cNvPr>
          <p:cNvSpPr txBox="1">
            <a:spLocks/>
          </p:cNvSpPr>
          <p:nvPr/>
        </p:nvSpPr>
        <p:spPr>
          <a:xfrm>
            <a:off x="440209" y="-1783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29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06624"/>
            <a:ext cx="4098951" cy="33863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Đối tượng khách hàng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200"/>
              <a:t>Mô hình quán cà phê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vi-VN" sz="2400" b="1"/>
              <a:t>Lưu ý trong hệ thống</a:t>
            </a:r>
            <a:endParaRPr lang="en-US" sz="2400" b="1"/>
          </a:p>
          <a:p>
            <a:pPr marL="0" indent="0"/>
            <a:endParaRPr lang="en-US" sz="220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5099764" y="-4696812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564631" y="11681565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6139169" y="-41910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5100931" y="95861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554359" y="1640304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Quy trình nghiệp vụ thực tế </a:t>
            </a:r>
            <a:endParaRPr lang="en-US" b="1"/>
          </a:p>
        </p:txBody>
      </p:sp>
      <p:pic>
        <p:nvPicPr>
          <p:cNvPr id="22" name="Hình ảnh 21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B118A29F-8082-8B43-3B01-B8E4D97C1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90" y="8362835"/>
            <a:ext cx="3040360" cy="2025640"/>
          </a:xfrm>
          <a:prstGeom prst="rect">
            <a:avLst/>
          </a:prstGeom>
        </p:spPr>
      </p:pic>
      <p:pic>
        <p:nvPicPr>
          <p:cNvPr id="23" name="Hình ảnh 22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25BF11FF-8B53-0314-A60A-4A665AB4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630" y="7809575"/>
            <a:ext cx="4120446" cy="2745247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81C05C0-62A2-76F1-1456-3F9FE4F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9F3FB81D-D9C4-875F-2D9D-52FC0234E0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-3049867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9A9608D7-790C-6E67-1C8F-3FFD877D6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C95C0380-2760-CB8C-24D6-171C1AC2BB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47" y="-2983744"/>
            <a:ext cx="1865013" cy="2486684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A3883DDF-A3D3-C923-6F4A-1418B89622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09" y="-3384352"/>
            <a:ext cx="1743075" cy="2619375"/>
          </a:xfrm>
          <a:prstGeom prst="rect">
            <a:avLst/>
          </a:prstGeom>
        </p:spPr>
      </p:pic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A6EE9CCC-FECC-E80C-91F1-956D02DEDB86}"/>
              </a:ext>
            </a:extLst>
          </p:cNvPr>
          <p:cNvSpPr/>
          <p:nvPr/>
        </p:nvSpPr>
        <p:spPr>
          <a:xfrm>
            <a:off x="5564630" y="1499523"/>
            <a:ext cx="6288064" cy="4341479"/>
          </a:xfrm>
          <a:prstGeom prst="roundRect">
            <a:avLst>
              <a:gd name="adj" fmla="val 9647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70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33000">
                <a:srgbClr val="D56113"/>
              </a:gs>
              <a:gs pos="92000">
                <a:srgbClr val="BF5711"/>
              </a:gs>
              <a:gs pos="45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>
              <a:lnSpc>
                <a:spcPct val="130000"/>
              </a:lnSpc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mượn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>
              <a:lnSpc>
                <a:spcPct val="130000"/>
              </a:lnSpc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86D75C7-E759-BF5C-FA51-307FBF751BA1}"/>
              </a:ext>
            </a:extLst>
          </p:cNvPr>
          <p:cNvSpPr txBox="1">
            <a:spLocks/>
          </p:cNvSpPr>
          <p:nvPr/>
        </p:nvSpPr>
        <p:spPr>
          <a:xfrm>
            <a:off x="440209" y="-1783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27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5099764" y="-4696812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564631" y="11681565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6139169" y="-41910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5100931" y="95861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38704" y="1006317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Nội dung thực hiện  </a:t>
            </a:r>
            <a:endParaRPr lang="en-US" b="1"/>
          </a:p>
        </p:txBody>
      </p:sp>
      <p:pic>
        <p:nvPicPr>
          <p:cNvPr id="22" name="Hình ảnh 21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B118A29F-8082-8B43-3B01-B8E4D97C1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90" y="8362835"/>
            <a:ext cx="3040360" cy="2025640"/>
          </a:xfrm>
          <a:prstGeom prst="rect">
            <a:avLst/>
          </a:prstGeom>
        </p:spPr>
      </p:pic>
      <p:pic>
        <p:nvPicPr>
          <p:cNvPr id="23" name="Hình ảnh 22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25BF11FF-8B53-0314-A60A-4A665AB4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630" y="7809575"/>
            <a:ext cx="4120446" cy="2745247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81C05C0-62A2-76F1-1456-3F9FE4F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9F3FB81D-D9C4-875F-2D9D-52FC0234E0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-3049867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9A9608D7-790C-6E67-1C8F-3FFD877D6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C95C0380-2760-CB8C-24D6-171C1AC2BB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47" y="-2983744"/>
            <a:ext cx="1865013" cy="2486684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A3883DDF-A3D3-C923-6F4A-1418B89622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09" y="-3384352"/>
            <a:ext cx="1743075" cy="2619375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3D5C77A7-D119-DF38-25BF-14A20D5CCE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3931" y="364396"/>
            <a:ext cx="5353337" cy="5886405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8E726D4-F71C-38E3-683F-28E0B428529E}"/>
              </a:ext>
            </a:extLst>
          </p:cNvPr>
          <p:cNvSpPr txBox="1"/>
          <p:nvPr/>
        </p:nvSpPr>
        <p:spPr>
          <a:xfrm>
            <a:off x="629328" y="1652648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Biểu đồ </a:t>
            </a:r>
            <a:r>
              <a:rPr lang="vi-VN" err="1"/>
              <a:t>Usecase</a:t>
            </a:r>
            <a:r>
              <a:rPr lang="vi-VN"/>
              <a:t> chính </a:t>
            </a:r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83918FD-9EE0-7CC2-2E6F-4634522337B5}"/>
              </a:ext>
            </a:extLst>
          </p:cNvPr>
          <p:cNvSpPr txBox="1">
            <a:spLocks/>
          </p:cNvSpPr>
          <p:nvPr/>
        </p:nvSpPr>
        <p:spPr>
          <a:xfrm>
            <a:off x="527017" y="-2087883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Quản lý </a:t>
            </a:r>
            <a:r>
              <a:rPr lang="vi-VN" sz="5400" err="1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Coffee</a:t>
            </a:r>
            <a:r>
              <a:rPr lang="vi-VN" sz="5400">
                <a:solidFill>
                  <a:schemeClr val="bg2">
                    <a:lumMod val="25000"/>
                  </a:schemeClr>
                </a:solidFill>
                <a:latin typeface="Dante" panose="02020502050200020203" pitchFamily="18" charset="0"/>
              </a:rPr>
              <a:t> - Sách</a:t>
            </a:r>
            <a:endParaRPr lang="en-US" sz="5400">
              <a:solidFill>
                <a:schemeClr val="bg2">
                  <a:lumMod val="25000"/>
                </a:schemeClr>
              </a:solidFill>
              <a:latin typeface="Dante" panose="02020502050200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191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5099764" y="-4696812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564631" y="11681565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6139169" y="-41910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5100931" y="95861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78012" y="-172251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Nội dung thực hiện  </a:t>
            </a:r>
            <a:endParaRPr lang="en-US" b="1"/>
          </a:p>
        </p:txBody>
      </p:sp>
      <p:pic>
        <p:nvPicPr>
          <p:cNvPr id="22" name="Hình ảnh 21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B118A29F-8082-8B43-3B01-B8E4D97C1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90" y="8362835"/>
            <a:ext cx="3040360" cy="2025640"/>
          </a:xfrm>
          <a:prstGeom prst="rect">
            <a:avLst/>
          </a:prstGeom>
        </p:spPr>
      </p:pic>
      <p:pic>
        <p:nvPicPr>
          <p:cNvPr id="23" name="Hình ảnh 22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25BF11FF-8B53-0314-A60A-4A665AB4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630" y="7809575"/>
            <a:ext cx="4120446" cy="2745247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81C05C0-62A2-76F1-1456-3F9FE4F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9F3FB81D-D9C4-875F-2D9D-52FC0234E0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-3049867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9A9608D7-790C-6E67-1C8F-3FFD877D6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C95C0380-2760-CB8C-24D6-171C1AC2BB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47" y="-2983744"/>
            <a:ext cx="1865013" cy="2486684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A3883DDF-A3D3-C923-6F4A-1418B89622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09" y="-3384352"/>
            <a:ext cx="1743075" cy="2619375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8E726D4-F71C-38E3-683F-28E0B428529E}"/>
              </a:ext>
            </a:extLst>
          </p:cNvPr>
          <p:cNvSpPr txBox="1"/>
          <p:nvPr/>
        </p:nvSpPr>
        <p:spPr>
          <a:xfrm>
            <a:off x="584534" y="580482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Biểu đồ </a:t>
            </a:r>
            <a:r>
              <a:rPr lang="vi-VN" err="1"/>
              <a:t>Usecase</a:t>
            </a:r>
            <a:r>
              <a:rPr lang="vi-VN"/>
              <a:t> phụ  </a:t>
            </a:r>
            <a:endParaRPr lang="en-US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4C321AFC-C180-4DD5-1D19-155FC91CB3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855" y="1568870"/>
            <a:ext cx="3720413" cy="2155526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F88142CE-CAEC-E672-D20E-0F7A6DAE8C4B}"/>
              </a:ext>
            </a:extLst>
          </p:cNvPr>
          <p:cNvSpPr txBox="1"/>
          <p:nvPr/>
        </p:nvSpPr>
        <p:spPr>
          <a:xfrm>
            <a:off x="584534" y="1143704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1. Quản lý nhân viên  </a:t>
            </a:r>
            <a:endParaRPr lang="en-US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BA264861-5A2D-16B1-7A2C-4259E6F67E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4476" y="1473367"/>
            <a:ext cx="3877056" cy="2616284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0F509E68-EE1D-6614-67A2-AA3EC378C204}"/>
              </a:ext>
            </a:extLst>
          </p:cNvPr>
          <p:cNvSpPr txBox="1"/>
          <p:nvPr/>
        </p:nvSpPr>
        <p:spPr>
          <a:xfrm>
            <a:off x="5680409" y="1143704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2. Quản lý sản phẩm </a:t>
            </a:r>
            <a:endParaRPr lang="en-US"/>
          </a:p>
        </p:txBody>
      </p:sp>
      <p:pic>
        <p:nvPicPr>
          <p:cNvPr id="19" name="Hình ảnh 18">
            <a:extLst>
              <a:ext uri="{FF2B5EF4-FFF2-40B4-BE49-F238E27FC236}">
                <a16:creationId xmlns:a16="http://schemas.microsoft.com/office/drawing/2014/main" id="{374E829E-E180-0226-C8F6-0546304DB0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970" y="3959717"/>
            <a:ext cx="3720414" cy="2310508"/>
          </a:xfrm>
          <a:prstGeom prst="rect">
            <a:avLst/>
          </a:prstGeom>
        </p:spPr>
      </p:pic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0315B18D-F1BF-4E7B-8D14-4BA783FC2825}"/>
              </a:ext>
            </a:extLst>
          </p:cNvPr>
          <p:cNvSpPr txBox="1"/>
          <p:nvPr/>
        </p:nvSpPr>
        <p:spPr>
          <a:xfrm>
            <a:off x="678012" y="3555486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Quản lý sách </a:t>
            </a:r>
            <a:endParaRPr lang="en-US"/>
          </a:p>
        </p:txBody>
      </p:sp>
      <p:pic>
        <p:nvPicPr>
          <p:cNvPr id="29" name="Hình ảnh 28">
            <a:extLst>
              <a:ext uri="{FF2B5EF4-FFF2-40B4-BE49-F238E27FC236}">
                <a16:creationId xmlns:a16="http://schemas.microsoft.com/office/drawing/2014/main" id="{817535C4-083B-DD4B-2C51-D459D22041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1151" y="4142335"/>
            <a:ext cx="4116717" cy="2662981"/>
          </a:xfrm>
          <a:prstGeom prst="rect">
            <a:avLst/>
          </a:prstGeom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08A1E0F5-B1E0-778B-5F09-B5CE0D9070B5}"/>
              </a:ext>
            </a:extLst>
          </p:cNvPr>
          <p:cNvSpPr txBox="1"/>
          <p:nvPr/>
        </p:nvSpPr>
        <p:spPr>
          <a:xfrm>
            <a:off x="5698406" y="3555486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3. Quản lý báo cáo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45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3AC05D-D67B-4E82-931B-6049D7AFB5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541"/>
          <a:stretch/>
        </p:blipFill>
        <p:spPr>
          <a:xfrm>
            <a:off x="5099764" y="-4696812"/>
            <a:ext cx="3044866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E6B9D47-876D-44E2-BD81-CA6326B97B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" b="1"/>
          <a:stretch/>
        </p:blipFill>
        <p:spPr>
          <a:xfrm>
            <a:off x="5564631" y="11681565"/>
            <a:ext cx="3045969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030725C-201C-4F03-B83B-2FC83EFE5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5" r="17986" b="2"/>
          <a:stretch/>
        </p:blipFill>
        <p:spPr>
          <a:xfrm>
            <a:off x="16139169" y="-419100"/>
            <a:ext cx="3928092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E04B0E-40F7-4745-B762-934BAE2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Monday, February 1, 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F00753-16A6-4826-97EB-67D8291B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7602" y="6356350"/>
            <a:ext cx="30403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D3582E-2508-4DFB-ABB9-DC49A43021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95"/>
          <a:stretch/>
        </p:blipFill>
        <p:spPr>
          <a:xfrm>
            <a:off x="15100931" y="9586140"/>
            <a:ext cx="3910971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62F07E0-F82E-47FF-AC43-8C4327B8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78012" y="-172251"/>
            <a:ext cx="424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b="1"/>
              <a:t>Nội dung thực hiện  </a:t>
            </a:r>
            <a:endParaRPr lang="en-US" b="1"/>
          </a:p>
        </p:txBody>
      </p:sp>
      <p:pic>
        <p:nvPicPr>
          <p:cNvPr id="22" name="Hình ảnh 21" descr="Ảnh có chứa văn bản, danh thiếp, Phông chữ, biểu tượng&#10;&#10;Mô tả được tạo tự động">
            <a:extLst>
              <a:ext uri="{FF2B5EF4-FFF2-40B4-BE49-F238E27FC236}">
                <a16:creationId xmlns:a16="http://schemas.microsoft.com/office/drawing/2014/main" id="{B118A29F-8082-8B43-3B01-B8E4D97C1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90" y="8362835"/>
            <a:ext cx="3040360" cy="2025640"/>
          </a:xfrm>
          <a:prstGeom prst="rect">
            <a:avLst/>
          </a:prstGeom>
        </p:spPr>
      </p:pic>
      <p:pic>
        <p:nvPicPr>
          <p:cNvPr id="23" name="Hình ảnh 22" descr="Ảnh có chứa trang phục, người, tường, trong nhà&#10;&#10;Mô tả được tạo tự động">
            <a:extLst>
              <a:ext uri="{FF2B5EF4-FFF2-40B4-BE49-F238E27FC236}">
                <a16:creationId xmlns:a16="http://schemas.microsoft.com/office/drawing/2014/main" id="{25BF11FF-8B53-0314-A60A-4A665AB4F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630" y="7809575"/>
            <a:ext cx="4120446" cy="2745247"/>
          </a:xfrm>
          <a:prstGeom prst="rect">
            <a:avLst/>
          </a:prstGeom>
        </p:spPr>
      </p:pic>
      <p:pic>
        <p:nvPicPr>
          <p:cNvPr id="24" name="Hình ảnh 23" descr="Ảnh có chứa tường, trong nhà, máy tính, đồ đạc&#10;&#10;Mô tả được tạo tự động">
            <a:extLst>
              <a:ext uri="{FF2B5EF4-FFF2-40B4-BE49-F238E27FC236}">
                <a16:creationId xmlns:a16="http://schemas.microsoft.com/office/drawing/2014/main" id="{081C05C0-62A2-76F1-1456-3F9FE4F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524" y="3829050"/>
            <a:ext cx="3233698" cy="3233698"/>
          </a:xfrm>
          <a:prstGeom prst="rect">
            <a:avLst/>
          </a:prstGeom>
        </p:spPr>
      </p:pic>
      <p:pic>
        <p:nvPicPr>
          <p:cNvPr id="25" name="Hình ảnh 24" descr="Ảnh có chứa văn bản, biên lai, thực đơn, vé&#10;&#10;Mô tả được tạo tự động">
            <a:extLst>
              <a:ext uri="{FF2B5EF4-FFF2-40B4-BE49-F238E27FC236}">
                <a16:creationId xmlns:a16="http://schemas.microsoft.com/office/drawing/2014/main" id="{9F3FB81D-D9C4-875F-2D9D-52FC0234E0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-3049867"/>
            <a:ext cx="2276475" cy="2090375"/>
          </a:xfrm>
          <a:prstGeom prst="rect">
            <a:avLst/>
          </a:prstGeom>
        </p:spPr>
      </p:pic>
      <p:pic>
        <p:nvPicPr>
          <p:cNvPr id="26" name="Hình ảnh 25" descr="Ảnh có chứa văn bản, hiện trường, cửa tiệm, đồ đạc&#10;&#10;Mô tả được tạo tự động">
            <a:extLst>
              <a:ext uri="{FF2B5EF4-FFF2-40B4-BE49-F238E27FC236}">
                <a16:creationId xmlns:a16="http://schemas.microsoft.com/office/drawing/2014/main" id="{9A9608D7-790C-6E67-1C8F-3FFD877D6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0" y="-2306810"/>
            <a:ext cx="2524125" cy="1809750"/>
          </a:xfrm>
          <a:prstGeom prst="rect">
            <a:avLst/>
          </a:prstGeom>
        </p:spPr>
      </p:pic>
      <p:pic>
        <p:nvPicPr>
          <p:cNvPr id="27" name="Hình ảnh 26" descr="Ảnh có chứa văn bản, trong nhà, sàn, bàn&#10;&#10;Mô tả được tạo tự động">
            <a:extLst>
              <a:ext uri="{FF2B5EF4-FFF2-40B4-BE49-F238E27FC236}">
                <a16:creationId xmlns:a16="http://schemas.microsoft.com/office/drawing/2014/main" id="{C95C0380-2760-CB8C-24D6-171C1AC2BB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47" y="-2983744"/>
            <a:ext cx="1865013" cy="2486684"/>
          </a:xfrm>
          <a:prstGeom prst="rect">
            <a:avLst/>
          </a:prstGeom>
        </p:spPr>
      </p:pic>
      <p:pic>
        <p:nvPicPr>
          <p:cNvPr id="28" name="Hình ảnh 27" descr="Ảnh có chứa văn bản, tòa nhà, biển hiệu, chuông&#10;&#10;Mô tả được tạo tự động">
            <a:extLst>
              <a:ext uri="{FF2B5EF4-FFF2-40B4-BE49-F238E27FC236}">
                <a16:creationId xmlns:a16="http://schemas.microsoft.com/office/drawing/2014/main" id="{A3883DDF-A3D3-C923-6F4A-1418B89622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09" y="-3384352"/>
            <a:ext cx="1743075" cy="2619375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8E726D4-F71C-38E3-683F-28E0B428529E}"/>
              </a:ext>
            </a:extLst>
          </p:cNvPr>
          <p:cNvSpPr txBox="1"/>
          <p:nvPr/>
        </p:nvSpPr>
        <p:spPr>
          <a:xfrm>
            <a:off x="584534" y="580482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Biểu đồ </a:t>
            </a:r>
            <a:r>
              <a:rPr lang="vi-VN" err="1"/>
              <a:t>Usecase</a:t>
            </a:r>
            <a:r>
              <a:rPr lang="vi-VN"/>
              <a:t> phụ  </a:t>
            </a:r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D0A2031-74E3-E995-CD0E-3B5E910DAC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328" y="1350054"/>
            <a:ext cx="3720198" cy="2244947"/>
          </a:xfrm>
          <a:prstGeom prst="rect">
            <a:avLst/>
          </a:prstGeom>
        </p:spPr>
      </p:pic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0315B18D-F1BF-4E7B-8D14-4BA783FC2825}"/>
              </a:ext>
            </a:extLst>
          </p:cNvPr>
          <p:cNvSpPr txBox="1"/>
          <p:nvPr/>
        </p:nvSpPr>
        <p:spPr>
          <a:xfrm>
            <a:off x="678012" y="3555486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7. Tạo hóa đơn </a:t>
            </a:r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F88142CE-CAEC-E672-D20E-0F7A6DAE8C4B}"/>
              </a:ext>
            </a:extLst>
          </p:cNvPr>
          <p:cNvSpPr txBox="1"/>
          <p:nvPr/>
        </p:nvSpPr>
        <p:spPr>
          <a:xfrm>
            <a:off x="584534" y="1143704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5. Quản lý hội viên   </a:t>
            </a:r>
            <a:endParaRPr lang="en-US"/>
          </a:p>
        </p:txBody>
      </p: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0CA5DC79-7FD5-6D44-FE8F-67748CB2C5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3518" y="1350054"/>
            <a:ext cx="3490838" cy="2030504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0F509E68-EE1D-6614-67A2-AA3EC378C204}"/>
              </a:ext>
            </a:extLst>
          </p:cNvPr>
          <p:cNvSpPr txBox="1"/>
          <p:nvPr/>
        </p:nvSpPr>
        <p:spPr>
          <a:xfrm>
            <a:off x="5680409" y="1143704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6. Quản lý tài khoản  </a:t>
            </a:r>
            <a:endParaRPr lang="en-US"/>
          </a:p>
        </p:txBody>
      </p:sp>
      <p:pic>
        <p:nvPicPr>
          <p:cNvPr id="31" name="Hình ảnh 30">
            <a:extLst>
              <a:ext uri="{FF2B5EF4-FFF2-40B4-BE49-F238E27FC236}">
                <a16:creationId xmlns:a16="http://schemas.microsoft.com/office/drawing/2014/main" id="{54A811FA-435E-551E-1356-51332C3589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012" y="3974220"/>
            <a:ext cx="4175834" cy="202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21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78012" y="-172251"/>
            <a:ext cx="42492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sz="2000" b="1" u="sng"/>
              <a:t>Nội dung thực hiện  </a:t>
            </a:r>
            <a:endParaRPr lang="en-US" sz="2000" b="1" u="sng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8E726D4-F71C-38E3-683F-28E0B428529E}"/>
              </a:ext>
            </a:extLst>
          </p:cNvPr>
          <p:cNvSpPr txBox="1"/>
          <p:nvPr/>
        </p:nvSpPr>
        <p:spPr>
          <a:xfrm>
            <a:off x="549105" y="677108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  </a:t>
            </a:r>
            <a:r>
              <a:rPr lang="vi-VN" b="1"/>
              <a:t>Biểu đồ phân dã chức năng </a:t>
            </a:r>
            <a:endParaRPr lang="en-US"/>
          </a:p>
        </p:txBody>
      </p:sp>
      <p:pic>
        <p:nvPicPr>
          <p:cNvPr id="33" name="Picture 8">
            <a:extLst>
              <a:ext uri="{FF2B5EF4-FFF2-40B4-BE49-F238E27FC236}">
                <a16:creationId xmlns:a16="http://schemas.microsoft.com/office/drawing/2014/main" id="{6CA04335-AAC6-BBCC-DC08-CADB8DEE5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87" y="1220607"/>
            <a:ext cx="8729696" cy="51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87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78012" y="-172251"/>
            <a:ext cx="42492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sz="2000" b="1" u="sng"/>
              <a:t>Nội dung thực hiện  </a:t>
            </a:r>
            <a:endParaRPr lang="en-US" sz="2000" b="1" u="sng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8E726D4-F71C-38E3-683F-28E0B428529E}"/>
              </a:ext>
            </a:extLst>
          </p:cNvPr>
          <p:cNvSpPr txBox="1"/>
          <p:nvPr/>
        </p:nvSpPr>
        <p:spPr>
          <a:xfrm>
            <a:off x="549105" y="677108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  </a:t>
            </a:r>
            <a:r>
              <a:rPr lang="vi-VN" b="1"/>
              <a:t>Biểu đồ lớp  </a:t>
            </a:r>
            <a:endParaRPr lang="en-US"/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FAC52F63-EE36-F767-5B1C-D9E7CC197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57" y="1105420"/>
            <a:ext cx="9480847" cy="556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80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94B57-D483-EE4F-74CC-048F8E7A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95C255B-F058-6F5F-EB89-503686C9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A16B192A-BD05-002C-3922-4B382413F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B4A756E-D7C0-DE3A-97C5-0E7EBE5E8D46}"/>
              </a:ext>
            </a:extLst>
          </p:cNvPr>
          <p:cNvSpPr txBox="1"/>
          <p:nvPr/>
        </p:nvSpPr>
        <p:spPr>
          <a:xfrm>
            <a:off x="494676" y="241679"/>
            <a:ext cx="38770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vi-VN">
                <a:latin typeface="Arial"/>
                <a:cs typeface="Arial"/>
              </a:rPr>
              <a:t>  </a:t>
            </a:r>
            <a:r>
              <a:rPr lang="vi-VN" b="1">
                <a:latin typeface="Arial"/>
                <a:cs typeface="Arial"/>
              </a:rPr>
              <a:t>Biểu đồ ERD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3" name="Hình ảnh 2" descr="Ảnh có chứa văn bản, biểu đồ, Kế hoạch, Song song&#10;&#10;Mô tả được tự động tạo">
            <a:extLst>
              <a:ext uri="{FF2B5EF4-FFF2-40B4-BE49-F238E27FC236}">
                <a16:creationId xmlns:a16="http://schemas.microsoft.com/office/drawing/2014/main" id="{D84CA60C-8F64-412C-7F9B-4482168D4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84427"/>
            <a:ext cx="105156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23160"/>
            <a:ext cx="3877056" cy="18288"/>
          </a:xfrm>
          <a:custGeom>
            <a:avLst/>
            <a:gdLst>
              <a:gd name="connsiteX0" fmla="*/ 0 w 3877056"/>
              <a:gd name="connsiteY0" fmla="*/ 0 h 18288"/>
              <a:gd name="connsiteX1" fmla="*/ 723717 w 3877056"/>
              <a:gd name="connsiteY1" fmla="*/ 0 h 18288"/>
              <a:gd name="connsiteX2" fmla="*/ 1447434 w 3877056"/>
              <a:gd name="connsiteY2" fmla="*/ 0 h 18288"/>
              <a:gd name="connsiteX3" fmla="*/ 1977299 w 3877056"/>
              <a:gd name="connsiteY3" fmla="*/ 0 h 18288"/>
              <a:gd name="connsiteX4" fmla="*/ 2623475 w 3877056"/>
              <a:gd name="connsiteY4" fmla="*/ 0 h 18288"/>
              <a:gd name="connsiteX5" fmla="*/ 3192109 w 3877056"/>
              <a:gd name="connsiteY5" fmla="*/ 0 h 18288"/>
              <a:gd name="connsiteX6" fmla="*/ 3877056 w 3877056"/>
              <a:gd name="connsiteY6" fmla="*/ 0 h 18288"/>
              <a:gd name="connsiteX7" fmla="*/ 3877056 w 3877056"/>
              <a:gd name="connsiteY7" fmla="*/ 18288 h 18288"/>
              <a:gd name="connsiteX8" fmla="*/ 3230880 w 3877056"/>
              <a:gd name="connsiteY8" fmla="*/ 18288 h 18288"/>
              <a:gd name="connsiteX9" fmla="*/ 2662245 w 3877056"/>
              <a:gd name="connsiteY9" fmla="*/ 18288 h 18288"/>
              <a:gd name="connsiteX10" fmla="*/ 2016069 w 3877056"/>
              <a:gd name="connsiteY10" fmla="*/ 18288 h 18288"/>
              <a:gd name="connsiteX11" fmla="*/ 1408664 w 3877056"/>
              <a:gd name="connsiteY11" fmla="*/ 18288 h 18288"/>
              <a:gd name="connsiteX12" fmla="*/ 840029 w 3877056"/>
              <a:gd name="connsiteY12" fmla="*/ 18288 h 18288"/>
              <a:gd name="connsiteX13" fmla="*/ 0 w 3877056"/>
              <a:gd name="connsiteY13" fmla="*/ 18288 h 18288"/>
              <a:gd name="connsiteX14" fmla="*/ 0 w 3877056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2E668E5-D627-C359-E1B9-B251114065A0}"/>
              </a:ext>
            </a:extLst>
          </p:cNvPr>
          <p:cNvSpPr txBox="1"/>
          <p:nvPr/>
        </p:nvSpPr>
        <p:spPr>
          <a:xfrm>
            <a:off x="678012" y="-172251"/>
            <a:ext cx="42492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b="1"/>
          </a:p>
          <a:p>
            <a:r>
              <a:rPr lang="vi-VN" sz="2000" b="1" u="sng"/>
              <a:t>Nội dung thực hiện  </a:t>
            </a:r>
            <a:endParaRPr lang="en-US" sz="2000" b="1" u="sng"/>
          </a:p>
        </p:txBody>
      </p:sp>
      <p:sp>
        <p:nvSpPr>
          <p:cNvPr id="3" name="Hình chữ nhật: Góc Tròn 2">
            <a:hlinkClick r:id="rId2"/>
            <a:extLst>
              <a:ext uri="{FF2B5EF4-FFF2-40B4-BE49-F238E27FC236}">
                <a16:creationId xmlns:a16="http://schemas.microsoft.com/office/drawing/2014/main" id="{669526FE-965D-9FE0-C07F-9703B32DC01B}"/>
              </a:ext>
            </a:extLst>
          </p:cNvPr>
          <p:cNvSpPr/>
          <p:nvPr/>
        </p:nvSpPr>
        <p:spPr>
          <a:xfrm>
            <a:off x="4744647" y="847125"/>
            <a:ext cx="2699657" cy="84502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Cài đặt </a:t>
            </a:r>
            <a:r>
              <a:rPr lang="vi-VN" b="1" err="1">
                <a:solidFill>
                  <a:schemeClr val="tx1"/>
                </a:solidFill>
              </a:rPr>
              <a:t>database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Hình chữ nhật: Góc Tròn 6">
            <a:hlinkClick r:id="rId3"/>
            <a:extLst>
              <a:ext uri="{FF2B5EF4-FFF2-40B4-BE49-F238E27FC236}">
                <a16:creationId xmlns:a16="http://schemas.microsoft.com/office/drawing/2014/main" id="{EC9A24E3-5162-C67F-C532-E1FC24192F77}"/>
              </a:ext>
            </a:extLst>
          </p:cNvPr>
          <p:cNvSpPr/>
          <p:nvPr/>
        </p:nvSpPr>
        <p:spPr>
          <a:xfrm>
            <a:off x="1302507" y="847126"/>
            <a:ext cx="2699657" cy="84502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Đặc tả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" name="Hình chữ nhật: Góc Tròn 8">
            <a:hlinkClick r:id="rId4"/>
            <a:extLst>
              <a:ext uri="{FF2B5EF4-FFF2-40B4-BE49-F238E27FC236}">
                <a16:creationId xmlns:a16="http://schemas.microsoft.com/office/drawing/2014/main" id="{50CDF503-50A9-78D6-EA49-2267E52C79B3}"/>
              </a:ext>
            </a:extLst>
          </p:cNvPr>
          <p:cNvSpPr/>
          <p:nvPr/>
        </p:nvSpPr>
        <p:spPr>
          <a:xfrm>
            <a:off x="8329675" y="847125"/>
            <a:ext cx="2699657" cy="84502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chemeClr val="tx1"/>
                </a:solidFill>
              </a:rPr>
              <a:t>Giao diện thiết kế 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260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pic>
        <p:nvPicPr>
          <p:cNvPr id="9" name="Picture Placeholder 8" descr="mountains at sunset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41" b="41"/>
          <a:stretch/>
        </p:blipFill>
        <p:spPr/>
      </p:pic>
      <p:pic>
        <p:nvPicPr>
          <p:cNvPr id="11" name="Picture Placeholder 10" descr="mountains at sunset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t="347" b="347"/>
          <a:stretch/>
        </p:blipFill>
        <p:spPr/>
      </p:pic>
      <p:pic>
        <p:nvPicPr>
          <p:cNvPr id="15" name="Picture Placeholder 14" descr="mountains under near dusk sky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/>
          <a:srcRect l="16" r="16"/>
          <a:stretch/>
        </p:blipFill>
        <p:spPr/>
      </p:pic>
      <p:pic>
        <p:nvPicPr>
          <p:cNvPr id="13" name="Picture Placeholder 12" descr="mountains under the night sky just before dawn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/>
          <a:srcRect t="108" b="108"/>
          <a:stretch/>
        </p:blipFill>
        <p:spPr/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4D0977B-343D-215E-3DE2-159EBE1B7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124994B3EF7040869D03A843F54D17" ma:contentTypeVersion="16" ma:contentTypeDescription="Create a new document." ma:contentTypeScope="" ma:versionID="41944966fa7c1e28b886326343a23853">
  <xsd:schema xmlns:xsd="http://www.w3.org/2001/XMLSchema" xmlns:xs="http://www.w3.org/2001/XMLSchema" xmlns:p="http://schemas.microsoft.com/office/2006/metadata/properties" xmlns:ns3="1717fd55-2446-44a3-876a-f5b4b818c51c" xmlns:ns4="2767371d-7e8d-4599-89d7-2db7e2d52f8c" targetNamespace="http://schemas.microsoft.com/office/2006/metadata/properties" ma:root="true" ma:fieldsID="1f091323c34b69b8ccae01e3970cdbf9" ns3:_="" ns4:_="">
    <xsd:import namespace="1717fd55-2446-44a3-876a-f5b4b818c51c"/>
    <xsd:import namespace="2767371d-7e8d-4599-89d7-2db7e2d52f8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17fd55-2446-44a3-876a-f5b4b818c5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7371d-7e8d-4599-89d7-2db7e2d52f8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17fd55-2446-44a3-876a-f5b4b818c51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09819C-F6B6-4189-86E9-E54AA57BC894}">
  <ds:schemaRefs>
    <ds:schemaRef ds:uri="1717fd55-2446-44a3-876a-f5b4b818c51c"/>
    <ds:schemaRef ds:uri="2767371d-7e8d-4599-89d7-2db7e2d52f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01F820-464F-4309-819A-BF97144AD1D7}">
  <ds:schemaRefs>
    <ds:schemaRef ds:uri="1717fd55-2446-44a3-876a-f5b4b818c51c"/>
    <ds:schemaRef ds:uri="2767371d-7e8d-4599-89d7-2db7e2d52f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3E930D4-EFA2-4E41-A67D-721759C0C1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Màn hình rộng</PresentationFormat>
  <Slides>16</Slides>
  <Notes>2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17" baseType="lpstr">
      <vt:lpstr>Chủ đề Office</vt:lpstr>
      <vt:lpstr>TRƯỜNG ĐẠI HỌC XÂY DỰNG HÀ NỘI KHOA CÔNG NGHỆ THÔNG TIN BỘ MÔN CÔNG NGHỆ PHẦN MỀM  </vt:lpstr>
      <vt:lpstr>Quản lý Coffee - Sách</vt:lpstr>
      <vt:lpstr>Quản lý Coffee - Sách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XÂY DỰNG HÀ NỘI KHOA CÔNG NGHỆ THÔNG TIN BỘ MÔN CÔNG NGHỆ PHẦN MỀM  </dc:title>
  <dc:creator>Mai Thanh Toàn</dc:creator>
  <cp:revision>10</cp:revision>
  <dcterms:created xsi:type="dcterms:W3CDTF">2023-12-18T17:11:49Z</dcterms:created>
  <dcterms:modified xsi:type="dcterms:W3CDTF">2023-12-21T08:28:44Z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0x0101006F124994B3EF7040869D03A843F54D17</vt:lpwstr>
  </property>
</Properties>
</file>