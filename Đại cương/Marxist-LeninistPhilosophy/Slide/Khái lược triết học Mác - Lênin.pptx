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9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6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0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6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15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7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1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5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2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6AE1E-1F01-4E67-9F88-003B94F8C2B0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458C6-CB23-4DA4-B49B-16716996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685799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Lênin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600200"/>
            <a:ext cx="6400800" cy="4038600"/>
          </a:xfrm>
        </p:spPr>
        <p:txBody>
          <a:bodyPr/>
          <a:lstStyle/>
          <a:p>
            <a:pPr algn="l"/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TBCN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đời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Mác</a:t>
            </a:r>
            <a:endParaRPr lang="en-US" dirty="0" smtClean="0"/>
          </a:p>
          <a:p>
            <a:pPr algn="l"/>
            <a:r>
              <a:rPr lang="en-US" dirty="0" err="1" smtClean="0"/>
              <a:t>Tiền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tiền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Mác</a:t>
            </a:r>
            <a:endParaRPr lang="en-US" dirty="0" smtClean="0"/>
          </a:p>
          <a:p>
            <a:pPr algn="l"/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, ý </a:t>
            </a:r>
            <a:r>
              <a:rPr lang="en-US" dirty="0" err="1" smtClean="0"/>
              <a:t>nghĩa</a:t>
            </a:r>
            <a:r>
              <a:rPr lang="en-US" dirty="0" smtClean="0"/>
              <a:t> to </a:t>
            </a:r>
            <a:r>
              <a:rPr lang="en-US" dirty="0" err="1" smtClean="0"/>
              <a:t>lớn</a:t>
            </a:r>
            <a:r>
              <a:rPr lang="en-US" dirty="0" smtClean="0"/>
              <a:t> 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triết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smtClean="0"/>
              <a:t>Mác-Lênin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đời</a:t>
            </a:r>
            <a:r>
              <a:rPr lang="en-US" dirty="0" smtClean="0"/>
              <a:t> </a:t>
            </a:r>
            <a:r>
              <a:rPr lang="en-US" dirty="0" err="1" smtClean="0"/>
              <a:t>sống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67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ĐSXH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2.1.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2.1.1.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PTSX TBCN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chóng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LLSX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Mâu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thuẫn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càng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gay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gắt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đòi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trị-xã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trọng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30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86836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thừa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Heeghen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PBCDV</a:t>
            </a: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thừa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Phoiơbăc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chât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CNDVBC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thừa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Ađam-Xmit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Ricacđô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thừa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phê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CNTB,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phê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Xanhximông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Phuriê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CNXH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vĩnh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tôn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tuyệt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Đácuyn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thẳng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68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2.1.2.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(1841-1844):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sang 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CNCS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DVBC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DVLS(1844-1848)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sung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(1848-1895)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90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2.1.3.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Mác-Ănghen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Khắc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khắc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CNDVBC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DVBC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CNDVLS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khắc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mở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4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2.1.4.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và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CNXH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1893-1907: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1907-1917: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1917- 1924: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sung,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gắn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liền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CNXH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3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1924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nay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lãnh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CBXH,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góp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CNDVLS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hậu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CNXH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nay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đòi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nắm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PPL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77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2.2.1.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DVBC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PPL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Triêt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CNDVBC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DVBC)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PBCDV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PPL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riêng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mình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5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2.2.2.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chúng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74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2.2.3. Chức năng của triết học Mác-Lênin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tôn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PPL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tuyệt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PPL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PPL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2.3.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ĐSXH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534400" cy="54102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mlh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thưc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tùy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mẫm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nghệ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Nắm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trương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CNXH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XHCN ở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Nam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95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1452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Khái lược triết học Mác - Lênin</vt:lpstr>
      <vt:lpstr>II. Triết học Mác-Lênin và vai trò trong ĐSXH</vt:lpstr>
      <vt:lpstr>Nguồn gốc lý luận và tiền đề khoa học tự nhiên</vt:lpstr>
      <vt:lpstr>PowerPoint Presentation</vt:lpstr>
      <vt:lpstr>2.1.2. Những thời kỳ chủ yếu trong sự hình thành phát triển triết học Mác</vt:lpstr>
      <vt:lpstr>2.1.3. Thực chất và ý nghĩa cuộc cách mạng trong triết học của Mác-Ănghen</vt:lpstr>
      <vt:lpstr>2.1.4. Giai đoạn Lênin trong sự phát triển triết học Mác </vt:lpstr>
      <vt:lpstr>Thời kỳ từ 1924 đến nay</vt:lpstr>
      <vt:lpstr>2.2. Đối tượng và chức năng của triết học Mác-Lênin</vt:lpstr>
      <vt:lpstr>2.2.2. Đối tượng của triết học Mác-Lênin</vt:lpstr>
      <vt:lpstr>2.2.3. Chức năng của triết học Mác-Lênin</vt:lpstr>
      <vt:lpstr>2.3. Vai trò của triết học Mác-Lênin trong ĐSXH và trong sự nghiệp đổi mới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Khái lược triết học Mác - Lênin</dc:title>
  <dc:creator>ASUS</dc:creator>
  <cp:lastModifiedBy>ASUS</cp:lastModifiedBy>
  <cp:revision>1</cp:revision>
  <dcterms:created xsi:type="dcterms:W3CDTF">2021-10-11T02:09:36Z</dcterms:created>
  <dcterms:modified xsi:type="dcterms:W3CDTF">2021-10-11T02:15:06Z</dcterms:modified>
</cp:coreProperties>
</file>