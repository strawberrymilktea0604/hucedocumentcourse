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70" r:id="rId3"/>
    <p:sldId id="257" r:id="rId4"/>
    <p:sldId id="258" r:id="rId5"/>
    <p:sldId id="259" r:id="rId6"/>
    <p:sldId id="260" r:id="rId7"/>
    <p:sldId id="261" r:id="rId8"/>
    <p:sldId id="262" r:id="rId9"/>
    <p:sldId id="263" r:id="rId10"/>
    <p:sldId id="264" r:id="rId11"/>
    <p:sldId id="265" r:id="rId12"/>
    <p:sldId id="267" r:id="rId13"/>
    <p:sldId id="268" r:id="rId14"/>
    <p:sldId id="269" r:id="rId15"/>
  </p:sldIdLst>
  <p:sldSz cx="18288000" cy="10287000"/>
  <p:notesSz cx="6858000" cy="9144000"/>
  <p:embeddedFontLst>
    <p:embeddedFont>
      <p:font typeface="Josefin Sans Regular Bold" panose="020B0604020202020204" charset="0"/>
      <p:regular r:id="rId17"/>
    </p:embeddedFont>
    <p:embeddedFont>
      <p:font typeface="Caudex Bold" panose="020B0604020202020204" charset="2"/>
      <p:regular r:id="rId18"/>
    </p:embeddedFont>
    <p:embeddedFont>
      <p:font typeface="Josefin Sans Regular Bold Italics" panose="020B0604020202020204" charset="0"/>
      <p:regular r:id="rId19"/>
    </p:embeddedFont>
    <p:embeddedFont>
      <p:font typeface="Public Sans" panose="020B0604020202020204" charset="0"/>
      <p:regular r:id="rId20"/>
    </p:embeddedFont>
    <p:embeddedFont>
      <p:font typeface="Josefin Sans Regular Italics" panose="020B0604020202020204" charset="0"/>
      <p:regular r:id="rId21"/>
    </p:embeddedFont>
    <p:embeddedFont>
      <p:font typeface="Josefin Sans Regular" panose="020B0604020202020204" charset="0"/>
      <p:regular r:id="rId22"/>
    </p:embeddedFont>
    <p:embeddedFont>
      <p:font typeface="Work Sans SemiBold" pitchFamily="2" charset="0"/>
      <p:bold r:id="rId23"/>
      <p:boldItalic r:id="rId24"/>
    </p:embeddedFont>
    <p:embeddedFont>
      <p:font typeface="Work Sans ExtraLight" pitchFamily="2" charset="0"/>
      <p:regular r:id="rId25"/>
      <p:italic r:id="rId26"/>
    </p:embeddedFont>
    <p:embeddedFont>
      <p:font typeface="Caudex" panose="020B0604020202020204" charset="2"/>
      <p:regular r:id="rId27"/>
    </p:embeddedFont>
    <p:embeddedFont>
      <p:font typeface="Muli Regular Italics" panose="020B0604020202020204" charset="0"/>
      <p:regular r:id="rId28"/>
    </p:embeddedFont>
    <p:embeddedFont>
      <p:font typeface="Calibri" panose="020F0502020204030204" pitchFamily="3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AEA"/>
    <a:srgbClr val="EAEA17"/>
    <a:srgbClr val="170000"/>
    <a:srgbClr val="808080"/>
    <a:srgbClr val="308C62"/>
    <a:srgbClr val="C1A38A"/>
    <a:srgbClr val="819DA8"/>
    <a:srgbClr val="D7E4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19" autoAdjust="0"/>
  </p:normalViewPr>
  <p:slideViewPr>
    <p:cSldViewPr>
      <p:cViewPr varScale="1">
        <p:scale>
          <a:sx n="58" d="100"/>
          <a:sy n="58" d="100"/>
        </p:scale>
        <p:origin x="542" y="1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93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9A96A8-0D89-4A0F-94F6-090BC9B355E5}" type="datetimeFigureOut">
              <a:rPr lang="en-US" smtClean="0"/>
              <a:t>3/30/2023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2E1BAD-AF77-47B0-8A36-87035EA0AD3F}" type="slidenum">
              <a:rPr lang="en-US" smtClean="0"/>
              <a:t>‹#›</a:t>
            </a:fld>
            <a:endParaRPr lang="en-US"/>
          </a:p>
        </p:txBody>
      </p:sp>
    </p:spTree>
    <p:extLst>
      <p:ext uri="{BB962C8B-B14F-4D97-AF65-F5344CB8AC3E}">
        <p14:creationId xmlns:p14="http://schemas.microsoft.com/office/powerpoint/2010/main" val="1383728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2E1BAD-AF77-47B0-8A36-87035EA0AD3F}" type="slidenum">
              <a:rPr lang="en-US" smtClean="0"/>
              <a:t>1</a:t>
            </a:fld>
            <a:endParaRPr lang="en-US"/>
          </a:p>
        </p:txBody>
      </p:sp>
    </p:spTree>
    <p:extLst>
      <p:ext uri="{BB962C8B-B14F-4D97-AF65-F5344CB8AC3E}">
        <p14:creationId xmlns:p14="http://schemas.microsoft.com/office/powerpoint/2010/main" val="151707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2E1BAD-AF77-47B0-8A36-87035EA0AD3F}" type="slidenum">
              <a:rPr lang="en-US" smtClean="0"/>
              <a:t>7</a:t>
            </a:fld>
            <a:endParaRPr lang="en-US"/>
          </a:p>
        </p:txBody>
      </p:sp>
    </p:spTree>
    <p:extLst>
      <p:ext uri="{BB962C8B-B14F-4D97-AF65-F5344CB8AC3E}">
        <p14:creationId xmlns:p14="http://schemas.microsoft.com/office/powerpoint/2010/main" val="863972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2E1BAD-AF77-47B0-8A36-87035EA0AD3F}" type="slidenum">
              <a:rPr lang="en-US" smtClean="0"/>
              <a:t>8</a:t>
            </a:fld>
            <a:endParaRPr lang="en-US"/>
          </a:p>
        </p:txBody>
      </p:sp>
    </p:spTree>
    <p:extLst>
      <p:ext uri="{BB962C8B-B14F-4D97-AF65-F5344CB8AC3E}">
        <p14:creationId xmlns:p14="http://schemas.microsoft.com/office/powerpoint/2010/main" val="2724515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A2E1BAD-AF77-47B0-8A36-87035EA0AD3F}" type="slidenum">
              <a:rPr lang="en-US" smtClean="0"/>
              <a:t>9</a:t>
            </a:fld>
            <a:endParaRPr lang="en-US"/>
          </a:p>
        </p:txBody>
      </p:sp>
    </p:spTree>
    <p:extLst>
      <p:ext uri="{BB962C8B-B14F-4D97-AF65-F5344CB8AC3E}">
        <p14:creationId xmlns:p14="http://schemas.microsoft.com/office/powerpoint/2010/main" val="464200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2E1BAD-AF77-47B0-8A36-87035EA0AD3F}" type="slidenum">
              <a:rPr lang="en-US" smtClean="0"/>
              <a:t>11</a:t>
            </a:fld>
            <a:endParaRPr lang="en-US"/>
          </a:p>
        </p:txBody>
      </p:sp>
    </p:spTree>
    <p:extLst>
      <p:ext uri="{BB962C8B-B14F-4D97-AF65-F5344CB8AC3E}">
        <p14:creationId xmlns:p14="http://schemas.microsoft.com/office/powerpoint/2010/main" val="735136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2E1BAD-AF77-47B0-8A36-87035EA0AD3F}" type="slidenum">
              <a:rPr lang="en-US" smtClean="0"/>
              <a:t>12</a:t>
            </a:fld>
            <a:endParaRPr lang="en-US"/>
          </a:p>
        </p:txBody>
      </p:sp>
    </p:spTree>
    <p:extLst>
      <p:ext uri="{BB962C8B-B14F-4D97-AF65-F5344CB8AC3E}">
        <p14:creationId xmlns:p14="http://schemas.microsoft.com/office/powerpoint/2010/main" val="1670117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2E1BAD-AF77-47B0-8A36-87035EA0AD3F}" type="slidenum">
              <a:rPr lang="en-US" smtClean="0"/>
              <a:t>13</a:t>
            </a:fld>
            <a:endParaRPr lang="en-US"/>
          </a:p>
        </p:txBody>
      </p:sp>
    </p:spTree>
    <p:extLst>
      <p:ext uri="{BB962C8B-B14F-4D97-AF65-F5344CB8AC3E}">
        <p14:creationId xmlns:p14="http://schemas.microsoft.com/office/powerpoint/2010/main" val="3981889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3.gif"/><Relationship Id="rId5" Type="http://schemas.openxmlformats.org/officeDocument/2006/relationships/image" Target="../media/image17.sv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5.gif"/><Relationship Id="rId5" Type="http://schemas.openxmlformats.org/officeDocument/2006/relationships/image" Target="../media/image17.sv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7.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26" name="Picture 25"/>
          <p:cNvPicPr>
            <a:picLocks noChangeAspect="1"/>
          </p:cNvPicPr>
          <p:nvPr/>
        </p:nvPicPr>
        <p:blipFill>
          <a:blip r:embed="rId3"/>
          <a:stretch>
            <a:fillRect/>
          </a:stretch>
        </p:blipFill>
        <p:spPr>
          <a:xfrm>
            <a:off x="0" y="-419100"/>
            <a:ext cx="18440399" cy="11430000"/>
          </a:xfrm>
          <a:prstGeom prst="rect">
            <a:avLst/>
          </a:prstGeom>
        </p:spPr>
      </p:pic>
      <p:grpSp>
        <p:nvGrpSpPr>
          <p:cNvPr id="6" name="Group 6"/>
          <p:cNvGrpSpPr/>
          <p:nvPr/>
        </p:nvGrpSpPr>
        <p:grpSpPr>
          <a:xfrm rot="389056">
            <a:off x="7783945" y="1868717"/>
            <a:ext cx="8061687" cy="4669472"/>
            <a:chOff x="206903" y="117422"/>
            <a:chExt cx="6282590" cy="4554258"/>
          </a:xfrm>
        </p:grpSpPr>
        <p:grpSp>
          <p:nvGrpSpPr>
            <p:cNvPr id="7" name="Group 7"/>
            <p:cNvGrpSpPr/>
            <p:nvPr/>
          </p:nvGrpSpPr>
          <p:grpSpPr>
            <a:xfrm rot="-376577">
              <a:off x="206903" y="329551"/>
              <a:ext cx="6282590" cy="4342129"/>
              <a:chOff x="-3810" y="0"/>
              <a:chExt cx="2048224" cy="1415603"/>
            </a:xfrm>
          </p:grpSpPr>
          <p:sp>
            <p:nvSpPr>
              <p:cNvPr id="8" name="Freeform 8"/>
              <p:cNvSpPr/>
              <p:nvPr/>
            </p:nvSpPr>
            <p:spPr>
              <a:xfrm>
                <a:off x="10163" y="16539"/>
                <a:ext cx="2019014" cy="1388933"/>
              </a:xfrm>
              <a:custGeom>
                <a:avLst/>
                <a:gdLst/>
                <a:ahLst/>
                <a:cxnLst/>
                <a:rect l="l" t="t" r="r" b="b"/>
                <a:pathLst>
                  <a:path w="2019014" h="1388933">
                    <a:moveTo>
                      <a:pt x="2019014" y="1388933"/>
                    </a:moveTo>
                    <a:lnTo>
                      <a:pt x="0" y="1381313"/>
                    </a:lnTo>
                    <a:lnTo>
                      <a:pt x="0" y="494945"/>
                    </a:lnTo>
                    <a:lnTo>
                      <a:pt x="17780" y="19050"/>
                    </a:lnTo>
                    <a:lnTo>
                      <a:pt x="1004633" y="0"/>
                    </a:lnTo>
                    <a:lnTo>
                      <a:pt x="1999964" y="5080"/>
                    </a:lnTo>
                    <a:close/>
                  </a:path>
                </a:pathLst>
              </a:custGeom>
              <a:solidFill>
                <a:srgbClr val="FFFFFF"/>
              </a:solidFill>
            </p:spPr>
          </p:sp>
          <p:sp>
            <p:nvSpPr>
              <p:cNvPr id="9" name="Freeform 9"/>
              <p:cNvSpPr/>
              <p:nvPr/>
            </p:nvSpPr>
            <p:spPr>
              <a:xfrm>
                <a:off x="-3810" y="0"/>
                <a:ext cx="2048224" cy="1415603"/>
              </a:xfrm>
              <a:custGeom>
                <a:avLst/>
                <a:gdLst/>
                <a:ahLst/>
                <a:cxnLst/>
                <a:rect l="l" t="t" r="r" b="b"/>
                <a:pathLst>
                  <a:path w="2048224" h="1415603">
                    <a:moveTo>
                      <a:pt x="2013934" y="21590"/>
                    </a:moveTo>
                    <a:cubicBezTo>
                      <a:pt x="2015204" y="34290"/>
                      <a:pt x="2015204" y="44450"/>
                      <a:pt x="2016474" y="54610"/>
                    </a:cubicBezTo>
                    <a:cubicBezTo>
                      <a:pt x="2019014" y="84295"/>
                      <a:pt x="2020284" y="113185"/>
                      <a:pt x="2022824" y="141043"/>
                    </a:cubicBezTo>
                    <a:cubicBezTo>
                      <a:pt x="2022824" y="181283"/>
                      <a:pt x="2035524" y="974728"/>
                      <a:pt x="2041874" y="1014968"/>
                    </a:cubicBezTo>
                    <a:cubicBezTo>
                      <a:pt x="2048224" y="1075843"/>
                      <a:pt x="2044414" y="1137750"/>
                      <a:pt x="2044414" y="1198626"/>
                    </a:cubicBezTo>
                    <a:cubicBezTo>
                      <a:pt x="2044414" y="1252279"/>
                      <a:pt x="2045684" y="1301805"/>
                      <a:pt x="2046954" y="1354643"/>
                    </a:cubicBezTo>
                    <a:cubicBezTo>
                      <a:pt x="2046954" y="1376233"/>
                      <a:pt x="2046954" y="1390203"/>
                      <a:pt x="2046954" y="1414333"/>
                    </a:cubicBezTo>
                    <a:cubicBezTo>
                      <a:pt x="2024093" y="1414333"/>
                      <a:pt x="2003774" y="1415603"/>
                      <a:pt x="1982371" y="1414333"/>
                    </a:cubicBezTo>
                    <a:cubicBezTo>
                      <a:pt x="1882618" y="1409253"/>
                      <a:pt x="1781330" y="1415603"/>
                      <a:pt x="1681577" y="1410523"/>
                    </a:cubicBezTo>
                    <a:cubicBezTo>
                      <a:pt x="1621725" y="1406713"/>
                      <a:pt x="1563408" y="1409253"/>
                      <a:pt x="1503556" y="1406713"/>
                    </a:cubicBezTo>
                    <a:cubicBezTo>
                      <a:pt x="1475932" y="1405443"/>
                      <a:pt x="1448308" y="1404173"/>
                      <a:pt x="1420684" y="1402903"/>
                    </a:cubicBezTo>
                    <a:cubicBezTo>
                      <a:pt x="1403803" y="1402903"/>
                      <a:pt x="1388456" y="1404173"/>
                      <a:pt x="1371575" y="1404173"/>
                    </a:cubicBezTo>
                    <a:cubicBezTo>
                      <a:pt x="1328605" y="1402903"/>
                      <a:pt x="1210436" y="1404173"/>
                      <a:pt x="1167465" y="1402903"/>
                    </a:cubicBezTo>
                    <a:cubicBezTo>
                      <a:pt x="1136772" y="1401633"/>
                      <a:pt x="522907" y="1410523"/>
                      <a:pt x="492213" y="1409253"/>
                    </a:cubicBezTo>
                    <a:cubicBezTo>
                      <a:pt x="484540" y="1409253"/>
                      <a:pt x="475332" y="1410523"/>
                      <a:pt x="467659" y="1410523"/>
                    </a:cubicBezTo>
                    <a:cubicBezTo>
                      <a:pt x="449243" y="1410523"/>
                      <a:pt x="432361" y="1411793"/>
                      <a:pt x="413945" y="1411793"/>
                    </a:cubicBezTo>
                    <a:cubicBezTo>
                      <a:pt x="367906" y="1411793"/>
                      <a:pt x="323400" y="1410523"/>
                      <a:pt x="277360" y="1409253"/>
                    </a:cubicBezTo>
                    <a:cubicBezTo>
                      <a:pt x="249737" y="1407983"/>
                      <a:pt x="222113" y="1406713"/>
                      <a:pt x="196023" y="1405443"/>
                    </a:cubicBezTo>
                    <a:cubicBezTo>
                      <a:pt x="146914" y="1404173"/>
                      <a:pt x="97805" y="1402903"/>
                      <a:pt x="48260" y="1402903"/>
                    </a:cubicBezTo>
                    <a:cubicBezTo>
                      <a:pt x="38100" y="1402903"/>
                      <a:pt x="29210" y="1402903"/>
                      <a:pt x="19050" y="1401633"/>
                    </a:cubicBezTo>
                    <a:cubicBezTo>
                      <a:pt x="10160" y="1400363"/>
                      <a:pt x="5080" y="1394013"/>
                      <a:pt x="7620" y="1385123"/>
                    </a:cubicBezTo>
                    <a:cubicBezTo>
                      <a:pt x="16510" y="1353394"/>
                      <a:pt x="12700" y="1327599"/>
                      <a:pt x="11430" y="1300773"/>
                    </a:cubicBezTo>
                    <a:cubicBezTo>
                      <a:pt x="10160" y="1246088"/>
                      <a:pt x="6350" y="1192435"/>
                      <a:pt x="7620" y="1137750"/>
                    </a:cubicBezTo>
                    <a:cubicBezTo>
                      <a:pt x="5080" y="1069652"/>
                      <a:pt x="0" y="226682"/>
                      <a:pt x="7620" y="157552"/>
                    </a:cubicBezTo>
                    <a:cubicBezTo>
                      <a:pt x="8890" y="144139"/>
                      <a:pt x="7620" y="129693"/>
                      <a:pt x="8890" y="116280"/>
                    </a:cubicBezTo>
                    <a:cubicBezTo>
                      <a:pt x="10160" y="94613"/>
                      <a:pt x="12700" y="70882"/>
                      <a:pt x="13970" y="44450"/>
                    </a:cubicBezTo>
                    <a:cubicBezTo>
                      <a:pt x="13970" y="41910"/>
                      <a:pt x="15240" y="39370"/>
                      <a:pt x="16510" y="38100"/>
                    </a:cubicBezTo>
                    <a:cubicBezTo>
                      <a:pt x="38100" y="35560"/>
                      <a:pt x="59438" y="30480"/>
                      <a:pt x="83993" y="29210"/>
                    </a:cubicBezTo>
                    <a:cubicBezTo>
                      <a:pt x="125429" y="25400"/>
                      <a:pt x="166865" y="22860"/>
                      <a:pt x="209835" y="20320"/>
                    </a:cubicBezTo>
                    <a:cubicBezTo>
                      <a:pt x="238994" y="17780"/>
                      <a:pt x="268152" y="16510"/>
                      <a:pt x="295776" y="13970"/>
                    </a:cubicBezTo>
                    <a:cubicBezTo>
                      <a:pt x="323400" y="11430"/>
                      <a:pt x="352559" y="8890"/>
                      <a:pt x="380183" y="8890"/>
                    </a:cubicBezTo>
                    <a:cubicBezTo>
                      <a:pt x="410876" y="7620"/>
                      <a:pt x="441569" y="10160"/>
                      <a:pt x="472263" y="8890"/>
                    </a:cubicBezTo>
                    <a:cubicBezTo>
                      <a:pt x="510629" y="8890"/>
                      <a:pt x="1205832" y="6350"/>
                      <a:pt x="1244198" y="5080"/>
                    </a:cubicBezTo>
                    <a:cubicBezTo>
                      <a:pt x="1281030" y="3810"/>
                      <a:pt x="1317862" y="2540"/>
                      <a:pt x="1356229" y="2540"/>
                    </a:cubicBezTo>
                    <a:cubicBezTo>
                      <a:pt x="1419150" y="1270"/>
                      <a:pt x="1480536" y="0"/>
                      <a:pt x="1543457" y="0"/>
                    </a:cubicBezTo>
                    <a:cubicBezTo>
                      <a:pt x="1569547" y="0"/>
                      <a:pt x="1597171" y="2540"/>
                      <a:pt x="1623260" y="2540"/>
                    </a:cubicBezTo>
                    <a:cubicBezTo>
                      <a:pt x="1695389" y="3810"/>
                      <a:pt x="1769053" y="5080"/>
                      <a:pt x="1841182" y="7620"/>
                    </a:cubicBezTo>
                    <a:cubicBezTo>
                      <a:pt x="1879549" y="8890"/>
                      <a:pt x="1917915" y="12700"/>
                      <a:pt x="1956282" y="16510"/>
                    </a:cubicBezTo>
                    <a:cubicBezTo>
                      <a:pt x="1965490" y="16510"/>
                      <a:pt x="1974698" y="16510"/>
                      <a:pt x="1982371" y="16510"/>
                    </a:cubicBezTo>
                    <a:cubicBezTo>
                      <a:pt x="1994884" y="17780"/>
                      <a:pt x="2003774" y="20320"/>
                      <a:pt x="2013934" y="21590"/>
                    </a:cubicBezTo>
                    <a:close/>
                    <a:moveTo>
                      <a:pt x="2024094" y="1397823"/>
                    </a:moveTo>
                    <a:cubicBezTo>
                      <a:pt x="2025364" y="1381313"/>
                      <a:pt x="2026634" y="1368613"/>
                      <a:pt x="2026634" y="1355913"/>
                    </a:cubicBezTo>
                    <a:cubicBezTo>
                      <a:pt x="2025364" y="1296646"/>
                      <a:pt x="2024094" y="1241961"/>
                      <a:pt x="2024094" y="1183149"/>
                    </a:cubicBezTo>
                    <a:cubicBezTo>
                      <a:pt x="2024094" y="1156323"/>
                      <a:pt x="2026634" y="1129496"/>
                      <a:pt x="2025364" y="1102670"/>
                    </a:cubicBezTo>
                    <a:cubicBezTo>
                      <a:pt x="2025364" y="1077907"/>
                      <a:pt x="2024094" y="1052112"/>
                      <a:pt x="2022824" y="1027349"/>
                    </a:cubicBezTo>
                    <a:cubicBezTo>
                      <a:pt x="2017744" y="989173"/>
                      <a:pt x="2006314" y="198823"/>
                      <a:pt x="2006314" y="160647"/>
                    </a:cubicBezTo>
                    <a:cubicBezTo>
                      <a:pt x="2003774" y="128662"/>
                      <a:pt x="2001234" y="95644"/>
                      <a:pt x="1998694" y="63500"/>
                    </a:cubicBezTo>
                    <a:cubicBezTo>
                      <a:pt x="1997424" y="44450"/>
                      <a:pt x="1996154" y="43180"/>
                      <a:pt x="1977767" y="41910"/>
                    </a:cubicBezTo>
                    <a:cubicBezTo>
                      <a:pt x="1973163" y="41910"/>
                      <a:pt x="1970094" y="41910"/>
                      <a:pt x="1965490" y="40640"/>
                    </a:cubicBezTo>
                    <a:cubicBezTo>
                      <a:pt x="1927123" y="36830"/>
                      <a:pt x="1887222" y="31750"/>
                      <a:pt x="1848856" y="30480"/>
                    </a:cubicBezTo>
                    <a:cubicBezTo>
                      <a:pt x="1755241" y="26670"/>
                      <a:pt x="1660092" y="25400"/>
                      <a:pt x="1566478" y="22860"/>
                    </a:cubicBezTo>
                    <a:cubicBezTo>
                      <a:pt x="1552665" y="22860"/>
                      <a:pt x="1537319" y="22860"/>
                      <a:pt x="1523507" y="22860"/>
                    </a:cubicBezTo>
                    <a:cubicBezTo>
                      <a:pt x="1500487" y="22860"/>
                      <a:pt x="1477467" y="22860"/>
                      <a:pt x="1455982" y="22860"/>
                    </a:cubicBezTo>
                    <a:cubicBezTo>
                      <a:pt x="1406873" y="22860"/>
                      <a:pt x="1357763" y="22860"/>
                      <a:pt x="1310189" y="24130"/>
                    </a:cubicBezTo>
                    <a:cubicBezTo>
                      <a:pt x="1268753" y="25400"/>
                      <a:pt x="570481" y="29210"/>
                      <a:pt x="529045" y="29210"/>
                    </a:cubicBezTo>
                    <a:cubicBezTo>
                      <a:pt x="461520" y="29210"/>
                      <a:pt x="393995" y="26670"/>
                      <a:pt x="326470" y="33020"/>
                    </a:cubicBezTo>
                    <a:cubicBezTo>
                      <a:pt x="291172" y="36830"/>
                      <a:pt x="257410" y="36830"/>
                      <a:pt x="223647" y="38100"/>
                    </a:cubicBezTo>
                    <a:cubicBezTo>
                      <a:pt x="165330" y="41910"/>
                      <a:pt x="107013" y="45720"/>
                      <a:pt x="49530" y="50800"/>
                    </a:cubicBezTo>
                    <a:cubicBezTo>
                      <a:pt x="36830" y="50800"/>
                      <a:pt x="34290" y="53340"/>
                      <a:pt x="33020" y="67786"/>
                    </a:cubicBezTo>
                    <a:cubicBezTo>
                      <a:pt x="31750" y="86358"/>
                      <a:pt x="31750" y="104931"/>
                      <a:pt x="30480" y="123503"/>
                    </a:cubicBezTo>
                    <a:cubicBezTo>
                      <a:pt x="29210" y="154456"/>
                      <a:pt x="26670" y="184378"/>
                      <a:pt x="25400" y="215332"/>
                    </a:cubicBezTo>
                    <a:cubicBezTo>
                      <a:pt x="20320" y="248349"/>
                      <a:pt x="26670" y="1055207"/>
                      <a:pt x="29210" y="1088225"/>
                    </a:cubicBezTo>
                    <a:cubicBezTo>
                      <a:pt x="29210" y="1123305"/>
                      <a:pt x="29210" y="1159418"/>
                      <a:pt x="30480" y="1194499"/>
                    </a:cubicBezTo>
                    <a:cubicBezTo>
                      <a:pt x="30480" y="1220293"/>
                      <a:pt x="33020" y="1246088"/>
                      <a:pt x="33020" y="1271883"/>
                    </a:cubicBezTo>
                    <a:cubicBezTo>
                      <a:pt x="33020" y="1299741"/>
                      <a:pt x="33020" y="1327599"/>
                      <a:pt x="31750" y="1355913"/>
                    </a:cubicBezTo>
                    <a:cubicBezTo>
                      <a:pt x="31750" y="1359723"/>
                      <a:pt x="31750" y="1362263"/>
                      <a:pt x="31750" y="1366073"/>
                    </a:cubicBezTo>
                    <a:cubicBezTo>
                      <a:pt x="31750" y="1376233"/>
                      <a:pt x="35560" y="1380043"/>
                      <a:pt x="44450" y="1380043"/>
                    </a:cubicBezTo>
                    <a:cubicBezTo>
                      <a:pt x="62508" y="1380043"/>
                      <a:pt x="83993" y="1381313"/>
                      <a:pt x="103944" y="1381313"/>
                    </a:cubicBezTo>
                    <a:cubicBezTo>
                      <a:pt x="133102" y="1381313"/>
                      <a:pt x="163795" y="1378773"/>
                      <a:pt x="192954" y="1381313"/>
                    </a:cubicBezTo>
                    <a:cubicBezTo>
                      <a:pt x="240529" y="1385123"/>
                      <a:pt x="288103" y="1387663"/>
                      <a:pt x="335678" y="1386393"/>
                    </a:cubicBezTo>
                    <a:cubicBezTo>
                      <a:pt x="366371" y="1385123"/>
                      <a:pt x="395530" y="1387663"/>
                      <a:pt x="426223" y="1387663"/>
                    </a:cubicBezTo>
                    <a:cubicBezTo>
                      <a:pt x="470728" y="1387663"/>
                      <a:pt x="515233" y="1386393"/>
                      <a:pt x="559738" y="1387663"/>
                    </a:cubicBezTo>
                    <a:cubicBezTo>
                      <a:pt x="625729" y="1388933"/>
                      <a:pt x="1350090" y="1378773"/>
                      <a:pt x="1417615" y="1381313"/>
                    </a:cubicBezTo>
                    <a:cubicBezTo>
                      <a:pt x="1446774" y="1382583"/>
                      <a:pt x="1475932" y="1383853"/>
                      <a:pt x="1503556" y="1383853"/>
                    </a:cubicBezTo>
                    <a:cubicBezTo>
                      <a:pt x="1554200" y="1386393"/>
                      <a:pt x="1603309" y="1382583"/>
                      <a:pt x="1653953" y="1386393"/>
                    </a:cubicBezTo>
                    <a:cubicBezTo>
                      <a:pt x="1695389" y="1388933"/>
                      <a:pt x="1736825" y="1388933"/>
                      <a:pt x="1778261" y="1391473"/>
                    </a:cubicBezTo>
                    <a:cubicBezTo>
                      <a:pt x="1839648" y="1395283"/>
                      <a:pt x="1901034" y="1397823"/>
                      <a:pt x="1962420" y="1399093"/>
                    </a:cubicBezTo>
                    <a:cubicBezTo>
                      <a:pt x="1985440" y="1399093"/>
                      <a:pt x="2003774" y="1397823"/>
                      <a:pt x="2024094" y="1397823"/>
                    </a:cubicBezTo>
                    <a:close/>
                  </a:path>
                </a:pathLst>
              </a:custGeom>
              <a:solidFill>
                <a:srgbClr val="000000"/>
              </a:solidFill>
            </p:spPr>
          </p:sp>
        </p:grpSp>
        <p:sp>
          <p:nvSpPr>
            <p:cNvPr id="10" name="AutoShape 10"/>
            <p:cNvSpPr/>
            <p:nvPr/>
          </p:nvSpPr>
          <p:spPr>
            <a:xfrm rot="-578298">
              <a:off x="2305664" y="117422"/>
              <a:ext cx="1444562" cy="496971"/>
            </a:xfrm>
            <a:prstGeom prst="rect">
              <a:avLst/>
            </a:prstGeom>
            <a:solidFill>
              <a:srgbClr val="000000"/>
            </a:solidFill>
          </p:spPr>
        </p:sp>
      </p:grpSp>
      <p:pic>
        <p:nvPicPr>
          <p:cNvPr id="11" name="Picture 11"/>
          <p:cNvPicPr>
            <a:picLocks noChangeAspect="1"/>
          </p:cNvPicPr>
          <p:nvPr/>
        </p:nvPicPr>
        <p:blipFill>
          <a:blip r:embed="rId4"/>
          <a:srcRect/>
          <a:stretch>
            <a:fillRect/>
          </a:stretch>
        </p:blipFill>
        <p:spPr>
          <a:xfrm>
            <a:off x="8001000" y="2328466"/>
            <a:ext cx="7621697" cy="410492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grpSp>
        <p:nvGrpSpPr>
          <p:cNvPr id="15" name="Group 15"/>
          <p:cNvGrpSpPr/>
          <p:nvPr/>
        </p:nvGrpSpPr>
        <p:grpSpPr>
          <a:xfrm>
            <a:off x="1759112" y="9184886"/>
            <a:ext cx="14831292" cy="473809"/>
            <a:chOff x="0" y="0"/>
            <a:chExt cx="744320" cy="124789"/>
          </a:xfrm>
        </p:grpSpPr>
        <p:sp>
          <p:nvSpPr>
            <p:cNvPr id="16" name="Freeform 16"/>
            <p:cNvSpPr/>
            <p:nvPr/>
          </p:nvSpPr>
          <p:spPr>
            <a:xfrm>
              <a:off x="0" y="0"/>
              <a:ext cx="744320" cy="124789"/>
            </a:xfrm>
            <a:custGeom>
              <a:avLst/>
              <a:gdLst/>
              <a:ahLst/>
              <a:cxnLst/>
              <a:rect l="l" t="t" r="r" b="b"/>
              <a:pathLst>
                <a:path w="744320" h="124789">
                  <a:moveTo>
                    <a:pt x="0" y="0"/>
                  </a:moveTo>
                  <a:lnTo>
                    <a:pt x="744320" y="0"/>
                  </a:lnTo>
                  <a:lnTo>
                    <a:pt x="744320" y="124789"/>
                  </a:lnTo>
                  <a:lnTo>
                    <a:pt x="0" y="124789"/>
                  </a:lnTo>
                  <a:close/>
                </a:path>
              </a:pathLst>
            </a:custGeom>
            <a:solidFill>
              <a:srgbClr val="000000"/>
            </a:solidFill>
          </p:spPr>
        </p:sp>
        <p:sp>
          <p:nvSpPr>
            <p:cNvPr id="17" name="TextBox 17"/>
            <p:cNvSpPr txBox="1"/>
            <p:nvPr/>
          </p:nvSpPr>
          <p:spPr>
            <a:xfrm>
              <a:off x="0" y="-57150"/>
              <a:ext cx="812800" cy="869950"/>
            </a:xfrm>
            <a:prstGeom prst="rect">
              <a:avLst/>
            </a:prstGeom>
          </p:spPr>
          <p:txBody>
            <a:bodyPr lIns="50800" tIns="50800" rIns="50800" bIns="50800" rtlCol="0" anchor="ctr"/>
            <a:lstStyle/>
            <a:p>
              <a:pPr algn="ctr">
                <a:lnSpc>
                  <a:spcPts val="3359"/>
                </a:lnSpc>
              </a:pPr>
              <a:endParaRPr/>
            </a:p>
          </p:txBody>
        </p:sp>
      </p:grpSp>
      <p:sp>
        <p:nvSpPr>
          <p:cNvPr id="12" name="TextBox 12"/>
          <p:cNvSpPr txBox="1"/>
          <p:nvPr/>
        </p:nvSpPr>
        <p:spPr>
          <a:xfrm>
            <a:off x="1835523" y="2271638"/>
            <a:ext cx="13973136" cy="6771084"/>
          </a:xfrm>
          <a:prstGeom prst="rect">
            <a:avLst/>
          </a:prstGeom>
        </p:spPr>
        <p:txBody>
          <a:bodyPr wrap="square" lIns="0" tIns="0" rIns="0" bIns="0" rtlCol="0" anchor="t">
            <a:spAutoFit/>
          </a:bodyPr>
          <a:lstStyle/>
          <a:p>
            <a:pPr>
              <a:lnSpc>
                <a:spcPts val="13217"/>
              </a:lnSpc>
            </a:pPr>
            <a:r>
              <a:rPr lang="en-US" sz="12469" dirty="0" err="1">
                <a:latin typeface="Caudex Bold"/>
              </a:rPr>
              <a:t>Điều</a:t>
            </a:r>
            <a:r>
              <a:rPr lang="en-US" sz="12469" dirty="0">
                <a:solidFill>
                  <a:srgbClr val="FF0000"/>
                </a:solidFill>
                <a:latin typeface="Caudex Bold"/>
              </a:rPr>
              <a:t> </a:t>
            </a:r>
            <a:endParaRPr lang="en-US" sz="12469" dirty="0" smtClean="0">
              <a:solidFill>
                <a:srgbClr val="FF0000"/>
              </a:solidFill>
              <a:latin typeface="Caudex Bold"/>
            </a:endParaRPr>
          </a:p>
          <a:p>
            <a:pPr>
              <a:lnSpc>
                <a:spcPts val="13217"/>
              </a:lnSpc>
            </a:pPr>
            <a:r>
              <a:rPr lang="en-US" sz="12469" dirty="0" err="1" smtClean="0">
                <a:latin typeface="Caudex Bold"/>
              </a:rPr>
              <a:t>Hòa</a:t>
            </a:r>
            <a:r>
              <a:rPr lang="en-US" sz="12469" dirty="0" smtClean="0">
                <a:solidFill>
                  <a:srgbClr val="000000"/>
                </a:solidFill>
                <a:latin typeface="Caudex Bold"/>
              </a:rPr>
              <a:t> </a:t>
            </a:r>
          </a:p>
          <a:p>
            <a:pPr>
              <a:lnSpc>
                <a:spcPts val="13217"/>
              </a:lnSpc>
            </a:pPr>
            <a:r>
              <a:rPr lang="en-US" sz="12469" dirty="0" err="1" smtClean="0">
                <a:latin typeface="Caudex Bold"/>
              </a:rPr>
              <a:t>Làm</a:t>
            </a:r>
            <a:r>
              <a:rPr lang="en-US" sz="12469" dirty="0" smtClean="0">
                <a:solidFill>
                  <a:srgbClr val="0070C0"/>
                </a:solidFill>
                <a:latin typeface="Caudex Bold"/>
              </a:rPr>
              <a:t> </a:t>
            </a:r>
          </a:p>
          <a:p>
            <a:pPr>
              <a:lnSpc>
                <a:spcPts val="13217"/>
              </a:lnSpc>
            </a:pPr>
            <a:r>
              <a:rPr lang="en-US" sz="12469" dirty="0" err="1" smtClean="0">
                <a:solidFill>
                  <a:srgbClr val="0070C0"/>
                </a:solidFill>
                <a:latin typeface="Caudex Bold"/>
              </a:rPr>
              <a:t>Lạnh</a:t>
            </a:r>
            <a:r>
              <a:rPr lang="en-US" sz="12469" dirty="0" smtClean="0">
                <a:solidFill>
                  <a:srgbClr val="000000"/>
                </a:solidFill>
                <a:latin typeface="Caudex Bold"/>
              </a:rPr>
              <a:t> </a:t>
            </a:r>
            <a:endParaRPr lang="en-US" sz="12469" dirty="0">
              <a:solidFill>
                <a:srgbClr val="000000"/>
              </a:solidFill>
              <a:latin typeface="Caudex Bold"/>
            </a:endParaRPr>
          </a:p>
        </p:txBody>
      </p:sp>
      <p:sp>
        <p:nvSpPr>
          <p:cNvPr id="13" name="TextBox 13"/>
          <p:cNvSpPr txBox="1"/>
          <p:nvPr/>
        </p:nvSpPr>
        <p:spPr>
          <a:xfrm>
            <a:off x="1026203" y="207290"/>
            <a:ext cx="6212797" cy="386339"/>
          </a:xfrm>
          <a:prstGeom prst="rect">
            <a:avLst/>
          </a:prstGeom>
        </p:spPr>
        <p:txBody>
          <a:bodyPr lIns="0" tIns="0" rIns="0" bIns="0" rtlCol="0" anchor="t">
            <a:spAutoFit/>
          </a:bodyPr>
          <a:lstStyle/>
          <a:p>
            <a:pPr>
              <a:lnSpc>
                <a:spcPts val="3359"/>
              </a:lnSpc>
            </a:pPr>
            <a:r>
              <a:rPr lang="en-US" sz="2400" dirty="0">
                <a:solidFill>
                  <a:srgbClr val="000000"/>
                </a:solidFill>
                <a:latin typeface="Public Sans"/>
              </a:rPr>
              <a:t>NHÓM 2-67CS1</a:t>
            </a:r>
          </a:p>
        </p:txBody>
      </p:sp>
      <p:sp>
        <p:nvSpPr>
          <p:cNvPr id="14" name="TextBox 14"/>
          <p:cNvSpPr txBox="1"/>
          <p:nvPr/>
        </p:nvSpPr>
        <p:spPr>
          <a:xfrm>
            <a:off x="9670769" y="230513"/>
            <a:ext cx="6212797" cy="776488"/>
          </a:xfrm>
          <a:prstGeom prst="rect">
            <a:avLst/>
          </a:prstGeom>
        </p:spPr>
        <p:txBody>
          <a:bodyPr lIns="0" tIns="0" rIns="0" bIns="0" rtlCol="0" anchor="t">
            <a:spAutoFit/>
          </a:bodyPr>
          <a:lstStyle/>
          <a:p>
            <a:pPr algn="r">
              <a:lnSpc>
                <a:spcPts val="3359"/>
              </a:lnSpc>
            </a:pPr>
            <a:r>
              <a:rPr lang="en-US" sz="2399" dirty="0" err="1">
                <a:solidFill>
                  <a:srgbClr val="000000"/>
                </a:solidFill>
                <a:latin typeface="Public Sans"/>
              </a:rPr>
              <a:t>Nhóm</a:t>
            </a:r>
            <a:r>
              <a:rPr lang="en-US" sz="2399" dirty="0">
                <a:solidFill>
                  <a:srgbClr val="000000"/>
                </a:solidFill>
                <a:latin typeface="Public Sans"/>
              </a:rPr>
              <a:t> </a:t>
            </a:r>
            <a:r>
              <a:rPr lang="en-US" sz="2399" dirty="0" err="1">
                <a:solidFill>
                  <a:srgbClr val="000000"/>
                </a:solidFill>
                <a:latin typeface="Public Sans"/>
              </a:rPr>
              <a:t>trưởng</a:t>
            </a:r>
            <a:r>
              <a:rPr lang="en-US" sz="2399" dirty="0">
                <a:solidFill>
                  <a:srgbClr val="000000"/>
                </a:solidFill>
                <a:latin typeface="Public Sans"/>
              </a:rPr>
              <a:t>: </a:t>
            </a:r>
            <a:r>
              <a:rPr lang="en-US" sz="2399" dirty="0" err="1">
                <a:solidFill>
                  <a:srgbClr val="000000"/>
                </a:solidFill>
                <a:latin typeface="Public Sans"/>
              </a:rPr>
              <a:t>Hoàng</a:t>
            </a:r>
            <a:r>
              <a:rPr lang="en-US" sz="2399" dirty="0">
                <a:solidFill>
                  <a:srgbClr val="000000"/>
                </a:solidFill>
                <a:latin typeface="Public Sans"/>
              </a:rPr>
              <a:t> </a:t>
            </a:r>
            <a:r>
              <a:rPr lang="en-US" sz="2399" dirty="0" err="1">
                <a:solidFill>
                  <a:srgbClr val="000000"/>
                </a:solidFill>
                <a:latin typeface="Public Sans"/>
              </a:rPr>
              <a:t>Quang</a:t>
            </a:r>
            <a:r>
              <a:rPr lang="en-US" sz="2399" dirty="0">
                <a:solidFill>
                  <a:srgbClr val="000000"/>
                </a:solidFill>
                <a:latin typeface="Public Sans"/>
              </a:rPr>
              <a:t> </a:t>
            </a:r>
            <a:r>
              <a:rPr lang="en-US" sz="2399" dirty="0" err="1">
                <a:solidFill>
                  <a:srgbClr val="000000"/>
                </a:solidFill>
                <a:latin typeface="Public Sans"/>
              </a:rPr>
              <a:t>Duy</a:t>
            </a:r>
            <a:endParaRPr lang="en-US" sz="2399" dirty="0">
              <a:solidFill>
                <a:srgbClr val="000000"/>
              </a:solidFill>
              <a:latin typeface="Public Sans"/>
            </a:endParaRPr>
          </a:p>
          <a:p>
            <a:pPr algn="r">
              <a:lnSpc>
                <a:spcPts val="3359"/>
              </a:lnSpc>
            </a:pPr>
            <a:endParaRPr lang="en-US" sz="2399" dirty="0">
              <a:solidFill>
                <a:srgbClr val="000000"/>
              </a:solidFill>
              <a:latin typeface="Public Sans"/>
            </a:endParaRPr>
          </a:p>
        </p:txBody>
      </p:sp>
      <p:pic>
        <p:nvPicPr>
          <p:cNvPr id="19" name="Picture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0564" y="7371853"/>
            <a:ext cx="1650123" cy="1790383"/>
          </a:xfrm>
          <a:prstGeom prst="rect">
            <a:avLst/>
          </a:prstGeom>
        </p:spPr>
      </p:pic>
      <p:pic>
        <p:nvPicPr>
          <p:cNvPr id="20" name="Picture 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8"/>
              </a:ext>
            </a:extLst>
          </a:blip>
          <a:srcRect/>
          <a:stretch>
            <a:fillRect/>
          </a:stretch>
        </p:blipFill>
        <p:spPr>
          <a:xfrm>
            <a:off x="1427761" y="1193935"/>
            <a:ext cx="8706839" cy="860711"/>
          </a:xfrm>
          <a:prstGeom prst="rect">
            <a:avLst/>
          </a:prstGeom>
        </p:spPr>
      </p:pic>
      <p:grpSp>
        <p:nvGrpSpPr>
          <p:cNvPr id="34" name="Google Shape;12705;p70"/>
          <p:cNvGrpSpPr/>
          <p:nvPr/>
        </p:nvGrpSpPr>
        <p:grpSpPr>
          <a:xfrm rot="4438488">
            <a:off x="15924779" y="868302"/>
            <a:ext cx="1026367" cy="1119464"/>
            <a:chOff x="2185372" y="1957799"/>
            <a:chExt cx="366664" cy="366982"/>
          </a:xfrm>
        </p:grpSpPr>
        <p:sp>
          <p:nvSpPr>
            <p:cNvPr id="35" name="Google Shape;12706;p70"/>
            <p:cNvSpPr/>
            <p:nvPr/>
          </p:nvSpPr>
          <p:spPr>
            <a:xfrm>
              <a:off x="2228742" y="2000853"/>
              <a:ext cx="75082" cy="74226"/>
            </a:xfrm>
            <a:custGeom>
              <a:avLst/>
              <a:gdLst/>
              <a:ahLst/>
              <a:cxnLst/>
              <a:rect l="l" t="t" r="r" b="b"/>
              <a:pathLst>
                <a:path w="2370" h="2343" extrusionOk="0">
                  <a:moveTo>
                    <a:pt x="179" y="0"/>
                  </a:moveTo>
                  <a:cubicBezTo>
                    <a:pt x="135" y="0"/>
                    <a:pt x="90" y="15"/>
                    <a:pt x="60" y="45"/>
                  </a:cubicBezTo>
                  <a:cubicBezTo>
                    <a:pt x="1" y="104"/>
                    <a:pt x="1" y="223"/>
                    <a:pt x="60" y="283"/>
                  </a:cubicBezTo>
                  <a:lnTo>
                    <a:pt x="2072" y="2295"/>
                  </a:lnTo>
                  <a:cubicBezTo>
                    <a:pt x="2096" y="2331"/>
                    <a:pt x="2144" y="2343"/>
                    <a:pt x="2191" y="2343"/>
                  </a:cubicBezTo>
                  <a:cubicBezTo>
                    <a:pt x="2227" y="2343"/>
                    <a:pt x="2275" y="2331"/>
                    <a:pt x="2310" y="2295"/>
                  </a:cubicBezTo>
                  <a:cubicBezTo>
                    <a:pt x="2370" y="2235"/>
                    <a:pt x="2370" y="2116"/>
                    <a:pt x="2310" y="2057"/>
                  </a:cubicBezTo>
                  <a:lnTo>
                    <a:pt x="298" y="45"/>
                  </a:lnTo>
                  <a:cubicBezTo>
                    <a:pt x="269" y="15"/>
                    <a:pt x="224" y="0"/>
                    <a:pt x="17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2707;p70"/>
            <p:cNvSpPr/>
            <p:nvPr/>
          </p:nvSpPr>
          <p:spPr>
            <a:xfrm>
              <a:off x="2188001" y="2067159"/>
              <a:ext cx="98873" cy="35070"/>
            </a:xfrm>
            <a:custGeom>
              <a:avLst/>
              <a:gdLst/>
              <a:ahLst/>
              <a:cxnLst/>
              <a:rect l="l" t="t" r="r" b="b"/>
              <a:pathLst>
                <a:path w="3121" h="1107" extrusionOk="0">
                  <a:moveTo>
                    <a:pt x="188" y="1"/>
                  </a:moveTo>
                  <a:cubicBezTo>
                    <a:pt x="120" y="1"/>
                    <a:pt x="56" y="54"/>
                    <a:pt x="37" y="131"/>
                  </a:cubicBezTo>
                  <a:cubicBezTo>
                    <a:pt x="1" y="214"/>
                    <a:pt x="60" y="309"/>
                    <a:pt x="156" y="333"/>
                  </a:cubicBezTo>
                  <a:lnTo>
                    <a:pt x="2882" y="1107"/>
                  </a:lnTo>
                  <a:lnTo>
                    <a:pt x="2918" y="1107"/>
                  </a:lnTo>
                  <a:cubicBezTo>
                    <a:pt x="3001" y="1107"/>
                    <a:pt x="3073" y="1071"/>
                    <a:pt x="3085" y="988"/>
                  </a:cubicBezTo>
                  <a:cubicBezTo>
                    <a:pt x="3120" y="904"/>
                    <a:pt x="3061" y="809"/>
                    <a:pt x="2965" y="785"/>
                  </a:cubicBezTo>
                  <a:lnTo>
                    <a:pt x="239" y="11"/>
                  </a:lnTo>
                  <a:cubicBezTo>
                    <a:pt x="222" y="4"/>
                    <a:pt x="205" y="1"/>
                    <a:pt x="18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2708;p70"/>
            <p:cNvSpPr/>
            <p:nvPr/>
          </p:nvSpPr>
          <p:spPr>
            <a:xfrm>
              <a:off x="2185372" y="2119114"/>
              <a:ext cx="97733" cy="37066"/>
            </a:xfrm>
            <a:custGeom>
              <a:avLst/>
              <a:gdLst/>
              <a:ahLst/>
              <a:cxnLst/>
              <a:rect l="l" t="t" r="r" b="b"/>
              <a:pathLst>
                <a:path w="3085" h="1170" extrusionOk="0">
                  <a:moveTo>
                    <a:pt x="2872" y="1"/>
                  </a:moveTo>
                  <a:cubicBezTo>
                    <a:pt x="2863" y="1"/>
                    <a:pt x="2855" y="1"/>
                    <a:pt x="2846" y="3"/>
                  </a:cubicBezTo>
                  <a:lnTo>
                    <a:pt x="131" y="836"/>
                  </a:lnTo>
                  <a:cubicBezTo>
                    <a:pt x="48" y="872"/>
                    <a:pt x="0" y="955"/>
                    <a:pt x="12" y="1050"/>
                  </a:cubicBezTo>
                  <a:cubicBezTo>
                    <a:pt x="48" y="1122"/>
                    <a:pt x="108" y="1169"/>
                    <a:pt x="179" y="1169"/>
                  </a:cubicBezTo>
                  <a:cubicBezTo>
                    <a:pt x="191" y="1169"/>
                    <a:pt x="203" y="1169"/>
                    <a:pt x="227" y="1158"/>
                  </a:cubicBezTo>
                  <a:lnTo>
                    <a:pt x="2929" y="324"/>
                  </a:lnTo>
                  <a:cubicBezTo>
                    <a:pt x="3037" y="300"/>
                    <a:pt x="3084" y="217"/>
                    <a:pt x="3048" y="122"/>
                  </a:cubicBezTo>
                  <a:cubicBezTo>
                    <a:pt x="3027" y="47"/>
                    <a:pt x="2948" y="1"/>
                    <a:pt x="28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2709;p70"/>
            <p:cNvSpPr/>
            <p:nvPr/>
          </p:nvSpPr>
          <p:spPr>
            <a:xfrm>
              <a:off x="2294763" y="1960587"/>
              <a:ext cx="36242" cy="97131"/>
            </a:xfrm>
            <a:custGeom>
              <a:avLst/>
              <a:gdLst/>
              <a:ahLst/>
              <a:cxnLst/>
              <a:rect l="l" t="t" r="r" b="b"/>
              <a:pathLst>
                <a:path w="1144" h="3066" extrusionOk="0">
                  <a:moveTo>
                    <a:pt x="185" y="1"/>
                  </a:moveTo>
                  <a:cubicBezTo>
                    <a:pt x="172" y="1"/>
                    <a:pt x="158" y="2"/>
                    <a:pt x="143" y="6"/>
                  </a:cubicBezTo>
                  <a:cubicBezTo>
                    <a:pt x="60" y="42"/>
                    <a:pt x="0" y="125"/>
                    <a:pt x="24" y="220"/>
                  </a:cubicBezTo>
                  <a:lnTo>
                    <a:pt x="798" y="2947"/>
                  </a:lnTo>
                  <a:cubicBezTo>
                    <a:pt x="822" y="3018"/>
                    <a:pt x="893" y="3066"/>
                    <a:pt x="965" y="3066"/>
                  </a:cubicBezTo>
                  <a:lnTo>
                    <a:pt x="1012" y="3066"/>
                  </a:lnTo>
                  <a:cubicBezTo>
                    <a:pt x="1096" y="3030"/>
                    <a:pt x="1143" y="2947"/>
                    <a:pt x="1131" y="2852"/>
                  </a:cubicBezTo>
                  <a:lnTo>
                    <a:pt x="357" y="125"/>
                  </a:lnTo>
                  <a:cubicBezTo>
                    <a:pt x="327" y="54"/>
                    <a:pt x="262" y="1"/>
                    <a:pt x="18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2710;p70"/>
            <p:cNvSpPr/>
            <p:nvPr/>
          </p:nvSpPr>
          <p:spPr>
            <a:xfrm>
              <a:off x="2346433" y="1957799"/>
              <a:ext cx="38491" cy="96909"/>
            </a:xfrm>
            <a:custGeom>
              <a:avLst/>
              <a:gdLst/>
              <a:ahLst/>
              <a:cxnLst/>
              <a:rect l="l" t="t" r="r" b="b"/>
              <a:pathLst>
                <a:path w="1215" h="3059" extrusionOk="0">
                  <a:moveTo>
                    <a:pt x="1021" y="0"/>
                  </a:moveTo>
                  <a:cubicBezTo>
                    <a:pt x="953" y="0"/>
                    <a:pt x="889" y="54"/>
                    <a:pt x="870" y="130"/>
                  </a:cubicBezTo>
                  <a:lnTo>
                    <a:pt x="36" y="2832"/>
                  </a:lnTo>
                  <a:cubicBezTo>
                    <a:pt x="0" y="2928"/>
                    <a:pt x="60" y="3011"/>
                    <a:pt x="155" y="3047"/>
                  </a:cubicBezTo>
                  <a:cubicBezTo>
                    <a:pt x="167" y="3047"/>
                    <a:pt x="179" y="3059"/>
                    <a:pt x="203" y="3059"/>
                  </a:cubicBezTo>
                  <a:cubicBezTo>
                    <a:pt x="274" y="3059"/>
                    <a:pt x="334" y="3011"/>
                    <a:pt x="358" y="2940"/>
                  </a:cubicBezTo>
                  <a:lnTo>
                    <a:pt x="1191" y="237"/>
                  </a:lnTo>
                  <a:cubicBezTo>
                    <a:pt x="1215" y="130"/>
                    <a:pt x="1167" y="23"/>
                    <a:pt x="1072" y="11"/>
                  </a:cubicBezTo>
                  <a:cubicBezTo>
                    <a:pt x="1055" y="4"/>
                    <a:pt x="1038" y="0"/>
                    <a:pt x="102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2711;p70"/>
            <p:cNvSpPr/>
            <p:nvPr/>
          </p:nvSpPr>
          <p:spPr>
            <a:xfrm>
              <a:off x="2290993" y="2100391"/>
              <a:ext cx="37731" cy="121778"/>
            </a:xfrm>
            <a:custGeom>
              <a:avLst/>
              <a:gdLst/>
              <a:ahLst/>
              <a:cxnLst/>
              <a:rect l="l" t="t" r="r" b="b"/>
              <a:pathLst>
                <a:path w="1191" h="3844" extrusionOk="0">
                  <a:moveTo>
                    <a:pt x="721" y="1"/>
                  </a:moveTo>
                  <a:cubicBezTo>
                    <a:pt x="670" y="1"/>
                    <a:pt x="616" y="30"/>
                    <a:pt x="572" y="82"/>
                  </a:cubicBezTo>
                  <a:cubicBezTo>
                    <a:pt x="191" y="629"/>
                    <a:pt x="0" y="1296"/>
                    <a:pt x="60" y="1987"/>
                  </a:cubicBezTo>
                  <a:cubicBezTo>
                    <a:pt x="119" y="2665"/>
                    <a:pt x="417" y="3308"/>
                    <a:pt x="893" y="3796"/>
                  </a:cubicBezTo>
                  <a:cubicBezTo>
                    <a:pt x="917" y="3832"/>
                    <a:pt x="965" y="3844"/>
                    <a:pt x="1012" y="3844"/>
                  </a:cubicBezTo>
                  <a:cubicBezTo>
                    <a:pt x="1060" y="3844"/>
                    <a:pt x="1096" y="3832"/>
                    <a:pt x="1131" y="3796"/>
                  </a:cubicBezTo>
                  <a:cubicBezTo>
                    <a:pt x="1191" y="3725"/>
                    <a:pt x="1191" y="3618"/>
                    <a:pt x="1131" y="3546"/>
                  </a:cubicBezTo>
                  <a:cubicBezTo>
                    <a:pt x="250" y="2665"/>
                    <a:pt x="131" y="1284"/>
                    <a:pt x="857" y="272"/>
                  </a:cubicBezTo>
                  <a:cubicBezTo>
                    <a:pt x="917" y="201"/>
                    <a:pt x="893" y="94"/>
                    <a:pt x="810" y="34"/>
                  </a:cubicBezTo>
                  <a:cubicBezTo>
                    <a:pt x="783" y="12"/>
                    <a:pt x="752" y="1"/>
                    <a:pt x="72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2712;p70"/>
            <p:cNvSpPr/>
            <p:nvPr/>
          </p:nvSpPr>
          <p:spPr>
            <a:xfrm>
              <a:off x="2353592" y="2091362"/>
              <a:ext cx="68302" cy="20307"/>
            </a:xfrm>
            <a:custGeom>
              <a:avLst/>
              <a:gdLst/>
              <a:ahLst/>
              <a:cxnLst/>
              <a:rect l="l" t="t" r="r" b="b"/>
              <a:pathLst>
                <a:path w="2156" h="641" extrusionOk="0">
                  <a:moveTo>
                    <a:pt x="971" y="1"/>
                  </a:moveTo>
                  <a:cubicBezTo>
                    <a:pt x="708" y="1"/>
                    <a:pt x="417" y="59"/>
                    <a:pt x="120" y="224"/>
                  </a:cubicBezTo>
                  <a:cubicBezTo>
                    <a:pt x="24" y="271"/>
                    <a:pt x="1" y="379"/>
                    <a:pt x="60" y="462"/>
                  </a:cubicBezTo>
                  <a:cubicBezTo>
                    <a:pt x="90" y="522"/>
                    <a:pt x="144" y="554"/>
                    <a:pt x="201" y="554"/>
                  </a:cubicBezTo>
                  <a:cubicBezTo>
                    <a:pt x="234" y="554"/>
                    <a:pt x="268" y="543"/>
                    <a:pt x="298" y="521"/>
                  </a:cubicBezTo>
                  <a:cubicBezTo>
                    <a:pt x="537" y="391"/>
                    <a:pt x="771" y="345"/>
                    <a:pt x="982" y="345"/>
                  </a:cubicBezTo>
                  <a:cubicBezTo>
                    <a:pt x="1488" y="345"/>
                    <a:pt x="1869" y="608"/>
                    <a:pt x="1894" y="617"/>
                  </a:cubicBezTo>
                  <a:cubicBezTo>
                    <a:pt x="1918" y="629"/>
                    <a:pt x="1953" y="640"/>
                    <a:pt x="2001" y="640"/>
                  </a:cubicBezTo>
                  <a:cubicBezTo>
                    <a:pt x="2060" y="640"/>
                    <a:pt x="2096" y="617"/>
                    <a:pt x="2132" y="569"/>
                  </a:cubicBezTo>
                  <a:cubicBezTo>
                    <a:pt x="2156" y="498"/>
                    <a:pt x="2144" y="390"/>
                    <a:pt x="2072" y="331"/>
                  </a:cubicBezTo>
                  <a:cubicBezTo>
                    <a:pt x="2039" y="314"/>
                    <a:pt x="1581" y="1"/>
                    <a:pt x="97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2713;p70"/>
            <p:cNvSpPr/>
            <p:nvPr/>
          </p:nvSpPr>
          <p:spPr>
            <a:xfrm>
              <a:off x="2321532" y="2064435"/>
              <a:ext cx="230504" cy="260346"/>
            </a:xfrm>
            <a:custGeom>
              <a:avLst/>
              <a:gdLst/>
              <a:ahLst/>
              <a:cxnLst/>
              <a:rect l="l" t="t" r="r" b="b"/>
              <a:pathLst>
                <a:path w="7276" h="8218" extrusionOk="0">
                  <a:moveTo>
                    <a:pt x="3322" y="3038"/>
                  </a:moveTo>
                  <a:cubicBezTo>
                    <a:pt x="3394" y="3038"/>
                    <a:pt x="3489" y="3074"/>
                    <a:pt x="3549" y="3134"/>
                  </a:cubicBezTo>
                  <a:cubicBezTo>
                    <a:pt x="3668" y="3241"/>
                    <a:pt x="3668" y="3431"/>
                    <a:pt x="3525" y="3562"/>
                  </a:cubicBezTo>
                  <a:cubicBezTo>
                    <a:pt x="3465" y="3622"/>
                    <a:pt x="3388" y="3651"/>
                    <a:pt x="3311" y="3651"/>
                  </a:cubicBezTo>
                  <a:cubicBezTo>
                    <a:pt x="3233" y="3651"/>
                    <a:pt x="3156" y="3622"/>
                    <a:pt x="3096" y="3562"/>
                  </a:cubicBezTo>
                  <a:cubicBezTo>
                    <a:pt x="2977" y="3443"/>
                    <a:pt x="2977" y="3253"/>
                    <a:pt x="3096" y="3134"/>
                  </a:cubicBezTo>
                  <a:cubicBezTo>
                    <a:pt x="3156" y="3074"/>
                    <a:pt x="3227" y="3038"/>
                    <a:pt x="3322" y="3038"/>
                  </a:cubicBezTo>
                  <a:close/>
                  <a:moveTo>
                    <a:pt x="2441" y="3919"/>
                  </a:moveTo>
                  <a:cubicBezTo>
                    <a:pt x="2537" y="3919"/>
                    <a:pt x="2608" y="3955"/>
                    <a:pt x="2668" y="4015"/>
                  </a:cubicBezTo>
                  <a:cubicBezTo>
                    <a:pt x="2727" y="4074"/>
                    <a:pt x="2751" y="4146"/>
                    <a:pt x="2751" y="4229"/>
                  </a:cubicBezTo>
                  <a:cubicBezTo>
                    <a:pt x="2739" y="4312"/>
                    <a:pt x="2715" y="4384"/>
                    <a:pt x="2656" y="4443"/>
                  </a:cubicBezTo>
                  <a:cubicBezTo>
                    <a:pt x="2596" y="4503"/>
                    <a:pt x="2516" y="4533"/>
                    <a:pt x="2435" y="4533"/>
                  </a:cubicBezTo>
                  <a:cubicBezTo>
                    <a:pt x="2355" y="4533"/>
                    <a:pt x="2275" y="4503"/>
                    <a:pt x="2215" y="4443"/>
                  </a:cubicBezTo>
                  <a:cubicBezTo>
                    <a:pt x="2096" y="4324"/>
                    <a:pt x="2096" y="4134"/>
                    <a:pt x="2215" y="4015"/>
                  </a:cubicBezTo>
                  <a:cubicBezTo>
                    <a:pt x="2275" y="3955"/>
                    <a:pt x="2358" y="3919"/>
                    <a:pt x="2441" y="3919"/>
                  </a:cubicBezTo>
                  <a:close/>
                  <a:moveTo>
                    <a:pt x="6109" y="5062"/>
                  </a:moveTo>
                  <a:lnTo>
                    <a:pt x="6620" y="5586"/>
                  </a:lnTo>
                  <a:lnTo>
                    <a:pt x="4775" y="7432"/>
                  </a:lnTo>
                  <a:lnTo>
                    <a:pt x="4656" y="7551"/>
                  </a:lnTo>
                  <a:lnTo>
                    <a:pt x="4144" y="7027"/>
                  </a:lnTo>
                  <a:lnTo>
                    <a:pt x="4215" y="6955"/>
                  </a:lnTo>
                  <a:lnTo>
                    <a:pt x="4680" y="6491"/>
                  </a:lnTo>
                  <a:lnTo>
                    <a:pt x="5573" y="5598"/>
                  </a:lnTo>
                  <a:lnTo>
                    <a:pt x="6025" y="5146"/>
                  </a:lnTo>
                  <a:lnTo>
                    <a:pt x="6109" y="5062"/>
                  </a:lnTo>
                  <a:close/>
                  <a:moveTo>
                    <a:pt x="6644" y="6062"/>
                  </a:moveTo>
                  <a:lnTo>
                    <a:pt x="6668" y="6098"/>
                  </a:lnTo>
                  <a:cubicBezTo>
                    <a:pt x="6859" y="6289"/>
                    <a:pt x="6978" y="6551"/>
                    <a:pt x="6978" y="6836"/>
                  </a:cubicBezTo>
                  <a:cubicBezTo>
                    <a:pt x="6978" y="7122"/>
                    <a:pt x="6859" y="7384"/>
                    <a:pt x="6668" y="7586"/>
                  </a:cubicBezTo>
                  <a:cubicBezTo>
                    <a:pt x="6478" y="7777"/>
                    <a:pt x="6204" y="7896"/>
                    <a:pt x="5930" y="7896"/>
                  </a:cubicBezTo>
                  <a:cubicBezTo>
                    <a:pt x="5644" y="7896"/>
                    <a:pt x="5370" y="7789"/>
                    <a:pt x="5180" y="7586"/>
                  </a:cubicBezTo>
                  <a:lnTo>
                    <a:pt x="5156" y="7551"/>
                  </a:lnTo>
                  <a:lnTo>
                    <a:pt x="6644" y="6062"/>
                  </a:lnTo>
                  <a:close/>
                  <a:moveTo>
                    <a:pt x="1942" y="1"/>
                  </a:moveTo>
                  <a:cubicBezTo>
                    <a:pt x="1249" y="1"/>
                    <a:pt x="584" y="249"/>
                    <a:pt x="72" y="693"/>
                  </a:cubicBezTo>
                  <a:cubicBezTo>
                    <a:pt x="1" y="752"/>
                    <a:pt x="1" y="859"/>
                    <a:pt x="60" y="931"/>
                  </a:cubicBezTo>
                  <a:cubicBezTo>
                    <a:pt x="91" y="968"/>
                    <a:pt x="135" y="986"/>
                    <a:pt x="181" y="986"/>
                  </a:cubicBezTo>
                  <a:cubicBezTo>
                    <a:pt x="222" y="986"/>
                    <a:pt x="264" y="971"/>
                    <a:pt x="298" y="943"/>
                  </a:cubicBezTo>
                  <a:cubicBezTo>
                    <a:pt x="775" y="540"/>
                    <a:pt x="1365" y="340"/>
                    <a:pt x="1953" y="340"/>
                  </a:cubicBezTo>
                  <a:cubicBezTo>
                    <a:pt x="2601" y="340"/>
                    <a:pt x="3247" y="582"/>
                    <a:pt x="3739" y="1062"/>
                  </a:cubicBezTo>
                  <a:cubicBezTo>
                    <a:pt x="4144" y="1467"/>
                    <a:pt x="4406" y="1967"/>
                    <a:pt x="4477" y="2538"/>
                  </a:cubicBezTo>
                  <a:cubicBezTo>
                    <a:pt x="4620" y="3491"/>
                    <a:pt x="5013" y="4336"/>
                    <a:pt x="5668" y="5003"/>
                  </a:cubicBezTo>
                  <a:lnTo>
                    <a:pt x="5454" y="5229"/>
                  </a:lnTo>
                  <a:lnTo>
                    <a:pt x="3882" y="3669"/>
                  </a:lnTo>
                  <a:cubicBezTo>
                    <a:pt x="4037" y="3419"/>
                    <a:pt x="3989" y="3098"/>
                    <a:pt x="3787" y="2884"/>
                  </a:cubicBezTo>
                  <a:cubicBezTo>
                    <a:pt x="3656" y="2753"/>
                    <a:pt x="3486" y="2687"/>
                    <a:pt x="3318" y="2687"/>
                  </a:cubicBezTo>
                  <a:cubicBezTo>
                    <a:pt x="3150" y="2687"/>
                    <a:pt x="2983" y="2753"/>
                    <a:pt x="2858" y="2884"/>
                  </a:cubicBezTo>
                  <a:cubicBezTo>
                    <a:pt x="2656" y="3086"/>
                    <a:pt x="2608" y="3419"/>
                    <a:pt x="2751" y="3669"/>
                  </a:cubicBezTo>
                  <a:cubicBezTo>
                    <a:pt x="2656" y="3610"/>
                    <a:pt x="2549" y="3574"/>
                    <a:pt x="2429" y="3574"/>
                  </a:cubicBezTo>
                  <a:cubicBezTo>
                    <a:pt x="2251" y="3574"/>
                    <a:pt x="2084" y="3657"/>
                    <a:pt x="1965" y="3776"/>
                  </a:cubicBezTo>
                  <a:cubicBezTo>
                    <a:pt x="1715" y="4027"/>
                    <a:pt x="1715" y="4443"/>
                    <a:pt x="1965" y="4693"/>
                  </a:cubicBezTo>
                  <a:cubicBezTo>
                    <a:pt x="2096" y="4824"/>
                    <a:pt x="2263" y="4884"/>
                    <a:pt x="2429" y="4884"/>
                  </a:cubicBezTo>
                  <a:cubicBezTo>
                    <a:pt x="2537" y="4884"/>
                    <a:pt x="2656" y="4860"/>
                    <a:pt x="2739" y="4800"/>
                  </a:cubicBezTo>
                  <a:cubicBezTo>
                    <a:pt x="2834" y="4884"/>
                    <a:pt x="2906" y="4967"/>
                    <a:pt x="2989" y="5039"/>
                  </a:cubicBezTo>
                  <a:cubicBezTo>
                    <a:pt x="3025" y="5062"/>
                    <a:pt x="3072" y="5086"/>
                    <a:pt x="3108" y="5086"/>
                  </a:cubicBezTo>
                  <a:cubicBezTo>
                    <a:pt x="3156" y="5086"/>
                    <a:pt x="3203" y="5062"/>
                    <a:pt x="3227" y="5027"/>
                  </a:cubicBezTo>
                  <a:cubicBezTo>
                    <a:pt x="3287" y="4943"/>
                    <a:pt x="3287" y="4848"/>
                    <a:pt x="3215" y="4789"/>
                  </a:cubicBezTo>
                  <a:cubicBezTo>
                    <a:pt x="3144" y="4705"/>
                    <a:pt x="3049" y="4634"/>
                    <a:pt x="2977" y="4562"/>
                  </a:cubicBezTo>
                  <a:cubicBezTo>
                    <a:pt x="3037" y="4455"/>
                    <a:pt x="3072" y="4348"/>
                    <a:pt x="3072" y="4229"/>
                  </a:cubicBezTo>
                  <a:cubicBezTo>
                    <a:pt x="3072" y="4110"/>
                    <a:pt x="3037" y="3991"/>
                    <a:pt x="2977" y="3907"/>
                  </a:cubicBezTo>
                  <a:lnTo>
                    <a:pt x="2977" y="3907"/>
                  </a:lnTo>
                  <a:cubicBezTo>
                    <a:pt x="3084" y="3967"/>
                    <a:pt x="3203" y="3991"/>
                    <a:pt x="3311" y="3991"/>
                  </a:cubicBezTo>
                  <a:cubicBezTo>
                    <a:pt x="3430" y="3991"/>
                    <a:pt x="3525" y="3967"/>
                    <a:pt x="3632" y="3907"/>
                  </a:cubicBezTo>
                  <a:lnTo>
                    <a:pt x="5192" y="5467"/>
                  </a:lnTo>
                  <a:lnTo>
                    <a:pt x="4537" y="6122"/>
                  </a:lnTo>
                  <a:lnTo>
                    <a:pt x="3751" y="5336"/>
                  </a:lnTo>
                  <a:cubicBezTo>
                    <a:pt x="3721" y="5300"/>
                    <a:pt x="3677" y="5283"/>
                    <a:pt x="3632" y="5283"/>
                  </a:cubicBezTo>
                  <a:cubicBezTo>
                    <a:pt x="3587" y="5283"/>
                    <a:pt x="3543" y="5300"/>
                    <a:pt x="3513" y="5336"/>
                  </a:cubicBezTo>
                  <a:cubicBezTo>
                    <a:pt x="3442" y="5396"/>
                    <a:pt x="3442" y="5515"/>
                    <a:pt x="3513" y="5574"/>
                  </a:cubicBezTo>
                  <a:lnTo>
                    <a:pt x="4299" y="6360"/>
                  </a:lnTo>
                  <a:lnTo>
                    <a:pt x="4084" y="6586"/>
                  </a:lnTo>
                  <a:cubicBezTo>
                    <a:pt x="3394" y="5932"/>
                    <a:pt x="2537" y="5515"/>
                    <a:pt x="1620" y="5396"/>
                  </a:cubicBezTo>
                  <a:cubicBezTo>
                    <a:pt x="1286" y="5348"/>
                    <a:pt x="941" y="5229"/>
                    <a:pt x="644" y="5050"/>
                  </a:cubicBezTo>
                  <a:cubicBezTo>
                    <a:pt x="621" y="5035"/>
                    <a:pt x="595" y="5029"/>
                    <a:pt x="568" y="5029"/>
                  </a:cubicBezTo>
                  <a:cubicBezTo>
                    <a:pt x="510" y="5029"/>
                    <a:pt x="446" y="5061"/>
                    <a:pt x="405" y="5110"/>
                  </a:cubicBezTo>
                  <a:cubicBezTo>
                    <a:pt x="358" y="5181"/>
                    <a:pt x="394" y="5289"/>
                    <a:pt x="465" y="5348"/>
                  </a:cubicBezTo>
                  <a:cubicBezTo>
                    <a:pt x="810" y="5562"/>
                    <a:pt x="1179" y="5681"/>
                    <a:pt x="1560" y="5741"/>
                  </a:cubicBezTo>
                  <a:cubicBezTo>
                    <a:pt x="2394" y="5836"/>
                    <a:pt x="3191" y="6229"/>
                    <a:pt x="3823" y="6824"/>
                  </a:cubicBezTo>
                  <a:lnTo>
                    <a:pt x="3751" y="6896"/>
                  </a:lnTo>
                  <a:cubicBezTo>
                    <a:pt x="3692" y="6955"/>
                    <a:pt x="3692" y="7075"/>
                    <a:pt x="3751" y="7134"/>
                  </a:cubicBezTo>
                  <a:lnTo>
                    <a:pt x="4525" y="7908"/>
                  </a:lnTo>
                  <a:cubicBezTo>
                    <a:pt x="4561" y="7944"/>
                    <a:pt x="4596" y="7956"/>
                    <a:pt x="4644" y="7956"/>
                  </a:cubicBezTo>
                  <a:cubicBezTo>
                    <a:pt x="4692" y="7956"/>
                    <a:pt x="4739" y="7944"/>
                    <a:pt x="4763" y="7908"/>
                  </a:cubicBezTo>
                  <a:lnTo>
                    <a:pt x="4882" y="7789"/>
                  </a:lnTo>
                  <a:lnTo>
                    <a:pt x="4918" y="7825"/>
                  </a:lnTo>
                  <a:cubicBezTo>
                    <a:pt x="5180" y="8087"/>
                    <a:pt x="5525" y="8217"/>
                    <a:pt x="5894" y="8217"/>
                  </a:cubicBezTo>
                  <a:cubicBezTo>
                    <a:pt x="6263" y="8217"/>
                    <a:pt x="6620" y="8075"/>
                    <a:pt x="6882" y="7825"/>
                  </a:cubicBezTo>
                  <a:cubicBezTo>
                    <a:pt x="7144" y="7551"/>
                    <a:pt x="7275" y="7205"/>
                    <a:pt x="7275" y="6836"/>
                  </a:cubicBezTo>
                  <a:cubicBezTo>
                    <a:pt x="7275" y="6467"/>
                    <a:pt x="7180" y="6122"/>
                    <a:pt x="6906" y="5860"/>
                  </a:cubicBezTo>
                  <a:lnTo>
                    <a:pt x="6882" y="5824"/>
                  </a:lnTo>
                  <a:lnTo>
                    <a:pt x="6990" y="5705"/>
                  </a:lnTo>
                  <a:cubicBezTo>
                    <a:pt x="7049" y="5646"/>
                    <a:pt x="7049" y="5527"/>
                    <a:pt x="6990" y="5467"/>
                  </a:cubicBezTo>
                  <a:lnTo>
                    <a:pt x="6216" y="4693"/>
                  </a:lnTo>
                  <a:cubicBezTo>
                    <a:pt x="6192" y="4669"/>
                    <a:pt x="6144" y="4646"/>
                    <a:pt x="6097" y="4646"/>
                  </a:cubicBezTo>
                  <a:cubicBezTo>
                    <a:pt x="6061" y="4646"/>
                    <a:pt x="6013" y="4669"/>
                    <a:pt x="5989" y="4693"/>
                  </a:cubicBezTo>
                  <a:lnTo>
                    <a:pt x="5906" y="4765"/>
                  </a:lnTo>
                  <a:cubicBezTo>
                    <a:pt x="5311" y="4157"/>
                    <a:pt x="4942" y="3372"/>
                    <a:pt x="4823" y="2491"/>
                  </a:cubicBezTo>
                  <a:cubicBezTo>
                    <a:pt x="4739" y="1848"/>
                    <a:pt x="4454" y="1276"/>
                    <a:pt x="3977" y="824"/>
                  </a:cubicBezTo>
                  <a:cubicBezTo>
                    <a:pt x="3453" y="324"/>
                    <a:pt x="2775" y="26"/>
                    <a:pt x="2037" y="2"/>
                  </a:cubicBezTo>
                  <a:cubicBezTo>
                    <a:pt x="2005" y="1"/>
                    <a:pt x="1973" y="1"/>
                    <a:pt x="194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3" name="Picture 4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071476" y="5054604"/>
            <a:ext cx="3429000" cy="3429000"/>
          </a:xfrm>
          <a:prstGeom prst="rect">
            <a:avLst/>
          </a:prstGeom>
        </p:spPr>
      </p:pic>
      <p:pic>
        <p:nvPicPr>
          <p:cNvPr id="28" name="Picture 2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70383" y="7371852"/>
            <a:ext cx="1650123" cy="179038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79703" y="-419100"/>
            <a:ext cx="18967703" cy="11430000"/>
          </a:xfrm>
          <a:prstGeom prst="rect">
            <a:avLst/>
          </a:prstGeom>
        </p:spPr>
      </p:pic>
      <p:grpSp>
        <p:nvGrpSpPr>
          <p:cNvPr id="3" name="Group 2"/>
          <p:cNvGrpSpPr/>
          <p:nvPr/>
        </p:nvGrpSpPr>
        <p:grpSpPr>
          <a:xfrm rot="5400000">
            <a:off x="-2390374" y="3772512"/>
            <a:ext cx="7402633" cy="1266878"/>
            <a:chOff x="0" y="0"/>
            <a:chExt cx="13038520" cy="1452617"/>
          </a:xfrm>
          <a:solidFill>
            <a:srgbClr val="EAEAEA"/>
          </a:solidFill>
        </p:grpSpPr>
        <p:sp>
          <p:nvSpPr>
            <p:cNvPr id="4" name="Freeform 3"/>
            <p:cNvSpPr/>
            <p:nvPr/>
          </p:nvSpPr>
          <p:spPr>
            <a:xfrm>
              <a:off x="57150" y="58420"/>
              <a:ext cx="12968670" cy="1381497"/>
            </a:xfrm>
            <a:custGeom>
              <a:avLst/>
              <a:gdLst/>
              <a:ahLst/>
              <a:cxnLst/>
              <a:rect l="l" t="t" r="r" b="b"/>
              <a:pathLst>
                <a:path w="12968670" h="1381497">
                  <a:moveTo>
                    <a:pt x="12883580" y="1351017"/>
                  </a:moveTo>
                  <a:lnTo>
                    <a:pt x="0" y="1351017"/>
                  </a:lnTo>
                  <a:cubicBezTo>
                    <a:pt x="5080" y="1368797"/>
                    <a:pt x="21590" y="1381497"/>
                    <a:pt x="40640" y="1381497"/>
                  </a:cubicBezTo>
                  <a:lnTo>
                    <a:pt x="12925490" y="1381497"/>
                  </a:lnTo>
                  <a:cubicBezTo>
                    <a:pt x="12949620" y="1381497"/>
                    <a:pt x="12968670" y="1362447"/>
                    <a:pt x="12968670" y="1338317"/>
                  </a:cubicBezTo>
                  <a:lnTo>
                    <a:pt x="12968670" y="40640"/>
                  </a:lnTo>
                  <a:cubicBezTo>
                    <a:pt x="12968670" y="21590"/>
                    <a:pt x="12955970" y="6350"/>
                    <a:pt x="12939460" y="0"/>
                  </a:cubicBezTo>
                  <a:lnTo>
                    <a:pt x="12939460" y="1295137"/>
                  </a:lnTo>
                  <a:cubicBezTo>
                    <a:pt x="12939460" y="1325617"/>
                    <a:pt x="12914060" y="1351017"/>
                    <a:pt x="12883580" y="1351017"/>
                  </a:cubicBezTo>
                  <a:close/>
                </a:path>
              </a:pathLst>
            </a:custGeom>
            <a:grpFill/>
            <a:ln w="381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5" name="Freeform 4"/>
            <p:cNvSpPr/>
            <p:nvPr/>
          </p:nvSpPr>
          <p:spPr>
            <a:xfrm>
              <a:off x="12700" y="12700"/>
              <a:ext cx="12971210" cy="1384037"/>
            </a:xfrm>
            <a:custGeom>
              <a:avLst/>
              <a:gdLst/>
              <a:ahLst/>
              <a:cxnLst/>
              <a:rect l="l" t="t" r="r" b="b"/>
              <a:pathLst>
                <a:path w="12971210" h="1384037">
                  <a:moveTo>
                    <a:pt x="43180" y="1384037"/>
                  </a:moveTo>
                  <a:lnTo>
                    <a:pt x="12928030" y="1384037"/>
                  </a:lnTo>
                  <a:cubicBezTo>
                    <a:pt x="12952160" y="1384037"/>
                    <a:pt x="12971210" y="1364987"/>
                    <a:pt x="12971210" y="1340857"/>
                  </a:cubicBezTo>
                  <a:lnTo>
                    <a:pt x="12971210" y="43180"/>
                  </a:lnTo>
                  <a:cubicBezTo>
                    <a:pt x="12971210" y="19050"/>
                    <a:pt x="12952160" y="0"/>
                    <a:pt x="12928030" y="0"/>
                  </a:cubicBezTo>
                  <a:lnTo>
                    <a:pt x="43180" y="0"/>
                  </a:lnTo>
                  <a:cubicBezTo>
                    <a:pt x="19050" y="0"/>
                    <a:pt x="0" y="19050"/>
                    <a:pt x="0" y="43180"/>
                  </a:cubicBezTo>
                  <a:lnTo>
                    <a:pt x="0" y="1340857"/>
                  </a:lnTo>
                  <a:cubicBezTo>
                    <a:pt x="0" y="1364987"/>
                    <a:pt x="19050" y="1384037"/>
                    <a:pt x="43180" y="1384037"/>
                  </a:cubicBezTo>
                  <a:close/>
                </a:path>
              </a:pathLst>
            </a:custGeom>
            <a:grpFill/>
            <a:ln w="381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6" name="Freeform 5"/>
            <p:cNvSpPr/>
            <p:nvPr/>
          </p:nvSpPr>
          <p:spPr>
            <a:xfrm>
              <a:off x="0" y="0"/>
              <a:ext cx="13038520" cy="1452617"/>
            </a:xfrm>
            <a:custGeom>
              <a:avLst/>
              <a:gdLst/>
              <a:ahLst/>
              <a:cxnLst/>
              <a:rect l="l" t="t" r="r" b="b"/>
              <a:pathLst>
                <a:path w="13038520" h="1452617">
                  <a:moveTo>
                    <a:pt x="12995340" y="44450"/>
                  </a:moveTo>
                  <a:cubicBezTo>
                    <a:pt x="12990260" y="19050"/>
                    <a:pt x="12967400" y="0"/>
                    <a:pt x="12940730"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12982640" y="1452617"/>
                  </a:lnTo>
                  <a:cubicBezTo>
                    <a:pt x="13013120" y="1452617"/>
                    <a:pt x="13038520" y="1427217"/>
                    <a:pt x="13038520" y="1396737"/>
                  </a:cubicBezTo>
                  <a:lnTo>
                    <a:pt x="13038520" y="99060"/>
                  </a:lnTo>
                  <a:cubicBezTo>
                    <a:pt x="13038520" y="72390"/>
                    <a:pt x="13020740" y="50800"/>
                    <a:pt x="12995340" y="44450"/>
                  </a:cubicBezTo>
                  <a:close/>
                  <a:moveTo>
                    <a:pt x="12700" y="1353557"/>
                  </a:moveTo>
                  <a:lnTo>
                    <a:pt x="12700" y="55880"/>
                  </a:lnTo>
                  <a:cubicBezTo>
                    <a:pt x="12700" y="31750"/>
                    <a:pt x="31750" y="12700"/>
                    <a:pt x="55880" y="12700"/>
                  </a:cubicBezTo>
                  <a:lnTo>
                    <a:pt x="12940730" y="12700"/>
                  </a:lnTo>
                  <a:cubicBezTo>
                    <a:pt x="12964860" y="12700"/>
                    <a:pt x="12983910" y="31750"/>
                    <a:pt x="12983910" y="55880"/>
                  </a:cubicBezTo>
                  <a:lnTo>
                    <a:pt x="12983910" y="1353557"/>
                  </a:lnTo>
                  <a:cubicBezTo>
                    <a:pt x="12983910" y="1377687"/>
                    <a:pt x="12964860" y="1396737"/>
                    <a:pt x="12940730" y="1396737"/>
                  </a:cubicBezTo>
                  <a:lnTo>
                    <a:pt x="55880" y="1396737"/>
                  </a:lnTo>
                  <a:cubicBezTo>
                    <a:pt x="31750" y="1396737"/>
                    <a:pt x="12700" y="1377687"/>
                    <a:pt x="12700" y="1353557"/>
                  </a:cubicBezTo>
                  <a:close/>
                  <a:moveTo>
                    <a:pt x="13025820" y="1396737"/>
                  </a:moveTo>
                  <a:cubicBezTo>
                    <a:pt x="13025820" y="1420867"/>
                    <a:pt x="13006770" y="1439917"/>
                    <a:pt x="12982640" y="1439917"/>
                  </a:cubicBezTo>
                  <a:lnTo>
                    <a:pt x="97790" y="1439917"/>
                  </a:lnTo>
                  <a:cubicBezTo>
                    <a:pt x="78740" y="1439917"/>
                    <a:pt x="62230" y="1427217"/>
                    <a:pt x="57150" y="1409437"/>
                  </a:cubicBezTo>
                  <a:lnTo>
                    <a:pt x="12940730" y="1409437"/>
                  </a:lnTo>
                  <a:cubicBezTo>
                    <a:pt x="12971210" y="1409437"/>
                    <a:pt x="12996610" y="1384037"/>
                    <a:pt x="12996610" y="1353557"/>
                  </a:cubicBezTo>
                  <a:lnTo>
                    <a:pt x="12996610" y="58420"/>
                  </a:lnTo>
                  <a:cubicBezTo>
                    <a:pt x="13013120" y="64770"/>
                    <a:pt x="13025820" y="80010"/>
                    <a:pt x="13025820" y="99060"/>
                  </a:cubicBezTo>
                  <a:lnTo>
                    <a:pt x="13025820" y="1396737"/>
                  </a:lnTo>
                  <a:close/>
                </a:path>
              </a:pathLst>
            </a:custGeom>
            <a:grpFill/>
            <a:ln w="381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grpSp>
      <p:sp>
        <p:nvSpPr>
          <p:cNvPr id="7" name="Rectangle 6"/>
          <p:cNvSpPr/>
          <p:nvPr/>
        </p:nvSpPr>
        <p:spPr>
          <a:xfrm>
            <a:off x="589026" y="3014691"/>
            <a:ext cx="1481496" cy="2336537"/>
          </a:xfrm>
          <a:prstGeom prst="rect">
            <a:avLst/>
          </a:prstGeom>
        </p:spPr>
        <p:txBody>
          <a:bodyPr wrap="square">
            <a:spAutoFit/>
          </a:bodyPr>
          <a:lstStyle/>
          <a:p>
            <a:pPr lvl="0" algn="ctr">
              <a:lnSpc>
                <a:spcPts val="2519"/>
              </a:lnSpc>
            </a:pPr>
            <a:r>
              <a:rPr lang="vi-VN" sz="3200" dirty="0" smtClean="0">
                <a:latin typeface="Work Sans SemiBold" pitchFamily="2" charset="0"/>
              </a:rPr>
              <a:t>Giới</a:t>
            </a:r>
          </a:p>
          <a:p>
            <a:pPr lvl="0" algn="ctr">
              <a:lnSpc>
                <a:spcPts val="2519"/>
              </a:lnSpc>
            </a:pPr>
            <a:endParaRPr lang="vi-VN" sz="3200" dirty="0" smtClean="0">
              <a:latin typeface="Work Sans SemiBold" pitchFamily="2" charset="0"/>
            </a:endParaRPr>
          </a:p>
          <a:p>
            <a:pPr lvl="0" algn="ctr">
              <a:lnSpc>
                <a:spcPts val="2519"/>
              </a:lnSpc>
            </a:pPr>
            <a:r>
              <a:rPr lang="vi-VN" sz="3200" dirty="0" smtClean="0">
                <a:latin typeface="Work Sans SemiBold" pitchFamily="2" charset="0"/>
              </a:rPr>
              <a:t> thiệu</a:t>
            </a:r>
          </a:p>
          <a:p>
            <a:pPr lvl="0" algn="ctr">
              <a:lnSpc>
                <a:spcPts val="2519"/>
              </a:lnSpc>
            </a:pPr>
            <a:endParaRPr lang="vi-VN" sz="3200" dirty="0" smtClean="0">
              <a:latin typeface="Work Sans SemiBold" pitchFamily="2" charset="0"/>
            </a:endParaRPr>
          </a:p>
          <a:p>
            <a:pPr lvl="0" algn="ctr">
              <a:lnSpc>
                <a:spcPts val="2519"/>
              </a:lnSpc>
            </a:pPr>
            <a:r>
              <a:rPr lang="vi-VN" sz="3200" dirty="0" smtClean="0">
                <a:latin typeface="Work Sans SemiBold" pitchFamily="2" charset="0"/>
              </a:rPr>
              <a:t> thành</a:t>
            </a:r>
          </a:p>
          <a:p>
            <a:pPr lvl="0" algn="ctr">
              <a:lnSpc>
                <a:spcPts val="2519"/>
              </a:lnSpc>
            </a:pPr>
            <a:endParaRPr lang="vi-VN" sz="3200" dirty="0" smtClean="0">
              <a:latin typeface="Work Sans SemiBold" pitchFamily="2" charset="0"/>
            </a:endParaRPr>
          </a:p>
          <a:p>
            <a:pPr lvl="0" algn="ctr">
              <a:lnSpc>
                <a:spcPts val="2519"/>
              </a:lnSpc>
            </a:pPr>
            <a:r>
              <a:rPr lang="vi-VN" sz="3200" dirty="0" smtClean="0">
                <a:latin typeface="Work Sans SemiBold" pitchFamily="2" charset="0"/>
              </a:rPr>
              <a:t> viên</a:t>
            </a:r>
            <a:endParaRPr lang="en-US" sz="3200" dirty="0">
              <a:latin typeface="Work Sans SemiBold" pitchFamily="2" charset="0"/>
            </a:endParaRPr>
          </a:p>
        </p:txBody>
      </p:sp>
      <p:sp>
        <p:nvSpPr>
          <p:cNvPr id="8" name="Rectangle 7"/>
          <p:cNvSpPr/>
          <p:nvPr/>
        </p:nvSpPr>
        <p:spPr>
          <a:xfrm>
            <a:off x="2340799" y="275479"/>
            <a:ext cx="8073044" cy="5478423"/>
          </a:xfrm>
          <a:prstGeom prst="rect">
            <a:avLst/>
          </a:prstGeom>
        </p:spPr>
        <p:txBody>
          <a:bodyPr wrap="none">
            <a:spAutoFit/>
          </a:bodyPr>
          <a:lstStyle/>
          <a:p>
            <a:pPr marL="342900" indent="-342900">
              <a:spcBef>
                <a:spcPts val="0"/>
              </a:spcBef>
              <a:buAutoNum type="arabicPeriod"/>
            </a:pPr>
            <a:r>
              <a:rPr lang="vi-VN" sz="2500" b="1" dirty="0" smtClean="0">
                <a:latin typeface="Work Sans ExtraLight" pitchFamily="2" charset="0"/>
              </a:rPr>
              <a:t>Hoàng Quang Duy: Kiểm duyệt nội dung, lên ý tưởng</a:t>
            </a:r>
          </a:p>
          <a:p>
            <a:pPr marL="342900" indent="-342900">
              <a:spcBef>
                <a:spcPts val="0"/>
              </a:spcBef>
              <a:buAutoNum type="arabicPeriod"/>
            </a:pPr>
            <a:endParaRPr lang="vi-VN" sz="2500" b="1" dirty="0">
              <a:latin typeface="Work Sans ExtraLight" pitchFamily="2" charset="0"/>
            </a:endParaRPr>
          </a:p>
          <a:p>
            <a:pPr marL="342900" indent="-342900">
              <a:spcBef>
                <a:spcPts val="0"/>
              </a:spcBef>
              <a:buAutoNum type="arabicPeriod" startAt="2"/>
            </a:pPr>
            <a:r>
              <a:rPr lang="vi-VN" sz="2500" b="1" dirty="0" smtClean="0">
                <a:latin typeface="Work Sans ExtraLight" pitchFamily="2" charset="0"/>
              </a:rPr>
              <a:t>Phạm Văn Duy: Tìm hình ảnh, làm slide.</a:t>
            </a:r>
          </a:p>
          <a:p>
            <a:pPr marL="342900" indent="-342900">
              <a:spcBef>
                <a:spcPts val="0"/>
              </a:spcBef>
              <a:buAutoNum type="arabicPeriod" startAt="2"/>
            </a:pPr>
            <a:endParaRPr lang="vi-VN" sz="2500" b="1" dirty="0" smtClean="0">
              <a:latin typeface="Work Sans ExtraLight" pitchFamily="2" charset="0"/>
            </a:endParaRPr>
          </a:p>
          <a:p>
            <a:pPr marL="342900" indent="-342900">
              <a:spcBef>
                <a:spcPts val="0"/>
              </a:spcBef>
              <a:buAutoNum type="arabicPeriod" startAt="2"/>
            </a:pPr>
            <a:r>
              <a:rPr lang="vi-VN" sz="2500" b="1" dirty="0" smtClean="0">
                <a:latin typeface="Work Sans ExtraLight" pitchFamily="2" charset="0"/>
              </a:rPr>
              <a:t>Đặng Hoàng Hải: Tìm hình ảnh, làm slide.</a:t>
            </a:r>
          </a:p>
          <a:p>
            <a:pPr marL="342900" indent="-342900">
              <a:spcBef>
                <a:spcPts val="0"/>
              </a:spcBef>
              <a:buAutoNum type="arabicPeriod" startAt="2"/>
            </a:pPr>
            <a:endParaRPr lang="vi-VN" sz="2500" b="1" dirty="0">
              <a:latin typeface="Work Sans ExtraLight" pitchFamily="2" charset="0"/>
            </a:endParaRPr>
          </a:p>
          <a:p>
            <a:pPr marL="342900" indent="-342900">
              <a:spcBef>
                <a:spcPts val="0"/>
              </a:spcBef>
              <a:buAutoNum type="arabicPeriod" startAt="2"/>
            </a:pPr>
            <a:r>
              <a:rPr lang="vi-VN" sz="2500" b="1" dirty="0" smtClean="0">
                <a:latin typeface="Work Sans ExtraLight" pitchFamily="2" charset="0"/>
              </a:rPr>
              <a:t>Trần Thị Thu Hà: Chuẩn bị nội dung, làm slide.</a:t>
            </a:r>
          </a:p>
          <a:p>
            <a:pPr marL="342900" indent="-342900">
              <a:spcBef>
                <a:spcPts val="0"/>
              </a:spcBef>
              <a:buAutoNum type="arabicPeriod" startAt="2"/>
            </a:pPr>
            <a:endParaRPr lang="vi-VN" sz="2500" b="1" dirty="0" smtClean="0">
              <a:latin typeface="Work Sans ExtraLight" pitchFamily="2" charset="0"/>
            </a:endParaRPr>
          </a:p>
          <a:p>
            <a:pPr marL="342900" indent="-342900">
              <a:spcBef>
                <a:spcPts val="0"/>
              </a:spcBef>
              <a:buAutoNum type="arabicPeriod" startAt="2"/>
            </a:pPr>
            <a:r>
              <a:rPr lang="vi-VN" sz="2500" b="1" dirty="0" smtClean="0">
                <a:latin typeface="Work Sans ExtraLight" pitchFamily="2" charset="0"/>
              </a:rPr>
              <a:t>Nguyễn Quang Huy: Làm slide.</a:t>
            </a:r>
          </a:p>
          <a:p>
            <a:pPr marL="342900" indent="-342900">
              <a:spcBef>
                <a:spcPts val="0"/>
              </a:spcBef>
              <a:buAutoNum type="arabicPeriod" startAt="2"/>
            </a:pPr>
            <a:endParaRPr lang="vi-VN" sz="2500" b="1" dirty="0">
              <a:latin typeface="Work Sans ExtraLight" pitchFamily="2" charset="0"/>
            </a:endParaRPr>
          </a:p>
          <a:p>
            <a:pPr marL="342900" indent="-342900">
              <a:spcBef>
                <a:spcPts val="0"/>
              </a:spcBef>
              <a:buAutoNum type="arabicPeriod" startAt="2"/>
            </a:pPr>
            <a:r>
              <a:rPr lang="vi-VN" sz="2500" b="1" dirty="0" smtClean="0">
                <a:latin typeface="Work Sans ExtraLight" pitchFamily="2" charset="0"/>
              </a:rPr>
              <a:t>Vũ Đăng Huy: Chuẩn bị nội dung.</a:t>
            </a:r>
          </a:p>
          <a:p>
            <a:pPr marL="342900" indent="-342900">
              <a:spcBef>
                <a:spcPts val="0"/>
              </a:spcBef>
              <a:buAutoNum type="arabicPeriod" startAt="2"/>
            </a:pPr>
            <a:endParaRPr lang="vi-VN" sz="2500" b="1" dirty="0">
              <a:latin typeface="Work Sans ExtraLight" pitchFamily="2" charset="0"/>
            </a:endParaRPr>
          </a:p>
          <a:p>
            <a:pPr marL="342900" indent="-342900">
              <a:spcBef>
                <a:spcPts val="0"/>
              </a:spcBef>
              <a:buAutoNum type="arabicPeriod" startAt="2"/>
            </a:pPr>
            <a:r>
              <a:rPr lang="vi-VN" sz="2500" b="1" dirty="0" smtClean="0">
                <a:latin typeface="Work Sans ExtraLight" pitchFamily="2" charset="0"/>
              </a:rPr>
              <a:t>Phan Văn Hiếu: Chuẩn bị nội dung, tìm hình ảnh.</a:t>
            </a:r>
          </a:p>
          <a:p>
            <a:pPr>
              <a:spcBef>
                <a:spcPts val="0"/>
              </a:spcBef>
            </a:pPr>
            <a:endParaRPr lang="vi-VN" sz="2500" b="1" dirty="0">
              <a:latin typeface="Work Sans ExtraLight" pitchFamily="2" charset="0"/>
            </a:endParaRPr>
          </a:p>
        </p:txBody>
      </p:sp>
      <p:sp>
        <p:nvSpPr>
          <p:cNvPr id="9" name="Rectangle 8"/>
          <p:cNvSpPr/>
          <p:nvPr/>
        </p:nvSpPr>
        <p:spPr>
          <a:xfrm>
            <a:off x="11286028" y="4344472"/>
            <a:ext cx="9144000" cy="7463582"/>
          </a:xfrm>
          <a:prstGeom prst="rect">
            <a:avLst/>
          </a:prstGeom>
        </p:spPr>
        <p:txBody>
          <a:bodyPr>
            <a:spAutoFit/>
          </a:bodyPr>
          <a:lstStyle/>
          <a:p>
            <a:pPr>
              <a:spcBef>
                <a:spcPts val="0"/>
              </a:spcBef>
            </a:pPr>
            <a:r>
              <a:rPr lang="vi-VN" sz="2500" dirty="0" smtClean="0">
                <a:latin typeface="Work Sans ExtraLight" pitchFamily="2" charset="0"/>
              </a:rPr>
              <a:t>8   </a:t>
            </a:r>
            <a:r>
              <a:rPr lang="vi-VN" sz="2500" b="1" dirty="0" smtClean="0">
                <a:latin typeface="Work Sans ExtraLight" pitchFamily="2" charset="0"/>
              </a:rPr>
              <a:t>Hoàng </a:t>
            </a:r>
            <a:r>
              <a:rPr lang="vi-VN" sz="2500" b="1" dirty="0">
                <a:latin typeface="Work Sans ExtraLight" pitchFamily="2" charset="0"/>
              </a:rPr>
              <a:t>Mạnh Hùng: Chuẩn bị nội dung.</a:t>
            </a:r>
          </a:p>
          <a:p>
            <a:pPr>
              <a:spcBef>
                <a:spcPts val="0"/>
              </a:spcBef>
            </a:pPr>
            <a:endParaRPr lang="vi-VN" sz="2500" b="1" dirty="0">
              <a:latin typeface="Work Sans ExtraLight" pitchFamily="2" charset="0"/>
            </a:endParaRPr>
          </a:p>
          <a:p>
            <a:pPr>
              <a:spcBef>
                <a:spcPts val="0"/>
              </a:spcBef>
            </a:pPr>
            <a:r>
              <a:rPr lang="vi-VN" sz="2500" b="1" dirty="0">
                <a:latin typeface="Work Sans ExtraLight" pitchFamily="2" charset="0"/>
              </a:rPr>
              <a:t>9   Nguyễn Mạnh Hùng: Tìm tài liệu.</a:t>
            </a:r>
          </a:p>
          <a:p>
            <a:pPr marL="342900" indent="-342900">
              <a:spcBef>
                <a:spcPts val="0"/>
              </a:spcBef>
              <a:buAutoNum type="arabicPeriod" startAt="2"/>
            </a:pPr>
            <a:endParaRPr lang="vi-VN" sz="2500" b="1" dirty="0">
              <a:latin typeface="Work Sans ExtraLight" pitchFamily="2" charset="0"/>
            </a:endParaRPr>
          </a:p>
          <a:p>
            <a:pPr marL="342900" indent="-342900">
              <a:spcBef>
                <a:spcPts val="0"/>
              </a:spcBef>
              <a:buAutoNum type="arabicPlain" startAt="10"/>
            </a:pPr>
            <a:r>
              <a:rPr lang="vi-VN" sz="2500" b="1" dirty="0" smtClean="0">
                <a:latin typeface="Work Sans ExtraLight" pitchFamily="2" charset="0"/>
              </a:rPr>
              <a:t>  Lê </a:t>
            </a:r>
            <a:r>
              <a:rPr lang="vi-VN" sz="2500" b="1" dirty="0">
                <a:latin typeface="Work Sans ExtraLight" pitchFamily="2" charset="0"/>
              </a:rPr>
              <a:t>Việt Hùng:  Tìm tài liệu </a:t>
            </a:r>
          </a:p>
          <a:p>
            <a:pPr marL="342900" indent="-342900">
              <a:spcBef>
                <a:spcPts val="0"/>
              </a:spcBef>
              <a:buAutoNum type="arabicPlain" startAt="10"/>
            </a:pPr>
            <a:endParaRPr lang="vi-VN" sz="2500" b="1" dirty="0">
              <a:latin typeface="Work Sans ExtraLight" pitchFamily="2" charset="0"/>
            </a:endParaRPr>
          </a:p>
          <a:p>
            <a:pPr marL="342900" indent="-342900">
              <a:spcBef>
                <a:spcPts val="0"/>
              </a:spcBef>
              <a:buAutoNum type="arabicPlain" startAt="10"/>
            </a:pPr>
            <a:r>
              <a:rPr lang="vi-VN" sz="2500" b="1" dirty="0" smtClean="0">
                <a:latin typeface="Work Sans ExtraLight" pitchFamily="2" charset="0"/>
              </a:rPr>
              <a:t>  Hoàng </a:t>
            </a:r>
            <a:r>
              <a:rPr lang="vi-VN" sz="2500" b="1" dirty="0">
                <a:latin typeface="Work Sans ExtraLight" pitchFamily="2" charset="0"/>
              </a:rPr>
              <a:t>Trần Huy Hoàng: Chuẩn bị nội dung.</a:t>
            </a:r>
          </a:p>
          <a:p>
            <a:pPr marL="342900" indent="-342900">
              <a:spcBef>
                <a:spcPts val="0"/>
              </a:spcBef>
              <a:buAutoNum type="arabicPlain" startAt="10"/>
            </a:pPr>
            <a:endParaRPr lang="vi-VN" sz="2500" b="1" dirty="0">
              <a:latin typeface="Work Sans ExtraLight" pitchFamily="2" charset="0"/>
            </a:endParaRPr>
          </a:p>
          <a:p>
            <a:pPr marL="342900" indent="-342900">
              <a:spcBef>
                <a:spcPts val="0"/>
              </a:spcBef>
              <a:buAutoNum type="arabicPlain" startAt="10"/>
            </a:pPr>
            <a:r>
              <a:rPr lang="vi-VN" sz="2500" b="1" dirty="0" smtClean="0">
                <a:latin typeface="Work Sans ExtraLight" pitchFamily="2" charset="0"/>
              </a:rPr>
              <a:t>  Trần </a:t>
            </a:r>
            <a:r>
              <a:rPr lang="vi-VN" sz="2500" b="1" dirty="0">
                <a:latin typeface="Work Sans ExtraLight" pitchFamily="2" charset="0"/>
              </a:rPr>
              <a:t>Văn Hoàng: Tìm tài liệu.</a:t>
            </a:r>
          </a:p>
          <a:p>
            <a:pPr marL="342900" indent="-342900">
              <a:spcBef>
                <a:spcPts val="0"/>
              </a:spcBef>
              <a:buAutoNum type="arabicPlain" startAt="10"/>
            </a:pPr>
            <a:endParaRPr lang="vi-VN" sz="2500" b="1" dirty="0">
              <a:latin typeface="Work Sans ExtraLight" pitchFamily="2" charset="0"/>
            </a:endParaRPr>
          </a:p>
          <a:p>
            <a:pPr marL="342900" indent="-342900">
              <a:spcBef>
                <a:spcPts val="0"/>
              </a:spcBef>
              <a:buAutoNum type="arabicPlain" startAt="10"/>
            </a:pPr>
            <a:r>
              <a:rPr lang="vi-VN" sz="2500" b="1" dirty="0" smtClean="0">
                <a:latin typeface="Work Sans ExtraLight" pitchFamily="2" charset="0"/>
              </a:rPr>
              <a:t>  Phạm </a:t>
            </a:r>
            <a:r>
              <a:rPr lang="vi-VN" sz="2500" b="1" dirty="0">
                <a:latin typeface="Work Sans ExtraLight" pitchFamily="2" charset="0"/>
              </a:rPr>
              <a:t>Văn Hoàng: Làm slide.</a:t>
            </a:r>
          </a:p>
          <a:p>
            <a:pPr marL="342900" indent="-342900">
              <a:spcBef>
                <a:spcPts val="0"/>
              </a:spcBef>
              <a:buAutoNum type="arabicPlain" startAt="10"/>
            </a:pPr>
            <a:endParaRPr lang="vi-VN" sz="2500" b="1" dirty="0">
              <a:latin typeface="Work Sans ExtraLight" pitchFamily="2" charset="0"/>
            </a:endParaRPr>
          </a:p>
          <a:p>
            <a:pPr marL="342900" indent="-342900">
              <a:spcBef>
                <a:spcPts val="0"/>
              </a:spcBef>
              <a:buAutoNum type="arabicPlain" startAt="10"/>
            </a:pPr>
            <a:r>
              <a:rPr lang="vi-VN" sz="2500" b="1" dirty="0" smtClean="0">
                <a:latin typeface="Work Sans ExtraLight" pitchFamily="2" charset="0"/>
              </a:rPr>
              <a:t>  Phạm </a:t>
            </a:r>
            <a:r>
              <a:rPr lang="vi-VN" sz="2500" b="1" dirty="0">
                <a:latin typeface="Work Sans ExtraLight" pitchFamily="2" charset="0"/>
              </a:rPr>
              <a:t>Thế Hoài: Lên ý tưởng.</a:t>
            </a:r>
          </a:p>
          <a:p>
            <a:pPr marL="342900" indent="-342900">
              <a:spcBef>
                <a:spcPts val="0"/>
              </a:spcBef>
              <a:buAutoNum type="arabicPlain" startAt="10"/>
            </a:pPr>
            <a:endParaRPr lang="vi-VN" sz="2500" b="1" dirty="0">
              <a:latin typeface="Work Sans ExtraLight" pitchFamily="2" charset="0"/>
            </a:endParaRPr>
          </a:p>
          <a:p>
            <a:pPr marL="342900" indent="-342900">
              <a:spcBef>
                <a:spcPts val="0"/>
              </a:spcBef>
              <a:buAutoNum type="arabicPlain" startAt="10"/>
            </a:pPr>
            <a:r>
              <a:rPr lang="vi-VN" sz="2500" b="1" dirty="0" smtClean="0">
                <a:latin typeface="Work Sans ExtraLight" pitchFamily="2" charset="0"/>
              </a:rPr>
              <a:t>  Nguyễn </a:t>
            </a:r>
            <a:r>
              <a:rPr lang="vi-VN" sz="2500" b="1" dirty="0">
                <a:latin typeface="Work Sans ExtraLight" pitchFamily="2" charset="0"/>
              </a:rPr>
              <a:t>Đức Hiệp: Lên ý tưởng.</a:t>
            </a:r>
          </a:p>
          <a:p>
            <a:pPr marL="342900" indent="-342900">
              <a:spcBef>
                <a:spcPts val="0"/>
              </a:spcBef>
              <a:buAutoNum type="arabicPlain" startAt="10"/>
            </a:pPr>
            <a:endParaRPr lang="vi-VN" sz="2500" dirty="0">
              <a:latin typeface="Work Sans ExtraLight" pitchFamily="2" charset="0"/>
            </a:endParaRPr>
          </a:p>
          <a:p>
            <a:pPr marL="342900" indent="-342900">
              <a:spcBef>
                <a:spcPts val="0"/>
              </a:spcBef>
              <a:buAutoNum type="arabicPlain" startAt="10"/>
            </a:pPr>
            <a:endParaRPr lang="vi-VN" sz="2500" dirty="0">
              <a:latin typeface="Work Sans ExtraLight" pitchFamily="2" charset="0"/>
            </a:endParaRPr>
          </a:p>
          <a:p>
            <a:pPr marL="342900" indent="-342900">
              <a:spcBef>
                <a:spcPts val="0"/>
              </a:spcBef>
              <a:buAutoNum type="arabicPeriod" startAt="2"/>
            </a:pPr>
            <a:endParaRPr lang="vi-VN" dirty="0">
              <a:latin typeface="Work Sans ExtraLight" pitchFamily="2" charset="0"/>
            </a:endParaRPr>
          </a:p>
          <a:p>
            <a:pPr marL="342900" indent="-342900">
              <a:spcBef>
                <a:spcPts val="0"/>
              </a:spcBef>
              <a:buAutoNum type="arabicPeriod" startAt="2"/>
            </a:pPr>
            <a:endParaRPr lang="vi-VN" dirty="0">
              <a:latin typeface="Work Sans ExtraLight" pitchFamily="2" charset="0"/>
            </a:endParaRPr>
          </a:p>
          <a:p>
            <a:pPr marL="342900" indent="-342900">
              <a:spcBef>
                <a:spcPts val="0"/>
              </a:spcBef>
              <a:buAutoNum type="arabicPeriod" startAt="2"/>
            </a:pPr>
            <a:endParaRPr lang="en-US" dirty="0">
              <a:latin typeface="Work Sans ExtraLight" pitchFamily="2"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5600700"/>
            <a:ext cx="6411158" cy="4268877"/>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63400" y="-440635"/>
            <a:ext cx="4363077" cy="4745694"/>
          </a:xfrm>
          <a:prstGeom prst="rect">
            <a:avLst/>
          </a:prstGeom>
        </p:spPr>
      </p:pic>
      <p:grpSp>
        <p:nvGrpSpPr>
          <p:cNvPr id="24" name="Google Shape;11670;p69"/>
          <p:cNvGrpSpPr/>
          <p:nvPr/>
        </p:nvGrpSpPr>
        <p:grpSpPr>
          <a:xfrm>
            <a:off x="696336" y="1151111"/>
            <a:ext cx="1234756" cy="1270111"/>
            <a:chOff x="5352728" y="1990239"/>
            <a:chExt cx="327091" cy="322508"/>
          </a:xfrm>
        </p:grpSpPr>
        <p:sp>
          <p:nvSpPr>
            <p:cNvPr id="25" name="Google Shape;11671;p69"/>
            <p:cNvSpPr/>
            <p:nvPr/>
          </p:nvSpPr>
          <p:spPr>
            <a:xfrm>
              <a:off x="5575935" y="2093297"/>
              <a:ext cx="103885" cy="217923"/>
            </a:xfrm>
            <a:custGeom>
              <a:avLst/>
              <a:gdLst/>
              <a:ahLst/>
              <a:cxnLst/>
              <a:rect l="l" t="t" r="r" b="b"/>
              <a:pathLst>
                <a:path w="3264" h="6847" extrusionOk="0">
                  <a:moveTo>
                    <a:pt x="1084" y="322"/>
                  </a:moveTo>
                  <a:cubicBezTo>
                    <a:pt x="1144" y="322"/>
                    <a:pt x="1203" y="358"/>
                    <a:pt x="1203" y="441"/>
                  </a:cubicBezTo>
                  <a:lnTo>
                    <a:pt x="1203" y="513"/>
                  </a:lnTo>
                  <a:lnTo>
                    <a:pt x="1203" y="1061"/>
                  </a:lnTo>
                  <a:cubicBezTo>
                    <a:pt x="1203" y="1156"/>
                    <a:pt x="1275" y="1227"/>
                    <a:pt x="1370" y="1227"/>
                  </a:cubicBezTo>
                  <a:cubicBezTo>
                    <a:pt x="1453" y="1227"/>
                    <a:pt x="1537" y="1156"/>
                    <a:pt x="1537" y="1061"/>
                  </a:cubicBezTo>
                  <a:lnTo>
                    <a:pt x="1537" y="537"/>
                  </a:lnTo>
                  <a:cubicBezTo>
                    <a:pt x="1549" y="513"/>
                    <a:pt x="1596" y="477"/>
                    <a:pt x="1632" y="477"/>
                  </a:cubicBezTo>
                  <a:lnTo>
                    <a:pt x="1656" y="477"/>
                  </a:lnTo>
                  <a:cubicBezTo>
                    <a:pt x="1715" y="477"/>
                    <a:pt x="1775" y="525"/>
                    <a:pt x="1775" y="596"/>
                  </a:cubicBezTo>
                  <a:lnTo>
                    <a:pt x="1775" y="632"/>
                  </a:lnTo>
                  <a:lnTo>
                    <a:pt x="1775" y="1061"/>
                  </a:lnTo>
                  <a:cubicBezTo>
                    <a:pt x="1775" y="1156"/>
                    <a:pt x="1846" y="1227"/>
                    <a:pt x="1930" y="1227"/>
                  </a:cubicBezTo>
                  <a:cubicBezTo>
                    <a:pt x="2025" y="1227"/>
                    <a:pt x="2096" y="1156"/>
                    <a:pt x="2096" y="1061"/>
                  </a:cubicBezTo>
                  <a:lnTo>
                    <a:pt x="2096" y="656"/>
                  </a:lnTo>
                  <a:cubicBezTo>
                    <a:pt x="2108" y="620"/>
                    <a:pt x="2156" y="596"/>
                    <a:pt x="2203" y="596"/>
                  </a:cubicBezTo>
                  <a:lnTo>
                    <a:pt x="2215" y="596"/>
                  </a:lnTo>
                  <a:cubicBezTo>
                    <a:pt x="2275" y="596"/>
                    <a:pt x="2334" y="644"/>
                    <a:pt x="2334" y="715"/>
                  </a:cubicBezTo>
                  <a:lnTo>
                    <a:pt x="2334" y="822"/>
                  </a:lnTo>
                  <a:lnTo>
                    <a:pt x="2334" y="1156"/>
                  </a:lnTo>
                  <a:cubicBezTo>
                    <a:pt x="2334" y="1239"/>
                    <a:pt x="2406" y="1311"/>
                    <a:pt x="2501" y="1311"/>
                  </a:cubicBezTo>
                  <a:cubicBezTo>
                    <a:pt x="2584" y="1311"/>
                    <a:pt x="2668" y="1239"/>
                    <a:pt x="2668" y="1156"/>
                  </a:cubicBezTo>
                  <a:lnTo>
                    <a:pt x="2668" y="822"/>
                  </a:lnTo>
                  <a:cubicBezTo>
                    <a:pt x="2668" y="763"/>
                    <a:pt x="2703" y="703"/>
                    <a:pt x="2787" y="703"/>
                  </a:cubicBezTo>
                  <a:lnTo>
                    <a:pt x="2799" y="703"/>
                  </a:lnTo>
                  <a:cubicBezTo>
                    <a:pt x="2858" y="703"/>
                    <a:pt x="2918" y="751"/>
                    <a:pt x="2918" y="822"/>
                  </a:cubicBezTo>
                  <a:lnTo>
                    <a:pt x="2918" y="1584"/>
                  </a:lnTo>
                  <a:lnTo>
                    <a:pt x="2918" y="1596"/>
                  </a:lnTo>
                  <a:cubicBezTo>
                    <a:pt x="2930" y="1787"/>
                    <a:pt x="2918" y="2346"/>
                    <a:pt x="2632" y="2596"/>
                  </a:cubicBezTo>
                  <a:cubicBezTo>
                    <a:pt x="2608" y="2620"/>
                    <a:pt x="2572" y="2668"/>
                    <a:pt x="2572" y="2715"/>
                  </a:cubicBezTo>
                  <a:lnTo>
                    <a:pt x="2572" y="3216"/>
                  </a:lnTo>
                  <a:lnTo>
                    <a:pt x="1025" y="3216"/>
                  </a:lnTo>
                  <a:lnTo>
                    <a:pt x="1025" y="2858"/>
                  </a:lnTo>
                  <a:cubicBezTo>
                    <a:pt x="1025" y="2823"/>
                    <a:pt x="1001" y="2763"/>
                    <a:pt x="965" y="2727"/>
                  </a:cubicBezTo>
                  <a:cubicBezTo>
                    <a:pt x="929" y="2727"/>
                    <a:pt x="394" y="2311"/>
                    <a:pt x="358" y="1870"/>
                  </a:cubicBezTo>
                  <a:cubicBezTo>
                    <a:pt x="346" y="1608"/>
                    <a:pt x="334" y="1287"/>
                    <a:pt x="417" y="1215"/>
                  </a:cubicBezTo>
                  <a:cubicBezTo>
                    <a:pt x="453" y="1189"/>
                    <a:pt x="496" y="1175"/>
                    <a:pt x="560" y="1175"/>
                  </a:cubicBezTo>
                  <a:cubicBezTo>
                    <a:pt x="581" y="1175"/>
                    <a:pt x="605" y="1177"/>
                    <a:pt x="632" y="1180"/>
                  </a:cubicBezTo>
                  <a:lnTo>
                    <a:pt x="632" y="1406"/>
                  </a:lnTo>
                  <a:cubicBezTo>
                    <a:pt x="632" y="1489"/>
                    <a:pt x="703" y="1572"/>
                    <a:pt x="787" y="1572"/>
                  </a:cubicBezTo>
                  <a:cubicBezTo>
                    <a:pt x="882" y="1572"/>
                    <a:pt x="953" y="1489"/>
                    <a:pt x="953" y="1406"/>
                  </a:cubicBezTo>
                  <a:lnTo>
                    <a:pt x="953" y="441"/>
                  </a:lnTo>
                  <a:cubicBezTo>
                    <a:pt x="953" y="382"/>
                    <a:pt x="1001" y="322"/>
                    <a:pt x="1072" y="322"/>
                  </a:cubicBezTo>
                  <a:close/>
                  <a:moveTo>
                    <a:pt x="2799" y="3537"/>
                  </a:moveTo>
                  <a:lnTo>
                    <a:pt x="2799" y="4037"/>
                  </a:lnTo>
                  <a:lnTo>
                    <a:pt x="751" y="4037"/>
                  </a:lnTo>
                  <a:lnTo>
                    <a:pt x="751" y="3537"/>
                  </a:lnTo>
                  <a:close/>
                  <a:moveTo>
                    <a:pt x="2799" y="4370"/>
                  </a:moveTo>
                  <a:lnTo>
                    <a:pt x="2799" y="6525"/>
                  </a:lnTo>
                  <a:lnTo>
                    <a:pt x="751" y="6525"/>
                  </a:lnTo>
                  <a:lnTo>
                    <a:pt x="751" y="4370"/>
                  </a:lnTo>
                  <a:close/>
                  <a:moveTo>
                    <a:pt x="1072" y="1"/>
                  </a:moveTo>
                  <a:cubicBezTo>
                    <a:pt x="834" y="1"/>
                    <a:pt x="644" y="203"/>
                    <a:pt x="644" y="429"/>
                  </a:cubicBezTo>
                  <a:lnTo>
                    <a:pt x="644" y="846"/>
                  </a:lnTo>
                  <a:cubicBezTo>
                    <a:pt x="621" y="845"/>
                    <a:pt x="600" y="844"/>
                    <a:pt x="579" y="844"/>
                  </a:cubicBezTo>
                  <a:cubicBezTo>
                    <a:pt x="433" y="844"/>
                    <a:pt x="321" y="880"/>
                    <a:pt x="227" y="953"/>
                  </a:cubicBezTo>
                  <a:cubicBezTo>
                    <a:pt x="1" y="1144"/>
                    <a:pt x="13" y="1525"/>
                    <a:pt x="48" y="1882"/>
                  </a:cubicBezTo>
                  <a:cubicBezTo>
                    <a:pt x="72" y="2370"/>
                    <a:pt x="525" y="2787"/>
                    <a:pt x="679" y="2930"/>
                  </a:cubicBezTo>
                  <a:lnTo>
                    <a:pt x="679" y="3216"/>
                  </a:lnTo>
                  <a:lnTo>
                    <a:pt x="596" y="3216"/>
                  </a:lnTo>
                  <a:cubicBezTo>
                    <a:pt x="513" y="3216"/>
                    <a:pt x="429" y="3287"/>
                    <a:pt x="429" y="3382"/>
                  </a:cubicBezTo>
                  <a:lnTo>
                    <a:pt x="429" y="4216"/>
                  </a:lnTo>
                  <a:lnTo>
                    <a:pt x="429" y="6692"/>
                  </a:lnTo>
                  <a:cubicBezTo>
                    <a:pt x="429" y="6775"/>
                    <a:pt x="513" y="6847"/>
                    <a:pt x="596" y="6847"/>
                  </a:cubicBezTo>
                  <a:lnTo>
                    <a:pt x="2977" y="6847"/>
                  </a:lnTo>
                  <a:cubicBezTo>
                    <a:pt x="3061" y="6847"/>
                    <a:pt x="3144" y="6775"/>
                    <a:pt x="3144" y="6692"/>
                  </a:cubicBezTo>
                  <a:lnTo>
                    <a:pt x="3144" y="4204"/>
                  </a:lnTo>
                  <a:lnTo>
                    <a:pt x="3144" y="3370"/>
                  </a:lnTo>
                  <a:cubicBezTo>
                    <a:pt x="3120" y="3275"/>
                    <a:pt x="3049" y="3204"/>
                    <a:pt x="2965" y="3204"/>
                  </a:cubicBezTo>
                  <a:lnTo>
                    <a:pt x="2858" y="3204"/>
                  </a:lnTo>
                  <a:lnTo>
                    <a:pt x="2858" y="2763"/>
                  </a:lnTo>
                  <a:cubicBezTo>
                    <a:pt x="3263" y="2358"/>
                    <a:pt x="3215" y="1644"/>
                    <a:pt x="3204" y="1549"/>
                  </a:cubicBezTo>
                  <a:lnTo>
                    <a:pt x="3204" y="810"/>
                  </a:lnTo>
                  <a:cubicBezTo>
                    <a:pt x="3204" y="572"/>
                    <a:pt x="3013" y="382"/>
                    <a:pt x="2763" y="382"/>
                  </a:cubicBezTo>
                  <a:lnTo>
                    <a:pt x="2751" y="382"/>
                  </a:lnTo>
                  <a:cubicBezTo>
                    <a:pt x="2680" y="382"/>
                    <a:pt x="2608" y="394"/>
                    <a:pt x="2549" y="441"/>
                  </a:cubicBezTo>
                  <a:cubicBezTo>
                    <a:pt x="2465" y="334"/>
                    <a:pt x="2334" y="275"/>
                    <a:pt x="2203" y="275"/>
                  </a:cubicBezTo>
                  <a:lnTo>
                    <a:pt x="2191" y="275"/>
                  </a:lnTo>
                  <a:cubicBezTo>
                    <a:pt x="2120" y="275"/>
                    <a:pt x="2037" y="287"/>
                    <a:pt x="1977" y="322"/>
                  </a:cubicBezTo>
                  <a:cubicBezTo>
                    <a:pt x="1906" y="227"/>
                    <a:pt x="1787" y="168"/>
                    <a:pt x="1656" y="168"/>
                  </a:cubicBezTo>
                  <a:lnTo>
                    <a:pt x="1632" y="168"/>
                  </a:lnTo>
                  <a:cubicBezTo>
                    <a:pt x="1572" y="168"/>
                    <a:pt x="1525" y="179"/>
                    <a:pt x="1453" y="203"/>
                  </a:cubicBezTo>
                  <a:cubicBezTo>
                    <a:pt x="1382" y="84"/>
                    <a:pt x="1251" y="1"/>
                    <a:pt x="108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672;p69"/>
            <p:cNvSpPr/>
            <p:nvPr/>
          </p:nvSpPr>
          <p:spPr>
            <a:xfrm>
              <a:off x="5426250" y="1990239"/>
              <a:ext cx="191029" cy="322508"/>
            </a:xfrm>
            <a:custGeom>
              <a:avLst/>
              <a:gdLst/>
              <a:ahLst/>
              <a:cxnLst/>
              <a:rect l="l" t="t" r="r" b="b"/>
              <a:pathLst>
                <a:path w="6002" h="10133" extrusionOk="0">
                  <a:moveTo>
                    <a:pt x="584" y="298"/>
                  </a:moveTo>
                  <a:lnTo>
                    <a:pt x="977" y="322"/>
                  </a:lnTo>
                  <a:lnTo>
                    <a:pt x="870" y="584"/>
                  </a:lnTo>
                  <a:lnTo>
                    <a:pt x="584" y="298"/>
                  </a:lnTo>
                  <a:close/>
                  <a:moveTo>
                    <a:pt x="1299" y="381"/>
                  </a:moveTo>
                  <a:lnTo>
                    <a:pt x="2322" y="810"/>
                  </a:lnTo>
                  <a:lnTo>
                    <a:pt x="2203" y="1239"/>
                  </a:lnTo>
                  <a:lnTo>
                    <a:pt x="1120" y="774"/>
                  </a:lnTo>
                  <a:lnTo>
                    <a:pt x="1299" y="381"/>
                  </a:lnTo>
                  <a:close/>
                  <a:moveTo>
                    <a:pt x="4739" y="1834"/>
                  </a:moveTo>
                  <a:lnTo>
                    <a:pt x="5097" y="1977"/>
                  </a:lnTo>
                  <a:lnTo>
                    <a:pt x="4918" y="2382"/>
                  </a:lnTo>
                  <a:lnTo>
                    <a:pt x="4620" y="2263"/>
                  </a:lnTo>
                  <a:cubicBezTo>
                    <a:pt x="4632" y="2251"/>
                    <a:pt x="4632" y="2227"/>
                    <a:pt x="4632" y="2227"/>
                  </a:cubicBezTo>
                  <a:lnTo>
                    <a:pt x="4739" y="1834"/>
                  </a:lnTo>
                  <a:close/>
                  <a:moveTo>
                    <a:pt x="5406" y="2108"/>
                  </a:moveTo>
                  <a:lnTo>
                    <a:pt x="5585" y="2191"/>
                  </a:lnTo>
                  <a:cubicBezTo>
                    <a:pt x="5609" y="2203"/>
                    <a:pt x="5632" y="2215"/>
                    <a:pt x="5644" y="2251"/>
                  </a:cubicBezTo>
                  <a:cubicBezTo>
                    <a:pt x="5656" y="2274"/>
                    <a:pt x="5656" y="2298"/>
                    <a:pt x="5644" y="2322"/>
                  </a:cubicBezTo>
                  <a:lnTo>
                    <a:pt x="5549" y="2524"/>
                  </a:lnTo>
                  <a:cubicBezTo>
                    <a:pt x="5537" y="2560"/>
                    <a:pt x="5525" y="2572"/>
                    <a:pt x="5490" y="2584"/>
                  </a:cubicBezTo>
                  <a:cubicBezTo>
                    <a:pt x="5478" y="2590"/>
                    <a:pt x="5463" y="2593"/>
                    <a:pt x="5449" y="2593"/>
                  </a:cubicBezTo>
                  <a:cubicBezTo>
                    <a:pt x="5436" y="2593"/>
                    <a:pt x="5424" y="2590"/>
                    <a:pt x="5418" y="2584"/>
                  </a:cubicBezTo>
                  <a:lnTo>
                    <a:pt x="5228" y="2513"/>
                  </a:lnTo>
                  <a:lnTo>
                    <a:pt x="5406" y="2108"/>
                  </a:lnTo>
                  <a:close/>
                  <a:moveTo>
                    <a:pt x="2906" y="405"/>
                  </a:moveTo>
                  <a:cubicBezTo>
                    <a:pt x="2930" y="405"/>
                    <a:pt x="2965" y="429"/>
                    <a:pt x="2977" y="441"/>
                  </a:cubicBezTo>
                  <a:cubicBezTo>
                    <a:pt x="2989" y="477"/>
                    <a:pt x="2989" y="500"/>
                    <a:pt x="2989" y="536"/>
                  </a:cubicBezTo>
                  <a:lnTo>
                    <a:pt x="2977" y="608"/>
                  </a:lnTo>
                  <a:lnTo>
                    <a:pt x="2787" y="1262"/>
                  </a:lnTo>
                  <a:cubicBezTo>
                    <a:pt x="2751" y="1358"/>
                    <a:pt x="2811" y="1441"/>
                    <a:pt x="2882" y="1453"/>
                  </a:cubicBezTo>
                  <a:lnTo>
                    <a:pt x="2930" y="1453"/>
                  </a:lnTo>
                  <a:cubicBezTo>
                    <a:pt x="3001" y="1453"/>
                    <a:pt x="3061" y="1417"/>
                    <a:pt x="3084" y="1334"/>
                  </a:cubicBezTo>
                  <a:lnTo>
                    <a:pt x="3263" y="703"/>
                  </a:lnTo>
                  <a:cubicBezTo>
                    <a:pt x="3287" y="667"/>
                    <a:pt x="3335" y="655"/>
                    <a:pt x="3382" y="655"/>
                  </a:cubicBezTo>
                  <a:lnTo>
                    <a:pt x="3394" y="655"/>
                  </a:lnTo>
                  <a:cubicBezTo>
                    <a:pt x="3418" y="655"/>
                    <a:pt x="3454" y="679"/>
                    <a:pt x="3465" y="703"/>
                  </a:cubicBezTo>
                  <a:cubicBezTo>
                    <a:pt x="3477" y="727"/>
                    <a:pt x="3477" y="762"/>
                    <a:pt x="3477" y="786"/>
                  </a:cubicBezTo>
                  <a:lnTo>
                    <a:pt x="3323" y="1358"/>
                  </a:lnTo>
                  <a:cubicBezTo>
                    <a:pt x="3287" y="1441"/>
                    <a:pt x="3346" y="1536"/>
                    <a:pt x="3418" y="1548"/>
                  </a:cubicBezTo>
                  <a:lnTo>
                    <a:pt x="3465" y="1548"/>
                  </a:lnTo>
                  <a:cubicBezTo>
                    <a:pt x="3537" y="1548"/>
                    <a:pt x="3596" y="1501"/>
                    <a:pt x="3620" y="1429"/>
                  </a:cubicBezTo>
                  <a:lnTo>
                    <a:pt x="3763" y="905"/>
                  </a:lnTo>
                  <a:cubicBezTo>
                    <a:pt x="3794" y="885"/>
                    <a:pt x="3825" y="855"/>
                    <a:pt x="3863" y="855"/>
                  </a:cubicBezTo>
                  <a:cubicBezTo>
                    <a:pt x="3869" y="855"/>
                    <a:pt x="3876" y="856"/>
                    <a:pt x="3882" y="858"/>
                  </a:cubicBezTo>
                  <a:lnTo>
                    <a:pt x="3894" y="858"/>
                  </a:lnTo>
                  <a:cubicBezTo>
                    <a:pt x="3954" y="881"/>
                    <a:pt x="4001" y="941"/>
                    <a:pt x="3989" y="1000"/>
                  </a:cubicBezTo>
                  <a:lnTo>
                    <a:pt x="3954" y="1096"/>
                  </a:lnTo>
                  <a:lnTo>
                    <a:pt x="3823" y="1536"/>
                  </a:lnTo>
                  <a:cubicBezTo>
                    <a:pt x="3799" y="1620"/>
                    <a:pt x="3835" y="1703"/>
                    <a:pt x="3930" y="1739"/>
                  </a:cubicBezTo>
                  <a:lnTo>
                    <a:pt x="3977" y="1739"/>
                  </a:lnTo>
                  <a:cubicBezTo>
                    <a:pt x="4049" y="1739"/>
                    <a:pt x="4108" y="1691"/>
                    <a:pt x="4120" y="1620"/>
                  </a:cubicBezTo>
                  <a:lnTo>
                    <a:pt x="4251" y="1167"/>
                  </a:lnTo>
                  <a:cubicBezTo>
                    <a:pt x="4272" y="1115"/>
                    <a:pt x="4320" y="1082"/>
                    <a:pt x="4371" y="1082"/>
                  </a:cubicBezTo>
                  <a:cubicBezTo>
                    <a:pt x="4379" y="1082"/>
                    <a:pt x="4386" y="1082"/>
                    <a:pt x="4394" y="1084"/>
                  </a:cubicBezTo>
                  <a:lnTo>
                    <a:pt x="4406" y="1084"/>
                  </a:lnTo>
                  <a:cubicBezTo>
                    <a:pt x="4466" y="1096"/>
                    <a:pt x="4513" y="1155"/>
                    <a:pt x="4489" y="1215"/>
                  </a:cubicBezTo>
                  <a:lnTo>
                    <a:pt x="4251" y="2084"/>
                  </a:lnTo>
                  <a:lnTo>
                    <a:pt x="4251" y="2096"/>
                  </a:lnTo>
                  <a:cubicBezTo>
                    <a:pt x="4323" y="2191"/>
                    <a:pt x="4216" y="2870"/>
                    <a:pt x="3811" y="3084"/>
                  </a:cubicBezTo>
                  <a:cubicBezTo>
                    <a:pt x="3751" y="3108"/>
                    <a:pt x="3727" y="3167"/>
                    <a:pt x="3727" y="3227"/>
                  </a:cubicBezTo>
                  <a:lnTo>
                    <a:pt x="3727" y="3715"/>
                  </a:lnTo>
                  <a:lnTo>
                    <a:pt x="2192" y="3715"/>
                  </a:lnTo>
                  <a:lnTo>
                    <a:pt x="2192" y="2941"/>
                  </a:lnTo>
                  <a:cubicBezTo>
                    <a:pt x="2192" y="2905"/>
                    <a:pt x="2180" y="2870"/>
                    <a:pt x="2144" y="2846"/>
                  </a:cubicBezTo>
                  <a:cubicBezTo>
                    <a:pt x="2144" y="2846"/>
                    <a:pt x="1715" y="2310"/>
                    <a:pt x="1787" y="1870"/>
                  </a:cubicBezTo>
                  <a:cubicBezTo>
                    <a:pt x="1822" y="1739"/>
                    <a:pt x="1834" y="1572"/>
                    <a:pt x="1870" y="1453"/>
                  </a:cubicBezTo>
                  <a:lnTo>
                    <a:pt x="2168" y="1572"/>
                  </a:lnTo>
                  <a:cubicBezTo>
                    <a:pt x="2192" y="1620"/>
                    <a:pt x="2239" y="1667"/>
                    <a:pt x="2275" y="1679"/>
                  </a:cubicBezTo>
                  <a:cubicBezTo>
                    <a:pt x="2294" y="1686"/>
                    <a:pt x="2312" y="1690"/>
                    <a:pt x="2330" y="1690"/>
                  </a:cubicBezTo>
                  <a:cubicBezTo>
                    <a:pt x="2401" y="1690"/>
                    <a:pt x="2456" y="1636"/>
                    <a:pt x="2465" y="1560"/>
                  </a:cubicBezTo>
                  <a:lnTo>
                    <a:pt x="2751" y="489"/>
                  </a:lnTo>
                  <a:cubicBezTo>
                    <a:pt x="2751" y="465"/>
                    <a:pt x="2787" y="429"/>
                    <a:pt x="2799" y="417"/>
                  </a:cubicBezTo>
                  <a:cubicBezTo>
                    <a:pt x="2834" y="405"/>
                    <a:pt x="2858" y="405"/>
                    <a:pt x="2882" y="405"/>
                  </a:cubicBezTo>
                  <a:close/>
                  <a:moveTo>
                    <a:pt x="3942" y="4048"/>
                  </a:moveTo>
                  <a:lnTo>
                    <a:pt x="3942" y="4549"/>
                  </a:lnTo>
                  <a:lnTo>
                    <a:pt x="1894" y="4549"/>
                  </a:lnTo>
                  <a:lnTo>
                    <a:pt x="1894" y="4048"/>
                  </a:lnTo>
                  <a:close/>
                  <a:moveTo>
                    <a:pt x="191" y="0"/>
                  </a:moveTo>
                  <a:cubicBezTo>
                    <a:pt x="120" y="0"/>
                    <a:pt x="60" y="24"/>
                    <a:pt x="36" y="84"/>
                  </a:cubicBezTo>
                  <a:cubicBezTo>
                    <a:pt x="1" y="143"/>
                    <a:pt x="13" y="227"/>
                    <a:pt x="60" y="262"/>
                  </a:cubicBezTo>
                  <a:lnTo>
                    <a:pt x="822" y="1012"/>
                  </a:lnTo>
                  <a:lnTo>
                    <a:pt x="834" y="1024"/>
                  </a:lnTo>
                  <a:lnTo>
                    <a:pt x="846" y="1024"/>
                  </a:lnTo>
                  <a:cubicBezTo>
                    <a:pt x="870" y="1036"/>
                    <a:pt x="894" y="1060"/>
                    <a:pt x="906" y="1060"/>
                  </a:cubicBezTo>
                  <a:lnTo>
                    <a:pt x="1596" y="1358"/>
                  </a:lnTo>
                  <a:cubicBezTo>
                    <a:pt x="1549" y="1501"/>
                    <a:pt x="1501" y="1679"/>
                    <a:pt x="1489" y="1846"/>
                  </a:cubicBezTo>
                  <a:cubicBezTo>
                    <a:pt x="1406" y="2346"/>
                    <a:pt x="1763" y="2870"/>
                    <a:pt x="1870" y="3036"/>
                  </a:cubicBezTo>
                  <a:lnTo>
                    <a:pt x="1870" y="3763"/>
                  </a:lnTo>
                  <a:lnTo>
                    <a:pt x="1739" y="3763"/>
                  </a:lnTo>
                  <a:cubicBezTo>
                    <a:pt x="1656" y="3763"/>
                    <a:pt x="1572" y="3834"/>
                    <a:pt x="1572" y="3929"/>
                  </a:cubicBezTo>
                  <a:lnTo>
                    <a:pt x="1572" y="4763"/>
                  </a:lnTo>
                  <a:lnTo>
                    <a:pt x="1572" y="9966"/>
                  </a:lnTo>
                  <a:cubicBezTo>
                    <a:pt x="1572" y="10061"/>
                    <a:pt x="1656" y="10133"/>
                    <a:pt x="1739" y="10133"/>
                  </a:cubicBezTo>
                  <a:lnTo>
                    <a:pt x="4120" y="10133"/>
                  </a:lnTo>
                  <a:cubicBezTo>
                    <a:pt x="4216" y="10133"/>
                    <a:pt x="4287" y="10061"/>
                    <a:pt x="4287" y="9966"/>
                  </a:cubicBezTo>
                  <a:lnTo>
                    <a:pt x="4287" y="5942"/>
                  </a:lnTo>
                  <a:cubicBezTo>
                    <a:pt x="4287" y="5846"/>
                    <a:pt x="4216" y="5775"/>
                    <a:pt x="4120" y="5775"/>
                  </a:cubicBezTo>
                  <a:cubicBezTo>
                    <a:pt x="4037" y="5775"/>
                    <a:pt x="3954" y="5846"/>
                    <a:pt x="3954" y="5942"/>
                  </a:cubicBezTo>
                  <a:lnTo>
                    <a:pt x="3954" y="9811"/>
                  </a:lnTo>
                  <a:lnTo>
                    <a:pt x="1906" y="9811"/>
                  </a:lnTo>
                  <a:lnTo>
                    <a:pt x="1906" y="4930"/>
                  </a:lnTo>
                  <a:lnTo>
                    <a:pt x="3954" y="4930"/>
                  </a:lnTo>
                  <a:lnTo>
                    <a:pt x="3954" y="5191"/>
                  </a:lnTo>
                  <a:lnTo>
                    <a:pt x="3954" y="5370"/>
                  </a:lnTo>
                  <a:cubicBezTo>
                    <a:pt x="3954" y="5465"/>
                    <a:pt x="4037" y="5537"/>
                    <a:pt x="4120" y="5537"/>
                  </a:cubicBezTo>
                  <a:cubicBezTo>
                    <a:pt x="4216" y="5537"/>
                    <a:pt x="4287" y="5465"/>
                    <a:pt x="4287" y="5370"/>
                  </a:cubicBezTo>
                  <a:lnTo>
                    <a:pt x="4287" y="5191"/>
                  </a:lnTo>
                  <a:lnTo>
                    <a:pt x="4287" y="4715"/>
                  </a:lnTo>
                  <a:lnTo>
                    <a:pt x="4287" y="3882"/>
                  </a:lnTo>
                  <a:cubicBezTo>
                    <a:pt x="4287" y="3787"/>
                    <a:pt x="4216" y="3715"/>
                    <a:pt x="4120" y="3715"/>
                  </a:cubicBezTo>
                  <a:lnTo>
                    <a:pt x="4049" y="3715"/>
                  </a:lnTo>
                  <a:lnTo>
                    <a:pt x="4049" y="3298"/>
                  </a:lnTo>
                  <a:cubicBezTo>
                    <a:pt x="4323" y="3120"/>
                    <a:pt x="4466" y="2810"/>
                    <a:pt x="4549" y="2572"/>
                  </a:cubicBezTo>
                  <a:lnTo>
                    <a:pt x="5299" y="2882"/>
                  </a:lnTo>
                  <a:cubicBezTo>
                    <a:pt x="5359" y="2917"/>
                    <a:pt x="5406" y="2917"/>
                    <a:pt x="5466" y="2917"/>
                  </a:cubicBezTo>
                  <a:cubicBezTo>
                    <a:pt x="5525" y="2917"/>
                    <a:pt x="5561" y="2905"/>
                    <a:pt x="5621" y="2882"/>
                  </a:cubicBezTo>
                  <a:cubicBezTo>
                    <a:pt x="5728" y="2846"/>
                    <a:pt x="5823" y="2763"/>
                    <a:pt x="5859" y="2667"/>
                  </a:cubicBezTo>
                  <a:lnTo>
                    <a:pt x="5954" y="2453"/>
                  </a:lnTo>
                  <a:cubicBezTo>
                    <a:pt x="6002" y="2346"/>
                    <a:pt x="6002" y="2227"/>
                    <a:pt x="5954" y="2132"/>
                  </a:cubicBezTo>
                  <a:cubicBezTo>
                    <a:pt x="5906" y="2024"/>
                    <a:pt x="5835" y="1929"/>
                    <a:pt x="5728" y="1893"/>
                  </a:cubicBezTo>
                  <a:lnTo>
                    <a:pt x="4847" y="1512"/>
                  </a:lnTo>
                  <a:lnTo>
                    <a:pt x="4894" y="1370"/>
                  </a:lnTo>
                  <a:cubicBezTo>
                    <a:pt x="4930" y="1251"/>
                    <a:pt x="4906" y="1131"/>
                    <a:pt x="4835" y="1036"/>
                  </a:cubicBezTo>
                  <a:cubicBezTo>
                    <a:pt x="4775" y="941"/>
                    <a:pt x="4668" y="881"/>
                    <a:pt x="4573" y="846"/>
                  </a:cubicBezTo>
                  <a:lnTo>
                    <a:pt x="4549" y="846"/>
                  </a:lnTo>
                  <a:cubicBezTo>
                    <a:pt x="4513" y="840"/>
                    <a:pt x="4478" y="837"/>
                    <a:pt x="4442" y="837"/>
                  </a:cubicBezTo>
                  <a:cubicBezTo>
                    <a:pt x="4406" y="837"/>
                    <a:pt x="4370" y="840"/>
                    <a:pt x="4335" y="846"/>
                  </a:cubicBezTo>
                  <a:cubicBezTo>
                    <a:pt x="4275" y="727"/>
                    <a:pt x="4168" y="643"/>
                    <a:pt x="4037" y="608"/>
                  </a:cubicBezTo>
                  <a:lnTo>
                    <a:pt x="4013" y="608"/>
                  </a:lnTo>
                  <a:cubicBezTo>
                    <a:pt x="3977" y="602"/>
                    <a:pt x="3942" y="599"/>
                    <a:pt x="3907" y="599"/>
                  </a:cubicBezTo>
                  <a:cubicBezTo>
                    <a:pt x="3873" y="599"/>
                    <a:pt x="3841" y="602"/>
                    <a:pt x="3811" y="608"/>
                  </a:cubicBezTo>
                  <a:cubicBezTo>
                    <a:pt x="3811" y="596"/>
                    <a:pt x="3799" y="596"/>
                    <a:pt x="3799" y="584"/>
                  </a:cubicBezTo>
                  <a:cubicBezTo>
                    <a:pt x="3739" y="477"/>
                    <a:pt x="3632" y="417"/>
                    <a:pt x="3525" y="381"/>
                  </a:cubicBezTo>
                  <a:lnTo>
                    <a:pt x="3513" y="381"/>
                  </a:lnTo>
                  <a:cubicBezTo>
                    <a:pt x="3483" y="375"/>
                    <a:pt x="3454" y="372"/>
                    <a:pt x="3424" y="372"/>
                  </a:cubicBezTo>
                  <a:cubicBezTo>
                    <a:pt x="3394" y="372"/>
                    <a:pt x="3364" y="375"/>
                    <a:pt x="3335" y="381"/>
                  </a:cubicBezTo>
                  <a:cubicBezTo>
                    <a:pt x="3323" y="358"/>
                    <a:pt x="3299" y="322"/>
                    <a:pt x="3287" y="310"/>
                  </a:cubicBezTo>
                  <a:cubicBezTo>
                    <a:pt x="3227" y="203"/>
                    <a:pt x="3120" y="143"/>
                    <a:pt x="3025" y="119"/>
                  </a:cubicBezTo>
                  <a:lnTo>
                    <a:pt x="3001" y="119"/>
                  </a:lnTo>
                  <a:cubicBezTo>
                    <a:pt x="2964" y="108"/>
                    <a:pt x="2927" y="103"/>
                    <a:pt x="2892" y="103"/>
                  </a:cubicBezTo>
                  <a:cubicBezTo>
                    <a:pt x="2812" y="103"/>
                    <a:pt x="2737" y="130"/>
                    <a:pt x="2680" y="179"/>
                  </a:cubicBezTo>
                  <a:cubicBezTo>
                    <a:pt x="2573" y="238"/>
                    <a:pt x="2513" y="346"/>
                    <a:pt x="2489" y="441"/>
                  </a:cubicBezTo>
                  <a:lnTo>
                    <a:pt x="2453" y="548"/>
                  </a:lnTo>
                  <a:lnTo>
                    <a:pt x="1322" y="72"/>
                  </a:lnTo>
                  <a:lnTo>
                    <a:pt x="1263" y="72"/>
                  </a:lnTo>
                  <a:lnTo>
                    <a:pt x="191"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673;p69"/>
            <p:cNvSpPr/>
            <p:nvPr/>
          </p:nvSpPr>
          <p:spPr>
            <a:xfrm>
              <a:off x="5352728" y="2121719"/>
              <a:ext cx="103503" cy="189501"/>
            </a:xfrm>
            <a:custGeom>
              <a:avLst/>
              <a:gdLst/>
              <a:ahLst/>
              <a:cxnLst/>
              <a:rect l="l" t="t" r="r" b="b"/>
              <a:pathLst>
                <a:path w="3252" h="5954" extrusionOk="0">
                  <a:moveTo>
                    <a:pt x="1073" y="322"/>
                  </a:moveTo>
                  <a:cubicBezTo>
                    <a:pt x="1132" y="322"/>
                    <a:pt x="1192" y="358"/>
                    <a:pt x="1192" y="441"/>
                  </a:cubicBezTo>
                  <a:lnTo>
                    <a:pt x="1192" y="513"/>
                  </a:lnTo>
                  <a:lnTo>
                    <a:pt x="1192" y="1060"/>
                  </a:lnTo>
                  <a:cubicBezTo>
                    <a:pt x="1192" y="1156"/>
                    <a:pt x="1263" y="1227"/>
                    <a:pt x="1358" y="1227"/>
                  </a:cubicBezTo>
                  <a:cubicBezTo>
                    <a:pt x="1442" y="1227"/>
                    <a:pt x="1525" y="1156"/>
                    <a:pt x="1525" y="1060"/>
                  </a:cubicBezTo>
                  <a:lnTo>
                    <a:pt x="1525" y="537"/>
                  </a:lnTo>
                  <a:cubicBezTo>
                    <a:pt x="1537" y="513"/>
                    <a:pt x="1584" y="477"/>
                    <a:pt x="1620" y="477"/>
                  </a:cubicBezTo>
                  <a:lnTo>
                    <a:pt x="1644" y="477"/>
                  </a:lnTo>
                  <a:cubicBezTo>
                    <a:pt x="1704" y="477"/>
                    <a:pt x="1763" y="525"/>
                    <a:pt x="1763" y="596"/>
                  </a:cubicBezTo>
                  <a:lnTo>
                    <a:pt x="1763" y="632"/>
                  </a:lnTo>
                  <a:lnTo>
                    <a:pt x="1763" y="1060"/>
                  </a:lnTo>
                  <a:cubicBezTo>
                    <a:pt x="1763" y="1156"/>
                    <a:pt x="1835" y="1227"/>
                    <a:pt x="1918" y="1227"/>
                  </a:cubicBezTo>
                  <a:cubicBezTo>
                    <a:pt x="2013" y="1227"/>
                    <a:pt x="2085" y="1156"/>
                    <a:pt x="2085" y="1060"/>
                  </a:cubicBezTo>
                  <a:lnTo>
                    <a:pt x="2085" y="656"/>
                  </a:lnTo>
                  <a:cubicBezTo>
                    <a:pt x="2096" y="620"/>
                    <a:pt x="2144" y="596"/>
                    <a:pt x="2192" y="596"/>
                  </a:cubicBezTo>
                  <a:lnTo>
                    <a:pt x="2204" y="596"/>
                  </a:lnTo>
                  <a:cubicBezTo>
                    <a:pt x="2263" y="596"/>
                    <a:pt x="2323" y="644"/>
                    <a:pt x="2323" y="715"/>
                  </a:cubicBezTo>
                  <a:lnTo>
                    <a:pt x="2323" y="822"/>
                  </a:lnTo>
                  <a:lnTo>
                    <a:pt x="2323" y="1156"/>
                  </a:lnTo>
                  <a:cubicBezTo>
                    <a:pt x="2323" y="1239"/>
                    <a:pt x="2394" y="1311"/>
                    <a:pt x="2489" y="1311"/>
                  </a:cubicBezTo>
                  <a:cubicBezTo>
                    <a:pt x="2573" y="1311"/>
                    <a:pt x="2656" y="1239"/>
                    <a:pt x="2656" y="1156"/>
                  </a:cubicBezTo>
                  <a:lnTo>
                    <a:pt x="2656" y="822"/>
                  </a:lnTo>
                  <a:cubicBezTo>
                    <a:pt x="2656" y="763"/>
                    <a:pt x="2692" y="703"/>
                    <a:pt x="2775" y="703"/>
                  </a:cubicBezTo>
                  <a:lnTo>
                    <a:pt x="2787" y="703"/>
                  </a:lnTo>
                  <a:cubicBezTo>
                    <a:pt x="2847" y="703"/>
                    <a:pt x="2906" y="751"/>
                    <a:pt x="2906" y="822"/>
                  </a:cubicBezTo>
                  <a:lnTo>
                    <a:pt x="2906" y="1584"/>
                  </a:lnTo>
                  <a:lnTo>
                    <a:pt x="2906" y="1596"/>
                  </a:lnTo>
                  <a:cubicBezTo>
                    <a:pt x="2894" y="1775"/>
                    <a:pt x="2882" y="2323"/>
                    <a:pt x="2597" y="2584"/>
                  </a:cubicBezTo>
                  <a:cubicBezTo>
                    <a:pt x="2561" y="2608"/>
                    <a:pt x="2537" y="2656"/>
                    <a:pt x="2537" y="2704"/>
                  </a:cubicBezTo>
                  <a:lnTo>
                    <a:pt x="2537" y="3204"/>
                  </a:lnTo>
                  <a:lnTo>
                    <a:pt x="989" y="3204"/>
                  </a:lnTo>
                  <a:lnTo>
                    <a:pt x="989" y="2846"/>
                  </a:lnTo>
                  <a:cubicBezTo>
                    <a:pt x="989" y="2799"/>
                    <a:pt x="953" y="2739"/>
                    <a:pt x="930" y="2715"/>
                  </a:cubicBezTo>
                  <a:cubicBezTo>
                    <a:pt x="775" y="2596"/>
                    <a:pt x="370" y="2227"/>
                    <a:pt x="346" y="1846"/>
                  </a:cubicBezTo>
                  <a:cubicBezTo>
                    <a:pt x="334" y="1596"/>
                    <a:pt x="311" y="1275"/>
                    <a:pt x="406" y="1191"/>
                  </a:cubicBezTo>
                  <a:cubicBezTo>
                    <a:pt x="441" y="1174"/>
                    <a:pt x="482" y="1163"/>
                    <a:pt x="539" y="1163"/>
                  </a:cubicBezTo>
                  <a:cubicBezTo>
                    <a:pt x="560" y="1163"/>
                    <a:pt x="583" y="1164"/>
                    <a:pt x="608" y="1168"/>
                  </a:cubicBezTo>
                  <a:lnTo>
                    <a:pt x="608" y="1394"/>
                  </a:lnTo>
                  <a:cubicBezTo>
                    <a:pt x="608" y="1477"/>
                    <a:pt x="692" y="1549"/>
                    <a:pt x="775" y="1549"/>
                  </a:cubicBezTo>
                  <a:cubicBezTo>
                    <a:pt x="870" y="1549"/>
                    <a:pt x="942" y="1477"/>
                    <a:pt x="942" y="1394"/>
                  </a:cubicBezTo>
                  <a:lnTo>
                    <a:pt x="942" y="441"/>
                  </a:lnTo>
                  <a:cubicBezTo>
                    <a:pt x="942" y="382"/>
                    <a:pt x="989" y="322"/>
                    <a:pt x="1061" y="322"/>
                  </a:cubicBezTo>
                  <a:close/>
                  <a:moveTo>
                    <a:pt x="2799" y="3537"/>
                  </a:moveTo>
                  <a:lnTo>
                    <a:pt x="2799" y="4037"/>
                  </a:lnTo>
                  <a:lnTo>
                    <a:pt x="751" y="4037"/>
                  </a:lnTo>
                  <a:lnTo>
                    <a:pt x="751" y="3537"/>
                  </a:lnTo>
                  <a:close/>
                  <a:moveTo>
                    <a:pt x="2799" y="4347"/>
                  </a:moveTo>
                  <a:lnTo>
                    <a:pt x="2799" y="5632"/>
                  </a:lnTo>
                  <a:lnTo>
                    <a:pt x="751" y="5632"/>
                  </a:lnTo>
                  <a:lnTo>
                    <a:pt x="751" y="4347"/>
                  </a:lnTo>
                  <a:close/>
                  <a:moveTo>
                    <a:pt x="1073" y="1"/>
                  </a:moveTo>
                  <a:cubicBezTo>
                    <a:pt x="834" y="1"/>
                    <a:pt x="644" y="203"/>
                    <a:pt x="644" y="429"/>
                  </a:cubicBezTo>
                  <a:lnTo>
                    <a:pt x="644" y="846"/>
                  </a:lnTo>
                  <a:cubicBezTo>
                    <a:pt x="622" y="845"/>
                    <a:pt x="600" y="844"/>
                    <a:pt x="579" y="844"/>
                  </a:cubicBezTo>
                  <a:cubicBezTo>
                    <a:pt x="433" y="844"/>
                    <a:pt x="321" y="880"/>
                    <a:pt x="227" y="953"/>
                  </a:cubicBezTo>
                  <a:cubicBezTo>
                    <a:pt x="1" y="1144"/>
                    <a:pt x="13" y="1525"/>
                    <a:pt x="49" y="1882"/>
                  </a:cubicBezTo>
                  <a:cubicBezTo>
                    <a:pt x="84" y="2370"/>
                    <a:pt x="525" y="2787"/>
                    <a:pt x="692" y="2930"/>
                  </a:cubicBezTo>
                  <a:lnTo>
                    <a:pt x="692" y="3216"/>
                  </a:lnTo>
                  <a:lnTo>
                    <a:pt x="596" y="3216"/>
                  </a:lnTo>
                  <a:cubicBezTo>
                    <a:pt x="513" y="3216"/>
                    <a:pt x="441" y="3287"/>
                    <a:pt x="441" y="3382"/>
                  </a:cubicBezTo>
                  <a:lnTo>
                    <a:pt x="441" y="4216"/>
                  </a:lnTo>
                  <a:lnTo>
                    <a:pt x="441" y="5799"/>
                  </a:lnTo>
                  <a:cubicBezTo>
                    <a:pt x="441" y="5882"/>
                    <a:pt x="513" y="5954"/>
                    <a:pt x="596" y="5954"/>
                  </a:cubicBezTo>
                  <a:lnTo>
                    <a:pt x="2978" y="5954"/>
                  </a:lnTo>
                  <a:cubicBezTo>
                    <a:pt x="3073" y="5954"/>
                    <a:pt x="3144" y="5882"/>
                    <a:pt x="3144" y="5799"/>
                  </a:cubicBezTo>
                  <a:lnTo>
                    <a:pt x="3144" y="4204"/>
                  </a:lnTo>
                  <a:lnTo>
                    <a:pt x="3144" y="3370"/>
                  </a:lnTo>
                  <a:cubicBezTo>
                    <a:pt x="3144" y="3275"/>
                    <a:pt x="3073" y="3204"/>
                    <a:pt x="2978" y="3204"/>
                  </a:cubicBezTo>
                  <a:lnTo>
                    <a:pt x="2882" y="3204"/>
                  </a:lnTo>
                  <a:lnTo>
                    <a:pt x="2882" y="2763"/>
                  </a:lnTo>
                  <a:cubicBezTo>
                    <a:pt x="3251" y="2370"/>
                    <a:pt x="3204" y="1644"/>
                    <a:pt x="3204" y="1549"/>
                  </a:cubicBezTo>
                  <a:lnTo>
                    <a:pt x="3204" y="810"/>
                  </a:lnTo>
                  <a:cubicBezTo>
                    <a:pt x="3204" y="572"/>
                    <a:pt x="3013" y="382"/>
                    <a:pt x="2775" y="382"/>
                  </a:cubicBezTo>
                  <a:lnTo>
                    <a:pt x="2763" y="382"/>
                  </a:lnTo>
                  <a:cubicBezTo>
                    <a:pt x="2680" y="382"/>
                    <a:pt x="2608" y="394"/>
                    <a:pt x="2549" y="441"/>
                  </a:cubicBezTo>
                  <a:cubicBezTo>
                    <a:pt x="2477" y="334"/>
                    <a:pt x="2335" y="275"/>
                    <a:pt x="2204" y="275"/>
                  </a:cubicBezTo>
                  <a:lnTo>
                    <a:pt x="2192" y="275"/>
                  </a:lnTo>
                  <a:cubicBezTo>
                    <a:pt x="2120" y="275"/>
                    <a:pt x="2049" y="287"/>
                    <a:pt x="1989" y="322"/>
                  </a:cubicBezTo>
                  <a:cubicBezTo>
                    <a:pt x="1906" y="227"/>
                    <a:pt x="1787" y="168"/>
                    <a:pt x="1656" y="168"/>
                  </a:cubicBezTo>
                  <a:lnTo>
                    <a:pt x="1644" y="168"/>
                  </a:lnTo>
                  <a:cubicBezTo>
                    <a:pt x="1584" y="168"/>
                    <a:pt x="1525" y="179"/>
                    <a:pt x="1465" y="203"/>
                  </a:cubicBezTo>
                  <a:cubicBezTo>
                    <a:pt x="1394" y="84"/>
                    <a:pt x="1251" y="1"/>
                    <a:pt x="109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123275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8" name="Picture 1037"/>
          <p:cNvPicPr>
            <a:picLocks noChangeAspect="1"/>
          </p:cNvPicPr>
          <p:nvPr/>
        </p:nvPicPr>
        <p:blipFill>
          <a:blip r:embed="rId2"/>
          <a:stretch>
            <a:fillRect/>
          </a:stretch>
        </p:blipFill>
        <p:spPr>
          <a:xfrm>
            <a:off x="-24714" y="-288590"/>
            <a:ext cx="18440399" cy="11430000"/>
          </a:xfrm>
          <a:prstGeom prst="rect">
            <a:avLst/>
          </a:prstGeom>
        </p:spPr>
      </p:pic>
      <p:sp>
        <p:nvSpPr>
          <p:cNvPr id="1024" name="Rounded Rectangle 1023"/>
          <p:cNvSpPr/>
          <p:nvPr/>
        </p:nvSpPr>
        <p:spPr>
          <a:xfrm>
            <a:off x="2945193" y="3526137"/>
            <a:ext cx="4442063" cy="913829"/>
          </a:xfrm>
          <a:prstGeom prst="roundRect">
            <a:avLst/>
          </a:prstGeom>
          <a:solidFill>
            <a:srgbClr val="308C62"/>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2"/>
          <p:cNvGrpSpPr/>
          <p:nvPr/>
        </p:nvGrpSpPr>
        <p:grpSpPr>
          <a:xfrm>
            <a:off x="2889383" y="3493431"/>
            <a:ext cx="6106147" cy="1218539"/>
            <a:chOff x="0" y="0"/>
            <a:chExt cx="13038520" cy="1452617"/>
          </a:xfrm>
          <a:solidFill>
            <a:srgbClr val="EAEAEA"/>
          </a:solidFill>
        </p:grpSpPr>
        <p:sp>
          <p:nvSpPr>
            <p:cNvPr id="98" name="Freeform 3"/>
            <p:cNvSpPr/>
            <p:nvPr/>
          </p:nvSpPr>
          <p:spPr>
            <a:xfrm>
              <a:off x="57150" y="58420"/>
              <a:ext cx="12968670" cy="1381497"/>
            </a:xfrm>
            <a:custGeom>
              <a:avLst/>
              <a:gdLst/>
              <a:ahLst/>
              <a:cxnLst/>
              <a:rect l="l" t="t" r="r" b="b"/>
              <a:pathLst>
                <a:path w="12968670" h="1381497">
                  <a:moveTo>
                    <a:pt x="12883580" y="1351017"/>
                  </a:moveTo>
                  <a:lnTo>
                    <a:pt x="0" y="1351017"/>
                  </a:lnTo>
                  <a:cubicBezTo>
                    <a:pt x="5080" y="1368797"/>
                    <a:pt x="21590" y="1381497"/>
                    <a:pt x="40640" y="1381497"/>
                  </a:cubicBezTo>
                  <a:lnTo>
                    <a:pt x="12925490" y="1381497"/>
                  </a:lnTo>
                  <a:cubicBezTo>
                    <a:pt x="12949620" y="1381497"/>
                    <a:pt x="12968670" y="1362447"/>
                    <a:pt x="12968670" y="1338317"/>
                  </a:cubicBezTo>
                  <a:lnTo>
                    <a:pt x="12968670" y="40640"/>
                  </a:lnTo>
                  <a:cubicBezTo>
                    <a:pt x="12968670" y="21590"/>
                    <a:pt x="12955970" y="6350"/>
                    <a:pt x="12939460" y="0"/>
                  </a:cubicBezTo>
                  <a:lnTo>
                    <a:pt x="12939460" y="1295137"/>
                  </a:lnTo>
                  <a:cubicBezTo>
                    <a:pt x="12939460" y="1325617"/>
                    <a:pt x="12914060" y="1351017"/>
                    <a:pt x="12883580" y="135101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99" name="Freeform 4"/>
            <p:cNvSpPr/>
            <p:nvPr/>
          </p:nvSpPr>
          <p:spPr>
            <a:xfrm>
              <a:off x="12700" y="12700"/>
              <a:ext cx="12971210" cy="1384037"/>
            </a:xfrm>
            <a:custGeom>
              <a:avLst/>
              <a:gdLst/>
              <a:ahLst/>
              <a:cxnLst/>
              <a:rect l="l" t="t" r="r" b="b"/>
              <a:pathLst>
                <a:path w="12971210" h="1384037">
                  <a:moveTo>
                    <a:pt x="43180" y="1384037"/>
                  </a:moveTo>
                  <a:lnTo>
                    <a:pt x="12928030" y="1384037"/>
                  </a:lnTo>
                  <a:cubicBezTo>
                    <a:pt x="12952160" y="1384037"/>
                    <a:pt x="12971210" y="1364987"/>
                    <a:pt x="12971210" y="1340857"/>
                  </a:cubicBezTo>
                  <a:lnTo>
                    <a:pt x="12971210" y="43180"/>
                  </a:lnTo>
                  <a:cubicBezTo>
                    <a:pt x="12971210" y="19050"/>
                    <a:pt x="12952160" y="0"/>
                    <a:pt x="12928030" y="0"/>
                  </a:cubicBezTo>
                  <a:lnTo>
                    <a:pt x="43180" y="0"/>
                  </a:lnTo>
                  <a:cubicBezTo>
                    <a:pt x="19050" y="0"/>
                    <a:pt x="0" y="19050"/>
                    <a:pt x="0" y="43180"/>
                  </a:cubicBezTo>
                  <a:lnTo>
                    <a:pt x="0" y="1340857"/>
                  </a:lnTo>
                  <a:cubicBezTo>
                    <a:pt x="0" y="1364987"/>
                    <a:pt x="19050" y="1384037"/>
                    <a:pt x="43180" y="138403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100" name="Freeform 5"/>
            <p:cNvSpPr/>
            <p:nvPr/>
          </p:nvSpPr>
          <p:spPr>
            <a:xfrm>
              <a:off x="0" y="0"/>
              <a:ext cx="13038520" cy="1452617"/>
            </a:xfrm>
            <a:custGeom>
              <a:avLst/>
              <a:gdLst/>
              <a:ahLst/>
              <a:cxnLst/>
              <a:rect l="l" t="t" r="r" b="b"/>
              <a:pathLst>
                <a:path w="13038520" h="1452617">
                  <a:moveTo>
                    <a:pt x="12995340" y="44450"/>
                  </a:moveTo>
                  <a:cubicBezTo>
                    <a:pt x="12990260" y="19050"/>
                    <a:pt x="12967400" y="0"/>
                    <a:pt x="12940730"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12982640" y="1452617"/>
                  </a:lnTo>
                  <a:cubicBezTo>
                    <a:pt x="13013120" y="1452617"/>
                    <a:pt x="13038520" y="1427217"/>
                    <a:pt x="13038520" y="1396737"/>
                  </a:cubicBezTo>
                  <a:lnTo>
                    <a:pt x="13038520" y="99060"/>
                  </a:lnTo>
                  <a:cubicBezTo>
                    <a:pt x="13038520" y="72390"/>
                    <a:pt x="13020740" y="50800"/>
                    <a:pt x="12995340" y="44450"/>
                  </a:cubicBezTo>
                  <a:close/>
                  <a:moveTo>
                    <a:pt x="12700" y="1353557"/>
                  </a:moveTo>
                  <a:lnTo>
                    <a:pt x="12700" y="55880"/>
                  </a:lnTo>
                  <a:cubicBezTo>
                    <a:pt x="12700" y="31750"/>
                    <a:pt x="31750" y="12700"/>
                    <a:pt x="55880" y="12700"/>
                  </a:cubicBezTo>
                  <a:lnTo>
                    <a:pt x="12940730" y="12700"/>
                  </a:lnTo>
                  <a:cubicBezTo>
                    <a:pt x="12964860" y="12700"/>
                    <a:pt x="12983910" y="31750"/>
                    <a:pt x="12983910" y="55880"/>
                  </a:cubicBezTo>
                  <a:lnTo>
                    <a:pt x="12983910" y="1353557"/>
                  </a:lnTo>
                  <a:cubicBezTo>
                    <a:pt x="12983910" y="1377687"/>
                    <a:pt x="12964860" y="1396737"/>
                    <a:pt x="12940730" y="1396737"/>
                  </a:cubicBezTo>
                  <a:lnTo>
                    <a:pt x="55880" y="1396737"/>
                  </a:lnTo>
                  <a:cubicBezTo>
                    <a:pt x="31750" y="1396737"/>
                    <a:pt x="12700" y="1377687"/>
                    <a:pt x="12700" y="1353557"/>
                  </a:cubicBezTo>
                  <a:close/>
                  <a:moveTo>
                    <a:pt x="13025820" y="1396737"/>
                  </a:moveTo>
                  <a:cubicBezTo>
                    <a:pt x="13025820" y="1420867"/>
                    <a:pt x="13006770" y="1439917"/>
                    <a:pt x="12982640" y="1439917"/>
                  </a:cubicBezTo>
                  <a:lnTo>
                    <a:pt x="97790" y="1439917"/>
                  </a:lnTo>
                  <a:cubicBezTo>
                    <a:pt x="78740" y="1439917"/>
                    <a:pt x="62230" y="1427217"/>
                    <a:pt x="57150" y="1409437"/>
                  </a:cubicBezTo>
                  <a:lnTo>
                    <a:pt x="12940730" y="1409437"/>
                  </a:lnTo>
                  <a:cubicBezTo>
                    <a:pt x="12971210" y="1409437"/>
                    <a:pt x="12996610" y="1384037"/>
                    <a:pt x="12996610" y="1353557"/>
                  </a:cubicBezTo>
                  <a:lnTo>
                    <a:pt x="12996610" y="58420"/>
                  </a:lnTo>
                  <a:cubicBezTo>
                    <a:pt x="13013120" y="64770"/>
                    <a:pt x="13025820" y="80010"/>
                    <a:pt x="13025820" y="99060"/>
                  </a:cubicBezTo>
                  <a:lnTo>
                    <a:pt x="13025820" y="1396737"/>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grpSp>
      <p:grpSp>
        <p:nvGrpSpPr>
          <p:cNvPr id="110" name="Group 2"/>
          <p:cNvGrpSpPr/>
          <p:nvPr/>
        </p:nvGrpSpPr>
        <p:grpSpPr>
          <a:xfrm>
            <a:off x="10767886" y="3501951"/>
            <a:ext cx="6411006" cy="1227119"/>
            <a:chOff x="0" y="0"/>
            <a:chExt cx="13038520" cy="1452617"/>
          </a:xfrm>
          <a:solidFill>
            <a:srgbClr val="EAEAEA"/>
          </a:solidFill>
        </p:grpSpPr>
        <p:sp>
          <p:nvSpPr>
            <p:cNvPr id="111" name="Freeform 3"/>
            <p:cNvSpPr/>
            <p:nvPr/>
          </p:nvSpPr>
          <p:spPr>
            <a:xfrm>
              <a:off x="57150" y="58420"/>
              <a:ext cx="12968670" cy="1381497"/>
            </a:xfrm>
            <a:custGeom>
              <a:avLst/>
              <a:gdLst/>
              <a:ahLst/>
              <a:cxnLst/>
              <a:rect l="l" t="t" r="r" b="b"/>
              <a:pathLst>
                <a:path w="12968670" h="1381497">
                  <a:moveTo>
                    <a:pt x="12883580" y="1351017"/>
                  </a:moveTo>
                  <a:lnTo>
                    <a:pt x="0" y="1351017"/>
                  </a:lnTo>
                  <a:cubicBezTo>
                    <a:pt x="5080" y="1368797"/>
                    <a:pt x="21590" y="1381497"/>
                    <a:pt x="40640" y="1381497"/>
                  </a:cubicBezTo>
                  <a:lnTo>
                    <a:pt x="12925490" y="1381497"/>
                  </a:lnTo>
                  <a:cubicBezTo>
                    <a:pt x="12949620" y="1381497"/>
                    <a:pt x="12968670" y="1362447"/>
                    <a:pt x="12968670" y="1338317"/>
                  </a:cubicBezTo>
                  <a:lnTo>
                    <a:pt x="12968670" y="40640"/>
                  </a:lnTo>
                  <a:cubicBezTo>
                    <a:pt x="12968670" y="21590"/>
                    <a:pt x="12955970" y="6350"/>
                    <a:pt x="12939460" y="0"/>
                  </a:cubicBezTo>
                  <a:lnTo>
                    <a:pt x="12939460" y="1295137"/>
                  </a:lnTo>
                  <a:cubicBezTo>
                    <a:pt x="12939460" y="1325617"/>
                    <a:pt x="12914060" y="1351017"/>
                    <a:pt x="12883580" y="135101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112" name="Freeform 4"/>
            <p:cNvSpPr/>
            <p:nvPr/>
          </p:nvSpPr>
          <p:spPr>
            <a:xfrm>
              <a:off x="12700" y="12700"/>
              <a:ext cx="12971210" cy="1384037"/>
            </a:xfrm>
            <a:custGeom>
              <a:avLst/>
              <a:gdLst/>
              <a:ahLst/>
              <a:cxnLst/>
              <a:rect l="l" t="t" r="r" b="b"/>
              <a:pathLst>
                <a:path w="12971210" h="1384037">
                  <a:moveTo>
                    <a:pt x="43180" y="1384037"/>
                  </a:moveTo>
                  <a:lnTo>
                    <a:pt x="12928030" y="1384037"/>
                  </a:lnTo>
                  <a:cubicBezTo>
                    <a:pt x="12952160" y="1384037"/>
                    <a:pt x="12971210" y="1364987"/>
                    <a:pt x="12971210" y="1340857"/>
                  </a:cubicBezTo>
                  <a:lnTo>
                    <a:pt x="12971210" y="43180"/>
                  </a:lnTo>
                  <a:cubicBezTo>
                    <a:pt x="12971210" y="19050"/>
                    <a:pt x="12952160" y="0"/>
                    <a:pt x="12928030" y="0"/>
                  </a:cubicBezTo>
                  <a:lnTo>
                    <a:pt x="43180" y="0"/>
                  </a:lnTo>
                  <a:cubicBezTo>
                    <a:pt x="19050" y="0"/>
                    <a:pt x="0" y="19050"/>
                    <a:pt x="0" y="43180"/>
                  </a:cubicBezTo>
                  <a:lnTo>
                    <a:pt x="0" y="1340857"/>
                  </a:lnTo>
                  <a:cubicBezTo>
                    <a:pt x="0" y="1364987"/>
                    <a:pt x="19050" y="1384037"/>
                    <a:pt x="43180" y="138403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113" name="Freeform 5"/>
            <p:cNvSpPr/>
            <p:nvPr/>
          </p:nvSpPr>
          <p:spPr>
            <a:xfrm>
              <a:off x="0" y="0"/>
              <a:ext cx="13038520" cy="1452617"/>
            </a:xfrm>
            <a:custGeom>
              <a:avLst/>
              <a:gdLst/>
              <a:ahLst/>
              <a:cxnLst/>
              <a:rect l="l" t="t" r="r" b="b"/>
              <a:pathLst>
                <a:path w="13038520" h="1452617">
                  <a:moveTo>
                    <a:pt x="12995340" y="44450"/>
                  </a:moveTo>
                  <a:cubicBezTo>
                    <a:pt x="12990260" y="19050"/>
                    <a:pt x="12967400" y="0"/>
                    <a:pt x="12940730"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12982640" y="1452617"/>
                  </a:lnTo>
                  <a:cubicBezTo>
                    <a:pt x="13013120" y="1452617"/>
                    <a:pt x="13038520" y="1427217"/>
                    <a:pt x="13038520" y="1396737"/>
                  </a:cubicBezTo>
                  <a:lnTo>
                    <a:pt x="13038520" y="99060"/>
                  </a:lnTo>
                  <a:cubicBezTo>
                    <a:pt x="13038520" y="72390"/>
                    <a:pt x="13020740" y="50800"/>
                    <a:pt x="12995340" y="44450"/>
                  </a:cubicBezTo>
                  <a:close/>
                  <a:moveTo>
                    <a:pt x="12700" y="1353557"/>
                  </a:moveTo>
                  <a:lnTo>
                    <a:pt x="12700" y="55880"/>
                  </a:lnTo>
                  <a:cubicBezTo>
                    <a:pt x="12700" y="31750"/>
                    <a:pt x="31750" y="12700"/>
                    <a:pt x="55880" y="12700"/>
                  </a:cubicBezTo>
                  <a:lnTo>
                    <a:pt x="12940730" y="12700"/>
                  </a:lnTo>
                  <a:cubicBezTo>
                    <a:pt x="12964860" y="12700"/>
                    <a:pt x="12983910" y="31750"/>
                    <a:pt x="12983910" y="55880"/>
                  </a:cubicBezTo>
                  <a:lnTo>
                    <a:pt x="12983910" y="1353557"/>
                  </a:lnTo>
                  <a:cubicBezTo>
                    <a:pt x="12983910" y="1377687"/>
                    <a:pt x="12964860" y="1396737"/>
                    <a:pt x="12940730" y="1396737"/>
                  </a:cubicBezTo>
                  <a:lnTo>
                    <a:pt x="55880" y="1396737"/>
                  </a:lnTo>
                  <a:cubicBezTo>
                    <a:pt x="31750" y="1396737"/>
                    <a:pt x="12700" y="1377687"/>
                    <a:pt x="12700" y="1353557"/>
                  </a:cubicBezTo>
                  <a:close/>
                  <a:moveTo>
                    <a:pt x="13025820" y="1396737"/>
                  </a:moveTo>
                  <a:cubicBezTo>
                    <a:pt x="13025820" y="1420867"/>
                    <a:pt x="13006770" y="1439917"/>
                    <a:pt x="12982640" y="1439917"/>
                  </a:cubicBezTo>
                  <a:lnTo>
                    <a:pt x="97790" y="1439917"/>
                  </a:lnTo>
                  <a:cubicBezTo>
                    <a:pt x="78740" y="1439917"/>
                    <a:pt x="62230" y="1427217"/>
                    <a:pt x="57150" y="1409437"/>
                  </a:cubicBezTo>
                  <a:lnTo>
                    <a:pt x="12940730" y="1409437"/>
                  </a:lnTo>
                  <a:cubicBezTo>
                    <a:pt x="12971210" y="1409437"/>
                    <a:pt x="12996610" y="1384037"/>
                    <a:pt x="12996610" y="1353557"/>
                  </a:cubicBezTo>
                  <a:lnTo>
                    <a:pt x="12996610" y="58420"/>
                  </a:lnTo>
                  <a:cubicBezTo>
                    <a:pt x="13013120" y="64770"/>
                    <a:pt x="13025820" y="80010"/>
                    <a:pt x="13025820" y="99060"/>
                  </a:cubicBezTo>
                  <a:lnTo>
                    <a:pt x="13025820" y="1396737"/>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grpSp>
      <p:sp>
        <p:nvSpPr>
          <p:cNvPr id="107" name="Freeform 3"/>
          <p:cNvSpPr/>
          <p:nvPr/>
        </p:nvSpPr>
        <p:spPr>
          <a:xfrm>
            <a:off x="10827907" y="5917304"/>
            <a:ext cx="6373903" cy="1014892"/>
          </a:xfrm>
          <a:custGeom>
            <a:avLst/>
            <a:gdLst/>
            <a:ahLst/>
            <a:cxnLst/>
            <a:rect l="l" t="t" r="r" b="b"/>
            <a:pathLst>
              <a:path w="12968670" h="1381497">
                <a:moveTo>
                  <a:pt x="12883580" y="1351017"/>
                </a:moveTo>
                <a:lnTo>
                  <a:pt x="0" y="1351017"/>
                </a:lnTo>
                <a:cubicBezTo>
                  <a:pt x="5080" y="1368797"/>
                  <a:pt x="21590" y="1381497"/>
                  <a:pt x="40640" y="1381497"/>
                </a:cubicBezTo>
                <a:lnTo>
                  <a:pt x="12925490" y="1381497"/>
                </a:lnTo>
                <a:cubicBezTo>
                  <a:pt x="12949620" y="1381497"/>
                  <a:pt x="12968670" y="1362447"/>
                  <a:pt x="12968670" y="1338317"/>
                </a:cubicBezTo>
                <a:lnTo>
                  <a:pt x="12968670" y="40640"/>
                </a:lnTo>
                <a:cubicBezTo>
                  <a:pt x="12968670" y="21590"/>
                  <a:pt x="12955970" y="6350"/>
                  <a:pt x="12939460" y="0"/>
                </a:cubicBezTo>
                <a:lnTo>
                  <a:pt x="12939460" y="1295137"/>
                </a:lnTo>
                <a:cubicBezTo>
                  <a:pt x="12939460" y="1325617"/>
                  <a:pt x="12914060" y="1351017"/>
                  <a:pt x="12883580" y="1351017"/>
                </a:cubicBezTo>
                <a:close/>
              </a:path>
            </a:pathLst>
          </a:custGeom>
          <a:solidFill>
            <a:srgbClr val="808080"/>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108" name="Freeform 4"/>
          <p:cNvSpPr/>
          <p:nvPr/>
        </p:nvSpPr>
        <p:spPr>
          <a:xfrm>
            <a:off x="10814052" y="5716842"/>
            <a:ext cx="6375151" cy="1365546"/>
          </a:xfrm>
          <a:custGeom>
            <a:avLst/>
            <a:gdLst/>
            <a:ahLst/>
            <a:cxnLst/>
            <a:rect l="l" t="t" r="r" b="b"/>
            <a:pathLst>
              <a:path w="12971210" h="1384037">
                <a:moveTo>
                  <a:pt x="43180" y="1384037"/>
                </a:moveTo>
                <a:lnTo>
                  <a:pt x="12928030" y="1384037"/>
                </a:lnTo>
                <a:cubicBezTo>
                  <a:pt x="12952160" y="1384037"/>
                  <a:pt x="12971210" y="1364987"/>
                  <a:pt x="12971210" y="1340857"/>
                </a:cubicBezTo>
                <a:lnTo>
                  <a:pt x="12971210" y="43180"/>
                </a:lnTo>
                <a:cubicBezTo>
                  <a:pt x="12971210" y="19050"/>
                  <a:pt x="12952160" y="0"/>
                  <a:pt x="12928030" y="0"/>
                </a:cubicBezTo>
                <a:lnTo>
                  <a:pt x="43180" y="0"/>
                </a:lnTo>
                <a:cubicBezTo>
                  <a:pt x="19050" y="0"/>
                  <a:pt x="0" y="19050"/>
                  <a:pt x="0" y="43180"/>
                </a:cubicBezTo>
                <a:lnTo>
                  <a:pt x="0" y="1340857"/>
                </a:lnTo>
                <a:cubicBezTo>
                  <a:pt x="0" y="1364987"/>
                  <a:pt x="19050" y="1384037"/>
                  <a:pt x="43180" y="1384037"/>
                </a:cubicBezTo>
                <a:close/>
              </a:path>
            </a:pathLst>
          </a:custGeom>
          <a:solidFill>
            <a:srgbClr val="EAEAEA"/>
          </a:solidFill>
          <a:ln>
            <a:solidFill>
              <a:srgbClr val="EAEAEA"/>
            </a:solidFill>
          </a:ln>
        </p:spPr>
      </p:sp>
      <p:sp>
        <p:nvSpPr>
          <p:cNvPr id="109" name="Freeform 5"/>
          <p:cNvSpPr/>
          <p:nvPr/>
        </p:nvSpPr>
        <p:spPr>
          <a:xfrm>
            <a:off x="10812967" y="5874387"/>
            <a:ext cx="6408233" cy="1067139"/>
          </a:xfrm>
          <a:custGeom>
            <a:avLst/>
            <a:gdLst/>
            <a:ahLst/>
            <a:cxnLst/>
            <a:rect l="l" t="t" r="r" b="b"/>
            <a:pathLst>
              <a:path w="13038520" h="1452617">
                <a:moveTo>
                  <a:pt x="12995340" y="44450"/>
                </a:moveTo>
                <a:cubicBezTo>
                  <a:pt x="12990260" y="19050"/>
                  <a:pt x="12967400" y="0"/>
                  <a:pt x="12940730"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12982640" y="1452617"/>
                </a:lnTo>
                <a:cubicBezTo>
                  <a:pt x="13013120" y="1452617"/>
                  <a:pt x="13038520" y="1427217"/>
                  <a:pt x="13038520" y="1396737"/>
                </a:cubicBezTo>
                <a:lnTo>
                  <a:pt x="13038520" y="99060"/>
                </a:lnTo>
                <a:cubicBezTo>
                  <a:pt x="13038520" y="72390"/>
                  <a:pt x="13020740" y="50800"/>
                  <a:pt x="12995340" y="44450"/>
                </a:cubicBezTo>
                <a:close/>
                <a:moveTo>
                  <a:pt x="12700" y="1353557"/>
                </a:moveTo>
                <a:lnTo>
                  <a:pt x="12700" y="55880"/>
                </a:lnTo>
                <a:cubicBezTo>
                  <a:pt x="12700" y="31750"/>
                  <a:pt x="31750" y="12700"/>
                  <a:pt x="55880" y="12700"/>
                </a:cubicBezTo>
                <a:lnTo>
                  <a:pt x="12940730" y="12700"/>
                </a:lnTo>
                <a:cubicBezTo>
                  <a:pt x="12964860" y="12700"/>
                  <a:pt x="12983910" y="31750"/>
                  <a:pt x="12983910" y="55880"/>
                </a:cubicBezTo>
                <a:lnTo>
                  <a:pt x="12983910" y="1353557"/>
                </a:lnTo>
                <a:cubicBezTo>
                  <a:pt x="12983910" y="1377687"/>
                  <a:pt x="12964860" y="1396737"/>
                  <a:pt x="12940730" y="1396737"/>
                </a:cubicBezTo>
                <a:lnTo>
                  <a:pt x="55880" y="1396737"/>
                </a:lnTo>
                <a:cubicBezTo>
                  <a:pt x="31750" y="1396737"/>
                  <a:pt x="12700" y="1377687"/>
                  <a:pt x="12700" y="1353557"/>
                </a:cubicBezTo>
                <a:close/>
                <a:moveTo>
                  <a:pt x="13025820" y="1396737"/>
                </a:moveTo>
                <a:cubicBezTo>
                  <a:pt x="13025820" y="1420867"/>
                  <a:pt x="13006770" y="1439917"/>
                  <a:pt x="12982640" y="1439917"/>
                </a:cubicBezTo>
                <a:lnTo>
                  <a:pt x="97790" y="1439917"/>
                </a:lnTo>
                <a:cubicBezTo>
                  <a:pt x="78740" y="1439917"/>
                  <a:pt x="62230" y="1427217"/>
                  <a:pt x="57150" y="1409437"/>
                </a:cubicBezTo>
                <a:lnTo>
                  <a:pt x="12940730" y="1409437"/>
                </a:lnTo>
                <a:cubicBezTo>
                  <a:pt x="12971210" y="1409437"/>
                  <a:pt x="12996610" y="1384037"/>
                  <a:pt x="12996610" y="1353557"/>
                </a:cubicBezTo>
                <a:lnTo>
                  <a:pt x="12996610" y="58420"/>
                </a:lnTo>
                <a:cubicBezTo>
                  <a:pt x="13013120" y="64770"/>
                  <a:pt x="13025820" y="80010"/>
                  <a:pt x="13025820" y="99060"/>
                </a:cubicBezTo>
                <a:lnTo>
                  <a:pt x="13025820" y="1396737"/>
                </a:lnTo>
                <a:close/>
              </a:path>
            </a:pathLst>
          </a:custGeom>
          <a:solidFill>
            <a:srgbClr val="808080"/>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grpSp>
        <p:nvGrpSpPr>
          <p:cNvPr id="102" name="Group 2"/>
          <p:cNvGrpSpPr/>
          <p:nvPr/>
        </p:nvGrpSpPr>
        <p:grpSpPr>
          <a:xfrm>
            <a:off x="2874293" y="5613173"/>
            <a:ext cx="6146984" cy="1482173"/>
            <a:chOff x="0" y="0"/>
            <a:chExt cx="13038520" cy="1452617"/>
          </a:xfrm>
          <a:solidFill>
            <a:srgbClr val="EAEAEA"/>
          </a:solidFill>
        </p:grpSpPr>
        <p:sp>
          <p:nvSpPr>
            <p:cNvPr id="103" name="Freeform 3"/>
            <p:cNvSpPr/>
            <p:nvPr/>
          </p:nvSpPr>
          <p:spPr>
            <a:xfrm>
              <a:off x="57150" y="58420"/>
              <a:ext cx="12968670" cy="1381497"/>
            </a:xfrm>
            <a:custGeom>
              <a:avLst/>
              <a:gdLst/>
              <a:ahLst/>
              <a:cxnLst/>
              <a:rect l="l" t="t" r="r" b="b"/>
              <a:pathLst>
                <a:path w="12968670" h="1381497">
                  <a:moveTo>
                    <a:pt x="12883580" y="1351017"/>
                  </a:moveTo>
                  <a:lnTo>
                    <a:pt x="0" y="1351017"/>
                  </a:lnTo>
                  <a:cubicBezTo>
                    <a:pt x="5080" y="1368797"/>
                    <a:pt x="21590" y="1381497"/>
                    <a:pt x="40640" y="1381497"/>
                  </a:cubicBezTo>
                  <a:lnTo>
                    <a:pt x="12925490" y="1381497"/>
                  </a:lnTo>
                  <a:cubicBezTo>
                    <a:pt x="12949620" y="1381497"/>
                    <a:pt x="12968670" y="1362447"/>
                    <a:pt x="12968670" y="1338317"/>
                  </a:cubicBezTo>
                  <a:lnTo>
                    <a:pt x="12968670" y="40640"/>
                  </a:lnTo>
                  <a:cubicBezTo>
                    <a:pt x="12968670" y="21590"/>
                    <a:pt x="12955970" y="6350"/>
                    <a:pt x="12939460" y="0"/>
                  </a:cubicBezTo>
                  <a:lnTo>
                    <a:pt x="12939460" y="1295137"/>
                  </a:lnTo>
                  <a:cubicBezTo>
                    <a:pt x="12939460" y="1325617"/>
                    <a:pt x="12914060" y="1351017"/>
                    <a:pt x="12883580" y="135101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104" name="Freeform 4"/>
            <p:cNvSpPr/>
            <p:nvPr/>
          </p:nvSpPr>
          <p:spPr>
            <a:xfrm>
              <a:off x="12700" y="12700"/>
              <a:ext cx="12971210" cy="1384037"/>
            </a:xfrm>
            <a:custGeom>
              <a:avLst/>
              <a:gdLst/>
              <a:ahLst/>
              <a:cxnLst/>
              <a:rect l="l" t="t" r="r" b="b"/>
              <a:pathLst>
                <a:path w="12971210" h="1384037">
                  <a:moveTo>
                    <a:pt x="43180" y="1384037"/>
                  </a:moveTo>
                  <a:lnTo>
                    <a:pt x="12928030" y="1384037"/>
                  </a:lnTo>
                  <a:cubicBezTo>
                    <a:pt x="12952160" y="1384037"/>
                    <a:pt x="12971210" y="1364987"/>
                    <a:pt x="12971210" y="1340857"/>
                  </a:cubicBezTo>
                  <a:lnTo>
                    <a:pt x="12971210" y="43180"/>
                  </a:lnTo>
                  <a:cubicBezTo>
                    <a:pt x="12971210" y="19050"/>
                    <a:pt x="12952160" y="0"/>
                    <a:pt x="12928030" y="0"/>
                  </a:cubicBezTo>
                  <a:lnTo>
                    <a:pt x="43180" y="0"/>
                  </a:lnTo>
                  <a:cubicBezTo>
                    <a:pt x="19050" y="0"/>
                    <a:pt x="0" y="19050"/>
                    <a:pt x="0" y="43180"/>
                  </a:cubicBezTo>
                  <a:lnTo>
                    <a:pt x="0" y="1340857"/>
                  </a:lnTo>
                  <a:cubicBezTo>
                    <a:pt x="0" y="1364987"/>
                    <a:pt x="19050" y="1384037"/>
                    <a:pt x="43180" y="138403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105" name="Freeform 5"/>
            <p:cNvSpPr/>
            <p:nvPr/>
          </p:nvSpPr>
          <p:spPr>
            <a:xfrm>
              <a:off x="0" y="0"/>
              <a:ext cx="13038520" cy="1452617"/>
            </a:xfrm>
            <a:custGeom>
              <a:avLst/>
              <a:gdLst/>
              <a:ahLst/>
              <a:cxnLst/>
              <a:rect l="l" t="t" r="r" b="b"/>
              <a:pathLst>
                <a:path w="13038520" h="1452617">
                  <a:moveTo>
                    <a:pt x="12995340" y="44450"/>
                  </a:moveTo>
                  <a:cubicBezTo>
                    <a:pt x="12990260" y="19050"/>
                    <a:pt x="12967400" y="0"/>
                    <a:pt x="12940730"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12982640" y="1452617"/>
                  </a:lnTo>
                  <a:cubicBezTo>
                    <a:pt x="13013120" y="1452617"/>
                    <a:pt x="13038520" y="1427217"/>
                    <a:pt x="13038520" y="1396737"/>
                  </a:cubicBezTo>
                  <a:lnTo>
                    <a:pt x="13038520" y="99060"/>
                  </a:lnTo>
                  <a:cubicBezTo>
                    <a:pt x="13038520" y="72390"/>
                    <a:pt x="13020740" y="50800"/>
                    <a:pt x="12995340" y="44450"/>
                  </a:cubicBezTo>
                  <a:close/>
                  <a:moveTo>
                    <a:pt x="12700" y="1353557"/>
                  </a:moveTo>
                  <a:lnTo>
                    <a:pt x="12700" y="55880"/>
                  </a:lnTo>
                  <a:cubicBezTo>
                    <a:pt x="12700" y="31750"/>
                    <a:pt x="31750" y="12700"/>
                    <a:pt x="55880" y="12700"/>
                  </a:cubicBezTo>
                  <a:lnTo>
                    <a:pt x="12940730" y="12700"/>
                  </a:lnTo>
                  <a:cubicBezTo>
                    <a:pt x="12964860" y="12700"/>
                    <a:pt x="12983910" y="31750"/>
                    <a:pt x="12983910" y="55880"/>
                  </a:cubicBezTo>
                  <a:lnTo>
                    <a:pt x="12983910" y="1353557"/>
                  </a:lnTo>
                  <a:cubicBezTo>
                    <a:pt x="12983910" y="1377687"/>
                    <a:pt x="12964860" y="1396737"/>
                    <a:pt x="12940730" y="1396737"/>
                  </a:cubicBezTo>
                  <a:lnTo>
                    <a:pt x="55880" y="1396737"/>
                  </a:lnTo>
                  <a:cubicBezTo>
                    <a:pt x="31750" y="1396737"/>
                    <a:pt x="12700" y="1377687"/>
                    <a:pt x="12700" y="1353557"/>
                  </a:cubicBezTo>
                  <a:close/>
                  <a:moveTo>
                    <a:pt x="13025820" y="1396737"/>
                  </a:moveTo>
                  <a:cubicBezTo>
                    <a:pt x="13025820" y="1420867"/>
                    <a:pt x="13006770" y="1439917"/>
                    <a:pt x="12982640" y="1439917"/>
                  </a:cubicBezTo>
                  <a:lnTo>
                    <a:pt x="97790" y="1439917"/>
                  </a:lnTo>
                  <a:cubicBezTo>
                    <a:pt x="78740" y="1439917"/>
                    <a:pt x="62230" y="1427217"/>
                    <a:pt x="57150" y="1409437"/>
                  </a:cubicBezTo>
                  <a:lnTo>
                    <a:pt x="12940730" y="1409437"/>
                  </a:lnTo>
                  <a:cubicBezTo>
                    <a:pt x="12971210" y="1409437"/>
                    <a:pt x="12996610" y="1384037"/>
                    <a:pt x="12996610" y="1353557"/>
                  </a:cubicBezTo>
                  <a:lnTo>
                    <a:pt x="12996610" y="58420"/>
                  </a:lnTo>
                  <a:cubicBezTo>
                    <a:pt x="13013120" y="64770"/>
                    <a:pt x="13025820" y="80010"/>
                    <a:pt x="13025820" y="99060"/>
                  </a:cubicBezTo>
                  <a:lnTo>
                    <a:pt x="13025820" y="1396737"/>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grpSp>
      <p:grpSp>
        <p:nvGrpSpPr>
          <p:cNvPr id="2" name="Group 2"/>
          <p:cNvGrpSpPr/>
          <p:nvPr/>
        </p:nvGrpSpPr>
        <p:grpSpPr>
          <a:xfrm>
            <a:off x="5887541" y="1083746"/>
            <a:ext cx="7402633" cy="1266878"/>
            <a:chOff x="0" y="0"/>
            <a:chExt cx="13038520" cy="1452617"/>
          </a:xfrm>
          <a:solidFill>
            <a:srgbClr val="EAEAEA"/>
          </a:solidFill>
        </p:grpSpPr>
        <p:sp>
          <p:nvSpPr>
            <p:cNvPr id="3" name="Freeform 3"/>
            <p:cNvSpPr/>
            <p:nvPr/>
          </p:nvSpPr>
          <p:spPr>
            <a:xfrm>
              <a:off x="57150" y="58420"/>
              <a:ext cx="12968670" cy="1381497"/>
            </a:xfrm>
            <a:custGeom>
              <a:avLst/>
              <a:gdLst/>
              <a:ahLst/>
              <a:cxnLst/>
              <a:rect l="l" t="t" r="r" b="b"/>
              <a:pathLst>
                <a:path w="12968670" h="1381497">
                  <a:moveTo>
                    <a:pt x="12883580" y="1351017"/>
                  </a:moveTo>
                  <a:lnTo>
                    <a:pt x="0" y="1351017"/>
                  </a:lnTo>
                  <a:cubicBezTo>
                    <a:pt x="5080" y="1368797"/>
                    <a:pt x="21590" y="1381497"/>
                    <a:pt x="40640" y="1381497"/>
                  </a:cubicBezTo>
                  <a:lnTo>
                    <a:pt x="12925490" y="1381497"/>
                  </a:lnTo>
                  <a:cubicBezTo>
                    <a:pt x="12949620" y="1381497"/>
                    <a:pt x="12968670" y="1362447"/>
                    <a:pt x="12968670" y="1338317"/>
                  </a:cubicBezTo>
                  <a:lnTo>
                    <a:pt x="12968670" y="40640"/>
                  </a:lnTo>
                  <a:cubicBezTo>
                    <a:pt x="12968670" y="21590"/>
                    <a:pt x="12955970" y="6350"/>
                    <a:pt x="12939460" y="0"/>
                  </a:cubicBezTo>
                  <a:lnTo>
                    <a:pt x="12939460" y="1295137"/>
                  </a:lnTo>
                  <a:cubicBezTo>
                    <a:pt x="12939460" y="1325617"/>
                    <a:pt x="12914060" y="1351017"/>
                    <a:pt x="12883580" y="1351017"/>
                  </a:cubicBezTo>
                  <a:close/>
                </a:path>
              </a:pathLst>
            </a:custGeom>
            <a:grpFill/>
            <a:ln w="381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4" name="Freeform 4"/>
            <p:cNvSpPr/>
            <p:nvPr/>
          </p:nvSpPr>
          <p:spPr>
            <a:xfrm>
              <a:off x="12700" y="12700"/>
              <a:ext cx="12971210" cy="1384037"/>
            </a:xfrm>
            <a:custGeom>
              <a:avLst/>
              <a:gdLst/>
              <a:ahLst/>
              <a:cxnLst/>
              <a:rect l="l" t="t" r="r" b="b"/>
              <a:pathLst>
                <a:path w="12971210" h="1384037">
                  <a:moveTo>
                    <a:pt x="43180" y="1384037"/>
                  </a:moveTo>
                  <a:lnTo>
                    <a:pt x="12928030" y="1384037"/>
                  </a:lnTo>
                  <a:cubicBezTo>
                    <a:pt x="12952160" y="1384037"/>
                    <a:pt x="12971210" y="1364987"/>
                    <a:pt x="12971210" y="1340857"/>
                  </a:cubicBezTo>
                  <a:lnTo>
                    <a:pt x="12971210" y="43180"/>
                  </a:lnTo>
                  <a:cubicBezTo>
                    <a:pt x="12971210" y="19050"/>
                    <a:pt x="12952160" y="0"/>
                    <a:pt x="12928030" y="0"/>
                  </a:cubicBezTo>
                  <a:lnTo>
                    <a:pt x="43180" y="0"/>
                  </a:lnTo>
                  <a:cubicBezTo>
                    <a:pt x="19050" y="0"/>
                    <a:pt x="0" y="19050"/>
                    <a:pt x="0" y="43180"/>
                  </a:cubicBezTo>
                  <a:lnTo>
                    <a:pt x="0" y="1340857"/>
                  </a:lnTo>
                  <a:cubicBezTo>
                    <a:pt x="0" y="1364987"/>
                    <a:pt x="19050" y="1384037"/>
                    <a:pt x="43180" y="1384037"/>
                  </a:cubicBezTo>
                  <a:close/>
                </a:path>
              </a:pathLst>
            </a:custGeom>
            <a:grpFill/>
            <a:ln w="381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5" name="Freeform 5"/>
            <p:cNvSpPr/>
            <p:nvPr/>
          </p:nvSpPr>
          <p:spPr>
            <a:xfrm>
              <a:off x="0" y="0"/>
              <a:ext cx="13038520" cy="1452617"/>
            </a:xfrm>
            <a:custGeom>
              <a:avLst/>
              <a:gdLst/>
              <a:ahLst/>
              <a:cxnLst/>
              <a:rect l="l" t="t" r="r" b="b"/>
              <a:pathLst>
                <a:path w="13038520" h="1452617">
                  <a:moveTo>
                    <a:pt x="12995340" y="44450"/>
                  </a:moveTo>
                  <a:cubicBezTo>
                    <a:pt x="12990260" y="19050"/>
                    <a:pt x="12967400" y="0"/>
                    <a:pt x="12940730"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12982640" y="1452617"/>
                  </a:lnTo>
                  <a:cubicBezTo>
                    <a:pt x="13013120" y="1452617"/>
                    <a:pt x="13038520" y="1427217"/>
                    <a:pt x="13038520" y="1396737"/>
                  </a:cubicBezTo>
                  <a:lnTo>
                    <a:pt x="13038520" y="99060"/>
                  </a:lnTo>
                  <a:cubicBezTo>
                    <a:pt x="13038520" y="72390"/>
                    <a:pt x="13020740" y="50800"/>
                    <a:pt x="12995340" y="44450"/>
                  </a:cubicBezTo>
                  <a:close/>
                  <a:moveTo>
                    <a:pt x="12700" y="1353557"/>
                  </a:moveTo>
                  <a:lnTo>
                    <a:pt x="12700" y="55880"/>
                  </a:lnTo>
                  <a:cubicBezTo>
                    <a:pt x="12700" y="31750"/>
                    <a:pt x="31750" y="12700"/>
                    <a:pt x="55880" y="12700"/>
                  </a:cubicBezTo>
                  <a:lnTo>
                    <a:pt x="12940730" y="12700"/>
                  </a:lnTo>
                  <a:cubicBezTo>
                    <a:pt x="12964860" y="12700"/>
                    <a:pt x="12983910" y="31750"/>
                    <a:pt x="12983910" y="55880"/>
                  </a:cubicBezTo>
                  <a:lnTo>
                    <a:pt x="12983910" y="1353557"/>
                  </a:lnTo>
                  <a:cubicBezTo>
                    <a:pt x="12983910" y="1377687"/>
                    <a:pt x="12964860" y="1396737"/>
                    <a:pt x="12940730" y="1396737"/>
                  </a:cubicBezTo>
                  <a:lnTo>
                    <a:pt x="55880" y="1396737"/>
                  </a:lnTo>
                  <a:cubicBezTo>
                    <a:pt x="31750" y="1396737"/>
                    <a:pt x="12700" y="1377687"/>
                    <a:pt x="12700" y="1353557"/>
                  </a:cubicBezTo>
                  <a:close/>
                  <a:moveTo>
                    <a:pt x="13025820" y="1396737"/>
                  </a:moveTo>
                  <a:cubicBezTo>
                    <a:pt x="13025820" y="1420867"/>
                    <a:pt x="13006770" y="1439917"/>
                    <a:pt x="12982640" y="1439917"/>
                  </a:cubicBezTo>
                  <a:lnTo>
                    <a:pt x="97790" y="1439917"/>
                  </a:lnTo>
                  <a:cubicBezTo>
                    <a:pt x="78740" y="1439917"/>
                    <a:pt x="62230" y="1427217"/>
                    <a:pt x="57150" y="1409437"/>
                  </a:cubicBezTo>
                  <a:lnTo>
                    <a:pt x="12940730" y="1409437"/>
                  </a:lnTo>
                  <a:cubicBezTo>
                    <a:pt x="12971210" y="1409437"/>
                    <a:pt x="12996610" y="1384037"/>
                    <a:pt x="12996610" y="1353557"/>
                  </a:cubicBezTo>
                  <a:lnTo>
                    <a:pt x="12996610" y="58420"/>
                  </a:lnTo>
                  <a:cubicBezTo>
                    <a:pt x="13013120" y="64770"/>
                    <a:pt x="13025820" y="80010"/>
                    <a:pt x="13025820" y="99060"/>
                  </a:cubicBezTo>
                  <a:lnTo>
                    <a:pt x="13025820" y="1396737"/>
                  </a:lnTo>
                  <a:close/>
                </a:path>
              </a:pathLst>
            </a:custGeom>
            <a:grpFill/>
            <a:ln w="381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grpSp>
      <p:grpSp>
        <p:nvGrpSpPr>
          <p:cNvPr id="7" name="Group 7"/>
          <p:cNvGrpSpPr/>
          <p:nvPr/>
        </p:nvGrpSpPr>
        <p:grpSpPr>
          <a:xfrm>
            <a:off x="9732178" y="6050612"/>
            <a:ext cx="719550" cy="719550"/>
            <a:chOff x="0" y="0"/>
            <a:chExt cx="6350000" cy="6350000"/>
          </a:xfrm>
        </p:grpSpPr>
        <p:sp>
          <p:nvSpPr>
            <p:cNvPr id="8" name="Freeform 8"/>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p:spPr>
        </p:sp>
      </p:grpSp>
      <p:sp>
        <p:nvSpPr>
          <p:cNvPr id="9" name="TextBox 9"/>
          <p:cNvSpPr txBox="1"/>
          <p:nvPr/>
        </p:nvSpPr>
        <p:spPr>
          <a:xfrm>
            <a:off x="9863103" y="6046567"/>
            <a:ext cx="454485" cy="679673"/>
          </a:xfrm>
          <a:prstGeom prst="rect">
            <a:avLst/>
          </a:prstGeom>
        </p:spPr>
        <p:txBody>
          <a:bodyPr wrap="square" lIns="0" tIns="0" rIns="0" bIns="0" rtlCol="0" anchor="t">
            <a:spAutoFit/>
          </a:bodyPr>
          <a:lstStyle/>
          <a:p>
            <a:pPr marL="0" lvl="0" indent="0" algn="ctr">
              <a:lnSpc>
                <a:spcPts val="5292"/>
              </a:lnSpc>
              <a:spcBef>
                <a:spcPct val="0"/>
              </a:spcBef>
            </a:pPr>
            <a:r>
              <a:rPr lang="en-US" sz="3780" dirty="0">
                <a:solidFill>
                  <a:srgbClr val="FFFFFF"/>
                </a:solidFill>
                <a:latin typeface="Caudex Bold"/>
              </a:rPr>
              <a:t>4</a:t>
            </a:r>
          </a:p>
        </p:txBody>
      </p:sp>
      <p:sp>
        <p:nvSpPr>
          <p:cNvPr id="10" name="TextBox 10"/>
          <p:cNvSpPr txBox="1"/>
          <p:nvPr/>
        </p:nvSpPr>
        <p:spPr>
          <a:xfrm>
            <a:off x="11714418" y="6243103"/>
            <a:ext cx="4200216" cy="352019"/>
          </a:xfrm>
          <a:prstGeom prst="rect">
            <a:avLst/>
          </a:prstGeom>
        </p:spPr>
        <p:txBody>
          <a:bodyPr lIns="0" tIns="0" rIns="0" bIns="0" rtlCol="0" anchor="t">
            <a:spAutoFit/>
          </a:bodyPr>
          <a:lstStyle/>
          <a:p>
            <a:pPr marL="0" lvl="0" indent="0" algn="ctr">
              <a:lnSpc>
                <a:spcPts val="2520"/>
              </a:lnSpc>
              <a:spcBef>
                <a:spcPct val="0"/>
              </a:spcBef>
            </a:pPr>
            <a:r>
              <a:rPr lang="en-US" sz="3500" dirty="0" err="1">
                <a:latin typeface="Work Sans ExtraLight" pitchFamily="2" charset="0"/>
              </a:rPr>
              <a:t>Trả</a:t>
            </a:r>
            <a:r>
              <a:rPr lang="en-US" sz="3500" dirty="0">
                <a:latin typeface="Work Sans ExtraLight" pitchFamily="2" charset="0"/>
              </a:rPr>
              <a:t> </a:t>
            </a:r>
            <a:r>
              <a:rPr lang="en-US" sz="3500" dirty="0" err="1">
                <a:latin typeface="Work Sans ExtraLight" pitchFamily="2" charset="0"/>
              </a:rPr>
              <a:t>lời</a:t>
            </a:r>
            <a:r>
              <a:rPr lang="en-US" sz="3500" dirty="0">
                <a:latin typeface="Work Sans ExtraLight" pitchFamily="2" charset="0"/>
              </a:rPr>
              <a:t> </a:t>
            </a:r>
            <a:r>
              <a:rPr lang="en-US" sz="3500" dirty="0" err="1">
                <a:latin typeface="Work Sans ExtraLight" pitchFamily="2" charset="0"/>
              </a:rPr>
              <a:t>câu</a:t>
            </a:r>
            <a:r>
              <a:rPr lang="en-US" sz="3500" dirty="0">
                <a:latin typeface="Work Sans ExtraLight" pitchFamily="2" charset="0"/>
              </a:rPr>
              <a:t> </a:t>
            </a:r>
            <a:r>
              <a:rPr lang="en-US" sz="3500" dirty="0" err="1">
                <a:latin typeface="Work Sans ExtraLight" pitchFamily="2" charset="0"/>
              </a:rPr>
              <a:t>hỏi</a:t>
            </a:r>
            <a:endParaRPr lang="en-US" sz="3500" dirty="0">
              <a:latin typeface="Work Sans ExtraLight" pitchFamily="2" charset="0"/>
            </a:endParaRPr>
          </a:p>
        </p:txBody>
      </p:sp>
      <p:grpSp>
        <p:nvGrpSpPr>
          <p:cNvPr id="11" name="Group 11"/>
          <p:cNvGrpSpPr/>
          <p:nvPr/>
        </p:nvGrpSpPr>
        <p:grpSpPr>
          <a:xfrm>
            <a:off x="1797108" y="5844986"/>
            <a:ext cx="6999195" cy="1029538"/>
            <a:chOff x="-902138" y="-1054482"/>
            <a:chExt cx="8005330" cy="1372720"/>
          </a:xfrm>
        </p:grpSpPr>
        <p:grpSp>
          <p:nvGrpSpPr>
            <p:cNvPr id="12" name="Group 12"/>
            <p:cNvGrpSpPr/>
            <p:nvPr/>
          </p:nvGrpSpPr>
          <p:grpSpPr>
            <a:xfrm>
              <a:off x="-902138" y="-1014532"/>
              <a:ext cx="854470" cy="959400"/>
              <a:chOff x="-5970995" y="-6714904"/>
              <a:chExt cx="5655493" cy="6350000"/>
            </a:xfrm>
          </p:grpSpPr>
          <p:sp>
            <p:nvSpPr>
              <p:cNvPr id="13" name="Freeform 13"/>
              <p:cNvSpPr/>
              <p:nvPr/>
            </p:nvSpPr>
            <p:spPr>
              <a:xfrm>
                <a:off x="-5970995" y="-6714904"/>
                <a:ext cx="5655493"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p:spPr>
          </p:sp>
        </p:grpSp>
        <p:sp>
          <p:nvSpPr>
            <p:cNvPr id="14" name="TextBox 14"/>
            <p:cNvSpPr txBox="1"/>
            <p:nvPr/>
          </p:nvSpPr>
          <p:spPr>
            <a:xfrm>
              <a:off x="-720185" y="-1054482"/>
              <a:ext cx="490563" cy="906231"/>
            </a:xfrm>
            <a:prstGeom prst="rect">
              <a:avLst/>
            </a:prstGeom>
          </p:spPr>
          <p:txBody>
            <a:bodyPr wrap="square" lIns="0" tIns="0" rIns="0" bIns="0" rtlCol="0" anchor="t">
              <a:spAutoFit/>
            </a:bodyPr>
            <a:lstStyle/>
            <a:p>
              <a:pPr marL="0" lvl="0" indent="0" algn="ctr">
                <a:lnSpc>
                  <a:spcPts val="5292"/>
                </a:lnSpc>
                <a:spcBef>
                  <a:spcPct val="0"/>
                </a:spcBef>
              </a:pPr>
              <a:r>
                <a:rPr lang="en-US" sz="3780" dirty="0">
                  <a:solidFill>
                    <a:srgbClr val="FFFFFF"/>
                  </a:solidFill>
                  <a:latin typeface="Caudex Bold"/>
                </a:rPr>
                <a:t>2</a:t>
              </a:r>
            </a:p>
          </p:txBody>
        </p:sp>
        <p:sp>
          <p:nvSpPr>
            <p:cNvPr id="15" name="TextBox 15"/>
            <p:cNvSpPr txBox="1"/>
            <p:nvPr/>
          </p:nvSpPr>
          <p:spPr>
            <a:xfrm>
              <a:off x="626292" y="-964167"/>
              <a:ext cx="6476900" cy="1282405"/>
            </a:xfrm>
            <a:prstGeom prst="rect">
              <a:avLst/>
            </a:prstGeom>
          </p:spPr>
          <p:txBody>
            <a:bodyPr wrap="square" lIns="0" tIns="0" rIns="0" bIns="0" rtlCol="0" anchor="t">
              <a:spAutoFit/>
            </a:bodyPr>
            <a:lstStyle/>
            <a:p>
              <a:pPr marL="0" lvl="0" indent="0" algn="ctr">
                <a:lnSpc>
                  <a:spcPts val="2519"/>
                </a:lnSpc>
              </a:pPr>
              <a:r>
                <a:rPr lang="en-US" sz="3500" dirty="0" err="1" smtClean="0">
                  <a:latin typeface="Work Sans ExtraLight" pitchFamily="2" charset="0"/>
                </a:rPr>
                <a:t>Cấu</a:t>
              </a:r>
              <a:r>
                <a:rPr lang="en-US" sz="3500" dirty="0" smtClean="0">
                  <a:latin typeface="Work Sans ExtraLight" pitchFamily="2" charset="0"/>
                </a:rPr>
                <a:t> </a:t>
              </a:r>
              <a:r>
                <a:rPr lang="en-US" sz="3500" dirty="0" err="1" smtClean="0">
                  <a:latin typeface="Work Sans ExtraLight" pitchFamily="2" charset="0"/>
                </a:rPr>
                <a:t>tạo</a:t>
              </a:r>
              <a:r>
                <a:rPr lang="en-US" sz="3500" dirty="0" smtClean="0">
                  <a:latin typeface="Work Sans ExtraLight" pitchFamily="2" charset="0"/>
                </a:rPr>
                <a:t> </a:t>
              </a:r>
              <a:r>
                <a:rPr lang="en-US" sz="3500" dirty="0" err="1" smtClean="0">
                  <a:latin typeface="Work Sans ExtraLight" pitchFamily="2" charset="0"/>
                </a:rPr>
                <a:t>cơ</a:t>
              </a:r>
              <a:r>
                <a:rPr lang="en-US" sz="3500" dirty="0" smtClean="0">
                  <a:latin typeface="Work Sans ExtraLight" pitchFamily="2" charset="0"/>
                </a:rPr>
                <a:t> </a:t>
              </a:r>
              <a:r>
                <a:rPr lang="en-US" sz="3500" dirty="0" err="1" smtClean="0">
                  <a:latin typeface="Work Sans ExtraLight" pitchFamily="2" charset="0"/>
                </a:rPr>
                <a:t>bản</a:t>
              </a:r>
              <a:r>
                <a:rPr lang="en-US" sz="3500" dirty="0" smtClean="0">
                  <a:latin typeface="Work Sans ExtraLight" pitchFamily="2" charset="0"/>
                </a:rPr>
                <a:t>, </a:t>
              </a:r>
              <a:r>
                <a:rPr lang="en-US" sz="3500" dirty="0" err="1" smtClean="0">
                  <a:latin typeface="Work Sans ExtraLight" pitchFamily="2" charset="0"/>
                </a:rPr>
                <a:t>chức</a:t>
              </a:r>
              <a:r>
                <a:rPr lang="en-US" sz="3500" dirty="0" smtClean="0">
                  <a:latin typeface="Work Sans ExtraLight" pitchFamily="2" charset="0"/>
                </a:rPr>
                <a:t> </a:t>
              </a:r>
              <a:r>
                <a:rPr lang="en-US" sz="3500" dirty="0" err="1" smtClean="0">
                  <a:latin typeface="Work Sans ExtraLight" pitchFamily="2" charset="0"/>
                </a:rPr>
                <a:t>năng</a:t>
              </a:r>
              <a:endParaRPr lang="vi-VN" sz="3500" dirty="0" smtClean="0">
                <a:latin typeface="Work Sans ExtraLight" pitchFamily="2" charset="0"/>
              </a:endParaRPr>
            </a:p>
            <a:p>
              <a:pPr marL="0" lvl="0" indent="0" algn="ctr">
                <a:lnSpc>
                  <a:spcPts val="2519"/>
                </a:lnSpc>
              </a:pPr>
              <a:endParaRPr lang="vi-VN" sz="3500" dirty="0">
                <a:latin typeface="Work Sans ExtraLight" pitchFamily="2" charset="0"/>
              </a:endParaRPr>
            </a:p>
            <a:p>
              <a:pPr marL="0" lvl="0" indent="0" algn="ctr">
                <a:lnSpc>
                  <a:spcPts val="2519"/>
                </a:lnSpc>
              </a:pPr>
              <a:r>
                <a:rPr lang="en-US" sz="3500" dirty="0" smtClean="0">
                  <a:latin typeface="Work Sans ExtraLight" pitchFamily="2" charset="0"/>
                </a:rPr>
                <a:t> </a:t>
              </a:r>
              <a:r>
                <a:rPr lang="en-US" sz="3500" dirty="0" err="1" smtClean="0">
                  <a:latin typeface="Work Sans ExtraLight" pitchFamily="2" charset="0"/>
                </a:rPr>
                <a:t>của</a:t>
              </a:r>
              <a:r>
                <a:rPr lang="en-US" sz="3500" dirty="0" smtClean="0">
                  <a:latin typeface="Work Sans ExtraLight" pitchFamily="2" charset="0"/>
                </a:rPr>
                <a:t> </a:t>
              </a:r>
              <a:r>
                <a:rPr lang="en-US" sz="3500" dirty="0" err="1" smtClean="0">
                  <a:latin typeface="Work Sans ExtraLight" pitchFamily="2" charset="0"/>
                </a:rPr>
                <a:t>các</a:t>
              </a:r>
              <a:r>
                <a:rPr lang="en-US" sz="3500" dirty="0" smtClean="0">
                  <a:latin typeface="Work Sans ExtraLight" pitchFamily="2" charset="0"/>
                </a:rPr>
                <a:t> </a:t>
              </a:r>
              <a:r>
                <a:rPr lang="en-US" sz="3500" dirty="0" err="1" smtClean="0">
                  <a:latin typeface="Work Sans ExtraLight" pitchFamily="2" charset="0"/>
                </a:rPr>
                <a:t>bộ</a:t>
              </a:r>
              <a:r>
                <a:rPr lang="en-US" sz="3500" dirty="0" smtClean="0">
                  <a:latin typeface="Work Sans ExtraLight" pitchFamily="2" charset="0"/>
                </a:rPr>
                <a:t> </a:t>
              </a:r>
              <a:r>
                <a:rPr lang="en-US" sz="3500" dirty="0" err="1" smtClean="0">
                  <a:latin typeface="Work Sans ExtraLight" pitchFamily="2" charset="0"/>
                </a:rPr>
                <a:t>phận</a:t>
              </a:r>
              <a:r>
                <a:rPr lang="en-US" sz="3500" dirty="0" smtClean="0">
                  <a:latin typeface="Work Sans ExtraLight" pitchFamily="2" charset="0"/>
                </a:rPr>
                <a:t> </a:t>
              </a:r>
              <a:r>
                <a:rPr lang="vi-VN" sz="3500" dirty="0" smtClean="0">
                  <a:latin typeface="Work Sans ExtraLight" pitchFamily="2" charset="0"/>
                </a:rPr>
                <a:t>điều </a:t>
              </a:r>
              <a:r>
                <a:rPr lang="en-US" sz="3500" dirty="0" err="1" smtClean="0">
                  <a:latin typeface="Work Sans ExtraLight" pitchFamily="2" charset="0"/>
                </a:rPr>
                <a:t>hòa</a:t>
              </a:r>
              <a:endParaRPr lang="en-US" sz="3500" dirty="0">
                <a:latin typeface="Work Sans ExtraLight" pitchFamily="2" charset="0"/>
              </a:endParaRPr>
            </a:p>
          </p:txBody>
        </p:sp>
      </p:grpSp>
      <p:sp>
        <p:nvSpPr>
          <p:cNvPr id="16" name="TextBox 16"/>
          <p:cNvSpPr txBox="1"/>
          <p:nvPr/>
        </p:nvSpPr>
        <p:spPr>
          <a:xfrm>
            <a:off x="11057163" y="3725896"/>
            <a:ext cx="5893290" cy="961802"/>
          </a:xfrm>
          <a:prstGeom prst="rect">
            <a:avLst/>
          </a:prstGeom>
          <a:noFill/>
          <a:ln>
            <a:noFill/>
          </a:ln>
        </p:spPr>
        <p:txBody>
          <a:bodyPr wrap="square" lIns="0" tIns="0" rIns="0" bIns="0" rtlCol="0" anchor="t">
            <a:spAutoFit/>
          </a:bodyPr>
          <a:lstStyle/>
          <a:p>
            <a:pPr marL="0" lvl="0" indent="0" algn="ctr">
              <a:lnSpc>
                <a:spcPts val="2520"/>
              </a:lnSpc>
              <a:spcBef>
                <a:spcPct val="0"/>
              </a:spcBef>
            </a:pPr>
            <a:r>
              <a:rPr lang="en-US" sz="3500" dirty="0" err="1" smtClean="0">
                <a:latin typeface="Work Sans ExtraLight" pitchFamily="2" charset="0"/>
              </a:rPr>
              <a:t>Phân</a:t>
            </a:r>
            <a:r>
              <a:rPr lang="en-US" sz="3500" dirty="0" smtClean="0">
                <a:latin typeface="Work Sans ExtraLight" pitchFamily="2" charset="0"/>
              </a:rPr>
              <a:t> </a:t>
            </a:r>
            <a:r>
              <a:rPr lang="en-US" sz="3500" dirty="0" err="1" smtClean="0">
                <a:latin typeface="Work Sans ExtraLight" pitchFamily="2" charset="0"/>
              </a:rPr>
              <a:t>tích</a:t>
            </a:r>
            <a:r>
              <a:rPr lang="en-US" sz="3500" dirty="0" smtClean="0">
                <a:latin typeface="Work Sans ExtraLight" pitchFamily="2" charset="0"/>
              </a:rPr>
              <a:t> </a:t>
            </a:r>
            <a:r>
              <a:rPr lang="en-US" sz="3500" dirty="0" err="1" smtClean="0">
                <a:latin typeface="Work Sans ExtraLight" pitchFamily="2" charset="0"/>
              </a:rPr>
              <a:t>nguyên</a:t>
            </a:r>
            <a:r>
              <a:rPr lang="en-US" sz="3500" dirty="0" smtClean="0">
                <a:latin typeface="Work Sans ExtraLight" pitchFamily="2" charset="0"/>
              </a:rPr>
              <a:t> </a:t>
            </a:r>
            <a:r>
              <a:rPr lang="en-US" sz="3500" dirty="0" err="1" smtClean="0">
                <a:latin typeface="Work Sans ExtraLight" pitchFamily="2" charset="0"/>
              </a:rPr>
              <a:t>lý</a:t>
            </a:r>
            <a:r>
              <a:rPr lang="en-US" sz="3500" dirty="0" smtClean="0">
                <a:latin typeface="Work Sans ExtraLight" pitchFamily="2" charset="0"/>
              </a:rPr>
              <a:t> </a:t>
            </a:r>
            <a:r>
              <a:rPr lang="en-US" sz="3500" dirty="0" err="1" smtClean="0">
                <a:latin typeface="Work Sans ExtraLight" pitchFamily="2" charset="0"/>
              </a:rPr>
              <a:t>hoạt</a:t>
            </a:r>
            <a:r>
              <a:rPr lang="en-US" sz="3500" dirty="0" smtClean="0">
                <a:latin typeface="Work Sans ExtraLight" pitchFamily="2" charset="0"/>
              </a:rPr>
              <a:t> </a:t>
            </a:r>
            <a:endParaRPr lang="vi-VN" sz="3500" dirty="0" smtClean="0">
              <a:latin typeface="Work Sans ExtraLight" pitchFamily="2" charset="0"/>
            </a:endParaRPr>
          </a:p>
          <a:p>
            <a:pPr marL="0" lvl="0" indent="0" algn="ctr">
              <a:lnSpc>
                <a:spcPts val="2520"/>
              </a:lnSpc>
              <a:spcBef>
                <a:spcPct val="0"/>
              </a:spcBef>
            </a:pPr>
            <a:endParaRPr lang="vi-VN" sz="3500" dirty="0">
              <a:latin typeface="Work Sans ExtraLight" pitchFamily="2" charset="0"/>
            </a:endParaRPr>
          </a:p>
          <a:p>
            <a:pPr marL="0" lvl="0" indent="0" algn="ctr">
              <a:lnSpc>
                <a:spcPts val="2520"/>
              </a:lnSpc>
              <a:spcBef>
                <a:spcPct val="0"/>
              </a:spcBef>
            </a:pPr>
            <a:r>
              <a:rPr lang="en-US" sz="3500" dirty="0" err="1" smtClean="0">
                <a:latin typeface="Work Sans ExtraLight" pitchFamily="2" charset="0"/>
              </a:rPr>
              <a:t>động</a:t>
            </a:r>
            <a:r>
              <a:rPr lang="en-US" sz="3500" dirty="0" smtClean="0">
                <a:latin typeface="Work Sans ExtraLight" pitchFamily="2" charset="0"/>
              </a:rPr>
              <a:t> </a:t>
            </a:r>
            <a:r>
              <a:rPr lang="en-US" sz="3500" dirty="0" err="1" smtClean="0">
                <a:latin typeface="Work Sans ExtraLight" pitchFamily="2" charset="0"/>
              </a:rPr>
              <a:t>của</a:t>
            </a:r>
            <a:r>
              <a:rPr lang="en-US" sz="3500" dirty="0" smtClean="0">
                <a:latin typeface="Work Sans ExtraLight" pitchFamily="2" charset="0"/>
              </a:rPr>
              <a:t> </a:t>
            </a:r>
            <a:r>
              <a:rPr lang="en-US" sz="3500" dirty="0" err="1" smtClean="0">
                <a:latin typeface="Work Sans ExtraLight" pitchFamily="2" charset="0"/>
              </a:rPr>
              <a:t>điều</a:t>
            </a:r>
            <a:r>
              <a:rPr lang="en-US" sz="3500" dirty="0" smtClean="0">
                <a:latin typeface="Work Sans ExtraLight" pitchFamily="2" charset="0"/>
              </a:rPr>
              <a:t> </a:t>
            </a:r>
            <a:r>
              <a:rPr lang="en-US" sz="3500" dirty="0" err="1" smtClean="0">
                <a:latin typeface="Work Sans ExtraLight" pitchFamily="2" charset="0"/>
              </a:rPr>
              <a:t>hòa</a:t>
            </a:r>
            <a:endParaRPr lang="en-US" sz="3500" dirty="0">
              <a:latin typeface="Work Sans ExtraLight" pitchFamily="2" charset="0"/>
            </a:endParaRPr>
          </a:p>
        </p:txBody>
      </p:sp>
      <p:grpSp>
        <p:nvGrpSpPr>
          <p:cNvPr id="17" name="Group 17"/>
          <p:cNvGrpSpPr/>
          <p:nvPr/>
        </p:nvGrpSpPr>
        <p:grpSpPr>
          <a:xfrm>
            <a:off x="9730573" y="3615213"/>
            <a:ext cx="719550" cy="719550"/>
            <a:chOff x="0" y="0"/>
            <a:chExt cx="6350000" cy="6350000"/>
          </a:xfrm>
        </p:grpSpPr>
        <p:sp>
          <p:nvSpPr>
            <p:cNvPr id="18" name="Freeform 18"/>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p:spPr>
        </p:sp>
      </p:grpSp>
      <p:sp>
        <p:nvSpPr>
          <p:cNvPr id="19" name="TextBox 19"/>
          <p:cNvSpPr txBox="1"/>
          <p:nvPr/>
        </p:nvSpPr>
        <p:spPr>
          <a:xfrm>
            <a:off x="9863104" y="3602368"/>
            <a:ext cx="454485" cy="679673"/>
          </a:xfrm>
          <a:prstGeom prst="rect">
            <a:avLst/>
          </a:prstGeom>
        </p:spPr>
        <p:txBody>
          <a:bodyPr wrap="square" lIns="0" tIns="0" rIns="0" bIns="0" rtlCol="0" anchor="t">
            <a:spAutoFit/>
          </a:bodyPr>
          <a:lstStyle/>
          <a:p>
            <a:pPr marL="0" lvl="0" indent="0" algn="ctr">
              <a:lnSpc>
                <a:spcPts val="5292"/>
              </a:lnSpc>
              <a:spcBef>
                <a:spcPct val="0"/>
              </a:spcBef>
            </a:pPr>
            <a:r>
              <a:rPr lang="en-US" sz="3780" dirty="0">
                <a:solidFill>
                  <a:srgbClr val="FFFFFF"/>
                </a:solidFill>
                <a:latin typeface="Caudex Bold"/>
              </a:rPr>
              <a:t>3</a:t>
            </a:r>
          </a:p>
        </p:txBody>
      </p:sp>
      <p:sp>
        <p:nvSpPr>
          <p:cNvPr id="20" name="TextBox 20"/>
          <p:cNvSpPr txBox="1"/>
          <p:nvPr/>
        </p:nvSpPr>
        <p:spPr>
          <a:xfrm>
            <a:off x="766609" y="478275"/>
            <a:ext cx="6212797" cy="386339"/>
          </a:xfrm>
          <a:prstGeom prst="rect">
            <a:avLst/>
          </a:prstGeom>
        </p:spPr>
        <p:txBody>
          <a:bodyPr lIns="0" tIns="0" rIns="0" bIns="0" rtlCol="0" anchor="t">
            <a:spAutoFit/>
          </a:bodyPr>
          <a:lstStyle/>
          <a:p>
            <a:pPr>
              <a:lnSpc>
                <a:spcPts val="3359"/>
              </a:lnSpc>
            </a:pPr>
            <a:r>
              <a:rPr lang="en-US" sz="2400" dirty="0">
                <a:solidFill>
                  <a:srgbClr val="000000"/>
                </a:solidFill>
                <a:latin typeface="Public Sans"/>
              </a:rPr>
              <a:t>NHÓM 2-67CS1</a:t>
            </a:r>
          </a:p>
        </p:txBody>
      </p:sp>
      <p:grpSp>
        <p:nvGrpSpPr>
          <p:cNvPr id="21" name="Group 21"/>
          <p:cNvGrpSpPr/>
          <p:nvPr/>
        </p:nvGrpSpPr>
        <p:grpSpPr>
          <a:xfrm>
            <a:off x="1800515" y="3659043"/>
            <a:ext cx="719550" cy="719550"/>
            <a:chOff x="0" y="0"/>
            <a:chExt cx="6350000" cy="6350000"/>
          </a:xfrm>
        </p:grpSpPr>
        <p:sp>
          <p:nvSpPr>
            <p:cNvPr id="22" name="Freeform 22"/>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p:spPr>
        </p:sp>
      </p:grpSp>
      <p:sp>
        <p:nvSpPr>
          <p:cNvPr id="23" name="TextBox 23"/>
          <p:cNvSpPr txBox="1"/>
          <p:nvPr/>
        </p:nvSpPr>
        <p:spPr>
          <a:xfrm>
            <a:off x="2007218" y="3661392"/>
            <a:ext cx="306142" cy="643318"/>
          </a:xfrm>
          <a:prstGeom prst="rect">
            <a:avLst/>
          </a:prstGeom>
        </p:spPr>
        <p:txBody>
          <a:bodyPr wrap="square" lIns="0" tIns="0" rIns="0" bIns="0" rtlCol="0" anchor="t">
            <a:spAutoFit/>
          </a:bodyPr>
          <a:lstStyle/>
          <a:p>
            <a:pPr marL="0" lvl="0" indent="0" algn="ctr">
              <a:lnSpc>
                <a:spcPts val="5292"/>
              </a:lnSpc>
              <a:spcBef>
                <a:spcPct val="0"/>
              </a:spcBef>
            </a:pPr>
            <a:r>
              <a:rPr lang="en-US" sz="3780" dirty="0">
                <a:solidFill>
                  <a:srgbClr val="FFFFFF"/>
                </a:solidFill>
                <a:latin typeface="Caudex Bold"/>
              </a:rPr>
              <a:t>1</a:t>
            </a:r>
          </a:p>
        </p:txBody>
      </p:sp>
      <p:sp>
        <p:nvSpPr>
          <p:cNvPr id="34" name="Google Shape;1339;p32"/>
          <p:cNvSpPr txBox="1">
            <a:spLocks/>
          </p:cNvSpPr>
          <p:nvPr/>
        </p:nvSpPr>
        <p:spPr>
          <a:xfrm>
            <a:off x="3385926" y="3789775"/>
            <a:ext cx="4956848" cy="514935"/>
          </a:xfrm>
          <a:prstGeom prst="rect">
            <a:avLst/>
          </a:prstGeom>
          <a:noFill/>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pPr>
            <a:r>
              <a:rPr lang="vi-VN" sz="3500" dirty="0" smtClean="0">
                <a:latin typeface="Work Sans ExtraLight" pitchFamily="2" charset="0"/>
              </a:rPr>
              <a:t>Giới thiệu về điều hòa</a:t>
            </a:r>
            <a:endParaRPr lang="en-US" sz="3500" dirty="0">
              <a:latin typeface="Work Sans ExtraLight" pitchFamily="2" charset="0"/>
            </a:endParaRPr>
          </a:p>
        </p:txBody>
      </p:sp>
      <p:sp>
        <p:nvSpPr>
          <p:cNvPr id="35" name="TextBox 24"/>
          <p:cNvSpPr txBox="1"/>
          <p:nvPr/>
        </p:nvSpPr>
        <p:spPr>
          <a:xfrm>
            <a:off x="5789748" y="1618356"/>
            <a:ext cx="7706216" cy="367986"/>
          </a:xfrm>
          <a:prstGeom prst="rect">
            <a:avLst/>
          </a:prstGeom>
        </p:spPr>
        <p:txBody>
          <a:bodyPr wrap="square" lIns="0" tIns="0" rIns="0" bIns="0" rtlCol="0" anchor="t">
            <a:spAutoFit/>
          </a:bodyPr>
          <a:lstStyle/>
          <a:p>
            <a:pPr marL="0" lvl="0" indent="0" algn="ctr">
              <a:lnSpc>
                <a:spcPts val="2519"/>
              </a:lnSpc>
            </a:pPr>
            <a:r>
              <a:rPr lang="vi-VN" sz="4000" dirty="0" smtClean="0">
                <a:latin typeface="Work Sans SemiBold" pitchFamily="2" charset="0"/>
              </a:rPr>
              <a:t>Nội dung chính </a:t>
            </a:r>
            <a:endParaRPr lang="en-US" sz="4000" dirty="0">
              <a:latin typeface="Work Sans SemiBold" pitchFamily="2" charset="0"/>
            </a:endParaRPr>
          </a:p>
        </p:txBody>
      </p:sp>
      <p:sp>
        <p:nvSpPr>
          <p:cNvPr id="127" name="Rounded Rectangle 126"/>
          <p:cNvSpPr/>
          <p:nvPr/>
        </p:nvSpPr>
        <p:spPr>
          <a:xfrm>
            <a:off x="2993852" y="3613324"/>
            <a:ext cx="45719" cy="45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1" name="Google Shape;10669;p67"/>
          <p:cNvGrpSpPr/>
          <p:nvPr/>
        </p:nvGrpSpPr>
        <p:grpSpPr>
          <a:xfrm>
            <a:off x="16470142" y="2443410"/>
            <a:ext cx="1525469" cy="1256341"/>
            <a:chOff x="2497275" y="2744159"/>
            <a:chExt cx="370930" cy="370549"/>
          </a:xfrm>
        </p:grpSpPr>
        <p:sp>
          <p:nvSpPr>
            <p:cNvPr id="132" name="Google Shape;10670;p67"/>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0671;p67"/>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0672;p67"/>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0673;p67"/>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0674;p67"/>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0675;p67"/>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2622;p70"/>
          <p:cNvGrpSpPr/>
          <p:nvPr/>
        </p:nvGrpSpPr>
        <p:grpSpPr>
          <a:xfrm>
            <a:off x="9076491" y="8294164"/>
            <a:ext cx="1972901" cy="1154921"/>
            <a:chOff x="3956712" y="2486317"/>
            <a:chExt cx="369626" cy="220936"/>
          </a:xfrm>
        </p:grpSpPr>
        <p:sp>
          <p:nvSpPr>
            <p:cNvPr id="158" name="Google Shape;12623;p70"/>
            <p:cNvSpPr/>
            <p:nvPr/>
          </p:nvSpPr>
          <p:spPr>
            <a:xfrm>
              <a:off x="4106764" y="2486507"/>
              <a:ext cx="219574" cy="220746"/>
            </a:xfrm>
            <a:custGeom>
              <a:avLst/>
              <a:gdLst/>
              <a:ahLst/>
              <a:cxnLst/>
              <a:rect l="l" t="t" r="r" b="b"/>
              <a:pathLst>
                <a:path w="6931" h="6968" extrusionOk="0">
                  <a:moveTo>
                    <a:pt x="4114" y="1"/>
                  </a:moveTo>
                  <a:cubicBezTo>
                    <a:pt x="4035" y="1"/>
                    <a:pt x="3953" y="69"/>
                    <a:pt x="3942" y="157"/>
                  </a:cubicBezTo>
                  <a:cubicBezTo>
                    <a:pt x="3930" y="240"/>
                    <a:pt x="4001" y="336"/>
                    <a:pt x="4085" y="348"/>
                  </a:cubicBezTo>
                  <a:cubicBezTo>
                    <a:pt x="4906" y="455"/>
                    <a:pt x="5633" y="895"/>
                    <a:pt x="6085" y="1574"/>
                  </a:cubicBezTo>
                  <a:cubicBezTo>
                    <a:pt x="6764" y="2610"/>
                    <a:pt x="6728" y="3943"/>
                    <a:pt x="5954" y="4908"/>
                  </a:cubicBezTo>
                  <a:cubicBezTo>
                    <a:pt x="5918" y="4943"/>
                    <a:pt x="5906" y="4991"/>
                    <a:pt x="5918" y="5027"/>
                  </a:cubicBezTo>
                  <a:lnTo>
                    <a:pt x="5990" y="6539"/>
                  </a:lnTo>
                  <a:lnTo>
                    <a:pt x="5990" y="6539"/>
                  </a:lnTo>
                  <a:lnTo>
                    <a:pt x="4644" y="5896"/>
                  </a:lnTo>
                  <a:cubicBezTo>
                    <a:pt x="4609" y="5884"/>
                    <a:pt x="4561" y="5884"/>
                    <a:pt x="4525" y="5884"/>
                  </a:cubicBezTo>
                  <a:cubicBezTo>
                    <a:pt x="4272" y="5957"/>
                    <a:pt x="4014" y="5992"/>
                    <a:pt x="3758" y="5992"/>
                  </a:cubicBezTo>
                  <a:cubicBezTo>
                    <a:pt x="2969" y="5992"/>
                    <a:pt x="2201" y="5659"/>
                    <a:pt x="1644" y="5074"/>
                  </a:cubicBezTo>
                  <a:cubicBezTo>
                    <a:pt x="1584" y="5015"/>
                    <a:pt x="1549" y="4955"/>
                    <a:pt x="1501" y="4896"/>
                  </a:cubicBezTo>
                  <a:cubicBezTo>
                    <a:pt x="1453" y="4836"/>
                    <a:pt x="1430" y="4789"/>
                    <a:pt x="1382" y="4729"/>
                  </a:cubicBezTo>
                  <a:lnTo>
                    <a:pt x="1382" y="4717"/>
                  </a:lnTo>
                  <a:cubicBezTo>
                    <a:pt x="1620" y="4300"/>
                    <a:pt x="1751" y="3836"/>
                    <a:pt x="1787" y="3384"/>
                  </a:cubicBezTo>
                  <a:cubicBezTo>
                    <a:pt x="1787" y="3288"/>
                    <a:pt x="1727" y="3205"/>
                    <a:pt x="1632" y="3205"/>
                  </a:cubicBezTo>
                  <a:cubicBezTo>
                    <a:pt x="1549" y="3205"/>
                    <a:pt x="1453" y="3265"/>
                    <a:pt x="1453" y="3348"/>
                  </a:cubicBezTo>
                  <a:cubicBezTo>
                    <a:pt x="1430" y="3836"/>
                    <a:pt x="1263" y="4312"/>
                    <a:pt x="977" y="4729"/>
                  </a:cubicBezTo>
                  <a:cubicBezTo>
                    <a:pt x="739" y="5074"/>
                    <a:pt x="441" y="5360"/>
                    <a:pt x="96" y="5586"/>
                  </a:cubicBezTo>
                  <a:cubicBezTo>
                    <a:pt x="25" y="5622"/>
                    <a:pt x="1" y="5729"/>
                    <a:pt x="37" y="5801"/>
                  </a:cubicBezTo>
                  <a:cubicBezTo>
                    <a:pt x="72" y="5848"/>
                    <a:pt x="132" y="5884"/>
                    <a:pt x="191" y="5884"/>
                  </a:cubicBezTo>
                  <a:cubicBezTo>
                    <a:pt x="215" y="5884"/>
                    <a:pt x="251" y="5860"/>
                    <a:pt x="275" y="5848"/>
                  </a:cubicBezTo>
                  <a:cubicBezTo>
                    <a:pt x="632" y="5622"/>
                    <a:pt x="953" y="5348"/>
                    <a:pt x="1192" y="5015"/>
                  </a:cubicBezTo>
                  <a:cubicBezTo>
                    <a:pt x="1203" y="5051"/>
                    <a:pt x="1215" y="5062"/>
                    <a:pt x="1251" y="5086"/>
                  </a:cubicBezTo>
                  <a:cubicBezTo>
                    <a:pt x="1311" y="5170"/>
                    <a:pt x="1370" y="5229"/>
                    <a:pt x="1406" y="5301"/>
                  </a:cubicBezTo>
                  <a:cubicBezTo>
                    <a:pt x="1811" y="5729"/>
                    <a:pt x="2323" y="6039"/>
                    <a:pt x="2894" y="6205"/>
                  </a:cubicBezTo>
                  <a:cubicBezTo>
                    <a:pt x="3179" y="6284"/>
                    <a:pt x="3465" y="6323"/>
                    <a:pt x="3749" y="6323"/>
                  </a:cubicBezTo>
                  <a:cubicBezTo>
                    <a:pt x="4021" y="6323"/>
                    <a:pt x="4293" y="6287"/>
                    <a:pt x="4561" y="6217"/>
                  </a:cubicBezTo>
                  <a:lnTo>
                    <a:pt x="6109" y="6956"/>
                  </a:lnTo>
                  <a:cubicBezTo>
                    <a:pt x="6145" y="6967"/>
                    <a:pt x="6156" y="6967"/>
                    <a:pt x="6192" y="6967"/>
                  </a:cubicBezTo>
                  <a:cubicBezTo>
                    <a:pt x="6216" y="6967"/>
                    <a:pt x="6252" y="6956"/>
                    <a:pt x="6275" y="6932"/>
                  </a:cubicBezTo>
                  <a:cubicBezTo>
                    <a:pt x="6323" y="6908"/>
                    <a:pt x="6347" y="6848"/>
                    <a:pt x="6347" y="6789"/>
                  </a:cubicBezTo>
                  <a:lnTo>
                    <a:pt x="6275" y="5074"/>
                  </a:lnTo>
                  <a:cubicBezTo>
                    <a:pt x="6668" y="4574"/>
                    <a:pt x="6883" y="3955"/>
                    <a:pt x="6918" y="3300"/>
                  </a:cubicBezTo>
                  <a:cubicBezTo>
                    <a:pt x="6930" y="2622"/>
                    <a:pt x="6752" y="1967"/>
                    <a:pt x="6371" y="1383"/>
                  </a:cubicBezTo>
                  <a:cubicBezTo>
                    <a:pt x="5859" y="633"/>
                    <a:pt x="5037" y="121"/>
                    <a:pt x="4132" y="2"/>
                  </a:cubicBezTo>
                  <a:cubicBezTo>
                    <a:pt x="4126" y="1"/>
                    <a:pt x="4120" y="1"/>
                    <a:pt x="411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2624;p70"/>
            <p:cNvSpPr/>
            <p:nvPr/>
          </p:nvSpPr>
          <p:spPr>
            <a:xfrm>
              <a:off x="3956712" y="2486317"/>
              <a:ext cx="259839" cy="220936"/>
            </a:xfrm>
            <a:custGeom>
              <a:avLst/>
              <a:gdLst/>
              <a:ahLst/>
              <a:cxnLst/>
              <a:rect l="l" t="t" r="r" b="b"/>
              <a:pathLst>
                <a:path w="8202" h="6974" extrusionOk="0">
                  <a:moveTo>
                    <a:pt x="3198" y="1"/>
                  </a:moveTo>
                  <a:cubicBezTo>
                    <a:pt x="2177" y="1"/>
                    <a:pt x="1174" y="493"/>
                    <a:pt x="560" y="1413"/>
                  </a:cubicBezTo>
                  <a:cubicBezTo>
                    <a:pt x="179" y="1973"/>
                    <a:pt x="1" y="2640"/>
                    <a:pt x="25" y="3318"/>
                  </a:cubicBezTo>
                  <a:cubicBezTo>
                    <a:pt x="60" y="3949"/>
                    <a:pt x="287" y="4556"/>
                    <a:pt x="668" y="5080"/>
                  </a:cubicBezTo>
                  <a:lnTo>
                    <a:pt x="596" y="6795"/>
                  </a:lnTo>
                  <a:cubicBezTo>
                    <a:pt x="596" y="6854"/>
                    <a:pt x="620" y="6914"/>
                    <a:pt x="668" y="6938"/>
                  </a:cubicBezTo>
                  <a:cubicBezTo>
                    <a:pt x="703" y="6962"/>
                    <a:pt x="727" y="6973"/>
                    <a:pt x="763" y="6973"/>
                  </a:cubicBezTo>
                  <a:cubicBezTo>
                    <a:pt x="787" y="6973"/>
                    <a:pt x="799" y="6973"/>
                    <a:pt x="834" y="6962"/>
                  </a:cubicBezTo>
                  <a:lnTo>
                    <a:pt x="2382" y="6235"/>
                  </a:lnTo>
                  <a:cubicBezTo>
                    <a:pt x="2647" y="6300"/>
                    <a:pt x="2916" y="6333"/>
                    <a:pt x="3186" y="6333"/>
                  </a:cubicBezTo>
                  <a:cubicBezTo>
                    <a:pt x="3512" y="6333"/>
                    <a:pt x="3837" y="6285"/>
                    <a:pt x="4156" y="6188"/>
                  </a:cubicBezTo>
                  <a:cubicBezTo>
                    <a:pt x="4240" y="6152"/>
                    <a:pt x="4287" y="6069"/>
                    <a:pt x="4251" y="5973"/>
                  </a:cubicBezTo>
                  <a:cubicBezTo>
                    <a:pt x="4233" y="5909"/>
                    <a:pt x="4172" y="5866"/>
                    <a:pt x="4107" y="5866"/>
                  </a:cubicBezTo>
                  <a:cubicBezTo>
                    <a:pt x="4088" y="5866"/>
                    <a:pt x="4068" y="5870"/>
                    <a:pt x="4049" y="5878"/>
                  </a:cubicBezTo>
                  <a:cubicBezTo>
                    <a:pt x="3772" y="5971"/>
                    <a:pt x="3484" y="6015"/>
                    <a:pt x="3198" y="6015"/>
                  </a:cubicBezTo>
                  <a:cubicBezTo>
                    <a:pt x="2931" y="6015"/>
                    <a:pt x="2664" y="5976"/>
                    <a:pt x="2406" y="5902"/>
                  </a:cubicBezTo>
                  <a:cubicBezTo>
                    <a:pt x="2391" y="5897"/>
                    <a:pt x="2376" y="5894"/>
                    <a:pt x="2361" y="5894"/>
                  </a:cubicBezTo>
                  <a:cubicBezTo>
                    <a:pt x="2339" y="5894"/>
                    <a:pt x="2315" y="5900"/>
                    <a:pt x="2287" y="5914"/>
                  </a:cubicBezTo>
                  <a:lnTo>
                    <a:pt x="941" y="6533"/>
                  </a:lnTo>
                  <a:lnTo>
                    <a:pt x="941" y="6533"/>
                  </a:lnTo>
                  <a:lnTo>
                    <a:pt x="1013" y="5021"/>
                  </a:lnTo>
                  <a:cubicBezTo>
                    <a:pt x="1013" y="4985"/>
                    <a:pt x="1001" y="4949"/>
                    <a:pt x="977" y="4902"/>
                  </a:cubicBezTo>
                  <a:cubicBezTo>
                    <a:pt x="203" y="3937"/>
                    <a:pt x="168" y="2604"/>
                    <a:pt x="846" y="1568"/>
                  </a:cubicBezTo>
                  <a:cubicBezTo>
                    <a:pt x="1393" y="759"/>
                    <a:pt x="2293" y="318"/>
                    <a:pt x="3208" y="318"/>
                  </a:cubicBezTo>
                  <a:cubicBezTo>
                    <a:pt x="3748" y="318"/>
                    <a:pt x="4294" y="472"/>
                    <a:pt x="4775" y="794"/>
                  </a:cubicBezTo>
                  <a:cubicBezTo>
                    <a:pt x="5430" y="1247"/>
                    <a:pt x="5883" y="1949"/>
                    <a:pt x="6002" y="2735"/>
                  </a:cubicBezTo>
                  <a:cubicBezTo>
                    <a:pt x="6013" y="2811"/>
                    <a:pt x="6083" y="2867"/>
                    <a:pt x="6168" y="2867"/>
                  </a:cubicBezTo>
                  <a:cubicBezTo>
                    <a:pt x="6176" y="2867"/>
                    <a:pt x="6184" y="2867"/>
                    <a:pt x="6192" y="2866"/>
                  </a:cubicBezTo>
                  <a:cubicBezTo>
                    <a:pt x="6275" y="2854"/>
                    <a:pt x="6335" y="2759"/>
                    <a:pt x="6323" y="2675"/>
                  </a:cubicBezTo>
                  <a:cubicBezTo>
                    <a:pt x="6264" y="2282"/>
                    <a:pt x="6133" y="1913"/>
                    <a:pt x="5954" y="1592"/>
                  </a:cubicBezTo>
                  <a:cubicBezTo>
                    <a:pt x="5990" y="1532"/>
                    <a:pt x="6025" y="1473"/>
                    <a:pt x="6073" y="1413"/>
                  </a:cubicBezTo>
                  <a:cubicBezTo>
                    <a:pt x="6133" y="1330"/>
                    <a:pt x="6192" y="1270"/>
                    <a:pt x="6252" y="1199"/>
                  </a:cubicBezTo>
                  <a:cubicBezTo>
                    <a:pt x="6395" y="1056"/>
                    <a:pt x="6561" y="901"/>
                    <a:pt x="6740" y="782"/>
                  </a:cubicBezTo>
                  <a:cubicBezTo>
                    <a:pt x="7121" y="520"/>
                    <a:pt x="7585" y="365"/>
                    <a:pt x="8050" y="318"/>
                  </a:cubicBezTo>
                  <a:cubicBezTo>
                    <a:pt x="8057" y="320"/>
                    <a:pt x="8065" y="322"/>
                    <a:pt x="8073" y="322"/>
                  </a:cubicBezTo>
                  <a:cubicBezTo>
                    <a:pt x="8137" y="322"/>
                    <a:pt x="8202" y="238"/>
                    <a:pt x="8180" y="163"/>
                  </a:cubicBezTo>
                  <a:cubicBezTo>
                    <a:pt x="8169" y="75"/>
                    <a:pt x="8107" y="7"/>
                    <a:pt x="8022" y="7"/>
                  </a:cubicBezTo>
                  <a:cubicBezTo>
                    <a:pt x="8016" y="7"/>
                    <a:pt x="8009" y="7"/>
                    <a:pt x="8002" y="8"/>
                  </a:cubicBezTo>
                  <a:cubicBezTo>
                    <a:pt x="7490" y="56"/>
                    <a:pt x="6978" y="234"/>
                    <a:pt x="6549" y="532"/>
                  </a:cubicBezTo>
                  <a:cubicBezTo>
                    <a:pt x="6359" y="663"/>
                    <a:pt x="6156" y="818"/>
                    <a:pt x="6002" y="996"/>
                  </a:cubicBezTo>
                  <a:cubicBezTo>
                    <a:pt x="5918" y="1068"/>
                    <a:pt x="5859" y="1139"/>
                    <a:pt x="5799" y="1211"/>
                  </a:cubicBezTo>
                  <a:cubicBezTo>
                    <a:pt x="5787" y="1247"/>
                    <a:pt x="5764" y="1258"/>
                    <a:pt x="5740" y="1294"/>
                  </a:cubicBezTo>
                  <a:cubicBezTo>
                    <a:pt x="5525" y="996"/>
                    <a:pt x="5252" y="735"/>
                    <a:pt x="4954" y="532"/>
                  </a:cubicBezTo>
                  <a:cubicBezTo>
                    <a:pt x="4414" y="174"/>
                    <a:pt x="3803" y="1"/>
                    <a:pt x="319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2625;p70"/>
            <p:cNvSpPr/>
            <p:nvPr/>
          </p:nvSpPr>
          <p:spPr>
            <a:xfrm>
              <a:off x="4015113" y="2540870"/>
              <a:ext cx="96212" cy="95832"/>
            </a:xfrm>
            <a:custGeom>
              <a:avLst/>
              <a:gdLst/>
              <a:ahLst/>
              <a:cxnLst/>
              <a:rect l="l" t="t" r="r" b="b"/>
              <a:pathLst>
                <a:path w="3037" h="3025" extrusionOk="0">
                  <a:moveTo>
                    <a:pt x="1418" y="346"/>
                  </a:moveTo>
                  <a:cubicBezTo>
                    <a:pt x="2013" y="346"/>
                    <a:pt x="2501" y="834"/>
                    <a:pt x="2501" y="1430"/>
                  </a:cubicBezTo>
                  <a:cubicBezTo>
                    <a:pt x="2501" y="1668"/>
                    <a:pt x="2430" y="1894"/>
                    <a:pt x="2299" y="2072"/>
                  </a:cubicBezTo>
                  <a:lnTo>
                    <a:pt x="1537" y="1310"/>
                  </a:lnTo>
                  <a:cubicBezTo>
                    <a:pt x="1507" y="1281"/>
                    <a:pt x="1462" y="1266"/>
                    <a:pt x="1418" y="1266"/>
                  </a:cubicBezTo>
                  <a:cubicBezTo>
                    <a:pt x="1373" y="1266"/>
                    <a:pt x="1328" y="1281"/>
                    <a:pt x="1298" y="1310"/>
                  </a:cubicBezTo>
                  <a:cubicBezTo>
                    <a:pt x="1239" y="1370"/>
                    <a:pt x="1239" y="1489"/>
                    <a:pt x="1298" y="1549"/>
                  </a:cubicBezTo>
                  <a:lnTo>
                    <a:pt x="2060" y="2311"/>
                  </a:lnTo>
                  <a:cubicBezTo>
                    <a:pt x="1870" y="2442"/>
                    <a:pt x="1656" y="2513"/>
                    <a:pt x="1418" y="2513"/>
                  </a:cubicBezTo>
                  <a:cubicBezTo>
                    <a:pt x="822" y="2513"/>
                    <a:pt x="334" y="2025"/>
                    <a:pt x="334" y="1430"/>
                  </a:cubicBezTo>
                  <a:cubicBezTo>
                    <a:pt x="334" y="834"/>
                    <a:pt x="822" y="346"/>
                    <a:pt x="1418" y="346"/>
                  </a:cubicBezTo>
                  <a:close/>
                  <a:moveTo>
                    <a:pt x="1429" y="1"/>
                  </a:moveTo>
                  <a:cubicBezTo>
                    <a:pt x="644" y="1"/>
                    <a:pt x="1" y="644"/>
                    <a:pt x="1" y="1430"/>
                  </a:cubicBezTo>
                  <a:cubicBezTo>
                    <a:pt x="1" y="2215"/>
                    <a:pt x="644" y="2858"/>
                    <a:pt x="1429" y="2858"/>
                  </a:cubicBezTo>
                  <a:cubicBezTo>
                    <a:pt x="1763" y="2858"/>
                    <a:pt x="2072" y="2739"/>
                    <a:pt x="2310" y="2549"/>
                  </a:cubicBezTo>
                  <a:lnTo>
                    <a:pt x="2739" y="2977"/>
                  </a:lnTo>
                  <a:cubicBezTo>
                    <a:pt x="2775" y="3001"/>
                    <a:pt x="2811" y="3025"/>
                    <a:pt x="2858" y="3025"/>
                  </a:cubicBezTo>
                  <a:cubicBezTo>
                    <a:pt x="2906" y="3025"/>
                    <a:pt x="2953" y="3001"/>
                    <a:pt x="2977" y="2977"/>
                  </a:cubicBezTo>
                  <a:cubicBezTo>
                    <a:pt x="3037" y="2918"/>
                    <a:pt x="3037" y="2811"/>
                    <a:pt x="2977" y="2739"/>
                  </a:cubicBezTo>
                  <a:lnTo>
                    <a:pt x="2549" y="2311"/>
                  </a:lnTo>
                  <a:cubicBezTo>
                    <a:pt x="2739" y="2072"/>
                    <a:pt x="2858" y="1751"/>
                    <a:pt x="2858" y="1430"/>
                  </a:cubicBezTo>
                  <a:cubicBezTo>
                    <a:pt x="2858" y="644"/>
                    <a:pt x="2215" y="1"/>
                    <a:pt x="1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2626;p70"/>
            <p:cNvSpPr/>
            <p:nvPr/>
          </p:nvSpPr>
          <p:spPr>
            <a:xfrm>
              <a:off x="4186375" y="2539381"/>
              <a:ext cx="77331" cy="90541"/>
            </a:xfrm>
            <a:custGeom>
              <a:avLst/>
              <a:gdLst/>
              <a:ahLst/>
              <a:cxnLst/>
              <a:rect l="l" t="t" r="r" b="b"/>
              <a:pathLst>
                <a:path w="2441" h="2858" extrusionOk="0">
                  <a:moveTo>
                    <a:pt x="1203" y="607"/>
                  </a:moveTo>
                  <a:lnTo>
                    <a:pt x="1572" y="1524"/>
                  </a:lnTo>
                  <a:lnTo>
                    <a:pt x="834" y="1524"/>
                  </a:lnTo>
                  <a:lnTo>
                    <a:pt x="1203" y="607"/>
                  </a:lnTo>
                  <a:close/>
                  <a:moveTo>
                    <a:pt x="1215" y="0"/>
                  </a:moveTo>
                  <a:cubicBezTo>
                    <a:pt x="1155" y="0"/>
                    <a:pt x="1084" y="48"/>
                    <a:pt x="1072" y="107"/>
                  </a:cubicBezTo>
                  <a:lnTo>
                    <a:pt x="441" y="1619"/>
                  </a:lnTo>
                  <a:lnTo>
                    <a:pt x="24" y="2620"/>
                  </a:lnTo>
                  <a:cubicBezTo>
                    <a:pt x="0" y="2715"/>
                    <a:pt x="24" y="2798"/>
                    <a:pt x="119" y="2846"/>
                  </a:cubicBezTo>
                  <a:cubicBezTo>
                    <a:pt x="139" y="2851"/>
                    <a:pt x="159" y="2854"/>
                    <a:pt x="179" y="2854"/>
                  </a:cubicBezTo>
                  <a:cubicBezTo>
                    <a:pt x="245" y="2854"/>
                    <a:pt x="309" y="2823"/>
                    <a:pt x="345" y="2750"/>
                  </a:cubicBezTo>
                  <a:lnTo>
                    <a:pt x="714" y="1858"/>
                  </a:lnTo>
                  <a:lnTo>
                    <a:pt x="1750" y="1858"/>
                  </a:lnTo>
                  <a:lnTo>
                    <a:pt x="2131" y="2750"/>
                  </a:lnTo>
                  <a:cubicBezTo>
                    <a:pt x="2155" y="2810"/>
                    <a:pt x="2215" y="2858"/>
                    <a:pt x="2274" y="2858"/>
                  </a:cubicBezTo>
                  <a:cubicBezTo>
                    <a:pt x="2286" y="2858"/>
                    <a:pt x="2322" y="2858"/>
                    <a:pt x="2334" y="2846"/>
                  </a:cubicBezTo>
                  <a:cubicBezTo>
                    <a:pt x="2405" y="2798"/>
                    <a:pt x="2441" y="2715"/>
                    <a:pt x="2405" y="2620"/>
                  </a:cubicBezTo>
                  <a:lnTo>
                    <a:pt x="1988" y="1619"/>
                  </a:lnTo>
                  <a:lnTo>
                    <a:pt x="1369" y="107"/>
                  </a:lnTo>
                  <a:cubicBezTo>
                    <a:pt x="1334" y="48"/>
                    <a:pt x="1274" y="0"/>
                    <a:pt x="121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4" name="AutoShape 8" descr="Hình ảnh Vẽ Tay Hoạt Hình điều Hòa Không Khí đơn Giản Có Thể Là Yếu Tố  Thương Mại PNG , Vẽ Tay, Phim Hoạt Hình, Phong Cách đơn Giản PNG miễn"/>
          <p:cNvSpPr>
            <a:spLocks noChangeAspect="1" noChangeArrowheads="1"/>
          </p:cNvSpPr>
          <p:nvPr/>
        </p:nvSpPr>
        <p:spPr bwMode="auto">
          <a:xfrm>
            <a:off x="5696870" y="1996011"/>
            <a:ext cx="334962" cy="33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5" name="Picture 1034"/>
          <p:cNvPicPr>
            <a:picLocks noChangeAspect="1"/>
          </p:cNvPicPr>
          <p:nvPr/>
        </p:nvPicPr>
        <p:blipFill>
          <a:blip r:embed="rId3"/>
          <a:stretch>
            <a:fillRect/>
          </a:stretch>
        </p:blipFill>
        <p:spPr>
          <a:xfrm rot="912842">
            <a:off x="-45095" y="7249564"/>
            <a:ext cx="5581586" cy="3244123"/>
          </a:xfrm>
          <a:prstGeom prst="rect">
            <a:avLst/>
          </a:prstGeom>
          <a:solidFill>
            <a:schemeClr val="accent1">
              <a:lumMod val="60000"/>
              <a:lumOff val="40000"/>
            </a:scheme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grpSp>
        <p:nvGrpSpPr>
          <p:cNvPr id="204" name="Google Shape;12508;p70"/>
          <p:cNvGrpSpPr/>
          <p:nvPr/>
        </p:nvGrpSpPr>
        <p:grpSpPr>
          <a:xfrm>
            <a:off x="956014" y="1591597"/>
            <a:ext cx="1615467" cy="1532001"/>
            <a:chOff x="1770459" y="2884503"/>
            <a:chExt cx="254644" cy="348828"/>
          </a:xfrm>
        </p:grpSpPr>
        <p:sp>
          <p:nvSpPr>
            <p:cNvPr id="205" name="Google Shape;12509;p70"/>
            <p:cNvSpPr/>
            <p:nvPr/>
          </p:nvSpPr>
          <p:spPr>
            <a:xfrm>
              <a:off x="1832330" y="2884503"/>
              <a:ext cx="130902" cy="159572"/>
            </a:xfrm>
            <a:custGeom>
              <a:avLst/>
              <a:gdLst/>
              <a:ahLst/>
              <a:cxnLst/>
              <a:rect l="l" t="t" r="r" b="b"/>
              <a:pathLst>
                <a:path w="4132" h="5037" extrusionOk="0">
                  <a:moveTo>
                    <a:pt x="2060" y="0"/>
                  </a:moveTo>
                  <a:cubicBezTo>
                    <a:pt x="953" y="0"/>
                    <a:pt x="36" y="869"/>
                    <a:pt x="0" y="1977"/>
                  </a:cubicBezTo>
                  <a:cubicBezTo>
                    <a:pt x="0" y="2072"/>
                    <a:pt x="60" y="2143"/>
                    <a:pt x="143" y="2143"/>
                  </a:cubicBezTo>
                  <a:cubicBezTo>
                    <a:pt x="238" y="2143"/>
                    <a:pt x="310" y="2084"/>
                    <a:pt x="310" y="2001"/>
                  </a:cubicBezTo>
                  <a:cubicBezTo>
                    <a:pt x="357" y="1060"/>
                    <a:pt x="1131" y="322"/>
                    <a:pt x="2060" y="322"/>
                  </a:cubicBezTo>
                  <a:cubicBezTo>
                    <a:pt x="3036" y="322"/>
                    <a:pt x="3822" y="1120"/>
                    <a:pt x="3822" y="2084"/>
                  </a:cubicBezTo>
                  <a:cubicBezTo>
                    <a:pt x="3822" y="2846"/>
                    <a:pt x="3334" y="3513"/>
                    <a:pt x="2596" y="3751"/>
                  </a:cubicBezTo>
                  <a:cubicBezTo>
                    <a:pt x="2572" y="3763"/>
                    <a:pt x="2524" y="3787"/>
                    <a:pt x="2512" y="3822"/>
                  </a:cubicBezTo>
                  <a:lnTo>
                    <a:pt x="2060" y="4572"/>
                  </a:lnTo>
                  <a:lnTo>
                    <a:pt x="1619" y="3822"/>
                  </a:lnTo>
                  <a:cubicBezTo>
                    <a:pt x="1608" y="3798"/>
                    <a:pt x="1572" y="3763"/>
                    <a:pt x="1524" y="3751"/>
                  </a:cubicBezTo>
                  <a:cubicBezTo>
                    <a:pt x="977" y="3572"/>
                    <a:pt x="548" y="3144"/>
                    <a:pt x="381" y="2572"/>
                  </a:cubicBezTo>
                  <a:cubicBezTo>
                    <a:pt x="362" y="2503"/>
                    <a:pt x="293" y="2459"/>
                    <a:pt x="230" y="2459"/>
                  </a:cubicBezTo>
                  <a:cubicBezTo>
                    <a:pt x="216" y="2459"/>
                    <a:pt x="203" y="2461"/>
                    <a:pt x="191" y="2465"/>
                  </a:cubicBezTo>
                  <a:cubicBezTo>
                    <a:pt x="95" y="2501"/>
                    <a:pt x="60" y="2584"/>
                    <a:pt x="84" y="2667"/>
                  </a:cubicBezTo>
                  <a:cubicBezTo>
                    <a:pt x="274" y="3298"/>
                    <a:pt x="750" y="3810"/>
                    <a:pt x="1381" y="4037"/>
                  </a:cubicBezTo>
                  <a:lnTo>
                    <a:pt x="1929" y="4953"/>
                  </a:lnTo>
                  <a:cubicBezTo>
                    <a:pt x="1965" y="5001"/>
                    <a:pt x="2000" y="5037"/>
                    <a:pt x="2060" y="5037"/>
                  </a:cubicBezTo>
                  <a:cubicBezTo>
                    <a:pt x="2120" y="5037"/>
                    <a:pt x="2167" y="5001"/>
                    <a:pt x="2191" y="4953"/>
                  </a:cubicBezTo>
                  <a:lnTo>
                    <a:pt x="2751" y="4037"/>
                  </a:lnTo>
                  <a:cubicBezTo>
                    <a:pt x="3584" y="3739"/>
                    <a:pt x="4132" y="2965"/>
                    <a:pt x="4132" y="2084"/>
                  </a:cubicBezTo>
                  <a:cubicBezTo>
                    <a:pt x="4132" y="941"/>
                    <a:pt x="3215" y="0"/>
                    <a:pt x="206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12510;p70"/>
            <p:cNvSpPr/>
            <p:nvPr/>
          </p:nvSpPr>
          <p:spPr>
            <a:xfrm>
              <a:off x="1861000" y="2912698"/>
              <a:ext cx="75842" cy="72167"/>
            </a:xfrm>
            <a:custGeom>
              <a:avLst/>
              <a:gdLst/>
              <a:ahLst/>
              <a:cxnLst/>
              <a:rect l="l" t="t" r="r" b="b"/>
              <a:pathLst>
                <a:path w="2394" h="2278" extrusionOk="0">
                  <a:moveTo>
                    <a:pt x="1441" y="313"/>
                  </a:moveTo>
                  <a:cubicBezTo>
                    <a:pt x="1572" y="313"/>
                    <a:pt x="1715" y="360"/>
                    <a:pt x="1810" y="468"/>
                  </a:cubicBezTo>
                  <a:cubicBezTo>
                    <a:pt x="2036" y="670"/>
                    <a:pt x="2036" y="1015"/>
                    <a:pt x="1834" y="1218"/>
                  </a:cubicBezTo>
                  <a:cubicBezTo>
                    <a:pt x="1726" y="1325"/>
                    <a:pt x="1587" y="1378"/>
                    <a:pt x="1448" y="1378"/>
                  </a:cubicBezTo>
                  <a:cubicBezTo>
                    <a:pt x="1310" y="1378"/>
                    <a:pt x="1173" y="1325"/>
                    <a:pt x="1072" y="1218"/>
                  </a:cubicBezTo>
                  <a:cubicBezTo>
                    <a:pt x="857" y="1015"/>
                    <a:pt x="857" y="670"/>
                    <a:pt x="1072" y="468"/>
                  </a:cubicBezTo>
                  <a:cubicBezTo>
                    <a:pt x="1167" y="360"/>
                    <a:pt x="1310" y="313"/>
                    <a:pt x="1441" y="313"/>
                  </a:cubicBezTo>
                  <a:close/>
                  <a:moveTo>
                    <a:pt x="1451" y="0"/>
                  </a:moveTo>
                  <a:cubicBezTo>
                    <a:pt x="1232" y="0"/>
                    <a:pt x="1012" y="81"/>
                    <a:pt x="845" y="241"/>
                  </a:cubicBezTo>
                  <a:cubicBezTo>
                    <a:pt x="548" y="539"/>
                    <a:pt x="524" y="992"/>
                    <a:pt x="738" y="1325"/>
                  </a:cubicBezTo>
                  <a:lnTo>
                    <a:pt x="60" y="2015"/>
                  </a:lnTo>
                  <a:cubicBezTo>
                    <a:pt x="0" y="2075"/>
                    <a:pt x="0" y="2182"/>
                    <a:pt x="60" y="2242"/>
                  </a:cubicBezTo>
                  <a:cubicBezTo>
                    <a:pt x="83" y="2265"/>
                    <a:pt x="131" y="2277"/>
                    <a:pt x="179" y="2277"/>
                  </a:cubicBezTo>
                  <a:cubicBezTo>
                    <a:pt x="226" y="2277"/>
                    <a:pt x="262" y="2265"/>
                    <a:pt x="298" y="2242"/>
                  </a:cubicBezTo>
                  <a:lnTo>
                    <a:pt x="976" y="1551"/>
                  </a:lnTo>
                  <a:cubicBezTo>
                    <a:pt x="1131" y="1658"/>
                    <a:pt x="1298" y="1706"/>
                    <a:pt x="1453" y="1706"/>
                  </a:cubicBezTo>
                  <a:cubicBezTo>
                    <a:pt x="1679" y="1706"/>
                    <a:pt x="1881" y="1611"/>
                    <a:pt x="2072" y="1444"/>
                  </a:cubicBezTo>
                  <a:cubicBezTo>
                    <a:pt x="2393" y="1122"/>
                    <a:pt x="2393" y="575"/>
                    <a:pt x="2048" y="241"/>
                  </a:cubicBezTo>
                  <a:cubicBezTo>
                    <a:pt x="1887" y="81"/>
                    <a:pt x="1670" y="0"/>
                    <a:pt x="145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12511;p70"/>
            <p:cNvSpPr/>
            <p:nvPr/>
          </p:nvSpPr>
          <p:spPr>
            <a:xfrm>
              <a:off x="1818359" y="3060644"/>
              <a:ext cx="57753" cy="24172"/>
            </a:xfrm>
            <a:custGeom>
              <a:avLst/>
              <a:gdLst/>
              <a:ahLst/>
              <a:cxnLst/>
              <a:rect l="l" t="t" r="r" b="b"/>
              <a:pathLst>
                <a:path w="1823" h="763" extrusionOk="0">
                  <a:moveTo>
                    <a:pt x="181" y="0"/>
                  </a:moveTo>
                  <a:cubicBezTo>
                    <a:pt x="116" y="0"/>
                    <a:pt x="55" y="43"/>
                    <a:pt x="36" y="108"/>
                  </a:cubicBezTo>
                  <a:cubicBezTo>
                    <a:pt x="1" y="203"/>
                    <a:pt x="48" y="286"/>
                    <a:pt x="144" y="322"/>
                  </a:cubicBezTo>
                  <a:lnTo>
                    <a:pt x="1584" y="763"/>
                  </a:lnTo>
                  <a:lnTo>
                    <a:pt x="1632" y="763"/>
                  </a:lnTo>
                  <a:cubicBezTo>
                    <a:pt x="1703" y="763"/>
                    <a:pt x="1763" y="727"/>
                    <a:pt x="1775" y="643"/>
                  </a:cubicBezTo>
                  <a:cubicBezTo>
                    <a:pt x="1822" y="572"/>
                    <a:pt x="1775" y="465"/>
                    <a:pt x="1691" y="453"/>
                  </a:cubicBezTo>
                  <a:lnTo>
                    <a:pt x="239" y="12"/>
                  </a:lnTo>
                  <a:cubicBezTo>
                    <a:pt x="220" y="4"/>
                    <a:pt x="200" y="0"/>
                    <a:pt x="18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12512;p70"/>
            <p:cNvSpPr/>
            <p:nvPr/>
          </p:nvSpPr>
          <p:spPr>
            <a:xfrm>
              <a:off x="1818359" y="3078384"/>
              <a:ext cx="57753" cy="24552"/>
            </a:xfrm>
            <a:custGeom>
              <a:avLst/>
              <a:gdLst/>
              <a:ahLst/>
              <a:cxnLst/>
              <a:rect l="l" t="t" r="r" b="b"/>
              <a:pathLst>
                <a:path w="1823" h="775" extrusionOk="0">
                  <a:moveTo>
                    <a:pt x="182" y="0"/>
                  </a:moveTo>
                  <a:cubicBezTo>
                    <a:pt x="116" y="0"/>
                    <a:pt x="55" y="45"/>
                    <a:pt x="36" y="119"/>
                  </a:cubicBezTo>
                  <a:cubicBezTo>
                    <a:pt x="1" y="203"/>
                    <a:pt x="48" y="298"/>
                    <a:pt x="144" y="322"/>
                  </a:cubicBezTo>
                  <a:lnTo>
                    <a:pt x="1584" y="774"/>
                  </a:lnTo>
                  <a:lnTo>
                    <a:pt x="1632" y="774"/>
                  </a:lnTo>
                  <a:cubicBezTo>
                    <a:pt x="1703" y="774"/>
                    <a:pt x="1763" y="726"/>
                    <a:pt x="1775" y="655"/>
                  </a:cubicBezTo>
                  <a:cubicBezTo>
                    <a:pt x="1822" y="584"/>
                    <a:pt x="1775" y="488"/>
                    <a:pt x="1691" y="464"/>
                  </a:cubicBezTo>
                  <a:lnTo>
                    <a:pt x="239" y="12"/>
                  </a:lnTo>
                  <a:cubicBezTo>
                    <a:pt x="220" y="4"/>
                    <a:pt x="201" y="0"/>
                    <a:pt x="18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12513;p70"/>
            <p:cNvSpPr/>
            <p:nvPr/>
          </p:nvSpPr>
          <p:spPr>
            <a:xfrm>
              <a:off x="1818359" y="3096474"/>
              <a:ext cx="57753" cy="24172"/>
            </a:xfrm>
            <a:custGeom>
              <a:avLst/>
              <a:gdLst/>
              <a:ahLst/>
              <a:cxnLst/>
              <a:rect l="l" t="t" r="r" b="b"/>
              <a:pathLst>
                <a:path w="1823" h="763" extrusionOk="0">
                  <a:moveTo>
                    <a:pt x="181" y="1"/>
                  </a:moveTo>
                  <a:cubicBezTo>
                    <a:pt x="116" y="1"/>
                    <a:pt x="55" y="44"/>
                    <a:pt x="36" y="108"/>
                  </a:cubicBezTo>
                  <a:cubicBezTo>
                    <a:pt x="1" y="203"/>
                    <a:pt x="48" y="286"/>
                    <a:pt x="144" y="322"/>
                  </a:cubicBezTo>
                  <a:lnTo>
                    <a:pt x="1584" y="763"/>
                  </a:lnTo>
                  <a:lnTo>
                    <a:pt x="1632" y="763"/>
                  </a:lnTo>
                  <a:cubicBezTo>
                    <a:pt x="1703" y="763"/>
                    <a:pt x="1763" y="727"/>
                    <a:pt x="1775" y="644"/>
                  </a:cubicBezTo>
                  <a:cubicBezTo>
                    <a:pt x="1822" y="572"/>
                    <a:pt x="1775" y="489"/>
                    <a:pt x="1691" y="453"/>
                  </a:cubicBezTo>
                  <a:lnTo>
                    <a:pt x="239" y="13"/>
                  </a:lnTo>
                  <a:cubicBezTo>
                    <a:pt x="220" y="4"/>
                    <a:pt x="200" y="1"/>
                    <a:pt x="18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12514;p70"/>
            <p:cNvSpPr/>
            <p:nvPr/>
          </p:nvSpPr>
          <p:spPr>
            <a:xfrm>
              <a:off x="2022410" y="3029914"/>
              <a:ext cx="760" cy="570"/>
            </a:xfrm>
            <a:custGeom>
              <a:avLst/>
              <a:gdLst/>
              <a:ahLst/>
              <a:cxnLst/>
              <a:rect l="l" t="t" r="r" b="b"/>
              <a:pathLst>
                <a:path w="24" h="18" extrusionOk="0">
                  <a:moveTo>
                    <a:pt x="3" y="0"/>
                  </a:moveTo>
                  <a:cubicBezTo>
                    <a:pt x="0" y="0"/>
                    <a:pt x="21" y="18"/>
                    <a:pt x="23" y="18"/>
                  </a:cubicBezTo>
                  <a:cubicBezTo>
                    <a:pt x="24" y="18"/>
                    <a:pt x="22" y="15"/>
                    <a:pt x="13" y="6"/>
                  </a:cubicBezTo>
                  <a:cubicBezTo>
                    <a:pt x="7" y="2"/>
                    <a:pt x="4" y="0"/>
                    <a:pt x="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12515;p70"/>
            <p:cNvSpPr/>
            <p:nvPr/>
          </p:nvSpPr>
          <p:spPr>
            <a:xfrm>
              <a:off x="1770459" y="3017337"/>
              <a:ext cx="254644" cy="215994"/>
            </a:xfrm>
            <a:custGeom>
              <a:avLst/>
              <a:gdLst/>
              <a:ahLst/>
              <a:cxnLst/>
              <a:rect l="l" t="t" r="r" b="b"/>
              <a:pathLst>
                <a:path w="8038" h="6818" extrusionOk="0">
                  <a:moveTo>
                    <a:pt x="7275" y="391"/>
                  </a:moveTo>
                  <a:lnTo>
                    <a:pt x="7275" y="3677"/>
                  </a:lnTo>
                  <a:lnTo>
                    <a:pt x="4180" y="4677"/>
                  </a:lnTo>
                  <a:lnTo>
                    <a:pt x="4180" y="2570"/>
                  </a:lnTo>
                  <a:lnTo>
                    <a:pt x="4180" y="1760"/>
                  </a:lnTo>
                  <a:lnTo>
                    <a:pt x="4180" y="1391"/>
                  </a:lnTo>
                  <a:lnTo>
                    <a:pt x="7275" y="391"/>
                  </a:lnTo>
                  <a:close/>
                  <a:moveTo>
                    <a:pt x="310" y="748"/>
                  </a:moveTo>
                  <a:lnTo>
                    <a:pt x="429" y="796"/>
                  </a:lnTo>
                  <a:lnTo>
                    <a:pt x="429" y="3820"/>
                  </a:lnTo>
                  <a:cubicBezTo>
                    <a:pt x="429" y="3892"/>
                    <a:pt x="477" y="3951"/>
                    <a:pt x="548" y="3963"/>
                  </a:cubicBezTo>
                  <a:lnTo>
                    <a:pt x="3858" y="5023"/>
                  </a:lnTo>
                  <a:lnTo>
                    <a:pt x="3858" y="5630"/>
                  </a:lnTo>
                  <a:lnTo>
                    <a:pt x="310" y="4499"/>
                  </a:lnTo>
                  <a:lnTo>
                    <a:pt x="310" y="1332"/>
                  </a:lnTo>
                  <a:lnTo>
                    <a:pt x="310" y="748"/>
                  </a:lnTo>
                  <a:close/>
                  <a:moveTo>
                    <a:pt x="7704" y="748"/>
                  </a:moveTo>
                  <a:lnTo>
                    <a:pt x="7704" y="1332"/>
                  </a:lnTo>
                  <a:lnTo>
                    <a:pt x="7704" y="4499"/>
                  </a:lnTo>
                  <a:lnTo>
                    <a:pt x="4168" y="5630"/>
                  </a:lnTo>
                  <a:lnTo>
                    <a:pt x="4168" y="5023"/>
                  </a:lnTo>
                  <a:lnTo>
                    <a:pt x="7466" y="3963"/>
                  </a:lnTo>
                  <a:cubicBezTo>
                    <a:pt x="7525" y="3951"/>
                    <a:pt x="7585" y="3880"/>
                    <a:pt x="7585" y="3820"/>
                  </a:cubicBezTo>
                  <a:lnTo>
                    <a:pt x="7585" y="796"/>
                  </a:lnTo>
                  <a:lnTo>
                    <a:pt x="7704" y="748"/>
                  </a:lnTo>
                  <a:close/>
                  <a:moveTo>
                    <a:pt x="310" y="4844"/>
                  </a:moveTo>
                  <a:lnTo>
                    <a:pt x="3858" y="5975"/>
                  </a:lnTo>
                  <a:lnTo>
                    <a:pt x="3858" y="6440"/>
                  </a:lnTo>
                  <a:lnTo>
                    <a:pt x="310" y="5309"/>
                  </a:lnTo>
                  <a:lnTo>
                    <a:pt x="310" y="4844"/>
                  </a:lnTo>
                  <a:close/>
                  <a:moveTo>
                    <a:pt x="595" y="0"/>
                  </a:moveTo>
                  <a:cubicBezTo>
                    <a:pt x="562" y="0"/>
                    <a:pt x="522" y="17"/>
                    <a:pt x="489" y="34"/>
                  </a:cubicBezTo>
                  <a:cubicBezTo>
                    <a:pt x="441" y="70"/>
                    <a:pt x="429" y="105"/>
                    <a:pt x="429" y="165"/>
                  </a:cubicBezTo>
                  <a:lnTo>
                    <a:pt x="429" y="439"/>
                  </a:lnTo>
                  <a:lnTo>
                    <a:pt x="203" y="367"/>
                  </a:lnTo>
                  <a:cubicBezTo>
                    <a:pt x="189" y="360"/>
                    <a:pt x="175" y="358"/>
                    <a:pt x="161" y="358"/>
                  </a:cubicBezTo>
                  <a:cubicBezTo>
                    <a:pt x="127" y="358"/>
                    <a:pt x="94" y="374"/>
                    <a:pt x="60" y="391"/>
                  </a:cubicBezTo>
                  <a:cubicBezTo>
                    <a:pt x="12" y="427"/>
                    <a:pt x="1" y="463"/>
                    <a:pt x="1" y="522"/>
                  </a:cubicBezTo>
                  <a:lnTo>
                    <a:pt x="1" y="1332"/>
                  </a:lnTo>
                  <a:lnTo>
                    <a:pt x="1" y="4618"/>
                  </a:lnTo>
                  <a:lnTo>
                    <a:pt x="1" y="5428"/>
                  </a:lnTo>
                  <a:cubicBezTo>
                    <a:pt x="1" y="5499"/>
                    <a:pt x="48" y="5559"/>
                    <a:pt x="120" y="5570"/>
                  </a:cubicBezTo>
                  <a:lnTo>
                    <a:pt x="3977" y="6809"/>
                  </a:lnTo>
                  <a:cubicBezTo>
                    <a:pt x="3989" y="6815"/>
                    <a:pt x="4001" y="6818"/>
                    <a:pt x="4016" y="6818"/>
                  </a:cubicBezTo>
                  <a:cubicBezTo>
                    <a:pt x="4031" y="6818"/>
                    <a:pt x="4049" y="6815"/>
                    <a:pt x="4073" y="6809"/>
                  </a:cubicBezTo>
                  <a:lnTo>
                    <a:pt x="6061" y="6166"/>
                  </a:lnTo>
                  <a:cubicBezTo>
                    <a:pt x="6144" y="6130"/>
                    <a:pt x="6192" y="6047"/>
                    <a:pt x="6156" y="5963"/>
                  </a:cubicBezTo>
                  <a:cubicBezTo>
                    <a:pt x="6138" y="5890"/>
                    <a:pt x="6076" y="5844"/>
                    <a:pt x="6011" y="5844"/>
                  </a:cubicBezTo>
                  <a:cubicBezTo>
                    <a:pt x="5992" y="5844"/>
                    <a:pt x="5972" y="5848"/>
                    <a:pt x="5954" y="5856"/>
                  </a:cubicBezTo>
                  <a:lnTo>
                    <a:pt x="4180" y="6440"/>
                  </a:lnTo>
                  <a:lnTo>
                    <a:pt x="4180" y="5975"/>
                  </a:lnTo>
                  <a:lnTo>
                    <a:pt x="7728" y="4844"/>
                  </a:lnTo>
                  <a:lnTo>
                    <a:pt x="7728" y="5309"/>
                  </a:lnTo>
                  <a:lnTo>
                    <a:pt x="6597" y="5666"/>
                  </a:lnTo>
                  <a:cubicBezTo>
                    <a:pt x="6501" y="5690"/>
                    <a:pt x="6454" y="5773"/>
                    <a:pt x="6489" y="5868"/>
                  </a:cubicBezTo>
                  <a:cubicBezTo>
                    <a:pt x="6501" y="5940"/>
                    <a:pt x="6573" y="5987"/>
                    <a:pt x="6632" y="5987"/>
                  </a:cubicBezTo>
                  <a:cubicBezTo>
                    <a:pt x="6656" y="5987"/>
                    <a:pt x="6668" y="5987"/>
                    <a:pt x="6680" y="5975"/>
                  </a:cubicBezTo>
                  <a:lnTo>
                    <a:pt x="7918" y="5570"/>
                  </a:lnTo>
                  <a:cubicBezTo>
                    <a:pt x="7978" y="5559"/>
                    <a:pt x="8037" y="5475"/>
                    <a:pt x="8037" y="5416"/>
                  </a:cubicBezTo>
                  <a:lnTo>
                    <a:pt x="8037" y="4618"/>
                  </a:lnTo>
                  <a:lnTo>
                    <a:pt x="8037" y="1332"/>
                  </a:lnTo>
                  <a:lnTo>
                    <a:pt x="8037" y="522"/>
                  </a:lnTo>
                  <a:cubicBezTo>
                    <a:pt x="8037" y="486"/>
                    <a:pt x="8002" y="439"/>
                    <a:pt x="7966" y="403"/>
                  </a:cubicBezTo>
                  <a:cubicBezTo>
                    <a:pt x="7931" y="386"/>
                    <a:pt x="7896" y="375"/>
                    <a:pt x="7857" y="375"/>
                  </a:cubicBezTo>
                  <a:cubicBezTo>
                    <a:pt x="7842" y="375"/>
                    <a:pt x="7827" y="376"/>
                    <a:pt x="7811" y="379"/>
                  </a:cubicBezTo>
                  <a:lnTo>
                    <a:pt x="7585" y="451"/>
                  </a:lnTo>
                  <a:lnTo>
                    <a:pt x="7585" y="189"/>
                  </a:lnTo>
                  <a:cubicBezTo>
                    <a:pt x="7585" y="141"/>
                    <a:pt x="7561" y="82"/>
                    <a:pt x="7525" y="46"/>
                  </a:cubicBezTo>
                  <a:cubicBezTo>
                    <a:pt x="7499" y="29"/>
                    <a:pt x="7467" y="17"/>
                    <a:pt x="7428" y="17"/>
                  </a:cubicBezTo>
                  <a:cubicBezTo>
                    <a:pt x="7413" y="17"/>
                    <a:pt x="7398" y="19"/>
                    <a:pt x="7382" y="22"/>
                  </a:cubicBezTo>
                  <a:lnTo>
                    <a:pt x="4013" y="1094"/>
                  </a:lnTo>
                  <a:lnTo>
                    <a:pt x="1965" y="439"/>
                  </a:lnTo>
                  <a:cubicBezTo>
                    <a:pt x="1944" y="431"/>
                    <a:pt x="1923" y="427"/>
                    <a:pt x="1903" y="427"/>
                  </a:cubicBezTo>
                  <a:cubicBezTo>
                    <a:pt x="1835" y="427"/>
                    <a:pt x="1778" y="472"/>
                    <a:pt x="1751" y="546"/>
                  </a:cubicBezTo>
                  <a:cubicBezTo>
                    <a:pt x="1727" y="629"/>
                    <a:pt x="1775" y="725"/>
                    <a:pt x="1858" y="748"/>
                  </a:cubicBezTo>
                  <a:lnTo>
                    <a:pt x="3834" y="1391"/>
                  </a:lnTo>
                  <a:lnTo>
                    <a:pt x="3834" y="1760"/>
                  </a:lnTo>
                  <a:lnTo>
                    <a:pt x="3834" y="2570"/>
                  </a:lnTo>
                  <a:lnTo>
                    <a:pt x="3834" y="4677"/>
                  </a:lnTo>
                  <a:lnTo>
                    <a:pt x="739" y="3677"/>
                  </a:lnTo>
                  <a:lnTo>
                    <a:pt x="739" y="391"/>
                  </a:lnTo>
                  <a:lnTo>
                    <a:pt x="1215" y="546"/>
                  </a:lnTo>
                  <a:cubicBezTo>
                    <a:pt x="1232" y="550"/>
                    <a:pt x="1248" y="552"/>
                    <a:pt x="1264" y="552"/>
                  </a:cubicBezTo>
                  <a:cubicBezTo>
                    <a:pt x="1338" y="552"/>
                    <a:pt x="1400" y="508"/>
                    <a:pt x="1429" y="439"/>
                  </a:cubicBezTo>
                  <a:cubicBezTo>
                    <a:pt x="1453" y="344"/>
                    <a:pt x="1406" y="260"/>
                    <a:pt x="1322" y="225"/>
                  </a:cubicBezTo>
                  <a:lnTo>
                    <a:pt x="632" y="10"/>
                  </a:lnTo>
                  <a:cubicBezTo>
                    <a:pt x="621" y="3"/>
                    <a:pt x="609" y="0"/>
                    <a:pt x="5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12516;p70"/>
            <p:cNvSpPr/>
            <p:nvPr/>
          </p:nvSpPr>
          <p:spPr>
            <a:xfrm>
              <a:off x="1929271" y="3055987"/>
              <a:ext cx="38111" cy="47298"/>
            </a:xfrm>
            <a:custGeom>
              <a:avLst/>
              <a:gdLst/>
              <a:ahLst/>
              <a:cxnLst/>
              <a:rect l="l" t="t" r="r" b="b"/>
              <a:pathLst>
                <a:path w="1203" h="1493" extrusionOk="0">
                  <a:moveTo>
                    <a:pt x="881" y="374"/>
                  </a:moveTo>
                  <a:lnTo>
                    <a:pt x="881" y="945"/>
                  </a:lnTo>
                  <a:lnTo>
                    <a:pt x="345" y="1112"/>
                  </a:lnTo>
                  <a:lnTo>
                    <a:pt x="345" y="540"/>
                  </a:lnTo>
                  <a:lnTo>
                    <a:pt x="881" y="374"/>
                  </a:lnTo>
                  <a:close/>
                  <a:moveTo>
                    <a:pt x="1029" y="0"/>
                  </a:moveTo>
                  <a:cubicBezTo>
                    <a:pt x="1017" y="0"/>
                    <a:pt x="1003" y="2"/>
                    <a:pt x="988" y="5"/>
                  </a:cubicBezTo>
                  <a:lnTo>
                    <a:pt x="119" y="279"/>
                  </a:lnTo>
                  <a:cubicBezTo>
                    <a:pt x="60" y="290"/>
                    <a:pt x="0" y="362"/>
                    <a:pt x="0" y="421"/>
                  </a:cubicBezTo>
                  <a:lnTo>
                    <a:pt x="0" y="1326"/>
                  </a:lnTo>
                  <a:cubicBezTo>
                    <a:pt x="0" y="1374"/>
                    <a:pt x="24" y="1433"/>
                    <a:pt x="60" y="1469"/>
                  </a:cubicBezTo>
                  <a:cubicBezTo>
                    <a:pt x="83" y="1481"/>
                    <a:pt x="119" y="1493"/>
                    <a:pt x="155" y="1493"/>
                  </a:cubicBezTo>
                  <a:cubicBezTo>
                    <a:pt x="167" y="1493"/>
                    <a:pt x="179" y="1493"/>
                    <a:pt x="191" y="1481"/>
                  </a:cubicBezTo>
                  <a:lnTo>
                    <a:pt x="1060" y="1207"/>
                  </a:lnTo>
                  <a:cubicBezTo>
                    <a:pt x="1119" y="1195"/>
                    <a:pt x="1179" y="1124"/>
                    <a:pt x="1179" y="1064"/>
                  </a:cubicBezTo>
                  <a:lnTo>
                    <a:pt x="1179" y="159"/>
                  </a:lnTo>
                  <a:cubicBezTo>
                    <a:pt x="1203" y="112"/>
                    <a:pt x="1179" y="64"/>
                    <a:pt x="1131" y="40"/>
                  </a:cubicBezTo>
                  <a:cubicBezTo>
                    <a:pt x="1095" y="14"/>
                    <a:pt x="1066" y="0"/>
                    <a:pt x="1029"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a:off x="0" y="-800100"/>
            <a:ext cx="18440399" cy="11430000"/>
          </a:xfrm>
          <a:prstGeom prst="rect">
            <a:avLst/>
          </a:prstGeom>
        </p:spPr>
      </p:pic>
      <p:pic>
        <p:nvPicPr>
          <p:cNvPr id="13" name="Picture 13"/>
          <p:cNvPicPr>
            <a:picLocks noChangeAspect="1"/>
          </p:cNvPicPr>
          <p:nvPr/>
        </p:nvPicPr>
        <p:blipFill>
          <a:blip r:embed="rId3"/>
          <a:srcRect/>
          <a:stretch>
            <a:fillRect/>
          </a:stretch>
        </p:blipFill>
        <p:spPr>
          <a:xfrm rot="263193">
            <a:off x="11053173" y="777784"/>
            <a:ext cx="6738418" cy="470686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pSp>
        <p:nvGrpSpPr>
          <p:cNvPr id="2" name="Group 2"/>
          <p:cNvGrpSpPr/>
          <p:nvPr/>
        </p:nvGrpSpPr>
        <p:grpSpPr>
          <a:xfrm>
            <a:off x="826422" y="3772113"/>
            <a:ext cx="10848621" cy="5215196"/>
            <a:chOff x="0" y="-286168"/>
            <a:chExt cx="23245147" cy="11174507"/>
          </a:xfrm>
        </p:grpSpPr>
        <p:sp>
          <p:nvSpPr>
            <p:cNvPr id="3" name="Freeform 3"/>
            <p:cNvSpPr/>
            <p:nvPr/>
          </p:nvSpPr>
          <p:spPr>
            <a:xfrm>
              <a:off x="57150" y="58420"/>
              <a:ext cx="23145852" cy="10817219"/>
            </a:xfrm>
            <a:custGeom>
              <a:avLst/>
              <a:gdLst/>
              <a:ahLst/>
              <a:cxnLst/>
              <a:rect l="l" t="t" r="r" b="b"/>
              <a:pathLst>
                <a:path w="23145852" h="10817219">
                  <a:moveTo>
                    <a:pt x="23060761" y="10786739"/>
                  </a:moveTo>
                  <a:lnTo>
                    <a:pt x="0" y="10786739"/>
                  </a:lnTo>
                  <a:cubicBezTo>
                    <a:pt x="5080" y="10804519"/>
                    <a:pt x="21590" y="10817219"/>
                    <a:pt x="40640" y="10817219"/>
                  </a:cubicBezTo>
                  <a:lnTo>
                    <a:pt x="23102672" y="10817219"/>
                  </a:lnTo>
                  <a:cubicBezTo>
                    <a:pt x="23126802" y="10817219"/>
                    <a:pt x="23145852" y="10798169"/>
                    <a:pt x="23145852" y="10774039"/>
                  </a:cubicBezTo>
                  <a:lnTo>
                    <a:pt x="23145852" y="40640"/>
                  </a:lnTo>
                  <a:cubicBezTo>
                    <a:pt x="23145852" y="21590"/>
                    <a:pt x="23133152" y="6350"/>
                    <a:pt x="23116642" y="0"/>
                  </a:cubicBezTo>
                  <a:lnTo>
                    <a:pt x="23116642" y="10730859"/>
                  </a:lnTo>
                  <a:cubicBezTo>
                    <a:pt x="23116642" y="10761339"/>
                    <a:pt x="23091242" y="10786739"/>
                    <a:pt x="23060761" y="10786739"/>
                  </a:cubicBezTo>
                  <a:close/>
                </a:path>
              </a:pathLst>
            </a:custGeom>
            <a:solidFill>
              <a:srgbClr val="000000"/>
            </a:solidFill>
          </p:spPr>
        </p:sp>
        <p:sp>
          <p:nvSpPr>
            <p:cNvPr id="4" name="Freeform 4"/>
            <p:cNvSpPr/>
            <p:nvPr/>
          </p:nvSpPr>
          <p:spPr>
            <a:xfrm>
              <a:off x="96755" y="-286168"/>
              <a:ext cx="23148392" cy="10819758"/>
            </a:xfrm>
            <a:custGeom>
              <a:avLst/>
              <a:gdLst/>
              <a:ahLst/>
              <a:cxnLst/>
              <a:rect l="l" t="t" r="r" b="b"/>
              <a:pathLst>
                <a:path w="23148392" h="10819759">
                  <a:moveTo>
                    <a:pt x="43180" y="10819759"/>
                  </a:moveTo>
                  <a:lnTo>
                    <a:pt x="23105211" y="10819759"/>
                  </a:lnTo>
                  <a:cubicBezTo>
                    <a:pt x="23129342" y="10819759"/>
                    <a:pt x="23148392" y="10800709"/>
                    <a:pt x="23148392" y="10776579"/>
                  </a:cubicBezTo>
                  <a:lnTo>
                    <a:pt x="23148392" y="43180"/>
                  </a:lnTo>
                  <a:cubicBezTo>
                    <a:pt x="23148392" y="19050"/>
                    <a:pt x="23129342" y="0"/>
                    <a:pt x="23105211" y="0"/>
                  </a:cubicBezTo>
                  <a:lnTo>
                    <a:pt x="43180" y="0"/>
                  </a:lnTo>
                  <a:cubicBezTo>
                    <a:pt x="19050" y="0"/>
                    <a:pt x="0" y="19050"/>
                    <a:pt x="0" y="43180"/>
                  </a:cubicBezTo>
                  <a:lnTo>
                    <a:pt x="0" y="10776579"/>
                  </a:lnTo>
                  <a:cubicBezTo>
                    <a:pt x="0" y="10800709"/>
                    <a:pt x="19050" y="10819759"/>
                    <a:pt x="43180" y="10819759"/>
                  </a:cubicBezTo>
                  <a:close/>
                </a:path>
              </a:pathLst>
            </a:custGeom>
            <a:solidFill>
              <a:srgbClr val="FFC29A"/>
            </a:solidFill>
          </p:spPr>
        </p:sp>
        <p:sp>
          <p:nvSpPr>
            <p:cNvPr id="5" name="Freeform 5"/>
            <p:cNvSpPr/>
            <p:nvPr/>
          </p:nvSpPr>
          <p:spPr>
            <a:xfrm>
              <a:off x="0" y="0"/>
              <a:ext cx="23215702" cy="10888339"/>
            </a:xfrm>
            <a:custGeom>
              <a:avLst/>
              <a:gdLst/>
              <a:ahLst/>
              <a:cxnLst/>
              <a:rect l="l" t="t" r="r" b="b"/>
              <a:pathLst>
                <a:path w="23215702" h="10888339">
                  <a:moveTo>
                    <a:pt x="23172522" y="44450"/>
                  </a:moveTo>
                  <a:cubicBezTo>
                    <a:pt x="23167442" y="19050"/>
                    <a:pt x="23144583" y="0"/>
                    <a:pt x="23117911" y="0"/>
                  </a:cubicBezTo>
                  <a:lnTo>
                    <a:pt x="55880" y="0"/>
                  </a:lnTo>
                  <a:cubicBezTo>
                    <a:pt x="25400" y="0"/>
                    <a:pt x="0" y="25400"/>
                    <a:pt x="0" y="55880"/>
                  </a:cubicBezTo>
                  <a:lnTo>
                    <a:pt x="0" y="10789279"/>
                  </a:lnTo>
                  <a:cubicBezTo>
                    <a:pt x="0" y="10815949"/>
                    <a:pt x="17780" y="10837539"/>
                    <a:pt x="43180" y="10843889"/>
                  </a:cubicBezTo>
                  <a:cubicBezTo>
                    <a:pt x="48260" y="10869289"/>
                    <a:pt x="71120" y="10888339"/>
                    <a:pt x="97790" y="10888339"/>
                  </a:cubicBezTo>
                  <a:lnTo>
                    <a:pt x="23159822" y="10888339"/>
                  </a:lnTo>
                  <a:cubicBezTo>
                    <a:pt x="23190302" y="10888339"/>
                    <a:pt x="23215702" y="10862939"/>
                    <a:pt x="23215702" y="10832459"/>
                  </a:cubicBezTo>
                  <a:lnTo>
                    <a:pt x="23215702" y="99060"/>
                  </a:lnTo>
                  <a:cubicBezTo>
                    <a:pt x="23215702" y="72390"/>
                    <a:pt x="23197922" y="50800"/>
                    <a:pt x="23172522" y="44450"/>
                  </a:cubicBezTo>
                  <a:close/>
                  <a:moveTo>
                    <a:pt x="12700" y="10789279"/>
                  </a:moveTo>
                  <a:lnTo>
                    <a:pt x="12700" y="55880"/>
                  </a:lnTo>
                  <a:cubicBezTo>
                    <a:pt x="12700" y="31750"/>
                    <a:pt x="31750" y="12700"/>
                    <a:pt x="55880" y="12700"/>
                  </a:cubicBezTo>
                  <a:lnTo>
                    <a:pt x="23117911" y="12700"/>
                  </a:lnTo>
                  <a:cubicBezTo>
                    <a:pt x="23142042" y="12700"/>
                    <a:pt x="23161092" y="31750"/>
                    <a:pt x="23161092" y="55880"/>
                  </a:cubicBezTo>
                  <a:lnTo>
                    <a:pt x="23161092" y="10789279"/>
                  </a:lnTo>
                  <a:cubicBezTo>
                    <a:pt x="23161092" y="10813409"/>
                    <a:pt x="23142042" y="10832459"/>
                    <a:pt x="23117911" y="10832459"/>
                  </a:cubicBezTo>
                  <a:lnTo>
                    <a:pt x="55880" y="10832459"/>
                  </a:lnTo>
                  <a:cubicBezTo>
                    <a:pt x="31750" y="10832459"/>
                    <a:pt x="12700" y="10813409"/>
                    <a:pt x="12700" y="10789279"/>
                  </a:cubicBezTo>
                  <a:close/>
                  <a:moveTo>
                    <a:pt x="23203002" y="10832459"/>
                  </a:moveTo>
                  <a:cubicBezTo>
                    <a:pt x="23203002" y="10856589"/>
                    <a:pt x="23183952" y="10875639"/>
                    <a:pt x="23159822" y="10875639"/>
                  </a:cubicBezTo>
                  <a:lnTo>
                    <a:pt x="97790" y="10875639"/>
                  </a:lnTo>
                  <a:cubicBezTo>
                    <a:pt x="78740" y="10875639"/>
                    <a:pt x="62230" y="10862939"/>
                    <a:pt x="57150" y="10845159"/>
                  </a:cubicBezTo>
                  <a:lnTo>
                    <a:pt x="23117911" y="10845159"/>
                  </a:lnTo>
                  <a:cubicBezTo>
                    <a:pt x="23148392" y="10845159"/>
                    <a:pt x="23173792" y="10819759"/>
                    <a:pt x="23173792" y="10789279"/>
                  </a:cubicBezTo>
                  <a:lnTo>
                    <a:pt x="23173792" y="58420"/>
                  </a:lnTo>
                  <a:cubicBezTo>
                    <a:pt x="23190302" y="64770"/>
                    <a:pt x="23203002" y="80010"/>
                    <a:pt x="23203002" y="99060"/>
                  </a:cubicBezTo>
                  <a:lnTo>
                    <a:pt x="23203002" y="10832459"/>
                  </a:lnTo>
                  <a:close/>
                </a:path>
              </a:pathLst>
            </a:custGeom>
            <a:solidFill>
              <a:srgbClr val="F4DBCB"/>
            </a:solidFill>
          </p:spPr>
        </p:sp>
      </p:grpSp>
      <p:grpSp>
        <p:nvGrpSpPr>
          <p:cNvPr id="6" name="Group 6"/>
          <p:cNvGrpSpPr/>
          <p:nvPr/>
        </p:nvGrpSpPr>
        <p:grpSpPr>
          <a:xfrm>
            <a:off x="383621" y="4008964"/>
            <a:ext cx="11076865" cy="5605716"/>
            <a:chOff x="0" y="0"/>
            <a:chExt cx="23215702" cy="10888339"/>
          </a:xfrm>
        </p:grpSpPr>
        <p:sp>
          <p:nvSpPr>
            <p:cNvPr id="7" name="Freeform 7"/>
            <p:cNvSpPr/>
            <p:nvPr/>
          </p:nvSpPr>
          <p:spPr>
            <a:xfrm>
              <a:off x="57150" y="58420"/>
              <a:ext cx="23145852" cy="10817219"/>
            </a:xfrm>
            <a:custGeom>
              <a:avLst/>
              <a:gdLst/>
              <a:ahLst/>
              <a:cxnLst/>
              <a:rect l="l" t="t" r="r" b="b"/>
              <a:pathLst>
                <a:path w="23145852" h="10817219">
                  <a:moveTo>
                    <a:pt x="23060761" y="10786739"/>
                  </a:moveTo>
                  <a:lnTo>
                    <a:pt x="0" y="10786739"/>
                  </a:lnTo>
                  <a:cubicBezTo>
                    <a:pt x="5080" y="10804519"/>
                    <a:pt x="21590" y="10817219"/>
                    <a:pt x="40640" y="10817219"/>
                  </a:cubicBezTo>
                  <a:lnTo>
                    <a:pt x="23102672" y="10817219"/>
                  </a:lnTo>
                  <a:cubicBezTo>
                    <a:pt x="23126802" y="10817219"/>
                    <a:pt x="23145852" y="10798169"/>
                    <a:pt x="23145852" y="10774039"/>
                  </a:cubicBezTo>
                  <a:lnTo>
                    <a:pt x="23145852" y="40640"/>
                  </a:lnTo>
                  <a:cubicBezTo>
                    <a:pt x="23145852" y="21590"/>
                    <a:pt x="23133152" y="6350"/>
                    <a:pt x="23116642" y="0"/>
                  </a:cubicBezTo>
                  <a:lnTo>
                    <a:pt x="23116642" y="10730859"/>
                  </a:lnTo>
                  <a:cubicBezTo>
                    <a:pt x="23116642" y="10761339"/>
                    <a:pt x="23091242" y="10786739"/>
                    <a:pt x="23060761" y="10786739"/>
                  </a:cubicBezTo>
                  <a:close/>
                </a:path>
              </a:pathLst>
            </a:custGeom>
            <a:solidFill>
              <a:srgbClr val="000000"/>
            </a:solidFill>
          </p:spPr>
        </p:sp>
        <p:sp>
          <p:nvSpPr>
            <p:cNvPr id="8" name="Freeform 8"/>
            <p:cNvSpPr/>
            <p:nvPr/>
          </p:nvSpPr>
          <p:spPr>
            <a:xfrm>
              <a:off x="12700" y="12700"/>
              <a:ext cx="23148392" cy="10819759"/>
            </a:xfrm>
            <a:custGeom>
              <a:avLst/>
              <a:gdLst/>
              <a:ahLst/>
              <a:cxnLst/>
              <a:rect l="l" t="t" r="r" b="b"/>
              <a:pathLst>
                <a:path w="23148392" h="10819759">
                  <a:moveTo>
                    <a:pt x="43180" y="10819759"/>
                  </a:moveTo>
                  <a:lnTo>
                    <a:pt x="23105211" y="10819759"/>
                  </a:lnTo>
                  <a:cubicBezTo>
                    <a:pt x="23129342" y="10819759"/>
                    <a:pt x="23148392" y="10800709"/>
                    <a:pt x="23148392" y="10776579"/>
                  </a:cubicBezTo>
                  <a:lnTo>
                    <a:pt x="23148392" y="43180"/>
                  </a:lnTo>
                  <a:cubicBezTo>
                    <a:pt x="23148392" y="19050"/>
                    <a:pt x="23129342" y="0"/>
                    <a:pt x="23105211" y="0"/>
                  </a:cubicBezTo>
                  <a:lnTo>
                    <a:pt x="43180" y="0"/>
                  </a:lnTo>
                  <a:cubicBezTo>
                    <a:pt x="19050" y="0"/>
                    <a:pt x="0" y="19050"/>
                    <a:pt x="0" y="43180"/>
                  </a:cubicBezTo>
                  <a:lnTo>
                    <a:pt x="0" y="10776579"/>
                  </a:lnTo>
                  <a:cubicBezTo>
                    <a:pt x="0" y="10800709"/>
                    <a:pt x="19050" y="10819759"/>
                    <a:pt x="43180" y="10819759"/>
                  </a:cubicBezTo>
                  <a:close/>
                </a:path>
              </a:pathLst>
            </a:custGeom>
            <a:solidFill>
              <a:srgbClr val="F8F8F8"/>
            </a:solidFill>
          </p:spPr>
        </p:sp>
        <p:sp>
          <p:nvSpPr>
            <p:cNvPr id="9" name="Freeform 9"/>
            <p:cNvSpPr/>
            <p:nvPr/>
          </p:nvSpPr>
          <p:spPr>
            <a:xfrm>
              <a:off x="0" y="0"/>
              <a:ext cx="23215702" cy="10888339"/>
            </a:xfrm>
            <a:custGeom>
              <a:avLst/>
              <a:gdLst/>
              <a:ahLst/>
              <a:cxnLst/>
              <a:rect l="l" t="t" r="r" b="b"/>
              <a:pathLst>
                <a:path w="23215702" h="10888339">
                  <a:moveTo>
                    <a:pt x="23172522" y="44450"/>
                  </a:moveTo>
                  <a:cubicBezTo>
                    <a:pt x="23167442" y="19050"/>
                    <a:pt x="23144583" y="0"/>
                    <a:pt x="23117911" y="0"/>
                  </a:cubicBezTo>
                  <a:lnTo>
                    <a:pt x="55880" y="0"/>
                  </a:lnTo>
                  <a:cubicBezTo>
                    <a:pt x="25400" y="0"/>
                    <a:pt x="0" y="25400"/>
                    <a:pt x="0" y="55880"/>
                  </a:cubicBezTo>
                  <a:lnTo>
                    <a:pt x="0" y="10789279"/>
                  </a:lnTo>
                  <a:cubicBezTo>
                    <a:pt x="0" y="10815949"/>
                    <a:pt x="17780" y="10837539"/>
                    <a:pt x="43180" y="10843889"/>
                  </a:cubicBezTo>
                  <a:cubicBezTo>
                    <a:pt x="48260" y="10869289"/>
                    <a:pt x="71120" y="10888339"/>
                    <a:pt x="97790" y="10888339"/>
                  </a:cubicBezTo>
                  <a:lnTo>
                    <a:pt x="23159822" y="10888339"/>
                  </a:lnTo>
                  <a:cubicBezTo>
                    <a:pt x="23190302" y="10888339"/>
                    <a:pt x="23215702" y="10862939"/>
                    <a:pt x="23215702" y="10832459"/>
                  </a:cubicBezTo>
                  <a:lnTo>
                    <a:pt x="23215702" y="99060"/>
                  </a:lnTo>
                  <a:cubicBezTo>
                    <a:pt x="23215702" y="72390"/>
                    <a:pt x="23197922" y="50800"/>
                    <a:pt x="23172522" y="44450"/>
                  </a:cubicBezTo>
                  <a:close/>
                  <a:moveTo>
                    <a:pt x="12700" y="10789279"/>
                  </a:moveTo>
                  <a:lnTo>
                    <a:pt x="12700" y="55880"/>
                  </a:lnTo>
                  <a:cubicBezTo>
                    <a:pt x="12700" y="31750"/>
                    <a:pt x="31750" y="12700"/>
                    <a:pt x="55880" y="12700"/>
                  </a:cubicBezTo>
                  <a:lnTo>
                    <a:pt x="23117911" y="12700"/>
                  </a:lnTo>
                  <a:cubicBezTo>
                    <a:pt x="23142042" y="12700"/>
                    <a:pt x="23161092" y="31750"/>
                    <a:pt x="23161092" y="55880"/>
                  </a:cubicBezTo>
                  <a:lnTo>
                    <a:pt x="23161092" y="10789279"/>
                  </a:lnTo>
                  <a:cubicBezTo>
                    <a:pt x="23161092" y="10813409"/>
                    <a:pt x="23142042" y="10832459"/>
                    <a:pt x="23117911" y="10832459"/>
                  </a:cubicBezTo>
                  <a:lnTo>
                    <a:pt x="55880" y="10832459"/>
                  </a:lnTo>
                  <a:cubicBezTo>
                    <a:pt x="31750" y="10832459"/>
                    <a:pt x="12700" y="10813409"/>
                    <a:pt x="12700" y="10789279"/>
                  </a:cubicBezTo>
                  <a:close/>
                  <a:moveTo>
                    <a:pt x="23203002" y="10832459"/>
                  </a:moveTo>
                  <a:cubicBezTo>
                    <a:pt x="23203002" y="10856589"/>
                    <a:pt x="23183952" y="10875639"/>
                    <a:pt x="23159822" y="10875639"/>
                  </a:cubicBezTo>
                  <a:lnTo>
                    <a:pt x="97790" y="10875639"/>
                  </a:lnTo>
                  <a:cubicBezTo>
                    <a:pt x="78740" y="10875639"/>
                    <a:pt x="62230" y="10862939"/>
                    <a:pt x="57150" y="10845159"/>
                  </a:cubicBezTo>
                  <a:lnTo>
                    <a:pt x="23117911" y="10845159"/>
                  </a:lnTo>
                  <a:cubicBezTo>
                    <a:pt x="23148392" y="10845159"/>
                    <a:pt x="23173792" y="10819759"/>
                    <a:pt x="23173792" y="10789279"/>
                  </a:cubicBezTo>
                  <a:lnTo>
                    <a:pt x="23173792" y="58420"/>
                  </a:lnTo>
                  <a:cubicBezTo>
                    <a:pt x="23190302" y="64770"/>
                    <a:pt x="23203002" y="80010"/>
                    <a:pt x="23203002" y="99060"/>
                  </a:cubicBezTo>
                  <a:lnTo>
                    <a:pt x="23203002" y="10832459"/>
                  </a:lnTo>
                  <a:close/>
                </a:path>
              </a:pathLst>
            </a:custGeom>
            <a:solidFill>
              <a:srgbClr val="000000"/>
            </a:solidFill>
          </p:spPr>
        </p:sp>
      </p:gr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734337" y="1876275"/>
            <a:ext cx="5834518" cy="1166904"/>
          </a:xfrm>
          <a:prstGeom prst="rect">
            <a:avLst/>
          </a:prstGeom>
        </p:spPr>
      </p:pic>
      <p:grpSp>
        <p:nvGrpSpPr>
          <p:cNvPr id="11" name="Group 11"/>
          <p:cNvGrpSpPr/>
          <p:nvPr/>
        </p:nvGrpSpPr>
        <p:grpSpPr>
          <a:xfrm>
            <a:off x="655472" y="1970098"/>
            <a:ext cx="928126" cy="928126"/>
            <a:chOff x="0" y="0"/>
            <a:chExt cx="6350000" cy="6350000"/>
          </a:xfrm>
        </p:grpSpPr>
        <p:sp>
          <p:nvSpPr>
            <p:cNvPr id="12" name="Freeform 12"/>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p:spPr>
        </p:sp>
      </p:grpSp>
      <p:sp>
        <p:nvSpPr>
          <p:cNvPr id="14" name="TextBox 14"/>
          <p:cNvSpPr txBox="1"/>
          <p:nvPr/>
        </p:nvSpPr>
        <p:spPr>
          <a:xfrm>
            <a:off x="826422" y="1967375"/>
            <a:ext cx="586226" cy="838322"/>
          </a:xfrm>
          <a:prstGeom prst="rect">
            <a:avLst/>
          </a:prstGeom>
        </p:spPr>
        <p:txBody>
          <a:bodyPr lIns="0" tIns="0" rIns="0" bIns="0" rtlCol="0" anchor="t">
            <a:spAutoFit/>
          </a:bodyPr>
          <a:lstStyle/>
          <a:p>
            <a:pPr marL="0" lvl="0" indent="0" algn="ctr">
              <a:lnSpc>
                <a:spcPts val="6826"/>
              </a:lnSpc>
              <a:spcBef>
                <a:spcPct val="0"/>
              </a:spcBef>
            </a:pPr>
            <a:r>
              <a:rPr lang="en-US" sz="4876">
                <a:solidFill>
                  <a:srgbClr val="FFFFFF"/>
                </a:solidFill>
                <a:latin typeface="Caudex Bold"/>
              </a:rPr>
              <a:t>1</a:t>
            </a:r>
          </a:p>
        </p:txBody>
      </p:sp>
      <p:sp>
        <p:nvSpPr>
          <p:cNvPr id="15" name="TextBox 15"/>
          <p:cNvSpPr txBox="1"/>
          <p:nvPr/>
        </p:nvSpPr>
        <p:spPr>
          <a:xfrm>
            <a:off x="1028700" y="1699179"/>
            <a:ext cx="7710750" cy="1193842"/>
          </a:xfrm>
          <a:prstGeom prst="rect">
            <a:avLst/>
          </a:prstGeom>
        </p:spPr>
        <p:txBody>
          <a:bodyPr lIns="0" tIns="0" rIns="0" bIns="0" rtlCol="0" anchor="t">
            <a:spAutoFit/>
          </a:bodyPr>
          <a:lstStyle/>
          <a:p>
            <a:pPr algn="ctr">
              <a:lnSpc>
                <a:spcPts val="9797"/>
              </a:lnSpc>
            </a:pPr>
            <a:r>
              <a:rPr lang="en-US" sz="6998">
                <a:solidFill>
                  <a:srgbClr val="000000"/>
                </a:solidFill>
                <a:latin typeface="Caudex"/>
              </a:rPr>
              <a:t>Điều hòa là gì?</a:t>
            </a:r>
          </a:p>
        </p:txBody>
      </p:sp>
      <p:sp>
        <p:nvSpPr>
          <p:cNvPr id="16" name="TextBox 16"/>
          <p:cNvSpPr txBox="1"/>
          <p:nvPr/>
        </p:nvSpPr>
        <p:spPr>
          <a:xfrm>
            <a:off x="749419" y="3975801"/>
            <a:ext cx="10317328" cy="5539978"/>
          </a:xfrm>
          <a:prstGeom prst="rect">
            <a:avLst/>
          </a:prstGeom>
        </p:spPr>
        <p:txBody>
          <a:bodyPr wrap="square" lIns="0" tIns="0" rIns="0" bIns="0" rtlCol="0" anchor="t">
            <a:spAutoFit/>
          </a:bodyPr>
          <a:lstStyle/>
          <a:p>
            <a:pPr>
              <a:lnSpc>
                <a:spcPts val="4759"/>
              </a:lnSpc>
            </a:pPr>
            <a:r>
              <a:rPr lang="vi-VN" sz="3399" dirty="0" smtClean="0">
                <a:solidFill>
                  <a:srgbClr val="000000"/>
                </a:solidFill>
                <a:latin typeface="Josefin Sans Regular"/>
              </a:rPr>
              <a:t> - </a:t>
            </a:r>
            <a:r>
              <a:rPr lang="en-US" sz="3399" dirty="0" err="1" smtClean="0">
                <a:solidFill>
                  <a:srgbClr val="000000"/>
                </a:solidFill>
                <a:latin typeface="Josefin Sans Regular"/>
              </a:rPr>
              <a:t>Điều</a:t>
            </a:r>
            <a:r>
              <a:rPr lang="en-US" sz="3399" dirty="0" smtClean="0">
                <a:solidFill>
                  <a:srgbClr val="000000"/>
                </a:solidFill>
                <a:latin typeface="Josefin Sans Regular"/>
              </a:rPr>
              <a:t> </a:t>
            </a:r>
            <a:r>
              <a:rPr lang="en-US" sz="3399" dirty="0" err="1">
                <a:solidFill>
                  <a:srgbClr val="000000"/>
                </a:solidFill>
                <a:latin typeface="Josefin Sans Regular"/>
              </a:rPr>
              <a:t>hòa</a:t>
            </a:r>
            <a:r>
              <a:rPr lang="en-US" sz="3399" dirty="0">
                <a:solidFill>
                  <a:srgbClr val="000000"/>
                </a:solidFill>
                <a:latin typeface="Josefin Sans Regular"/>
              </a:rPr>
              <a:t> </a:t>
            </a:r>
            <a:r>
              <a:rPr lang="en-US" sz="3399" dirty="0" err="1">
                <a:solidFill>
                  <a:srgbClr val="000000"/>
                </a:solidFill>
                <a:latin typeface="Josefin Sans Regular"/>
              </a:rPr>
              <a:t>là</a:t>
            </a:r>
            <a:r>
              <a:rPr lang="en-US" sz="3399" dirty="0">
                <a:solidFill>
                  <a:srgbClr val="000000"/>
                </a:solidFill>
                <a:latin typeface="Josefin Sans Regular"/>
              </a:rPr>
              <a:t> </a:t>
            </a:r>
            <a:r>
              <a:rPr lang="en-US" sz="3399" dirty="0" err="1">
                <a:solidFill>
                  <a:srgbClr val="000000"/>
                </a:solidFill>
                <a:latin typeface="Josefin Sans Regular"/>
              </a:rPr>
              <a:t>một</a:t>
            </a:r>
            <a:r>
              <a:rPr lang="en-US" sz="3399" dirty="0">
                <a:solidFill>
                  <a:srgbClr val="000000"/>
                </a:solidFill>
                <a:latin typeface="Josefin Sans Regular"/>
              </a:rPr>
              <a:t> </a:t>
            </a:r>
            <a:r>
              <a:rPr lang="en-US" sz="3399" dirty="0" err="1">
                <a:solidFill>
                  <a:srgbClr val="000000"/>
                </a:solidFill>
                <a:latin typeface="Josefin Sans Regular"/>
              </a:rPr>
              <a:t>thiết</a:t>
            </a:r>
            <a:r>
              <a:rPr lang="en-US" sz="3399" dirty="0">
                <a:solidFill>
                  <a:srgbClr val="000000"/>
                </a:solidFill>
                <a:latin typeface="Josefin Sans Regular"/>
              </a:rPr>
              <a:t> </a:t>
            </a:r>
            <a:r>
              <a:rPr lang="en-US" sz="3399" dirty="0" err="1">
                <a:solidFill>
                  <a:srgbClr val="000000"/>
                </a:solidFill>
                <a:latin typeface="Josefin Sans Regular"/>
              </a:rPr>
              <a:t>bị</a:t>
            </a:r>
            <a:r>
              <a:rPr lang="en-US" sz="3399" dirty="0">
                <a:solidFill>
                  <a:srgbClr val="000000"/>
                </a:solidFill>
                <a:latin typeface="Josefin Sans Regular"/>
              </a:rPr>
              <a:t> </a:t>
            </a:r>
            <a:r>
              <a:rPr lang="en-US" sz="3399" dirty="0" err="1">
                <a:solidFill>
                  <a:srgbClr val="000000"/>
                </a:solidFill>
                <a:latin typeface="Josefin Sans Regular"/>
              </a:rPr>
              <a:t>gia</a:t>
            </a:r>
            <a:r>
              <a:rPr lang="en-US" sz="3399" dirty="0">
                <a:solidFill>
                  <a:srgbClr val="000000"/>
                </a:solidFill>
                <a:latin typeface="Josefin Sans Regular"/>
              </a:rPr>
              <a:t> </a:t>
            </a:r>
            <a:r>
              <a:rPr lang="en-US" sz="3399" dirty="0" err="1">
                <a:solidFill>
                  <a:srgbClr val="000000"/>
                </a:solidFill>
                <a:latin typeface="Josefin Sans Regular"/>
              </a:rPr>
              <a:t>dụng</a:t>
            </a:r>
            <a:r>
              <a:rPr lang="en-US" sz="3399" dirty="0">
                <a:solidFill>
                  <a:srgbClr val="000000"/>
                </a:solidFill>
                <a:latin typeface="Josefin Sans Regular Italics"/>
              </a:rPr>
              <a:t> </a:t>
            </a:r>
            <a:r>
              <a:rPr lang="en-US" sz="3399" dirty="0" err="1">
                <a:solidFill>
                  <a:schemeClr val="accent6">
                    <a:lumMod val="75000"/>
                  </a:schemeClr>
                </a:solidFill>
                <a:latin typeface="Josefin Sans Regular Bold Italics"/>
              </a:rPr>
              <a:t>sử</a:t>
            </a:r>
            <a:r>
              <a:rPr lang="en-US" sz="3399" dirty="0">
                <a:solidFill>
                  <a:schemeClr val="accent6">
                    <a:lumMod val="75000"/>
                  </a:schemeClr>
                </a:solidFill>
                <a:latin typeface="Josefin Sans Regular Bold Italics"/>
              </a:rPr>
              <a:t> </a:t>
            </a:r>
            <a:r>
              <a:rPr lang="en-US" sz="3399" dirty="0" err="1">
                <a:solidFill>
                  <a:schemeClr val="accent6">
                    <a:lumMod val="75000"/>
                  </a:schemeClr>
                </a:solidFill>
                <a:latin typeface="Josefin Sans Regular Bold Italics"/>
              </a:rPr>
              <a:t>dụng</a:t>
            </a:r>
            <a:r>
              <a:rPr lang="en-US" sz="3399" dirty="0">
                <a:solidFill>
                  <a:schemeClr val="accent6">
                    <a:lumMod val="75000"/>
                  </a:schemeClr>
                </a:solidFill>
                <a:latin typeface="Josefin Sans Regular Bold Italics"/>
              </a:rPr>
              <a:t> </a:t>
            </a:r>
            <a:r>
              <a:rPr lang="en-US" sz="3399" dirty="0" err="1">
                <a:solidFill>
                  <a:schemeClr val="accent6">
                    <a:lumMod val="75000"/>
                  </a:schemeClr>
                </a:solidFill>
                <a:latin typeface="Josefin Sans Regular Bold Italics"/>
              </a:rPr>
              <a:t>điện</a:t>
            </a:r>
            <a:r>
              <a:rPr lang="en-US" sz="3399" dirty="0">
                <a:solidFill>
                  <a:schemeClr val="accent6">
                    <a:lumMod val="75000"/>
                  </a:schemeClr>
                </a:solidFill>
                <a:latin typeface="Josefin Sans Regular Bold Italics"/>
              </a:rPr>
              <a:t> </a:t>
            </a:r>
            <a:r>
              <a:rPr lang="en-US" sz="3399" dirty="0" err="1">
                <a:solidFill>
                  <a:schemeClr val="accent6">
                    <a:lumMod val="75000"/>
                  </a:schemeClr>
                </a:solidFill>
                <a:latin typeface="Josefin Sans Regular Bold Italics"/>
              </a:rPr>
              <a:t>năng</a:t>
            </a:r>
            <a:r>
              <a:rPr lang="en-US" sz="3399" dirty="0">
                <a:solidFill>
                  <a:schemeClr val="accent6">
                    <a:lumMod val="75000"/>
                  </a:schemeClr>
                </a:solidFill>
                <a:latin typeface="Josefin Sans Regular Bold Italics"/>
              </a:rPr>
              <a:t> </a:t>
            </a:r>
            <a:r>
              <a:rPr lang="en-US" sz="3399" dirty="0" err="1">
                <a:solidFill>
                  <a:schemeClr val="accent6">
                    <a:lumMod val="75000"/>
                  </a:schemeClr>
                </a:solidFill>
                <a:latin typeface="Josefin Sans Regular Bold Italics"/>
              </a:rPr>
              <a:t>để</a:t>
            </a:r>
            <a:r>
              <a:rPr lang="en-US" sz="3399" dirty="0">
                <a:solidFill>
                  <a:schemeClr val="accent6">
                    <a:lumMod val="75000"/>
                  </a:schemeClr>
                </a:solidFill>
                <a:latin typeface="Josefin Sans Regular Bold Italics"/>
              </a:rPr>
              <a:t> </a:t>
            </a:r>
            <a:r>
              <a:rPr lang="en-US" sz="3399" dirty="0" err="1">
                <a:solidFill>
                  <a:schemeClr val="accent6">
                    <a:lumMod val="75000"/>
                  </a:schemeClr>
                </a:solidFill>
                <a:latin typeface="Josefin Sans Regular Bold Italics"/>
              </a:rPr>
              <a:t>thay</a:t>
            </a:r>
            <a:r>
              <a:rPr lang="en-US" sz="3399" dirty="0">
                <a:solidFill>
                  <a:schemeClr val="accent6">
                    <a:lumMod val="75000"/>
                  </a:schemeClr>
                </a:solidFill>
                <a:latin typeface="Josefin Sans Regular Bold Italics"/>
              </a:rPr>
              <a:t> </a:t>
            </a:r>
            <a:r>
              <a:rPr lang="en-US" sz="3399" dirty="0" err="1">
                <a:solidFill>
                  <a:schemeClr val="accent6">
                    <a:lumMod val="75000"/>
                  </a:schemeClr>
                </a:solidFill>
                <a:latin typeface="Josefin Sans Regular Bold Italics"/>
              </a:rPr>
              <a:t>đổi</a:t>
            </a:r>
            <a:r>
              <a:rPr lang="en-US" sz="3399" dirty="0">
                <a:solidFill>
                  <a:schemeClr val="accent6">
                    <a:lumMod val="75000"/>
                  </a:schemeClr>
                </a:solidFill>
                <a:latin typeface="Josefin Sans Regular Bold Italics"/>
              </a:rPr>
              <a:t> </a:t>
            </a:r>
            <a:r>
              <a:rPr lang="en-US" sz="3399" dirty="0" err="1">
                <a:solidFill>
                  <a:schemeClr val="accent6">
                    <a:lumMod val="75000"/>
                  </a:schemeClr>
                </a:solidFill>
                <a:latin typeface="Josefin Sans Regular Bold Italics"/>
              </a:rPr>
              <a:t>nhiệt</a:t>
            </a:r>
            <a:r>
              <a:rPr lang="en-US" sz="3399" dirty="0">
                <a:solidFill>
                  <a:schemeClr val="accent6">
                    <a:lumMod val="75000"/>
                  </a:schemeClr>
                </a:solidFill>
                <a:latin typeface="Josefin Sans Regular Bold Italics"/>
              </a:rPr>
              <a:t> </a:t>
            </a:r>
            <a:r>
              <a:rPr lang="en-US" sz="3399" dirty="0" err="1">
                <a:solidFill>
                  <a:schemeClr val="accent6">
                    <a:lumMod val="75000"/>
                  </a:schemeClr>
                </a:solidFill>
                <a:latin typeface="Josefin Sans Regular Bold Italics"/>
              </a:rPr>
              <a:t>độ</a:t>
            </a:r>
            <a:r>
              <a:rPr lang="en-US" sz="3399" dirty="0">
                <a:solidFill>
                  <a:schemeClr val="accent6">
                    <a:lumMod val="75000"/>
                  </a:schemeClr>
                </a:solidFill>
                <a:latin typeface="Josefin Sans Regular Italics"/>
              </a:rPr>
              <a:t> </a:t>
            </a:r>
            <a:r>
              <a:rPr lang="en-US" sz="3399" dirty="0" err="1">
                <a:solidFill>
                  <a:schemeClr val="accent6">
                    <a:lumMod val="75000"/>
                  </a:schemeClr>
                </a:solidFill>
                <a:latin typeface="Josefin Sans Regular Bold Italics"/>
              </a:rPr>
              <a:t>trong</a:t>
            </a:r>
            <a:r>
              <a:rPr lang="en-US" sz="3399" dirty="0">
                <a:solidFill>
                  <a:schemeClr val="accent6">
                    <a:lumMod val="75000"/>
                  </a:schemeClr>
                </a:solidFill>
                <a:latin typeface="Josefin Sans Regular Bold Italics"/>
              </a:rPr>
              <a:t> </a:t>
            </a:r>
            <a:r>
              <a:rPr lang="en-US" sz="3399" dirty="0" err="1">
                <a:solidFill>
                  <a:schemeClr val="accent6">
                    <a:lumMod val="75000"/>
                  </a:schemeClr>
                </a:solidFill>
                <a:latin typeface="Josefin Sans Regular Bold Italics"/>
              </a:rPr>
              <a:t>phòng</a:t>
            </a:r>
            <a:r>
              <a:rPr lang="en-US" sz="3399" dirty="0">
                <a:solidFill>
                  <a:schemeClr val="accent6">
                    <a:lumMod val="75000"/>
                  </a:schemeClr>
                </a:solidFill>
                <a:latin typeface="Josefin Sans Regular"/>
              </a:rPr>
              <a:t> </a:t>
            </a:r>
            <a:r>
              <a:rPr lang="en-US" sz="3399" dirty="0" err="1">
                <a:solidFill>
                  <a:srgbClr val="000000"/>
                </a:solidFill>
                <a:latin typeface="Josefin Sans Regular"/>
              </a:rPr>
              <a:t>theo</a:t>
            </a:r>
            <a:r>
              <a:rPr lang="en-US" sz="3399" dirty="0">
                <a:solidFill>
                  <a:srgbClr val="000000"/>
                </a:solidFill>
                <a:latin typeface="Josefin Sans Regular"/>
              </a:rPr>
              <a:t> </a:t>
            </a:r>
            <a:r>
              <a:rPr lang="en-US" sz="3399" dirty="0" err="1">
                <a:solidFill>
                  <a:srgbClr val="000000"/>
                </a:solidFill>
                <a:latin typeface="Josefin Sans Regular"/>
              </a:rPr>
              <a:t>nhu</a:t>
            </a:r>
            <a:r>
              <a:rPr lang="en-US" sz="3399" dirty="0">
                <a:solidFill>
                  <a:srgbClr val="000000"/>
                </a:solidFill>
                <a:latin typeface="Josefin Sans Regular"/>
              </a:rPr>
              <a:t> </a:t>
            </a:r>
            <a:r>
              <a:rPr lang="en-US" sz="3399" dirty="0" err="1">
                <a:solidFill>
                  <a:srgbClr val="000000"/>
                </a:solidFill>
                <a:latin typeface="Josefin Sans Regular"/>
              </a:rPr>
              <a:t>cầu</a:t>
            </a:r>
            <a:r>
              <a:rPr lang="en-US" sz="3399" dirty="0">
                <a:solidFill>
                  <a:srgbClr val="000000"/>
                </a:solidFill>
                <a:latin typeface="Josefin Sans Regular"/>
              </a:rPr>
              <a:t> </a:t>
            </a:r>
            <a:r>
              <a:rPr lang="en-US" sz="3399" dirty="0" err="1">
                <a:solidFill>
                  <a:srgbClr val="000000"/>
                </a:solidFill>
                <a:latin typeface="Josefin Sans Regular"/>
              </a:rPr>
              <a:t>của</a:t>
            </a:r>
            <a:r>
              <a:rPr lang="en-US" sz="3399" dirty="0">
                <a:solidFill>
                  <a:srgbClr val="000000"/>
                </a:solidFill>
                <a:latin typeface="Josefin Sans Regular"/>
              </a:rPr>
              <a:t> </a:t>
            </a:r>
            <a:r>
              <a:rPr lang="en-US" sz="3399" dirty="0" err="1">
                <a:solidFill>
                  <a:srgbClr val="000000"/>
                </a:solidFill>
                <a:latin typeface="Josefin Sans Regular"/>
              </a:rPr>
              <a:t>người</a:t>
            </a:r>
            <a:r>
              <a:rPr lang="en-US" sz="3399" dirty="0">
                <a:solidFill>
                  <a:srgbClr val="000000"/>
                </a:solidFill>
                <a:latin typeface="Josefin Sans Regular"/>
              </a:rPr>
              <a:t> </a:t>
            </a:r>
            <a:r>
              <a:rPr lang="en-US" sz="3399" dirty="0" err="1">
                <a:solidFill>
                  <a:srgbClr val="000000"/>
                </a:solidFill>
                <a:latin typeface="Josefin Sans Regular"/>
              </a:rPr>
              <a:t>sử</a:t>
            </a:r>
            <a:r>
              <a:rPr lang="en-US" sz="3399" dirty="0">
                <a:solidFill>
                  <a:srgbClr val="000000"/>
                </a:solidFill>
                <a:latin typeface="Josefin Sans Regular"/>
              </a:rPr>
              <a:t> </a:t>
            </a:r>
            <a:r>
              <a:rPr lang="en-US" sz="3399" dirty="0" err="1">
                <a:solidFill>
                  <a:srgbClr val="000000"/>
                </a:solidFill>
                <a:latin typeface="Josefin Sans Regular"/>
              </a:rPr>
              <a:t>dụng</a:t>
            </a:r>
            <a:r>
              <a:rPr lang="en-US" sz="3399" dirty="0">
                <a:solidFill>
                  <a:srgbClr val="000000"/>
                </a:solidFill>
                <a:latin typeface="Josefin Sans Regular"/>
              </a:rPr>
              <a:t>. </a:t>
            </a:r>
            <a:endParaRPr lang="vi-VN" sz="3399" dirty="0" smtClean="0">
              <a:solidFill>
                <a:srgbClr val="000000"/>
              </a:solidFill>
              <a:latin typeface="Josefin Sans Regular"/>
            </a:endParaRPr>
          </a:p>
          <a:p>
            <a:pPr>
              <a:lnSpc>
                <a:spcPts val="4759"/>
              </a:lnSpc>
            </a:pPr>
            <a:endParaRPr lang="vi-VN" sz="3399" dirty="0" smtClean="0">
              <a:solidFill>
                <a:srgbClr val="000000"/>
              </a:solidFill>
              <a:latin typeface="Josefin Sans Regular"/>
            </a:endParaRPr>
          </a:p>
          <a:p>
            <a:pPr>
              <a:lnSpc>
                <a:spcPts val="4759"/>
              </a:lnSpc>
            </a:pPr>
            <a:r>
              <a:rPr lang="vi-VN" sz="3399" dirty="0">
                <a:solidFill>
                  <a:srgbClr val="000000"/>
                </a:solidFill>
                <a:latin typeface="Josefin Sans Regular"/>
              </a:rPr>
              <a:t> </a:t>
            </a:r>
            <a:r>
              <a:rPr lang="vi-VN" sz="3399" dirty="0" smtClean="0">
                <a:solidFill>
                  <a:srgbClr val="000000"/>
                </a:solidFill>
                <a:latin typeface="Josefin Sans Regular"/>
              </a:rPr>
              <a:t>- </a:t>
            </a:r>
            <a:r>
              <a:rPr lang="en-US" sz="3399" dirty="0" err="1" smtClean="0">
                <a:solidFill>
                  <a:srgbClr val="000000"/>
                </a:solidFill>
                <a:latin typeface="Josefin Sans Regular"/>
              </a:rPr>
              <a:t>Trên</a:t>
            </a:r>
            <a:r>
              <a:rPr lang="en-US" sz="3399" dirty="0" smtClean="0">
                <a:solidFill>
                  <a:srgbClr val="000000"/>
                </a:solidFill>
                <a:latin typeface="Josefin Sans Regular"/>
              </a:rPr>
              <a:t> </a:t>
            </a:r>
            <a:r>
              <a:rPr lang="en-US" sz="3399" dirty="0" err="1">
                <a:solidFill>
                  <a:srgbClr val="000000"/>
                </a:solidFill>
                <a:latin typeface="Josefin Sans Regular"/>
              </a:rPr>
              <a:t>thị</a:t>
            </a:r>
            <a:r>
              <a:rPr lang="en-US" sz="3399" dirty="0">
                <a:solidFill>
                  <a:srgbClr val="000000"/>
                </a:solidFill>
                <a:latin typeface="Josefin Sans Regular"/>
              </a:rPr>
              <a:t> </a:t>
            </a:r>
            <a:r>
              <a:rPr lang="en-US" sz="3399" dirty="0" err="1">
                <a:solidFill>
                  <a:srgbClr val="000000"/>
                </a:solidFill>
                <a:latin typeface="Josefin Sans Regular"/>
              </a:rPr>
              <a:t>trường</a:t>
            </a:r>
            <a:r>
              <a:rPr lang="en-US" sz="3399" dirty="0">
                <a:solidFill>
                  <a:srgbClr val="000000"/>
                </a:solidFill>
                <a:latin typeface="Josefin Sans Regular"/>
              </a:rPr>
              <a:t>, </a:t>
            </a:r>
            <a:r>
              <a:rPr lang="en-US" sz="3399" dirty="0" err="1">
                <a:solidFill>
                  <a:srgbClr val="000000"/>
                </a:solidFill>
                <a:latin typeface="Josefin Sans Regular"/>
              </a:rPr>
              <a:t>điều</a:t>
            </a:r>
            <a:r>
              <a:rPr lang="en-US" sz="3399" dirty="0">
                <a:solidFill>
                  <a:srgbClr val="000000"/>
                </a:solidFill>
                <a:latin typeface="Josefin Sans Regular"/>
              </a:rPr>
              <a:t> </a:t>
            </a:r>
            <a:r>
              <a:rPr lang="en-US" sz="3399" dirty="0" err="1">
                <a:solidFill>
                  <a:srgbClr val="000000"/>
                </a:solidFill>
                <a:latin typeface="Josefin Sans Regular"/>
              </a:rPr>
              <a:t>hòa</a:t>
            </a:r>
            <a:r>
              <a:rPr lang="en-US" sz="3399" dirty="0">
                <a:solidFill>
                  <a:srgbClr val="000000"/>
                </a:solidFill>
                <a:latin typeface="Josefin Sans Regular"/>
              </a:rPr>
              <a:t> </a:t>
            </a:r>
            <a:r>
              <a:rPr lang="en-US" sz="3399" dirty="0" err="1">
                <a:solidFill>
                  <a:srgbClr val="000000"/>
                </a:solidFill>
                <a:latin typeface="Josefin Sans Regular"/>
              </a:rPr>
              <a:t>được</a:t>
            </a:r>
            <a:r>
              <a:rPr lang="en-US" sz="3399" dirty="0">
                <a:solidFill>
                  <a:srgbClr val="000000"/>
                </a:solidFill>
                <a:latin typeface="Josefin Sans Regular"/>
              </a:rPr>
              <a:t> chia </a:t>
            </a:r>
            <a:r>
              <a:rPr lang="en-US" sz="3399" dirty="0" err="1">
                <a:solidFill>
                  <a:srgbClr val="000000"/>
                </a:solidFill>
                <a:latin typeface="Josefin Sans Regular"/>
              </a:rPr>
              <a:t>thành</a:t>
            </a:r>
            <a:r>
              <a:rPr lang="en-US" sz="3399" dirty="0">
                <a:solidFill>
                  <a:srgbClr val="000000"/>
                </a:solidFill>
                <a:latin typeface="Josefin Sans Regular"/>
              </a:rPr>
              <a:t> 2 </a:t>
            </a:r>
            <a:r>
              <a:rPr lang="en-US" sz="3399" dirty="0" err="1">
                <a:solidFill>
                  <a:srgbClr val="000000"/>
                </a:solidFill>
                <a:latin typeface="Josefin Sans Regular"/>
              </a:rPr>
              <a:t>loại</a:t>
            </a:r>
            <a:r>
              <a:rPr lang="en-US" sz="3399" dirty="0">
                <a:solidFill>
                  <a:srgbClr val="000000"/>
                </a:solidFill>
                <a:latin typeface="Josefin Sans Regular"/>
              </a:rPr>
              <a:t> </a:t>
            </a:r>
            <a:r>
              <a:rPr lang="en-US" sz="3399" dirty="0" err="1">
                <a:solidFill>
                  <a:srgbClr val="000000"/>
                </a:solidFill>
                <a:latin typeface="Josefin Sans Regular"/>
              </a:rPr>
              <a:t>là</a:t>
            </a:r>
            <a:r>
              <a:rPr lang="en-US" sz="3399" dirty="0">
                <a:solidFill>
                  <a:srgbClr val="000000"/>
                </a:solidFill>
                <a:latin typeface="Josefin Sans Regular"/>
              </a:rPr>
              <a:t> </a:t>
            </a:r>
            <a:r>
              <a:rPr lang="en-US" sz="3399" dirty="0" err="1">
                <a:solidFill>
                  <a:srgbClr val="000000"/>
                </a:solidFill>
                <a:latin typeface="Josefin Sans Regular"/>
              </a:rPr>
              <a:t>điều</a:t>
            </a:r>
            <a:r>
              <a:rPr lang="en-US" sz="3399" dirty="0">
                <a:solidFill>
                  <a:srgbClr val="000000"/>
                </a:solidFill>
                <a:latin typeface="Josefin Sans Regular"/>
              </a:rPr>
              <a:t> </a:t>
            </a:r>
            <a:r>
              <a:rPr lang="en-US" sz="3399" dirty="0" err="1">
                <a:solidFill>
                  <a:srgbClr val="000000"/>
                </a:solidFill>
                <a:latin typeface="Josefin Sans Regular"/>
              </a:rPr>
              <a:t>hòa</a:t>
            </a:r>
            <a:r>
              <a:rPr lang="en-US" sz="3399" dirty="0">
                <a:solidFill>
                  <a:srgbClr val="000000"/>
                </a:solidFill>
                <a:latin typeface="Josefin Sans Regular"/>
              </a:rPr>
              <a:t> </a:t>
            </a:r>
            <a:r>
              <a:rPr lang="en-US" sz="3399" dirty="0" err="1">
                <a:solidFill>
                  <a:srgbClr val="000000"/>
                </a:solidFill>
                <a:latin typeface="Josefin Sans Regular"/>
              </a:rPr>
              <a:t>một</a:t>
            </a:r>
            <a:r>
              <a:rPr lang="en-US" sz="3399" dirty="0">
                <a:solidFill>
                  <a:srgbClr val="000000"/>
                </a:solidFill>
                <a:latin typeface="Josefin Sans Regular"/>
              </a:rPr>
              <a:t> </a:t>
            </a:r>
            <a:r>
              <a:rPr lang="en-US" sz="3399" dirty="0" err="1">
                <a:solidFill>
                  <a:srgbClr val="000000"/>
                </a:solidFill>
                <a:latin typeface="Josefin Sans Regular"/>
              </a:rPr>
              <a:t>chiều</a:t>
            </a:r>
            <a:r>
              <a:rPr lang="en-US" sz="3399" dirty="0">
                <a:solidFill>
                  <a:srgbClr val="000000"/>
                </a:solidFill>
                <a:latin typeface="Josefin Sans Regular"/>
              </a:rPr>
              <a:t> </a:t>
            </a:r>
            <a:r>
              <a:rPr lang="en-US" sz="3399" dirty="0" err="1">
                <a:solidFill>
                  <a:srgbClr val="000000"/>
                </a:solidFill>
                <a:latin typeface="Josefin Sans Regular"/>
              </a:rPr>
              <a:t>và</a:t>
            </a:r>
            <a:r>
              <a:rPr lang="en-US" sz="3399" dirty="0">
                <a:solidFill>
                  <a:srgbClr val="000000"/>
                </a:solidFill>
                <a:latin typeface="Josefin Sans Regular"/>
              </a:rPr>
              <a:t> </a:t>
            </a:r>
            <a:r>
              <a:rPr lang="en-US" sz="3399" dirty="0" err="1">
                <a:solidFill>
                  <a:srgbClr val="000000"/>
                </a:solidFill>
                <a:latin typeface="Josefin Sans Regular"/>
              </a:rPr>
              <a:t>điều</a:t>
            </a:r>
            <a:r>
              <a:rPr lang="en-US" sz="3399" dirty="0">
                <a:solidFill>
                  <a:srgbClr val="000000"/>
                </a:solidFill>
                <a:latin typeface="Josefin Sans Regular"/>
              </a:rPr>
              <a:t> </a:t>
            </a:r>
            <a:r>
              <a:rPr lang="en-US" sz="3399" dirty="0" err="1">
                <a:solidFill>
                  <a:srgbClr val="000000"/>
                </a:solidFill>
                <a:latin typeface="Josefin Sans Regular"/>
              </a:rPr>
              <a:t>hòa</a:t>
            </a:r>
            <a:r>
              <a:rPr lang="en-US" sz="3399" dirty="0">
                <a:solidFill>
                  <a:srgbClr val="000000"/>
                </a:solidFill>
                <a:latin typeface="Josefin Sans Regular"/>
              </a:rPr>
              <a:t> </a:t>
            </a:r>
            <a:r>
              <a:rPr lang="en-US" sz="3399" dirty="0" err="1">
                <a:solidFill>
                  <a:srgbClr val="000000"/>
                </a:solidFill>
                <a:latin typeface="Josefin Sans Regular"/>
              </a:rPr>
              <a:t>hai</a:t>
            </a:r>
            <a:r>
              <a:rPr lang="en-US" sz="3399" dirty="0">
                <a:solidFill>
                  <a:srgbClr val="000000"/>
                </a:solidFill>
                <a:latin typeface="Josefin Sans Regular"/>
              </a:rPr>
              <a:t> </a:t>
            </a:r>
            <a:r>
              <a:rPr lang="en-US" sz="3399" dirty="0" err="1">
                <a:solidFill>
                  <a:srgbClr val="000000"/>
                </a:solidFill>
                <a:latin typeface="Josefin Sans Regular"/>
              </a:rPr>
              <a:t>chiều</a:t>
            </a:r>
            <a:r>
              <a:rPr lang="en-US" sz="3399" dirty="0">
                <a:solidFill>
                  <a:srgbClr val="000000"/>
                </a:solidFill>
                <a:latin typeface="Josefin Sans Regular"/>
              </a:rPr>
              <a:t>. </a:t>
            </a:r>
            <a:r>
              <a:rPr lang="en-US" sz="3399" dirty="0" err="1">
                <a:solidFill>
                  <a:srgbClr val="000000"/>
                </a:solidFill>
                <a:latin typeface="Josefin Sans Regular"/>
              </a:rPr>
              <a:t>Điều</a:t>
            </a:r>
            <a:r>
              <a:rPr lang="en-US" sz="3399" dirty="0">
                <a:solidFill>
                  <a:srgbClr val="000000"/>
                </a:solidFill>
                <a:latin typeface="Josefin Sans Regular"/>
              </a:rPr>
              <a:t> </a:t>
            </a:r>
            <a:r>
              <a:rPr lang="en-US" sz="3399" dirty="0" err="1">
                <a:solidFill>
                  <a:srgbClr val="000000"/>
                </a:solidFill>
                <a:latin typeface="Josefin Sans Regular"/>
              </a:rPr>
              <a:t>hòa</a:t>
            </a:r>
            <a:r>
              <a:rPr lang="en-US" sz="3399" dirty="0">
                <a:solidFill>
                  <a:srgbClr val="000000"/>
                </a:solidFill>
                <a:latin typeface="Josefin Sans Regular"/>
              </a:rPr>
              <a:t> </a:t>
            </a:r>
            <a:r>
              <a:rPr lang="en-US" sz="3399" dirty="0" err="1">
                <a:solidFill>
                  <a:srgbClr val="000000"/>
                </a:solidFill>
                <a:latin typeface="Josefin Sans Regular"/>
              </a:rPr>
              <a:t>một</a:t>
            </a:r>
            <a:r>
              <a:rPr lang="en-US" sz="3399" dirty="0">
                <a:solidFill>
                  <a:srgbClr val="000000"/>
                </a:solidFill>
                <a:latin typeface="Josefin Sans Regular"/>
              </a:rPr>
              <a:t> </a:t>
            </a:r>
            <a:r>
              <a:rPr lang="en-US" sz="3399" dirty="0" err="1">
                <a:solidFill>
                  <a:srgbClr val="000000"/>
                </a:solidFill>
                <a:latin typeface="Josefin Sans Regular"/>
              </a:rPr>
              <a:t>chiều</a:t>
            </a:r>
            <a:r>
              <a:rPr lang="en-US" sz="3399" dirty="0">
                <a:solidFill>
                  <a:srgbClr val="000000"/>
                </a:solidFill>
                <a:latin typeface="Josefin Sans Regular"/>
              </a:rPr>
              <a:t> </a:t>
            </a:r>
            <a:r>
              <a:rPr lang="en-US" sz="3399" dirty="0" err="1" smtClean="0">
                <a:solidFill>
                  <a:srgbClr val="000000"/>
                </a:solidFill>
                <a:latin typeface="Josefin Sans Regular"/>
              </a:rPr>
              <a:t>chỉ</a:t>
            </a:r>
            <a:r>
              <a:rPr lang="en-US" sz="3399" dirty="0" smtClean="0">
                <a:solidFill>
                  <a:srgbClr val="000000"/>
                </a:solidFill>
                <a:latin typeface="Josefin Sans Regular"/>
              </a:rPr>
              <a:t> </a:t>
            </a:r>
            <a:r>
              <a:rPr lang="en-US" sz="3399" dirty="0" err="1">
                <a:solidFill>
                  <a:srgbClr val="000000"/>
                </a:solidFill>
                <a:latin typeface="Josefin Sans Regular"/>
              </a:rPr>
              <a:t>có</a:t>
            </a:r>
            <a:r>
              <a:rPr lang="en-US" sz="3399" dirty="0">
                <a:solidFill>
                  <a:srgbClr val="000000"/>
                </a:solidFill>
                <a:latin typeface="Josefin Sans Regular"/>
              </a:rPr>
              <a:t> </a:t>
            </a:r>
            <a:r>
              <a:rPr lang="en-US" sz="3399" dirty="0" err="1">
                <a:solidFill>
                  <a:srgbClr val="000000"/>
                </a:solidFill>
                <a:latin typeface="Josefin Sans Regular"/>
              </a:rPr>
              <a:t>khả</a:t>
            </a:r>
            <a:r>
              <a:rPr lang="en-US" sz="3399" dirty="0">
                <a:solidFill>
                  <a:srgbClr val="000000"/>
                </a:solidFill>
                <a:latin typeface="Josefin Sans Regular"/>
              </a:rPr>
              <a:t> </a:t>
            </a:r>
            <a:r>
              <a:rPr lang="en-US" sz="3399" dirty="0" err="1">
                <a:solidFill>
                  <a:srgbClr val="000000"/>
                </a:solidFill>
                <a:latin typeface="Josefin Sans Regular"/>
              </a:rPr>
              <a:t>năng</a:t>
            </a:r>
            <a:r>
              <a:rPr lang="en-US" sz="3399" dirty="0">
                <a:solidFill>
                  <a:srgbClr val="000000"/>
                </a:solidFill>
                <a:latin typeface="Josefin Sans Regular"/>
              </a:rPr>
              <a:t> </a:t>
            </a:r>
            <a:r>
              <a:rPr lang="en-US" sz="3399" dirty="0" err="1">
                <a:solidFill>
                  <a:srgbClr val="000000"/>
                </a:solidFill>
                <a:latin typeface="Josefin Sans Regular"/>
              </a:rPr>
              <a:t>làm</a:t>
            </a:r>
            <a:r>
              <a:rPr lang="en-US" sz="3399" dirty="0">
                <a:solidFill>
                  <a:srgbClr val="000000"/>
                </a:solidFill>
                <a:latin typeface="Josefin Sans Regular"/>
              </a:rPr>
              <a:t> </a:t>
            </a:r>
            <a:r>
              <a:rPr lang="en-US" sz="3399" dirty="0" err="1">
                <a:solidFill>
                  <a:srgbClr val="000000"/>
                </a:solidFill>
                <a:latin typeface="Josefin Sans Regular"/>
              </a:rPr>
              <a:t>lạnh</a:t>
            </a:r>
            <a:r>
              <a:rPr lang="en-US" sz="3399" dirty="0">
                <a:solidFill>
                  <a:srgbClr val="000000"/>
                </a:solidFill>
                <a:latin typeface="Josefin Sans Regular"/>
              </a:rPr>
              <a:t> </a:t>
            </a:r>
            <a:r>
              <a:rPr lang="vi-VN" sz="3399" dirty="0" smtClean="0">
                <a:solidFill>
                  <a:srgbClr val="000000"/>
                </a:solidFill>
                <a:latin typeface="Josefin Sans Regular"/>
              </a:rPr>
              <a:t>(</a:t>
            </a:r>
            <a:r>
              <a:rPr lang="en-US" sz="3399" dirty="0" err="1" smtClean="0">
                <a:solidFill>
                  <a:srgbClr val="000000"/>
                </a:solidFill>
                <a:latin typeface="Josefin Sans Regular"/>
              </a:rPr>
              <a:t>thường</a:t>
            </a:r>
            <a:r>
              <a:rPr lang="en-US" sz="3399" dirty="0" smtClean="0">
                <a:solidFill>
                  <a:srgbClr val="000000"/>
                </a:solidFill>
                <a:latin typeface="Josefin Sans Regular"/>
              </a:rPr>
              <a:t> </a:t>
            </a:r>
            <a:r>
              <a:rPr lang="en-US" sz="3399" dirty="0" err="1">
                <a:solidFill>
                  <a:srgbClr val="000000"/>
                </a:solidFill>
                <a:latin typeface="Josefin Sans Regular"/>
              </a:rPr>
              <a:t>được</a:t>
            </a:r>
            <a:r>
              <a:rPr lang="en-US" sz="3399" dirty="0">
                <a:solidFill>
                  <a:srgbClr val="000000"/>
                </a:solidFill>
                <a:latin typeface="Josefin Sans Regular"/>
              </a:rPr>
              <a:t> </a:t>
            </a:r>
            <a:r>
              <a:rPr lang="en-US" sz="3399" dirty="0" err="1">
                <a:solidFill>
                  <a:srgbClr val="000000"/>
                </a:solidFill>
                <a:latin typeface="Josefin Sans Regular"/>
              </a:rPr>
              <a:t>gọi</a:t>
            </a:r>
            <a:r>
              <a:rPr lang="en-US" sz="3399" dirty="0">
                <a:solidFill>
                  <a:srgbClr val="000000"/>
                </a:solidFill>
                <a:latin typeface="Josefin Sans Regular"/>
              </a:rPr>
              <a:t> </a:t>
            </a:r>
            <a:r>
              <a:rPr lang="en-US" sz="3399" dirty="0" err="1">
                <a:solidFill>
                  <a:srgbClr val="000000"/>
                </a:solidFill>
                <a:latin typeface="Josefin Sans Regular"/>
              </a:rPr>
              <a:t>là</a:t>
            </a:r>
            <a:r>
              <a:rPr lang="en-US" sz="3399" dirty="0">
                <a:solidFill>
                  <a:srgbClr val="000000"/>
                </a:solidFill>
                <a:latin typeface="Josefin Sans Regular"/>
              </a:rPr>
              <a:t> </a:t>
            </a:r>
            <a:r>
              <a:rPr lang="en-US" sz="3399" dirty="0" err="1">
                <a:solidFill>
                  <a:srgbClr val="000000"/>
                </a:solidFill>
                <a:latin typeface="Josefin Sans Regular"/>
              </a:rPr>
              <a:t>máy</a:t>
            </a:r>
            <a:r>
              <a:rPr lang="en-US" sz="3399" dirty="0">
                <a:solidFill>
                  <a:srgbClr val="000000"/>
                </a:solidFill>
                <a:latin typeface="Josefin Sans Regular"/>
              </a:rPr>
              <a:t> </a:t>
            </a:r>
            <a:r>
              <a:rPr lang="vi-VN" sz="3399" dirty="0" smtClean="0">
                <a:solidFill>
                  <a:srgbClr val="000000"/>
                </a:solidFill>
                <a:latin typeface="Josefin Sans Regular"/>
              </a:rPr>
              <a:t>lạnh)</a:t>
            </a:r>
            <a:r>
              <a:rPr lang="en-US" sz="3399" dirty="0" smtClean="0">
                <a:solidFill>
                  <a:srgbClr val="000000"/>
                </a:solidFill>
                <a:latin typeface="Josefin Sans Regular"/>
              </a:rPr>
              <a:t>. </a:t>
            </a:r>
            <a:r>
              <a:rPr lang="vi-VN" sz="3399" dirty="0" smtClean="0">
                <a:solidFill>
                  <a:srgbClr val="000000"/>
                </a:solidFill>
                <a:latin typeface="Josefin Sans Regular"/>
              </a:rPr>
              <a:t>Còn</a:t>
            </a:r>
            <a:r>
              <a:rPr lang="en-US" sz="3399" dirty="0" smtClean="0">
                <a:solidFill>
                  <a:srgbClr val="000000"/>
                </a:solidFill>
                <a:latin typeface="Josefin Sans Regular"/>
              </a:rPr>
              <a:t> </a:t>
            </a:r>
            <a:r>
              <a:rPr lang="en-US" sz="3399" dirty="0" err="1">
                <a:solidFill>
                  <a:srgbClr val="000000"/>
                </a:solidFill>
                <a:latin typeface="Josefin Sans Regular"/>
              </a:rPr>
              <a:t>điều</a:t>
            </a:r>
            <a:r>
              <a:rPr lang="en-US" sz="3399" dirty="0">
                <a:solidFill>
                  <a:srgbClr val="000000"/>
                </a:solidFill>
                <a:latin typeface="Josefin Sans Regular"/>
              </a:rPr>
              <a:t> </a:t>
            </a:r>
            <a:r>
              <a:rPr lang="en-US" sz="3399" dirty="0" err="1">
                <a:solidFill>
                  <a:srgbClr val="000000"/>
                </a:solidFill>
                <a:latin typeface="Josefin Sans Regular"/>
              </a:rPr>
              <a:t>hòa</a:t>
            </a:r>
            <a:r>
              <a:rPr lang="en-US" sz="3399" dirty="0">
                <a:solidFill>
                  <a:srgbClr val="000000"/>
                </a:solidFill>
                <a:latin typeface="Josefin Sans Regular"/>
              </a:rPr>
              <a:t> </a:t>
            </a:r>
            <a:r>
              <a:rPr lang="en-US" sz="3399" dirty="0" err="1">
                <a:solidFill>
                  <a:srgbClr val="000000"/>
                </a:solidFill>
                <a:latin typeface="Josefin Sans Regular"/>
              </a:rPr>
              <a:t>hai</a:t>
            </a:r>
            <a:r>
              <a:rPr lang="en-US" sz="3399" dirty="0">
                <a:solidFill>
                  <a:srgbClr val="000000"/>
                </a:solidFill>
                <a:latin typeface="Josefin Sans Regular"/>
              </a:rPr>
              <a:t> </a:t>
            </a:r>
            <a:r>
              <a:rPr lang="en-US" sz="3399" dirty="0" err="1">
                <a:solidFill>
                  <a:srgbClr val="000000"/>
                </a:solidFill>
                <a:latin typeface="Josefin Sans Regular"/>
              </a:rPr>
              <a:t>chiều</a:t>
            </a:r>
            <a:r>
              <a:rPr lang="en-US" sz="3399" dirty="0">
                <a:solidFill>
                  <a:srgbClr val="000000"/>
                </a:solidFill>
                <a:latin typeface="Josefin Sans Regular"/>
              </a:rPr>
              <a:t> </a:t>
            </a:r>
            <a:r>
              <a:rPr lang="en-US" sz="3399" dirty="0" err="1">
                <a:solidFill>
                  <a:srgbClr val="000000"/>
                </a:solidFill>
                <a:latin typeface="Josefin Sans Regular"/>
              </a:rPr>
              <a:t>vừa</a:t>
            </a:r>
            <a:r>
              <a:rPr lang="en-US" sz="3399" dirty="0">
                <a:solidFill>
                  <a:srgbClr val="000000"/>
                </a:solidFill>
                <a:latin typeface="Josefin Sans Regular"/>
              </a:rPr>
              <a:t> </a:t>
            </a:r>
            <a:r>
              <a:rPr lang="en-US" sz="3399" dirty="0" err="1">
                <a:solidFill>
                  <a:srgbClr val="000000"/>
                </a:solidFill>
                <a:latin typeface="Josefin Sans Regular"/>
              </a:rPr>
              <a:t>có</a:t>
            </a:r>
            <a:r>
              <a:rPr lang="en-US" sz="3399" dirty="0">
                <a:solidFill>
                  <a:srgbClr val="000000"/>
                </a:solidFill>
                <a:latin typeface="Josefin Sans Regular"/>
              </a:rPr>
              <a:t> </a:t>
            </a:r>
            <a:r>
              <a:rPr lang="en-US" sz="3399" dirty="0" err="1">
                <a:solidFill>
                  <a:srgbClr val="000000"/>
                </a:solidFill>
                <a:latin typeface="Josefin Sans Regular"/>
              </a:rPr>
              <a:t>tính</a:t>
            </a:r>
            <a:r>
              <a:rPr lang="en-US" sz="3399" dirty="0">
                <a:solidFill>
                  <a:srgbClr val="000000"/>
                </a:solidFill>
                <a:latin typeface="Josefin Sans Regular"/>
              </a:rPr>
              <a:t> </a:t>
            </a:r>
            <a:r>
              <a:rPr lang="en-US" sz="3399" dirty="0" err="1">
                <a:solidFill>
                  <a:srgbClr val="000000"/>
                </a:solidFill>
                <a:latin typeface="Josefin Sans Regular"/>
              </a:rPr>
              <a:t>năng</a:t>
            </a:r>
            <a:r>
              <a:rPr lang="en-US" sz="3399" dirty="0">
                <a:solidFill>
                  <a:srgbClr val="000000"/>
                </a:solidFill>
                <a:latin typeface="Josefin Sans Regular"/>
              </a:rPr>
              <a:t> </a:t>
            </a:r>
            <a:r>
              <a:rPr lang="en-US" sz="3399" dirty="0" err="1">
                <a:solidFill>
                  <a:srgbClr val="000000"/>
                </a:solidFill>
                <a:latin typeface="Josefin Sans Regular"/>
              </a:rPr>
              <a:t>làm</a:t>
            </a:r>
            <a:r>
              <a:rPr lang="en-US" sz="3399" dirty="0">
                <a:solidFill>
                  <a:srgbClr val="000000"/>
                </a:solidFill>
                <a:latin typeface="Josefin Sans Regular"/>
              </a:rPr>
              <a:t> </a:t>
            </a:r>
            <a:r>
              <a:rPr lang="en-US" sz="3399" dirty="0" err="1">
                <a:solidFill>
                  <a:srgbClr val="000000"/>
                </a:solidFill>
                <a:latin typeface="Josefin Sans Regular"/>
              </a:rPr>
              <a:t>lạnh</a:t>
            </a:r>
            <a:r>
              <a:rPr lang="en-US" sz="3399" dirty="0">
                <a:solidFill>
                  <a:srgbClr val="000000"/>
                </a:solidFill>
                <a:latin typeface="Josefin Sans Regular"/>
              </a:rPr>
              <a:t> </a:t>
            </a:r>
            <a:r>
              <a:rPr lang="en-US" sz="3399" dirty="0" err="1" smtClean="0">
                <a:solidFill>
                  <a:srgbClr val="000000"/>
                </a:solidFill>
                <a:latin typeface="Josefin Sans Regular"/>
              </a:rPr>
              <a:t>và</a:t>
            </a:r>
            <a:r>
              <a:rPr lang="en-US" sz="3399" dirty="0" smtClean="0">
                <a:solidFill>
                  <a:srgbClr val="000000"/>
                </a:solidFill>
                <a:latin typeface="Josefin Sans Regular"/>
              </a:rPr>
              <a:t> </a:t>
            </a:r>
            <a:r>
              <a:rPr lang="en-US" sz="3399" dirty="0" err="1">
                <a:solidFill>
                  <a:srgbClr val="000000"/>
                </a:solidFill>
                <a:latin typeface="Josefin Sans Regular"/>
              </a:rPr>
              <a:t>tính</a:t>
            </a:r>
            <a:r>
              <a:rPr lang="en-US" sz="3399" dirty="0">
                <a:solidFill>
                  <a:srgbClr val="000000"/>
                </a:solidFill>
                <a:latin typeface="Josefin Sans Regular"/>
              </a:rPr>
              <a:t> </a:t>
            </a:r>
            <a:r>
              <a:rPr lang="en-US" sz="3399" dirty="0" err="1">
                <a:solidFill>
                  <a:srgbClr val="000000"/>
                </a:solidFill>
                <a:latin typeface="Josefin Sans Regular"/>
              </a:rPr>
              <a:t>năng</a:t>
            </a:r>
            <a:r>
              <a:rPr lang="en-US" sz="3399" dirty="0">
                <a:solidFill>
                  <a:srgbClr val="000000"/>
                </a:solidFill>
                <a:latin typeface="Josefin Sans Regular"/>
              </a:rPr>
              <a:t> </a:t>
            </a:r>
            <a:r>
              <a:rPr lang="en-US" sz="3399" dirty="0" err="1">
                <a:solidFill>
                  <a:srgbClr val="000000"/>
                </a:solidFill>
                <a:latin typeface="Josefin Sans Regular"/>
              </a:rPr>
              <a:t>sưởi</a:t>
            </a:r>
            <a:r>
              <a:rPr lang="en-US" sz="3399" dirty="0">
                <a:solidFill>
                  <a:srgbClr val="000000"/>
                </a:solidFill>
                <a:latin typeface="Josefin Sans Regular"/>
              </a:rPr>
              <a:t> </a:t>
            </a:r>
            <a:r>
              <a:rPr lang="en-US" sz="3399" dirty="0" err="1" smtClean="0">
                <a:solidFill>
                  <a:srgbClr val="000000"/>
                </a:solidFill>
                <a:latin typeface="Josefin Sans Regular"/>
              </a:rPr>
              <a:t>ấm</a:t>
            </a:r>
            <a:r>
              <a:rPr lang="en-US" sz="3399" dirty="0" smtClean="0">
                <a:solidFill>
                  <a:srgbClr val="000000"/>
                </a:solidFill>
                <a:latin typeface="Josefin Sans Regular"/>
              </a:rPr>
              <a:t>.</a:t>
            </a:r>
            <a:endParaRPr lang="en-US" sz="3399" dirty="0">
              <a:solidFill>
                <a:srgbClr val="000000"/>
              </a:solidFill>
              <a:latin typeface="Josefin Sans Regular"/>
            </a:endParaRPr>
          </a:p>
        </p:txBody>
      </p:sp>
      <p:sp>
        <p:nvSpPr>
          <p:cNvPr id="17" name="TextBox 17"/>
          <p:cNvSpPr txBox="1"/>
          <p:nvPr/>
        </p:nvSpPr>
        <p:spPr>
          <a:xfrm rot="204884">
            <a:off x="11092616" y="5647807"/>
            <a:ext cx="6738418" cy="448841"/>
          </a:xfrm>
          <a:prstGeom prst="rect">
            <a:avLst/>
          </a:prstGeom>
        </p:spPr>
        <p:txBody>
          <a:bodyPr wrap="square" lIns="0" tIns="0" rIns="0" bIns="0" rtlCol="0" anchor="t">
            <a:spAutoFit/>
          </a:bodyPr>
          <a:lstStyle/>
          <a:p>
            <a:pPr algn="ctr">
              <a:lnSpc>
                <a:spcPts val="3500"/>
              </a:lnSpc>
            </a:pPr>
            <a:r>
              <a:rPr lang="en-US" sz="2500" dirty="0" err="1">
                <a:solidFill>
                  <a:srgbClr val="000000"/>
                </a:solidFill>
                <a:latin typeface="Muli Regular Italics"/>
              </a:rPr>
              <a:t>Điều</a:t>
            </a:r>
            <a:r>
              <a:rPr lang="en-US" sz="2500" dirty="0">
                <a:solidFill>
                  <a:srgbClr val="000000"/>
                </a:solidFill>
                <a:latin typeface="Muli Regular Italics"/>
              </a:rPr>
              <a:t> </a:t>
            </a:r>
            <a:r>
              <a:rPr lang="en-US" sz="2500" dirty="0" err="1">
                <a:solidFill>
                  <a:srgbClr val="000000"/>
                </a:solidFill>
                <a:latin typeface="Muli Regular Italics"/>
              </a:rPr>
              <a:t>hòa</a:t>
            </a:r>
            <a:r>
              <a:rPr lang="en-US" sz="2500" dirty="0">
                <a:solidFill>
                  <a:srgbClr val="000000"/>
                </a:solidFill>
                <a:latin typeface="Muli Regular Italics"/>
              </a:rPr>
              <a:t> 2 </a:t>
            </a:r>
            <a:r>
              <a:rPr lang="en-US" sz="2500" dirty="0" err="1">
                <a:solidFill>
                  <a:srgbClr val="000000"/>
                </a:solidFill>
                <a:latin typeface="Muli Regular Italics"/>
              </a:rPr>
              <a:t>chiều</a:t>
            </a:r>
            <a:endParaRPr lang="en-US" sz="2500" dirty="0">
              <a:solidFill>
                <a:srgbClr val="000000"/>
              </a:solidFill>
              <a:latin typeface="Muli Regular Italics"/>
            </a:endParaRPr>
          </a:p>
        </p:txBody>
      </p:sp>
      <p:sp>
        <p:nvSpPr>
          <p:cNvPr id="18" name="TextBox 18"/>
          <p:cNvSpPr txBox="1"/>
          <p:nvPr/>
        </p:nvSpPr>
        <p:spPr>
          <a:xfrm>
            <a:off x="826422" y="1008041"/>
            <a:ext cx="6212797" cy="386339"/>
          </a:xfrm>
          <a:prstGeom prst="rect">
            <a:avLst/>
          </a:prstGeom>
        </p:spPr>
        <p:txBody>
          <a:bodyPr lIns="0" tIns="0" rIns="0" bIns="0" rtlCol="0" anchor="t">
            <a:spAutoFit/>
          </a:bodyPr>
          <a:lstStyle/>
          <a:p>
            <a:pPr>
              <a:lnSpc>
                <a:spcPts val="3359"/>
              </a:lnSpc>
            </a:pPr>
            <a:r>
              <a:rPr lang="en-US" sz="2400">
                <a:solidFill>
                  <a:srgbClr val="000000"/>
                </a:solidFill>
                <a:latin typeface="Public Sans"/>
              </a:rPr>
              <a:t>NHÓM 2-67CS1</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59" name="Picture 58"/>
          <p:cNvPicPr>
            <a:picLocks noChangeAspect="1"/>
          </p:cNvPicPr>
          <p:nvPr/>
        </p:nvPicPr>
        <p:blipFill>
          <a:blip r:embed="rId2"/>
          <a:stretch>
            <a:fillRect/>
          </a:stretch>
        </p:blipFill>
        <p:spPr>
          <a:xfrm>
            <a:off x="-151834" y="-256411"/>
            <a:ext cx="18440399" cy="11430000"/>
          </a:xfrm>
          <a:prstGeom prst="rect">
            <a:avLst/>
          </a:prstGeom>
        </p:spPr>
      </p:pic>
      <p:grpSp>
        <p:nvGrpSpPr>
          <p:cNvPr id="60" name="Group 2"/>
          <p:cNvGrpSpPr/>
          <p:nvPr/>
        </p:nvGrpSpPr>
        <p:grpSpPr>
          <a:xfrm>
            <a:off x="2827624" y="275992"/>
            <a:ext cx="13691475" cy="1218539"/>
            <a:chOff x="0" y="0"/>
            <a:chExt cx="13038520" cy="1452617"/>
          </a:xfrm>
          <a:solidFill>
            <a:srgbClr val="EAEAEA"/>
          </a:solidFill>
        </p:grpSpPr>
        <p:sp>
          <p:nvSpPr>
            <p:cNvPr id="61" name="Freeform 3"/>
            <p:cNvSpPr/>
            <p:nvPr/>
          </p:nvSpPr>
          <p:spPr>
            <a:xfrm>
              <a:off x="57150" y="58420"/>
              <a:ext cx="12968670" cy="1381497"/>
            </a:xfrm>
            <a:custGeom>
              <a:avLst/>
              <a:gdLst/>
              <a:ahLst/>
              <a:cxnLst/>
              <a:rect l="l" t="t" r="r" b="b"/>
              <a:pathLst>
                <a:path w="12968670" h="1381497">
                  <a:moveTo>
                    <a:pt x="12883580" y="1351017"/>
                  </a:moveTo>
                  <a:lnTo>
                    <a:pt x="0" y="1351017"/>
                  </a:lnTo>
                  <a:cubicBezTo>
                    <a:pt x="5080" y="1368797"/>
                    <a:pt x="21590" y="1381497"/>
                    <a:pt x="40640" y="1381497"/>
                  </a:cubicBezTo>
                  <a:lnTo>
                    <a:pt x="12925490" y="1381497"/>
                  </a:lnTo>
                  <a:cubicBezTo>
                    <a:pt x="12949620" y="1381497"/>
                    <a:pt x="12968670" y="1362447"/>
                    <a:pt x="12968670" y="1338317"/>
                  </a:cubicBezTo>
                  <a:lnTo>
                    <a:pt x="12968670" y="40640"/>
                  </a:lnTo>
                  <a:cubicBezTo>
                    <a:pt x="12968670" y="21590"/>
                    <a:pt x="12955970" y="6350"/>
                    <a:pt x="12939460" y="0"/>
                  </a:cubicBezTo>
                  <a:lnTo>
                    <a:pt x="12939460" y="1295137"/>
                  </a:lnTo>
                  <a:cubicBezTo>
                    <a:pt x="12939460" y="1325617"/>
                    <a:pt x="12914060" y="1351017"/>
                    <a:pt x="12883580" y="135101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62" name="Freeform 4"/>
            <p:cNvSpPr/>
            <p:nvPr/>
          </p:nvSpPr>
          <p:spPr>
            <a:xfrm>
              <a:off x="12700" y="12700"/>
              <a:ext cx="12971210" cy="1384037"/>
            </a:xfrm>
            <a:custGeom>
              <a:avLst/>
              <a:gdLst/>
              <a:ahLst/>
              <a:cxnLst/>
              <a:rect l="l" t="t" r="r" b="b"/>
              <a:pathLst>
                <a:path w="12971210" h="1384037">
                  <a:moveTo>
                    <a:pt x="43180" y="1384037"/>
                  </a:moveTo>
                  <a:lnTo>
                    <a:pt x="12928030" y="1384037"/>
                  </a:lnTo>
                  <a:cubicBezTo>
                    <a:pt x="12952160" y="1384037"/>
                    <a:pt x="12971210" y="1364987"/>
                    <a:pt x="12971210" y="1340857"/>
                  </a:cubicBezTo>
                  <a:lnTo>
                    <a:pt x="12971210" y="43180"/>
                  </a:lnTo>
                  <a:cubicBezTo>
                    <a:pt x="12971210" y="19050"/>
                    <a:pt x="12952160" y="0"/>
                    <a:pt x="12928030" y="0"/>
                  </a:cubicBezTo>
                  <a:lnTo>
                    <a:pt x="43180" y="0"/>
                  </a:lnTo>
                  <a:cubicBezTo>
                    <a:pt x="19050" y="0"/>
                    <a:pt x="0" y="19050"/>
                    <a:pt x="0" y="43180"/>
                  </a:cubicBezTo>
                  <a:lnTo>
                    <a:pt x="0" y="1340857"/>
                  </a:lnTo>
                  <a:cubicBezTo>
                    <a:pt x="0" y="1364987"/>
                    <a:pt x="19050" y="1384037"/>
                    <a:pt x="43180" y="138403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63" name="Freeform 5"/>
            <p:cNvSpPr/>
            <p:nvPr/>
          </p:nvSpPr>
          <p:spPr>
            <a:xfrm>
              <a:off x="0" y="0"/>
              <a:ext cx="13038520" cy="1452617"/>
            </a:xfrm>
            <a:custGeom>
              <a:avLst/>
              <a:gdLst/>
              <a:ahLst/>
              <a:cxnLst/>
              <a:rect l="l" t="t" r="r" b="b"/>
              <a:pathLst>
                <a:path w="13038520" h="1452617">
                  <a:moveTo>
                    <a:pt x="12995340" y="44450"/>
                  </a:moveTo>
                  <a:cubicBezTo>
                    <a:pt x="12990260" y="19050"/>
                    <a:pt x="12967400" y="0"/>
                    <a:pt x="12940730"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12982640" y="1452617"/>
                  </a:lnTo>
                  <a:cubicBezTo>
                    <a:pt x="13013120" y="1452617"/>
                    <a:pt x="13038520" y="1427217"/>
                    <a:pt x="13038520" y="1396737"/>
                  </a:cubicBezTo>
                  <a:lnTo>
                    <a:pt x="13038520" y="99060"/>
                  </a:lnTo>
                  <a:cubicBezTo>
                    <a:pt x="13038520" y="72390"/>
                    <a:pt x="13020740" y="50800"/>
                    <a:pt x="12995340" y="44450"/>
                  </a:cubicBezTo>
                  <a:close/>
                  <a:moveTo>
                    <a:pt x="12700" y="1353557"/>
                  </a:moveTo>
                  <a:lnTo>
                    <a:pt x="12700" y="55880"/>
                  </a:lnTo>
                  <a:cubicBezTo>
                    <a:pt x="12700" y="31750"/>
                    <a:pt x="31750" y="12700"/>
                    <a:pt x="55880" y="12700"/>
                  </a:cubicBezTo>
                  <a:lnTo>
                    <a:pt x="12940730" y="12700"/>
                  </a:lnTo>
                  <a:cubicBezTo>
                    <a:pt x="12964860" y="12700"/>
                    <a:pt x="12983910" y="31750"/>
                    <a:pt x="12983910" y="55880"/>
                  </a:cubicBezTo>
                  <a:lnTo>
                    <a:pt x="12983910" y="1353557"/>
                  </a:lnTo>
                  <a:cubicBezTo>
                    <a:pt x="12983910" y="1377687"/>
                    <a:pt x="12964860" y="1396737"/>
                    <a:pt x="12940730" y="1396737"/>
                  </a:cubicBezTo>
                  <a:lnTo>
                    <a:pt x="55880" y="1396737"/>
                  </a:lnTo>
                  <a:cubicBezTo>
                    <a:pt x="31750" y="1396737"/>
                    <a:pt x="12700" y="1377687"/>
                    <a:pt x="12700" y="1353557"/>
                  </a:cubicBezTo>
                  <a:close/>
                  <a:moveTo>
                    <a:pt x="13025820" y="1396737"/>
                  </a:moveTo>
                  <a:cubicBezTo>
                    <a:pt x="13025820" y="1420867"/>
                    <a:pt x="13006770" y="1439917"/>
                    <a:pt x="12982640" y="1439917"/>
                  </a:cubicBezTo>
                  <a:lnTo>
                    <a:pt x="97790" y="1439917"/>
                  </a:lnTo>
                  <a:cubicBezTo>
                    <a:pt x="78740" y="1439917"/>
                    <a:pt x="62230" y="1427217"/>
                    <a:pt x="57150" y="1409437"/>
                  </a:cubicBezTo>
                  <a:lnTo>
                    <a:pt x="12940730" y="1409437"/>
                  </a:lnTo>
                  <a:cubicBezTo>
                    <a:pt x="12971210" y="1409437"/>
                    <a:pt x="12996610" y="1384037"/>
                    <a:pt x="12996610" y="1353557"/>
                  </a:cubicBezTo>
                  <a:lnTo>
                    <a:pt x="12996610" y="58420"/>
                  </a:lnTo>
                  <a:cubicBezTo>
                    <a:pt x="13013120" y="64770"/>
                    <a:pt x="13025820" y="80010"/>
                    <a:pt x="13025820" y="99060"/>
                  </a:cubicBezTo>
                  <a:lnTo>
                    <a:pt x="13025820" y="1396737"/>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grpSp>
      <p:grpSp>
        <p:nvGrpSpPr>
          <p:cNvPr id="2" name="Group 2"/>
          <p:cNvGrpSpPr/>
          <p:nvPr/>
        </p:nvGrpSpPr>
        <p:grpSpPr>
          <a:xfrm>
            <a:off x="4706621" y="1995645"/>
            <a:ext cx="4109005" cy="621626"/>
            <a:chOff x="0" y="0"/>
            <a:chExt cx="6639409" cy="1004436"/>
          </a:xfrm>
        </p:grpSpPr>
        <p:sp>
          <p:nvSpPr>
            <p:cNvPr id="3" name="Freeform 3"/>
            <p:cNvSpPr/>
            <p:nvPr/>
          </p:nvSpPr>
          <p:spPr>
            <a:xfrm>
              <a:off x="57150" y="58420"/>
              <a:ext cx="6569559" cy="933316"/>
            </a:xfrm>
            <a:custGeom>
              <a:avLst/>
              <a:gdLst/>
              <a:ahLst/>
              <a:cxnLst/>
              <a:rect l="l" t="t" r="r" b="b"/>
              <a:pathLst>
                <a:path w="6569559" h="933316">
                  <a:moveTo>
                    <a:pt x="6484469" y="902836"/>
                  </a:moveTo>
                  <a:lnTo>
                    <a:pt x="0" y="902836"/>
                  </a:lnTo>
                  <a:cubicBezTo>
                    <a:pt x="5080" y="920616"/>
                    <a:pt x="21590" y="933316"/>
                    <a:pt x="40640" y="933316"/>
                  </a:cubicBezTo>
                  <a:lnTo>
                    <a:pt x="6526379" y="933316"/>
                  </a:lnTo>
                  <a:cubicBezTo>
                    <a:pt x="6550509" y="933316"/>
                    <a:pt x="6569559" y="914266"/>
                    <a:pt x="6569559" y="890136"/>
                  </a:cubicBezTo>
                  <a:lnTo>
                    <a:pt x="6569559" y="40640"/>
                  </a:lnTo>
                  <a:cubicBezTo>
                    <a:pt x="6569559" y="21590"/>
                    <a:pt x="6556859" y="6350"/>
                    <a:pt x="6540349" y="0"/>
                  </a:cubicBezTo>
                  <a:lnTo>
                    <a:pt x="6540349" y="846956"/>
                  </a:lnTo>
                  <a:cubicBezTo>
                    <a:pt x="6540349" y="877436"/>
                    <a:pt x="6514949" y="902836"/>
                    <a:pt x="6484469" y="902836"/>
                  </a:cubicBezTo>
                  <a:close/>
                </a:path>
              </a:pathLst>
            </a:custGeom>
            <a:solidFill>
              <a:srgbClr val="000000"/>
            </a:solidFill>
          </p:spPr>
        </p:sp>
        <p:sp>
          <p:nvSpPr>
            <p:cNvPr id="4" name="Freeform 4"/>
            <p:cNvSpPr/>
            <p:nvPr/>
          </p:nvSpPr>
          <p:spPr>
            <a:xfrm>
              <a:off x="12700" y="12700"/>
              <a:ext cx="6572099" cy="935856"/>
            </a:xfrm>
            <a:custGeom>
              <a:avLst/>
              <a:gdLst/>
              <a:ahLst/>
              <a:cxnLst/>
              <a:rect l="l" t="t" r="r" b="b"/>
              <a:pathLst>
                <a:path w="6572099" h="935856">
                  <a:moveTo>
                    <a:pt x="43180" y="935856"/>
                  </a:moveTo>
                  <a:lnTo>
                    <a:pt x="6528919" y="935856"/>
                  </a:lnTo>
                  <a:cubicBezTo>
                    <a:pt x="6553049" y="935856"/>
                    <a:pt x="6572099" y="916806"/>
                    <a:pt x="6572099" y="892676"/>
                  </a:cubicBezTo>
                  <a:lnTo>
                    <a:pt x="6572099" y="43180"/>
                  </a:lnTo>
                  <a:cubicBezTo>
                    <a:pt x="6572099" y="19050"/>
                    <a:pt x="6553049" y="0"/>
                    <a:pt x="6528919" y="0"/>
                  </a:cubicBezTo>
                  <a:lnTo>
                    <a:pt x="43180" y="0"/>
                  </a:lnTo>
                  <a:cubicBezTo>
                    <a:pt x="19050" y="0"/>
                    <a:pt x="0" y="19050"/>
                    <a:pt x="0" y="43180"/>
                  </a:cubicBezTo>
                  <a:lnTo>
                    <a:pt x="0" y="892676"/>
                  </a:lnTo>
                  <a:cubicBezTo>
                    <a:pt x="0" y="916806"/>
                    <a:pt x="19050" y="935856"/>
                    <a:pt x="43180" y="935856"/>
                  </a:cubicBezTo>
                  <a:close/>
                </a:path>
              </a:pathLst>
            </a:custGeom>
            <a:solidFill>
              <a:srgbClr val="F8F8F8"/>
            </a:solidFill>
          </p:spPr>
        </p:sp>
        <p:sp>
          <p:nvSpPr>
            <p:cNvPr id="5" name="Freeform 5"/>
            <p:cNvSpPr/>
            <p:nvPr/>
          </p:nvSpPr>
          <p:spPr>
            <a:xfrm>
              <a:off x="0" y="0"/>
              <a:ext cx="6639409" cy="1004436"/>
            </a:xfrm>
            <a:custGeom>
              <a:avLst/>
              <a:gdLst/>
              <a:ahLst/>
              <a:cxnLst/>
              <a:rect l="l" t="t" r="r" b="b"/>
              <a:pathLst>
                <a:path w="6639409" h="1004436">
                  <a:moveTo>
                    <a:pt x="6596229" y="44450"/>
                  </a:moveTo>
                  <a:cubicBezTo>
                    <a:pt x="6591149" y="19050"/>
                    <a:pt x="6568289" y="0"/>
                    <a:pt x="6541619" y="0"/>
                  </a:cubicBezTo>
                  <a:lnTo>
                    <a:pt x="55880" y="0"/>
                  </a:lnTo>
                  <a:cubicBezTo>
                    <a:pt x="25400" y="0"/>
                    <a:pt x="0" y="25400"/>
                    <a:pt x="0" y="55880"/>
                  </a:cubicBezTo>
                  <a:lnTo>
                    <a:pt x="0" y="905376"/>
                  </a:lnTo>
                  <a:cubicBezTo>
                    <a:pt x="0" y="932046"/>
                    <a:pt x="17780" y="953636"/>
                    <a:pt x="43180" y="959986"/>
                  </a:cubicBezTo>
                  <a:cubicBezTo>
                    <a:pt x="48260" y="985386"/>
                    <a:pt x="71120" y="1004436"/>
                    <a:pt x="97790" y="1004436"/>
                  </a:cubicBezTo>
                  <a:lnTo>
                    <a:pt x="6583529" y="1004436"/>
                  </a:lnTo>
                  <a:cubicBezTo>
                    <a:pt x="6614009" y="1004436"/>
                    <a:pt x="6639409" y="979036"/>
                    <a:pt x="6639409" y="948556"/>
                  </a:cubicBezTo>
                  <a:lnTo>
                    <a:pt x="6639409" y="99060"/>
                  </a:lnTo>
                  <a:cubicBezTo>
                    <a:pt x="6639409" y="72390"/>
                    <a:pt x="6621629" y="50800"/>
                    <a:pt x="6596229" y="44450"/>
                  </a:cubicBezTo>
                  <a:close/>
                  <a:moveTo>
                    <a:pt x="12700" y="905376"/>
                  </a:moveTo>
                  <a:lnTo>
                    <a:pt x="12700" y="55880"/>
                  </a:lnTo>
                  <a:cubicBezTo>
                    <a:pt x="12700" y="31750"/>
                    <a:pt x="31750" y="12700"/>
                    <a:pt x="55880" y="12700"/>
                  </a:cubicBezTo>
                  <a:lnTo>
                    <a:pt x="6541619" y="12700"/>
                  </a:lnTo>
                  <a:cubicBezTo>
                    <a:pt x="6565749" y="12700"/>
                    <a:pt x="6584799" y="31750"/>
                    <a:pt x="6584799" y="55880"/>
                  </a:cubicBezTo>
                  <a:lnTo>
                    <a:pt x="6584799" y="905376"/>
                  </a:lnTo>
                  <a:cubicBezTo>
                    <a:pt x="6584799" y="929506"/>
                    <a:pt x="6565749" y="948556"/>
                    <a:pt x="6541619" y="948556"/>
                  </a:cubicBezTo>
                  <a:lnTo>
                    <a:pt x="55880" y="948556"/>
                  </a:lnTo>
                  <a:cubicBezTo>
                    <a:pt x="31750" y="948556"/>
                    <a:pt x="12700" y="929506"/>
                    <a:pt x="12700" y="905376"/>
                  </a:cubicBezTo>
                  <a:close/>
                  <a:moveTo>
                    <a:pt x="6626709" y="948556"/>
                  </a:moveTo>
                  <a:cubicBezTo>
                    <a:pt x="6626709" y="972686"/>
                    <a:pt x="6607659" y="991736"/>
                    <a:pt x="6583529" y="991736"/>
                  </a:cubicBezTo>
                  <a:lnTo>
                    <a:pt x="97790" y="991736"/>
                  </a:lnTo>
                  <a:cubicBezTo>
                    <a:pt x="78740" y="991736"/>
                    <a:pt x="62230" y="979036"/>
                    <a:pt x="57150" y="961256"/>
                  </a:cubicBezTo>
                  <a:lnTo>
                    <a:pt x="6541619" y="961256"/>
                  </a:lnTo>
                  <a:cubicBezTo>
                    <a:pt x="6572099" y="961256"/>
                    <a:pt x="6597499" y="935856"/>
                    <a:pt x="6597499" y="905376"/>
                  </a:cubicBezTo>
                  <a:lnTo>
                    <a:pt x="6597499" y="58420"/>
                  </a:lnTo>
                  <a:cubicBezTo>
                    <a:pt x="6614009" y="64770"/>
                    <a:pt x="6626709" y="80010"/>
                    <a:pt x="6626709" y="99060"/>
                  </a:cubicBezTo>
                  <a:lnTo>
                    <a:pt x="6626709" y="948556"/>
                  </a:lnTo>
                  <a:close/>
                </a:path>
              </a:pathLst>
            </a:custGeom>
            <a:solidFill>
              <a:srgbClr val="000000"/>
            </a:solidFill>
          </p:spPr>
        </p:sp>
      </p:grpSp>
      <p:grpSp>
        <p:nvGrpSpPr>
          <p:cNvPr id="6" name="Group 6"/>
          <p:cNvGrpSpPr/>
          <p:nvPr/>
        </p:nvGrpSpPr>
        <p:grpSpPr>
          <a:xfrm>
            <a:off x="4702424" y="1995645"/>
            <a:ext cx="4365942" cy="7927812"/>
            <a:chOff x="0" y="0"/>
            <a:chExt cx="5821256" cy="10570416"/>
          </a:xfrm>
        </p:grpSpPr>
        <p:grpSp>
          <p:nvGrpSpPr>
            <p:cNvPr id="7" name="Group 7"/>
            <p:cNvGrpSpPr/>
            <p:nvPr/>
          </p:nvGrpSpPr>
          <p:grpSpPr>
            <a:xfrm>
              <a:off x="0" y="0"/>
              <a:ext cx="5821256" cy="10570416"/>
              <a:chOff x="0" y="0"/>
              <a:chExt cx="6639409" cy="12056044"/>
            </a:xfrm>
          </p:grpSpPr>
          <p:sp>
            <p:nvSpPr>
              <p:cNvPr id="8" name="Freeform 8"/>
              <p:cNvSpPr/>
              <p:nvPr/>
            </p:nvSpPr>
            <p:spPr>
              <a:xfrm>
                <a:off x="57150" y="58420"/>
                <a:ext cx="6569559" cy="11984925"/>
              </a:xfrm>
              <a:custGeom>
                <a:avLst/>
                <a:gdLst/>
                <a:ahLst/>
                <a:cxnLst/>
                <a:rect l="l" t="t" r="r" b="b"/>
                <a:pathLst>
                  <a:path w="6569559" h="11984925">
                    <a:moveTo>
                      <a:pt x="6484469" y="11954444"/>
                    </a:moveTo>
                    <a:lnTo>
                      <a:pt x="0" y="11954444"/>
                    </a:lnTo>
                    <a:cubicBezTo>
                      <a:pt x="5080" y="11972225"/>
                      <a:pt x="21590" y="11984925"/>
                      <a:pt x="40640" y="11984925"/>
                    </a:cubicBezTo>
                    <a:lnTo>
                      <a:pt x="6526379" y="11984925"/>
                    </a:lnTo>
                    <a:cubicBezTo>
                      <a:pt x="6550509" y="11984925"/>
                      <a:pt x="6569559" y="11965875"/>
                      <a:pt x="6569559" y="11941744"/>
                    </a:cubicBezTo>
                    <a:lnTo>
                      <a:pt x="6569559" y="40640"/>
                    </a:lnTo>
                    <a:cubicBezTo>
                      <a:pt x="6569559" y="21590"/>
                      <a:pt x="6556859" y="6350"/>
                      <a:pt x="6540349" y="0"/>
                    </a:cubicBezTo>
                    <a:lnTo>
                      <a:pt x="6540349" y="11898564"/>
                    </a:lnTo>
                    <a:cubicBezTo>
                      <a:pt x="6540349" y="11929044"/>
                      <a:pt x="6514949" y="11954444"/>
                      <a:pt x="6484469" y="11954444"/>
                    </a:cubicBezTo>
                    <a:close/>
                  </a:path>
                </a:pathLst>
              </a:custGeom>
              <a:solidFill>
                <a:srgbClr val="000000"/>
              </a:solidFill>
            </p:spPr>
          </p:sp>
          <p:sp>
            <p:nvSpPr>
              <p:cNvPr id="9" name="Freeform 9"/>
              <p:cNvSpPr/>
              <p:nvPr/>
            </p:nvSpPr>
            <p:spPr>
              <a:xfrm>
                <a:off x="12700" y="12700"/>
                <a:ext cx="6572099" cy="11987464"/>
              </a:xfrm>
              <a:custGeom>
                <a:avLst/>
                <a:gdLst/>
                <a:ahLst/>
                <a:cxnLst/>
                <a:rect l="l" t="t" r="r" b="b"/>
                <a:pathLst>
                  <a:path w="6572099" h="11987464">
                    <a:moveTo>
                      <a:pt x="43180" y="11987464"/>
                    </a:moveTo>
                    <a:lnTo>
                      <a:pt x="6528919" y="11987464"/>
                    </a:lnTo>
                    <a:cubicBezTo>
                      <a:pt x="6553049" y="11987464"/>
                      <a:pt x="6572099" y="11968414"/>
                      <a:pt x="6572099" y="11944284"/>
                    </a:cubicBezTo>
                    <a:lnTo>
                      <a:pt x="6572099" y="43180"/>
                    </a:lnTo>
                    <a:cubicBezTo>
                      <a:pt x="6572099" y="19050"/>
                      <a:pt x="6553049" y="0"/>
                      <a:pt x="6528919" y="0"/>
                    </a:cubicBezTo>
                    <a:lnTo>
                      <a:pt x="43180" y="0"/>
                    </a:lnTo>
                    <a:cubicBezTo>
                      <a:pt x="19050" y="0"/>
                      <a:pt x="0" y="19050"/>
                      <a:pt x="0" y="43180"/>
                    </a:cubicBezTo>
                    <a:lnTo>
                      <a:pt x="0" y="11944284"/>
                    </a:lnTo>
                    <a:cubicBezTo>
                      <a:pt x="0" y="11968414"/>
                      <a:pt x="19050" y="11987464"/>
                      <a:pt x="43180" y="11987464"/>
                    </a:cubicBezTo>
                    <a:close/>
                  </a:path>
                </a:pathLst>
              </a:custGeom>
              <a:solidFill>
                <a:srgbClr val="F8F8F8"/>
              </a:solidFill>
            </p:spPr>
          </p:sp>
          <p:sp>
            <p:nvSpPr>
              <p:cNvPr id="10" name="Freeform 10"/>
              <p:cNvSpPr/>
              <p:nvPr/>
            </p:nvSpPr>
            <p:spPr>
              <a:xfrm>
                <a:off x="0" y="0"/>
                <a:ext cx="6639409" cy="12056045"/>
              </a:xfrm>
              <a:custGeom>
                <a:avLst/>
                <a:gdLst/>
                <a:ahLst/>
                <a:cxnLst/>
                <a:rect l="l" t="t" r="r" b="b"/>
                <a:pathLst>
                  <a:path w="6639409" h="12056045">
                    <a:moveTo>
                      <a:pt x="6596229" y="44450"/>
                    </a:moveTo>
                    <a:cubicBezTo>
                      <a:pt x="6591149" y="19050"/>
                      <a:pt x="6568289" y="0"/>
                      <a:pt x="6541619" y="0"/>
                    </a:cubicBezTo>
                    <a:lnTo>
                      <a:pt x="55880" y="0"/>
                    </a:lnTo>
                    <a:cubicBezTo>
                      <a:pt x="25400" y="0"/>
                      <a:pt x="0" y="25400"/>
                      <a:pt x="0" y="55880"/>
                    </a:cubicBezTo>
                    <a:lnTo>
                      <a:pt x="0" y="11956984"/>
                    </a:lnTo>
                    <a:cubicBezTo>
                      <a:pt x="0" y="11983655"/>
                      <a:pt x="17780" y="12005245"/>
                      <a:pt x="43180" y="12011595"/>
                    </a:cubicBezTo>
                    <a:cubicBezTo>
                      <a:pt x="48260" y="12036995"/>
                      <a:pt x="71120" y="12056045"/>
                      <a:pt x="97790" y="12056045"/>
                    </a:cubicBezTo>
                    <a:lnTo>
                      <a:pt x="6583529" y="12056045"/>
                    </a:lnTo>
                    <a:cubicBezTo>
                      <a:pt x="6614009" y="12056045"/>
                      <a:pt x="6639409" y="12030645"/>
                      <a:pt x="6639409" y="12000164"/>
                    </a:cubicBezTo>
                    <a:lnTo>
                      <a:pt x="6639409" y="99060"/>
                    </a:lnTo>
                    <a:cubicBezTo>
                      <a:pt x="6639409" y="72390"/>
                      <a:pt x="6621629" y="50800"/>
                      <a:pt x="6596229" y="44450"/>
                    </a:cubicBezTo>
                    <a:close/>
                    <a:moveTo>
                      <a:pt x="12700" y="11956984"/>
                    </a:moveTo>
                    <a:lnTo>
                      <a:pt x="12700" y="55880"/>
                    </a:lnTo>
                    <a:cubicBezTo>
                      <a:pt x="12700" y="31750"/>
                      <a:pt x="31750" y="12700"/>
                      <a:pt x="55880" y="12700"/>
                    </a:cubicBezTo>
                    <a:lnTo>
                      <a:pt x="6541619" y="12700"/>
                    </a:lnTo>
                    <a:cubicBezTo>
                      <a:pt x="6565749" y="12700"/>
                      <a:pt x="6584799" y="31750"/>
                      <a:pt x="6584799" y="55880"/>
                    </a:cubicBezTo>
                    <a:lnTo>
                      <a:pt x="6584799" y="11956984"/>
                    </a:lnTo>
                    <a:cubicBezTo>
                      <a:pt x="6584799" y="11981114"/>
                      <a:pt x="6565749" y="12000164"/>
                      <a:pt x="6541619" y="12000164"/>
                    </a:cubicBezTo>
                    <a:lnTo>
                      <a:pt x="55880" y="12000164"/>
                    </a:lnTo>
                    <a:cubicBezTo>
                      <a:pt x="31750" y="12000164"/>
                      <a:pt x="12700" y="11981114"/>
                      <a:pt x="12700" y="11956984"/>
                    </a:cubicBezTo>
                    <a:close/>
                    <a:moveTo>
                      <a:pt x="6626709" y="12000164"/>
                    </a:moveTo>
                    <a:cubicBezTo>
                      <a:pt x="6626709" y="12024295"/>
                      <a:pt x="6607659" y="12043345"/>
                      <a:pt x="6583529" y="12043345"/>
                    </a:cubicBezTo>
                    <a:lnTo>
                      <a:pt x="97790" y="12043345"/>
                    </a:lnTo>
                    <a:cubicBezTo>
                      <a:pt x="78740" y="12043345"/>
                      <a:pt x="62230" y="12030645"/>
                      <a:pt x="57150" y="12012864"/>
                    </a:cubicBezTo>
                    <a:lnTo>
                      <a:pt x="6541619" y="12012864"/>
                    </a:lnTo>
                    <a:cubicBezTo>
                      <a:pt x="6572099" y="12012864"/>
                      <a:pt x="6597499" y="11987464"/>
                      <a:pt x="6597499" y="11956984"/>
                    </a:cubicBezTo>
                    <a:lnTo>
                      <a:pt x="6597499" y="58420"/>
                    </a:lnTo>
                    <a:cubicBezTo>
                      <a:pt x="6614009" y="64770"/>
                      <a:pt x="6626709" y="80010"/>
                      <a:pt x="6626709" y="99060"/>
                    </a:cubicBezTo>
                    <a:lnTo>
                      <a:pt x="6626709" y="12000164"/>
                    </a:lnTo>
                    <a:close/>
                  </a:path>
                </a:pathLst>
              </a:custGeom>
              <a:solidFill>
                <a:srgbClr val="000000"/>
              </a:solidFill>
            </p:spPr>
          </p:sp>
        </p:grpSp>
        <p:grpSp>
          <p:nvGrpSpPr>
            <p:cNvPr id="11" name="Group 11"/>
            <p:cNvGrpSpPr/>
            <p:nvPr/>
          </p:nvGrpSpPr>
          <p:grpSpPr>
            <a:xfrm>
              <a:off x="0" y="0"/>
              <a:ext cx="5821256" cy="880662"/>
              <a:chOff x="0" y="0"/>
              <a:chExt cx="6639409" cy="1004436"/>
            </a:xfrm>
          </p:grpSpPr>
          <p:sp>
            <p:nvSpPr>
              <p:cNvPr id="12" name="Freeform 12"/>
              <p:cNvSpPr/>
              <p:nvPr/>
            </p:nvSpPr>
            <p:spPr>
              <a:xfrm>
                <a:off x="57150" y="58420"/>
                <a:ext cx="6569559" cy="933316"/>
              </a:xfrm>
              <a:custGeom>
                <a:avLst/>
                <a:gdLst/>
                <a:ahLst/>
                <a:cxnLst/>
                <a:rect l="l" t="t" r="r" b="b"/>
                <a:pathLst>
                  <a:path w="6569559" h="933316">
                    <a:moveTo>
                      <a:pt x="6484469" y="902836"/>
                    </a:moveTo>
                    <a:lnTo>
                      <a:pt x="0" y="902836"/>
                    </a:lnTo>
                    <a:cubicBezTo>
                      <a:pt x="5080" y="920616"/>
                      <a:pt x="21590" y="933316"/>
                      <a:pt x="40640" y="933316"/>
                    </a:cubicBezTo>
                    <a:lnTo>
                      <a:pt x="6526379" y="933316"/>
                    </a:lnTo>
                    <a:cubicBezTo>
                      <a:pt x="6550509" y="933316"/>
                      <a:pt x="6569559" y="914266"/>
                      <a:pt x="6569559" y="890136"/>
                    </a:cubicBezTo>
                    <a:lnTo>
                      <a:pt x="6569559" y="40640"/>
                    </a:lnTo>
                    <a:cubicBezTo>
                      <a:pt x="6569559" y="21590"/>
                      <a:pt x="6556859" y="6350"/>
                      <a:pt x="6540349" y="0"/>
                    </a:cubicBezTo>
                    <a:lnTo>
                      <a:pt x="6540349" y="846956"/>
                    </a:lnTo>
                    <a:cubicBezTo>
                      <a:pt x="6540349" y="877436"/>
                      <a:pt x="6514949" y="902836"/>
                      <a:pt x="6484469" y="902836"/>
                    </a:cubicBezTo>
                    <a:close/>
                  </a:path>
                </a:pathLst>
              </a:custGeom>
              <a:solidFill>
                <a:srgbClr val="000000"/>
              </a:solidFill>
            </p:spPr>
          </p:sp>
          <p:sp>
            <p:nvSpPr>
              <p:cNvPr id="13" name="Freeform 13"/>
              <p:cNvSpPr/>
              <p:nvPr/>
            </p:nvSpPr>
            <p:spPr>
              <a:xfrm>
                <a:off x="12700" y="12700"/>
                <a:ext cx="6572099" cy="935856"/>
              </a:xfrm>
              <a:custGeom>
                <a:avLst/>
                <a:gdLst/>
                <a:ahLst/>
                <a:cxnLst/>
                <a:rect l="l" t="t" r="r" b="b"/>
                <a:pathLst>
                  <a:path w="6572099" h="935856">
                    <a:moveTo>
                      <a:pt x="43180" y="935856"/>
                    </a:moveTo>
                    <a:lnTo>
                      <a:pt x="6528919" y="935856"/>
                    </a:lnTo>
                    <a:cubicBezTo>
                      <a:pt x="6553049" y="935856"/>
                      <a:pt x="6572099" y="916806"/>
                      <a:pt x="6572099" y="892676"/>
                    </a:cubicBezTo>
                    <a:lnTo>
                      <a:pt x="6572099" y="43180"/>
                    </a:lnTo>
                    <a:cubicBezTo>
                      <a:pt x="6572099" y="19050"/>
                      <a:pt x="6553049" y="0"/>
                      <a:pt x="6528919" y="0"/>
                    </a:cubicBezTo>
                    <a:lnTo>
                      <a:pt x="43180" y="0"/>
                    </a:lnTo>
                    <a:cubicBezTo>
                      <a:pt x="19050" y="0"/>
                      <a:pt x="0" y="19050"/>
                      <a:pt x="0" y="43180"/>
                    </a:cubicBezTo>
                    <a:lnTo>
                      <a:pt x="0" y="892676"/>
                    </a:lnTo>
                    <a:cubicBezTo>
                      <a:pt x="0" y="916806"/>
                      <a:pt x="19050" y="935856"/>
                      <a:pt x="43180" y="935856"/>
                    </a:cubicBezTo>
                    <a:close/>
                  </a:path>
                </a:pathLst>
              </a:custGeom>
              <a:solidFill>
                <a:srgbClr val="F8F8F8"/>
              </a:solidFill>
            </p:spPr>
          </p:sp>
          <p:sp>
            <p:nvSpPr>
              <p:cNvPr id="14" name="Freeform 14"/>
              <p:cNvSpPr/>
              <p:nvPr/>
            </p:nvSpPr>
            <p:spPr>
              <a:xfrm>
                <a:off x="0" y="0"/>
                <a:ext cx="6639409" cy="1004436"/>
              </a:xfrm>
              <a:custGeom>
                <a:avLst/>
                <a:gdLst/>
                <a:ahLst/>
                <a:cxnLst/>
                <a:rect l="l" t="t" r="r" b="b"/>
                <a:pathLst>
                  <a:path w="6639409" h="1004436">
                    <a:moveTo>
                      <a:pt x="6596229" y="44450"/>
                    </a:moveTo>
                    <a:cubicBezTo>
                      <a:pt x="6591149" y="19050"/>
                      <a:pt x="6568289" y="0"/>
                      <a:pt x="6541619" y="0"/>
                    </a:cubicBezTo>
                    <a:lnTo>
                      <a:pt x="55880" y="0"/>
                    </a:lnTo>
                    <a:cubicBezTo>
                      <a:pt x="25400" y="0"/>
                      <a:pt x="0" y="25400"/>
                      <a:pt x="0" y="55880"/>
                    </a:cubicBezTo>
                    <a:lnTo>
                      <a:pt x="0" y="905376"/>
                    </a:lnTo>
                    <a:cubicBezTo>
                      <a:pt x="0" y="932046"/>
                      <a:pt x="17780" y="953636"/>
                      <a:pt x="43180" y="959986"/>
                    </a:cubicBezTo>
                    <a:cubicBezTo>
                      <a:pt x="48260" y="985386"/>
                      <a:pt x="71120" y="1004436"/>
                      <a:pt x="97790" y="1004436"/>
                    </a:cubicBezTo>
                    <a:lnTo>
                      <a:pt x="6583529" y="1004436"/>
                    </a:lnTo>
                    <a:cubicBezTo>
                      <a:pt x="6614009" y="1004436"/>
                      <a:pt x="6639409" y="979036"/>
                      <a:pt x="6639409" y="948556"/>
                    </a:cubicBezTo>
                    <a:lnTo>
                      <a:pt x="6639409" y="99060"/>
                    </a:lnTo>
                    <a:cubicBezTo>
                      <a:pt x="6639409" y="72390"/>
                      <a:pt x="6621629" y="50800"/>
                      <a:pt x="6596229" y="44450"/>
                    </a:cubicBezTo>
                    <a:close/>
                    <a:moveTo>
                      <a:pt x="12700" y="905376"/>
                    </a:moveTo>
                    <a:lnTo>
                      <a:pt x="12700" y="55880"/>
                    </a:lnTo>
                    <a:cubicBezTo>
                      <a:pt x="12700" y="31750"/>
                      <a:pt x="31750" y="12700"/>
                      <a:pt x="55880" y="12700"/>
                    </a:cubicBezTo>
                    <a:lnTo>
                      <a:pt x="6541619" y="12700"/>
                    </a:lnTo>
                    <a:cubicBezTo>
                      <a:pt x="6565749" y="12700"/>
                      <a:pt x="6584799" y="31750"/>
                      <a:pt x="6584799" y="55880"/>
                    </a:cubicBezTo>
                    <a:lnTo>
                      <a:pt x="6584799" y="905376"/>
                    </a:lnTo>
                    <a:cubicBezTo>
                      <a:pt x="6584799" y="929506"/>
                      <a:pt x="6565749" y="948556"/>
                      <a:pt x="6541619" y="948556"/>
                    </a:cubicBezTo>
                    <a:lnTo>
                      <a:pt x="55880" y="948556"/>
                    </a:lnTo>
                    <a:cubicBezTo>
                      <a:pt x="31750" y="948556"/>
                      <a:pt x="12700" y="929506"/>
                      <a:pt x="12700" y="905376"/>
                    </a:cubicBezTo>
                    <a:close/>
                    <a:moveTo>
                      <a:pt x="6626709" y="948556"/>
                    </a:moveTo>
                    <a:cubicBezTo>
                      <a:pt x="6626709" y="972686"/>
                      <a:pt x="6607659" y="991736"/>
                      <a:pt x="6583529" y="991736"/>
                    </a:cubicBezTo>
                    <a:lnTo>
                      <a:pt x="97790" y="991736"/>
                    </a:lnTo>
                    <a:cubicBezTo>
                      <a:pt x="78740" y="991736"/>
                      <a:pt x="62230" y="979036"/>
                      <a:pt x="57150" y="961256"/>
                    </a:cubicBezTo>
                    <a:lnTo>
                      <a:pt x="6541619" y="961256"/>
                    </a:lnTo>
                    <a:cubicBezTo>
                      <a:pt x="6572099" y="961256"/>
                      <a:pt x="6597499" y="935856"/>
                      <a:pt x="6597499" y="905376"/>
                    </a:cubicBezTo>
                    <a:lnTo>
                      <a:pt x="6597499" y="58420"/>
                    </a:lnTo>
                    <a:cubicBezTo>
                      <a:pt x="6614009" y="64770"/>
                      <a:pt x="6626709" y="80010"/>
                      <a:pt x="6626709" y="99060"/>
                    </a:cubicBezTo>
                    <a:lnTo>
                      <a:pt x="6626709" y="948556"/>
                    </a:lnTo>
                    <a:close/>
                  </a:path>
                </a:pathLst>
              </a:custGeom>
              <a:solidFill>
                <a:srgbClr val="000000"/>
              </a:solidFill>
            </p:spPr>
          </p:sp>
        </p:grpSp>
      </p:grpSp>
      <p:grpSp>
        <p:nvGrpSpPr>
          <p:cNvPr id="15" name="Group 15"/>
          <p:cNvGrpSpPr/>
          <p:nvPr/>
        </p:nvGrpSpPr>
        <p:grpSpPr>
          <a:xfrm>
            <a:off x="202001" y="1995645"/>
            <a:ext cx="4365942" cy="7927812"/>
            <a:chOff x="0" y="0"/>
            <a:chExt cx="5821256" cy="10570416"/>
          </a:xfrm>
        </p:grpSpPr>
        <p:grpSp>
          <p:nvGrpSpPr>
            <p:cNvPr id="16" name="Group 16"/>
            <p:cNvGrpSpPr/>
            <p:nvPr/>
          </p:nvGrpSpPr>
          <p:grpSpPr>
            <a:xfrm>
              <a:off x="0" y="0"/>
              <a:ext cx="5821256" cy="10570416"/>
              <a:chOff x="0" y="0"/>
              <a:chExt cx="6639409" cy="12056044"/>
            </a:xfrm>
          </p:grpSpPr>
          <p:sp>
            <p:nvSpPr>
              <p:cNvPr id="17" name="Freeform 17"/>
              <p:cNvSpPr/>
              <p:nvPr/>
            </p:nvSpPr>
            <p:spPr>
              <a:xfrm>
                <a:off x="57150" y="58420"/>
                <a:ext cx="6569559" cy="11984925"/>
              </a:xfrm>
              <a:custGeom>
                <a:avLst/>
                <a:gdLst/>
                <a:ahLst/>
                <a:cxnLst/>
                <a:rect l="l" t="t" r="r" b="b"/>
                <a:pathLst>
                  <a:path w="6569559" h="11984925">
                    <a:moveTo>
                      <a:pt x="6484469" y="11954444"/>
                    </a:moveTo>
                    <a:lnTo>
                      <a:pt x="0" y="11954444"/>
                    </a:lnTo>
                    <a:cubicBezTo>
                      <a:pt x="5080" y="11972225"/>
                      <a:pt x="21590" y="11984925"/>
                      <a:pt x="40640" y="11984925"/>
                    </a:cubicBezTo>
                    <a:lnTo>
                      <a:pt x="6526379" y="11984925"/>
                    </a:lnTo>
                    <a:cubicBezTo>
                      <a:pt x="6550509" y="11984925"/>
                      <a:pt x="6569559" y="11965875"/>
                      <a:pt x="6569559" y="11941744"/>
                    </a:cubicBezTo>
                    <a:lnTo>
                      <a:pt x="6569559" y="40640"/>
                    </a:lnTo>
                    <a:cubicBezTo>
                      <a:pt x="6569559" y="21590"/>
                      <a:pt x="6556859" y="6350"/>
                      <a:pt x="6540349" y="0"/>
                    </a:cubicBezTo>
                    <a:lnTo>
                      <a:pt x="6540349" y="11898564"/>
                    </a:lnTo>
                    <a:cubicBezTo>
                      <a:pt x="6540349" y="11929044"/>
                      <a:pt x="6514949" y="11954444"/>
                      <a:pt x="6484469" y="11954444"/>
                    </a:cubicBezTo>
                    <a:close/>
                  </a:path>
                </a:pathLst>
              </a:custGeom>
              <a:solidFill>
                <a:srgbClr val="000000"/>
              </a:solidFill>
            </p:spPr>
          </p:sp>
          <p:sp>
            <p:nvSpPr>
              <p:cNvPr id="18" name="Freeform 18"/>
              <p:cNvSpPr/>
              <p:nvPr/>
            </p:nvSpPr>
            <p:spPr>
              <a:xfrm>
                <a:off x="12700" y="12700"/>
                <a:ext cx="6572099" cy="11987464"/>
              </a:xfrm>
              <a:custGeom>
                <a:avLst/>
                <a:gdLst/>
                <a:ahLst/>
                <a:cxnLst/>
                <a:rect l="l" t="t" r="r" b="b"/>
                <a:pathLst>
                  <a:path w="6572099" h="11987464">
                    <a:moveTo>
                      <a:pt x="43180" y="11987464"/>
                    </a:moveTo>
                    <a:lnTo>
                      <a:pt x="6528919" y="11987464"/>
                    </a:lnTo>
                    <a:cubicBezTo>
                      <a:pt x="6553049" y="11987464"/>
                      <a:pt x="6572099" y="11968414"/>
                      <a:pt x="6572099" y="11944284"/>
                    </a:cubicBezTo>
                    <a:lnTo>
                      <a:pt x="6572099" y="43180"/>
                    </a:lnTo>
                    <a:cubicBezTo>
                      <a:pt x="6572099" y="19050"/>
                      <a:pt x="6553049" y="0"/>
                      <a:pt x="6528919" y="0"/>
                    </a:cubicBezTo>
                    <a:lnTo>
                      <a:pt x="43180" y="0"/>
                    </a:lnTo>
                    <a:cubicBezTo>
                      <a:pt x="19050" y="0"/>
                      <a:pt x="0" y="19050"/>
                      <a:pt x="0" y="43180"/>
                    </a:cubicBezTo>
                    <a:lnTo>
                      <a:pt x="0" y="11944284"/>
                    </a:lnTo>
                    <a:cubicBezTo>
                      <a:pt x="0" y="11968414"/>
                      <a:pt x="19050" y="11987464"/>
                      <a:pt x="43180" y="11987464"/>
                    </a:cubicBezTo>
                    <a:close/>
                  </a:path>
                </a:pathLst>
              </a:custGeom>
              <a:solidFill>
                <a:srgbClr val="F8F8F8"/>
              </a:solidFill>
            </p:spPr>
          </p:sp>
          <p:sp>
            <p:nvSpPr>
              <p:cNvPr id="19" name="Freeform 19"/>
              <p:cNvSpPr/>
              <p:nvPr/>
            </p:nvSpPr>
            <p:spPr>
              <a:xfrm>
                <a:off x="0" y="0"/>
                <a:ext cx="6639409" cy="12056045"/>
              </a:xfrm>
              <a:custGeom>
                <a:avLst/>
                <a:gdLst/>
                <a:ahLst/>
                <a:cxnLst/>
                <a:rect l="l" t="t" r="r" b="b"/>
                <a:pathLst>
                  <a:path w="6639409" h="12056045">
                    <a:moveTo>
                      <a:pt x="6596229" y="44450"/>
                    </a:moveTo>
                    <a:cubicBezTo>
                      <a:pt x="6591149" y="19050"/>
                      <a:pt x="6568289" y="0"/>
                      <a:pt x="6541619" y="0"/>
                    </a:cubicBezTo>
                    <a:lnTo>
                      <a:pt x="55880" y="0"/>
                    </a:lnTo>
                    <a:cubicBezTo>
                      <a:pt x="25400" y="0"/>
                      <a:pt x="0" y="25400"/>
                      <a:pt x="0" y="55880"/>
                    </a:cubicBezTo>
                    <a:lnTo>
                      <a:pt x="0" y="11956984"/>
                    </a:lnTo>
                    <a:cubicBezTo>
                      <a:pt x="0" y="11983655"/>
                      <a:pt x="17780" y="12005245"/>
                      <a:pt x="43180" y="12011595"/>
                    </a:cubicBezTo>
                    <a:cubicBezTo>
                      <a:pt x="48260" y="12036995"/>
                      <a:pt x="71120" y="12056045"/>
                      <a:pt x="97790" y="12056045"/>
                    </a:cubicBezTo>
                    <a:lnTo>
                      <a:pt x="6583529" y="12056045"/>
                    </a:lnTo>
                    <a:cubicBezTo>
                      <a:pt x="6614009" y="12056045"/>
                      <a:pt x="6639409" y="12030645"/>
                      <a:pt x="6639409" y="12000164"/>
                    </a:cubicBezTo>
                    <a:lnTo>
                      <a:pt x="6639409" y="99060"/>
                    </a:lnTo>
                    <a:cubicBezTo>
                      <a:pt x="6639409" y="72390"/>
                      <a:pt x="6621629" y="50800"/>
                      <a:pt x="6596229" y="44450"/>
                    </a:cubicBezTo>
                    <a:close/>
                    <a:moveTo>
                      <a:pt x="12700" y="11956984"/>
                    </a:moveTo>
                    <a:lnTo>
                      <a:pt x="12700" y="55880"/>
                    </a:lnTo>
                    <a:cubicBezTo>
                      <a:pt x="12700" y="31750"/>
                      <a:pt x="31750" y="12700"/>
                      <a:pt x="55880" y="12700"/>
                    </a:cubicBezTo>
                    <a:lnTo>
                      <a:pt x="6541619" y="12700"/>
                    </a:lnTo>
                    <a:cubicBezTo>
                      <a:pt x="6565749" y="12700"/>
                      <a:pt x="6584799" y="31750"/>
                      <a:pt x="6584799" y="55880"/>
                    </a:cubicBezTo>
                    <a:lnTo>
                      <a:pt x="6584799" y="11956984"/>
                    </a:lnTo>
                    <a:cubicBezTo>
                      <a:pt x="6584799" y="11981114"/>
                      <a:pt x="6565749" y="12000164"/>
                      <a:pt x="6541619" y="12000164"/>
                    </a:cubicBezTo>
                    <a:lnTo>
                      <a:pt x="55880" y="12000164"/>
                    </a:lnTo>
                    <a:cubicBezTo>
                      <a:pt x="31750" y="12000164"/>
                      <a:pt x="12700" y="11981114"/>
                      <a:pt x="12700" y="11956984"/>
                    </a:cubicBezTo>
                    <a:close/>
                    <a:moveTo>
                      <a:pt x="6626709" y="12000164"/>
                    </a:moveTo>
                    <a:cubicBezTo>
                      <a:pt x="6626709" y="12024295"/>
                      <a:pt x="6607659" y="12043345"/>
                      <a:pt x="6583529" y="12043345"/>
                    </a:cubicBezTo>
                    <a:lnTo>
                      <a:pt x="97790" y="12043345"/>
                    </a:lnTo>
                    <a:cubicBezTo>
                      <a:pt x="78740" y="12043345"/>
                      <a:pt x="62230" y="12030645"/>
                      <a:pt x="57150" y="12012864"/>
                    </a:cubicBezTo>
                    <a:lnTo>
                      <a:pt x="6541619" y="12012864"/>
                    </a:lnTo>
                    <a:cubicBezTo>
                      <a:pt x="6572099" y="12012864"/>
                      <a:pt x="6597499" y="11987464"/>
                      <a:pt x="6597499" y="11956984"/>
                    </a:cubicBezTo>
                    <a:lnTo>
                      <a:pt x="6597499" y="58420"/>
                    </a:lnTo>
                    <a:cubicBezTo>
                      <a:pt x="6614009" y="64770"/>
                      <a:pt x="6626709" y="80010"/>
                      <a:pt x="6626709" y="99060"/>
                    </a:cubicBezTo>
                    <a:lnTo>
                      <a:pt x="6626709" y="12000164"/>
                    </a:lnTo>
                    <a:close/>
                  </a:path>
                </a:pathLst>
              </a:custGeom>
              <a:solidFill>
                <a:srgbClr val="000000"/>
              </a:solidFill>
            </p:spPr>
          </p:sp>
        </p:grpSp>
        <p:grpSp>
          <p:nvGrpSpPr>
            <p:cNvPr id="20" name="Group 20"/>
            <p:cNvGrpSpPr/>
            <p:nvPr/>
          </p:nvGrpSpPr>
          <p:grpSpPr>
            <a:xfrm>
              <a:off x="0" y="0"/>
              <a:ext cx="5821256" cy="880662"/>
              <a:chOff x="0" y="0"/>
              <a:chExt cx="6639409" cy="1004436"/>
            </a:xfrm>
          </p:grpSpPr>
          <p:sp>
            <p:nvSpPr>
              <p:cNvPr id="21" name="Freeform 21"/>
              <p:cNvSpPr/>
              <p:nvPr/>
            </p:nvSpPr>
            <p:spPr>
              <a:xfrm>
                <a:off x="57150" y="58420"/>
                <a:ext cx="6569559" cy="933316"/>
              </a:xfrm>
              <a:custGeom>
                <a:avLst/>
                <a:gdLst/>
                <a:ahLst/>
                <a:cxnLst/>
                <a:rect l="l" t="t" r="r" b="b"/>
                <a:pathLst>
                  <a:path w="6569559" h="933316">
                    <a:moveTo>
                      <a:pt x="6484469" y="902836"/>
                    </a:moveTo>
                    <a:lnTo>
                      <a:pt x="0" y="902836"/>
                    </a:lnTo>
                    <a:cubicBezTo>
                      <a:pt x="5080" y="920616"/>
                      <a:pt x="21590" y="933316"/>
                      <a:pt x="40640" y="933316"/>
                    </a:cubicBezTo>
                    <a:lnTo>
                      <a:pt x="6526379" y="933316"/>
                    </a:lnTo>
                    <a:cubicBezTo>
                      <a:pt x="6550509" y="933316"/>
                      <a:pt x="6569559" y="914266"/>
                      <a:pt x="6569559" y="890136"/>
                    </a:cubicBezTo>
                    <a:lnTo>
                      <a:pt x="6569559" y="40640"/>
                    </a:lnTo>
                    <a:cubicBezTo>
                      <a:pt x="6569559" y="21590"/>
                      <a:pt x="6556859" y="6350"/>
                      <a:pt x="6540349" y="0"/>
                    </a:cubicBezTo>
                    <a:lnTo>
                      <a:pt x="6540349" y="846956"/>
                    </a:lnTo>
                    <a:cubicBezTo>
                      <a:pt x="6540349" y="877436"/>
                      <a:pt x="6514949" y="902836"/>
                      <a:pt x="6484469" y="902836"/>
                    </a:cubicBezTo>
                    <a:close/>
                  </a:path>
                </a:pathLst>
              </a:custGeom>
              <a:solidFill>
                <a:srgbClr val="000000"/>
              </a:solidFill>
            </p:spPr>
          </p:sp>
          <p:sp>
            <p:nvSpPr>
              <p:cNvPr id="22" name="Freeform 22"/>
              <p:cNvSpPr/>
              <p:nvPr/>
            </p:nvSpPr>
            <p:spPr>
              <a:xfrm>
                <a:off x="12700" y="12700"/>
                <a:ext cx="6572099" cy="935856"/>
              </a:xfrm>
              <a:custGeom>
                <a:avLst/>
                <a:gdLst/>
                <a:ahLst/>
                <a:cxnLst/>
                <a:rect l="l" t="t" r="r" b="b"/>
                <a:pathLst>
                  <a:path w="6572099" h="935856">
                    <a:moveTo>
                      <a:pt x="43180" y="935856"/>
                    </a:moveTo>
                    <a:lnTo>
                      <a:pt x="6528919" y="935856"/>
                    </a:lnTo>
                    <a:cubicBezTo>
                      <a:pt x="6553049" y="935856"/>
                      <a:pt x="6572099" y="916806"/>
                      <a:pt x="6572099" y="892676"/>
                    </a:cubicBezTo>
                    <a:lnTo>
                      <a:pt x="6572099" y="43180"/>
                    </a:lnTo>
                    <a:cubicBezTo>
                      <a:pt x="6572099" y="19050"/>
                      <a:pt x="6553049" y="0"/>
                      <a:pt x="6528919" y="0"/>
                    </a:cubicBezTo>
                    <a:lnTo>
                      <a:pt x="43180" y="0"/>
                    </a:lnTo>
                    <a:cubicBezTo>
                      <a:pt x="19050" y="0"/>
                      <a:pt x="0" y="19050"/>
                      <a:pt x="0" y="43180"/>
                    </a:cubicBezTo>
                    <a:lnTo>
                      <a:pt x="0" y="892676"/>
                    </a:lnTo>
                    <a:cubicBezTo>
                      <a:pt x="0" y="916806"/>
                      <a:pt x="19050" y="935856"/>
                      <a:pt x="43180" y="935856"/>
                    </a:cubicBezTo>
                    <a:close/>
                  </a:path>
                </a:pathLst>
              </a:custGeom>
              <a:solidFill>
                <a:srgbClr val="F8F8F8"/>
              </a:solidFill>
            </p:spPr>
          </p:sp>
          <p:sp>
            <p:nvSpPr>
              <p:cNvPr id="23" name="Freeform 23"/>
              <p:cNvSpPr/>
              <p:nvPr/>
            </p:nvSpPr>
            <p:spPr>
              <a:xfrm>
                <a:off x="0" y="0"/>
                <a:ext cx="6639409" cy="1004436"/>
              </a:xfrm>
              <a:custGeom>
                <a:avLst/>
                <a:gdLst/>
                <a:ahLst/>
                <a:cxnLst/>
                <a:rect l="l" t="t" r="r" b="b"/>
                <a:pathLst>
                  <a:path w="6639409" h="1004436">
                    <a:moveTo>
                      <a:pt x="6596229" y="44450"/>
                    </a:moveTo>
                    <a:cubicBezTo>
                      <a:pt x="6591149" y="19050"/>
                      <a:pt x="6568289" y="0"/>
                      <a:pt x="6541619" y="0"/>
                    </a:cubicBezTo>
                    <a:lnTo>
                      <a:pt x="55880" y="0"/>
                    </a:lnTo>
                    <a:cubicBezTo>
                      <a:pt x="25400" y="0"/>
                      <a:pt x="0" y="25400"/>
                      <a:pt x="0" y="55880"/>
                    </a:cubicBezTo>
                    <a:lnTo>
                      <a:pt x="0" y="905376"/>
                    </a:lnTo>
                    <a:cubicBezTo>
                      <a:pt x="0" y="932046"/>
                      <a:pt x="17780" y="953636"/>
                      <a:pt x="43180" y="959986"/>
                    </a:cubicBezTo>
                    <a:cubicBezTo>
                      <a:pt x="48260" y="985386"/>
                      <a:pt x="71120" y="1004436"/>
                      <a:pt x="97790" y="1004436"/>
                    </a:cubicBezTo>
                    <a:lnTo>
                      <a:pt x="6583529" y="1004436"/>
                    </a:lnTo>
                    <a:cubicBezTo>
                      <a:pt x="6614009" y="1004436"/>
                      <a:pt x="6639409" y="979036"/>
                      <a:pt x="6639409" y="948556"/>
                    </a:cubicBezTo>
                    <a:lnTo>
                      <a:pt x="6639409" y="99060"/>
                    </a:lnTo>
                    <a:cubicBezTo>
                      <a:pt x="6639409" y="72390"/>
                      <a:pt x="6621629" y="50800"/>
                      <a:pt x="6596229" y="44450"/>
                    </a:cubicBezTo>
                    <a:close/>
                    <a:moveTo>
                      <a:pt x="12700" y="905376"/>
                    </a:moveTo>
                    <a:lnTo>
                      <a:pt x="12700" y="55880"/>
                    </a:lnTo>
                    <a:cubicBezTo>
                      <a:pt x="12700" y="31750"/>
                      <a:pt x="31750" y="12700"/>
                      <a:pt x="55880" y="12700"/>
                    </a:cubicBezTo>
                    <a:lnTo>
                      <a:pt x="6541619" y="12700"/>
                    </a:lnTo>
                    <a:cubicBezTo>
                      <a:pt x="6565749" y="12700"/>
                      <a:pt x="6584799" y="31750"/>
                      <a:pt x="6584799" y="55880"/>
                    </a:cubicBezTo>
                    <a:lnTo>
                      <a:pt x="6584799" y="905376"/>
                    </a:lnTo>
                    <a:cubicBezTo>
                      <a:pt x="6584799" y="929506"/>
                      <a:pt x="6565749" y="948556"/>
                      <a:pt x="6541619" y="948556"/>
                    </a:cubicBezTo>
                    <a:lnTo>
                      <a:pt x="55880" y="948556"/>
                    </a:lnTo>
                    <a:cubicBezTo>
                      <a:pt x="31750" y="948556"/>
                      <a:pt x="12700" y="929506"/>
                      <a:pt x="12700" y="905376"/>
                    </a:cubicBezTo>
                    <a:close/>
                    <a:moveTo>
                      <a:pt x="6626709" y="948556"/>
                    </a:moveTo>
                    <a:cubicBezTo>
                      <a:pt x="6626709" y="972686"/>
                      <a:pt x="6607659" y="991736"/>
                      <a:pt x="6583529" y="991736"/>
                    </a:cubicBezTo>
                    <a:lnTo>
                      <a:pt x="97790" y="991736"/>
                    </a:lnTo>
                    <a:cubicBezTo>
                      <a:pt x="78740" y="991736"/>
                      <a:pt x="62230" y="979036"/>
                      <a:pt x="57150" y="961256"/>
                    </a:cubicBezTo>
                    <a:lnTo>
                      <a:pt x="6541619" y="961256"/>
                    </a:lnTo>
                    <a:cubicBezTo>
                      <a:pt x="6572099" y="961256"/>
                      <a:pt x="6597499" y="935856"/>
                      <a:pt x="6597499" y="905376"/>
                    </a:cubicBezTo>
                    <a:lnTo>
                      <a:pt x="6597499" y="58420"/>
                    </a:lnTo>
                    <a:cubicBezTo>
                      <a:pt x="6614009" y="64770"/>
                      <a:pt x="6626709" y="80010"/>
                      <a:pt x="6626709" y="99060"/>
                    </a:cubicBezTo>
                    <a:lnTo>
                      <a:pt x="6626709" y="948556"/>
                    </a:lnTo>
                    <a:close/>
                  </a:path>
                </a:pathLst>
              </a:custGeom>
              <a:solidFill>
                <a:srgbClr val="000000"/>
              </a:solidFill>
            </p:spPr>
          </p:sp>
        </p:grpSp>
      </p:grpSp>
      <p:grpSp>
        <p:nvGrpSpPr>
          <p:cNvPr id="24" name="Group 24"/>
          <p:cNvGrpSpPr/>
          <p:nvPr/>
        </p:nvGrpSpPr>
        <p:grpSpPr>
          <a:xfrm>
            <a:off x="9211240" y="1995645"/>
            <a:ext cx="4365942" cy="7927812"/>
            <a:chOff x="0" y="0"/>
            <a:chExt cx="5821256" cy="10570416"/>
          </a:xfrm>
        </p:grpSpPr>
        <p:grpSp>
          <p:nvGrpSpPr>
            <p:cNvPr id="25" name="Group 25"/>
            <p:cNvGrpSpPr/>
            <p:nvPr/>
          </p:nvGrpSpPr>
          <p:grpSpPr>
            <a:xfrm>
              <a:off x="0" y="0"/>
              <a:ext cx="5821256" cy="10570416"/>
              <a:chOff x="0" y="0"/>
              <a:chExt cx="6639409" cy="12056044"/>
            </a:xfrm>
          </p:grpSpPr>
          <p:sp>
            <p:nvSpPr>
              <p:cNvPr id="26" name="Freeform 26"/>
              <p:cNvSpPr/>
              <p:nvPr/>
            </p:nvSpPr>
            <p:spPr>
              <a:xfrm>
                <a:off x="57150" y="58420"/>
                <a:ext cx="6569559" cy="11984925"/>
              </a:xfrm>
              <a:custGeom>
                <a:avLst/>
                <a:gdLst/>
                <a:ahLst/>
                <a:cxnLst/>
                <a:rect l="l" t="t" r="r" b="b"/>
                <a:pathLst>
                  <a:path w="6569559" h="11984925">
                    <a:moveTo>
                      <a:pt x="6484469" y="11954444"/>
                    </a:moveTo>
                    <a:lnTo>
                      <a:pt x="0" y="11954444"/>
                    </a:lnTo>
                    <a:cubicBezTo>
                      <a:pt x="5080" y="11972225"/>
                      <a:pt x="21590" y="11984925"/>
                      <a:pt x="40640" y="11984925"/>
                    </a:cubicBezTo>
                    <a:lnTo>
                      <a:pt x="6526379" y="11984925"/>
                    </a:lnTo>
                    <a:cubicBezTo>
                      <a:pt x="6550509" y="11984925"/>
                      <a:pt x="6569559" y="11965875"/>
                      <a:pt x="6569559" y="11941744"/>
                    </a:cubicBezTo>
                    <a:lnTo>
                      <a:pt x="6569559" y="40640"/>
                    </a:lnTo>
                    <a:cubicBezTo>
                      <a:pt x="6569559" y="21590"/>
                      <a:pt x="6556859" y="6350"/>
                      <a:pt x="6540349" y="0"/>
                    </a:cubicBezTo>
                    <a:lnTo>
                      <a:pt x="6540349" y="11898564"/>
                    </a:lnTo>
                    <a:cubicBezTo>
                      <a:pt x="6540349" y="11929044"/>
                      <a:pt x="6514949" y="11954444"/>
                      <a:pt x="6484469" y="11954444"/>
                    </a:cubicBezTo>
                    <a:close/>
                  </a:path>
                </a:pathLst>
              </a:custGeom>
              <a:solidFill>
                <a:srgbClr val="000000"/>
              </a:solidFill>
            </p:spPr>
          </p:sp>
          <p:sp>
            <p:nvSpPr>
              <p:cNvPr id="27" name="Freeform 27"/>
              <p:cNvSpPr/>
              <p:nvPr/>
            </p:nvSpPr>
            <p:spPr>
              <a:xfrm>
                <a:off x="12700" y="12700"/>
                <a:ext cx="6572099" cy="11987464"/>
              </a:xfrm>
              <a:custGeom>
                <a:avLst/>
                <a:gdLst/>
                <a:ahLst/>
                <a:cxnLst/>
                <a:rect l="l" t="t" r="r" b="b"/>
                <a:pathLst>
                  <a:path w="6572099" h="11987464">
                    <a:moveTo>
                      <a:pt x="43180" y="11987464"/>
                    </a:moveTo>
                    <a:lnTo>
                      <a:pt x="6528919" y="11987464"/>
                    </a:lnTo>
                    <a:cubicBezTo>
                      <a:pt x="6553049" y="11987464"/>
                      <a:pt x="6572099" y="11968414"/>
                      <a:pt x="6572099" y="11944284"/>
                    </a:cubicBezTo>
                    <a:lnTo>
                      <a:pt x="6572099" y="43180"/>
                    </a:lnTo>
                    <a:cubicBezTo>
                      <a:pt x="6572099" y="19050"/>
                      <a:pt x="6553049" y="0"/>
                      <a:pt x="6528919" y="0"/>
                    </a:cubicBezTo>
                    <a:lnTo>
                      <a:pt x="43180" y="0"/>
                    </a:lnTo>
                    <a:cubicBezTo>
                      <a:pt x="19050" y="0"/>
                      <a:pt x="0" y="19050"/>
                      <a:pt x="0" y="43180"/>
                    </a:cubicBezTo>
                    <a:lnTo>
                      <a:pt x="0" y="11944284"/>
                    </a:lnTo>
                    <a:cubicBezTo>
                      <a:pt x="0" y="11968414"/>
                      <a:pt x="19050" y="11987464"/>
                      <a:pt x="43180" y="11987464"/>
                    </a:cubicBezTo>
                    <a:close/>
                  </a:path>
                </a:pathLst>
              </a:custGeom>
              <a:solidFill>
                <a:srgbClr val="F8F8F8"/>
              </a:solidFill>
            </p:spPr>
          </p:sp>
          <p:sp>
            <p:nvSpPr>
              <p:cNvPr id="28" name="Freeform 28"/>
              <p:cNvSpPr/>
              <p:nvPr/>
            </p:nvSpPr>
            <p:spPr>
              <a:xfrm>
                <a:off x="0" y="0"/>
                <a:ext cx="6639409" cy="12056045"/>
              </a:xfrm>
              <a:custGeom>
                <a:avLst/>
                <a:gdLst/>
                <a:ahLst/>
                <a:cxnLst/>
                <a:rect l="l" t="t" r="r" b="b"/>
                <a:pathLst>
                  <a:path w="6639409" h="12056045">
                    <a:moveTo>
                      <a:pt x="6596229" y="44450"/>
                    </a:moveTo>
                    <a:cubicBezTo>
                      <a:pt x="6591149" y="19050"/>
                      <a:pt x="6568289" y="0"/>
                      <a:pt x="6541619" y="0"/>
                    </a:cubicBezTo>
                    <a:lnTo>
                      <a:pt x="55880" y="0"/>
                    </a:lnTo>
                    <a:cubicBezTo>
                      <a:pt x="25400" y="0"/>
                      <a:pt x="0" y="25400"/>
                      <a:pt x="0" y="55880"/>
                    </a:cubicBezTo>
                    <a:lnTo>
                      <a:pt x="0" y="11956984"/>
                    </a:lnTo>
                    <a:cubicBezTo>
                      <a:pt x="0" y="11983655"/>
                      <a:pt x="17780" y="12005245"/>
                      <a:pt x="43180" y="12011595"/>
                    </a:cubicBezTo>
                    <a:cubicBezTo>
                      <a:pt x="48260" y="12036995"/>
                      <a:pt x="71120" y="12056045"/>
                      <a:pt x="97790" y="12056045"/>
                    </a:cubicBezTo>
                    <a:lnTo>
                      <a:pt x="6583529" y="12056045"/>
                    </a:lnTo>
                    <a:cubicBezTo>
                      <a:pt x="6614009" y="12056045"/>
                      <a:pt x="6639409" y="12030645"/>
                      <a:pt x="6639409" y="12000164"/>
                    </a:cubicBezTo>
                    <a:lnTo>
                      <a:pt x="6639409" y="99060"/>
                    </a:lnTo>
                    <a:cubicBezTo>
                      <a:pt x="6639409" y="72390"/>
                      <a:pt x="6621629" y="50800"/>
                      <a:pt x="6596229" y="44450"/>
                    </a:cubicBezTo>
                    <a:close/>
                    <a:moveTo>
                      <a:pt x="12700" y="11956984"/>
                    </a:moveTo>
                    <a:lnTo>
                      <a:pt x="12700" y="55880"/>
                    </a:lnTo>
                    <a:cubicBezTo>
                      <a:pt x="12700" y="31750"/>
                      <a:pt x="31750" y="12700"/>
                      <a:pt x="55880" y="12700"/>
                    </a:cubicBezTo>
                    <a:lnTo>
                      <a:pt x="6541619" y="12700"/>
                    </a:lnTo>
                    <a:cubicBezTo>
                      <a:pt x="6565749" y="12700"/>
                      <a:pt x="6584799" y="31750"/>
                      <a:pt x="6584799" y="55880"/>
                    </a:cubicBezTo>
                    <a:lnTo>
                      <a:pt x="6584799" y="11956984"/>
                    </a:lnTo>
                    <a:cubicBezTo>
                      <a:pt x="6584799" y="11981114"/>
                      <a:pt x="6565749" y="12000164"/>
                      <a:pt x="6541619" y="12000164"/>
                    </a:cubicBezTo>
                    <a:lnTo>
                      <a:pt x="55880" y="12000164"/>
                    </a:lnTo>
                    <a:cubicBezTo>
                      <a:pt x="31750" y="12000164"/>
                      <a:pt x="12700" y="11981114"/>
                      <a:pt x="12700" y="11956984"/>
                    </a:cubicBezTo>
                    <a:close/>
                    <a:moveTo>
                      <a:pt x="6626709" y="12000164"/>
                    </a:moveTo>
                    <a:cubicBezTo>
                      <a:pt x="6626709" y="12024295"/>
                      <a:pt x="6607659" y="12043345"/>
                      <a:pt x="6583529" y="12043345"/>
                    </a:cubicBezTo>
                    <a:lnTo>
                      <a:pt x="97790" y="12043345"/>
                    </a:lnTo>
                    <a:cubicBezTo>
                      <a:pt x="78740" y="12043345"/>
                      <a:pt x="62230" y="12030645"/>
                      <a:pt x="57150" y="12012864"/>
                    </a:cubicBezTo>
                    <a:lnTo>
                      <a:pt x="6541619" y="12012864"/>
                    </a:lnTo>
                    <a:cubicBezTo>
                      <a:pt x="6572099" y="12012864"/>
                      <a:pt x="6597499" y="11987464"/>
                      <a:pt x="6597499" y="11956984"/>
                    </a:cubicBezTo>
                    <a:lnTo>
                      <a:pt x="6597499" y="58420"/>
                    </a:lnTo>
                    <a:cubicBezTo>
                      <a:pt x="6614009" y="64770"/>
                      <a:pt x="6626709" y="80010"/>
                      <a:pt x="6626709" y="99060"/>
                    </a:cubicBezTo>
                    <a:lnTo>
                      <a:pt x="6626709" y="12000164"/>
                    </a:lnTo>
                    <a:close/>
                  </a:path>
                </a:pathLst>
              </a:custGeom>
              <a:solidFill>
                <a:srgbClr val="000000"/>
              </a:solidFill>
            </p:spPr>
          </p:sp>
        </p:grpSp>
        <p:grpSp>
          <p:nvGrpSpPr>
            <p:cNvPr id="29" name="Group 29"/>
            <p:cNvGrpSpPr/>
            <p:nvPr/>
          </p:nvGrpSpPr>
          <p:grpSpPr>
            <a:xfrm>
              <a:off x="0" y="0"/>
              <a:ext cx="5821256" cy="880662"/>
              <a:chOff x="0" y="0"/>
              <a:chExt cx="6639409" cy="1004436"/>
            </a:xfrm>
          </p:grpSpPr>
          <p:sp>
            <p:nvSpPr>
              <p:cNvPr id="30" name="Freeform 30"/>
              <p:cNvSpPr/>
              <p:nvPr/>
            </p:nvSpPr>
            <p:spPr>
              <a:xfrm>
                <a:off x="57150" y="58420"/>
                <a:ext cx="6569559" cy="933316"/>
              </a:xfrm>
              <a:custGeom>
                <a:avLst/>
                <a:gdLst/>
                <a:ahLst/>
                <a:cxnLst/>
                <a:rect l="l" t="t" r="r" b="b"/>
                <a:pathLst>
                  <a:path w="6569559" h="933316">
                    <a:moveTo>
                      <a:pt x="6484469" y="902836"/>
                    </a:moveTo>
                    <a:lnTo>
                      <a:pt x="0" y="902836"/>
                    </a:lnTo>
                    <a:cubicBezTo>
                      <a:pt x="5080" y="920616"/>
                      <a:pt x="21590" y="933316"/>
                      <a:pt x="40640" y="933316"/>
                    </a:cubicBezTo>
                    <a:lnTo>
                      <a:pt x="6526379" y="933316"/>
                    </a:lnTo>
                    <a:cubicBezTo>
                      <a:pt x="6550509" y="933316"/>
                      <a:pt x="6569559" y="914266"/>
                      <a:pt x="6569559" y="890136"/>
                    </a:cubicBezTo>
                    <a:lnTo>
                      <a:pt x="6569559" y="40640"/>
                    </a:lnTo>
                    <a:cubicBezTo>
                      <a:pt x="6569559" y="21590"/>
                      <a:pt x="6556859" y="6350"/>
                      <a:pt x="6540349" y="0"/>
                    </a:cubicBezTo>
                    <a:lnTo>
                      <a:pt x="6540349" y="846956"/>
                    </a:lnTo>
                    <a:cubicBezTo>
                      <a:pt x="6540349" y="877436"/>
                      <a:pt x="6514949" y="902836"/>
                      <a:pt x="6484469" y="902836"/>
                    </a:cubicBezTo>
                    <a:close/>
                  </a:path>
                </a:pathLst>
              </a:custGeom>
              <a:solidFill>
                <a:srgbClr val="000000"/>
              </a:solidFill>
            </p:spPr>
          </p:sp>
          <p:sp>
            <p:nvSpPr>
              <p:cNvPr id="31" name="Freeform 31"/>
              <p:cNvSpPr/>
              <p:nvPr/>
            </p:nvSpPr>
            <p:spPr>
              <a:xfrm>
                <a:off x="12700" y="12700"/>
                <a:ext cx="6572099" cy="935856"/>
              </a:xfrm>
              <a:custGeom>
                <a:avLst/>
                <a:gdLst/>
                <a:ahLst/>
                <a:cxnLst/>
                <a:rect l="l" t="t" r="r" b="b"/>
                <a:pathLst>
                  <a:path w="6572099" h="935856">
                    <a:moveTo>
                      <a:pt x="43180" y="935856"/>
                    </a:moveTo>
                    <a:lnTo>
                      <a:pt x="6528919" y="935856"/>
                    </a:lnTo>
                    <a:cubicBezTo>
                      <a:pt x="6553049" y="935856"/>
                      <a:pt x="6572099" y="916806"/>
                      <a:pt x="6572099" y="892676"/>
                    </a:cubicBezTo>
                    <a:lnTo>
                      <a:pt x="6572099" y="43180"/>
                    </a:lnTo>
                    <a:cubicBezTo>
                      <a:pt x="6572099" y="19050"/>
                      <a:pt x="6553049" y="0"/>
                      <a:pt x="6528919" y="0"/>
                    </a:cubicBezTo>
                    <a:lnTo>
                      <a:pt x="43180" y="0"/>
                    </a:lnTo>
                    <a:cubicBezTo>
                      <a:pt x="19050" y="0"/>
                      <a:pt x="0" y="19050"/>
                      <a:pt x="0" y="43180"/>
                    </a:cubicBezTo>
                    <a:lnTo>
                      <a:pt x="0" y="892676"/>
                    </a:lnTo>
                    <a:cubicBezTo>
                      <a:pt x="0" y="916806"/>
                      <a:pt x="19050" y="935856"/>
                      <a:pt x="43180" y="935856"/>
                    </a:cubicBezTo>
                    <a:close/>
                  </a:path>
                </a:pathLst>
              </a:custGeom>
              <a:solidFill>
                <a:srgbClr val="F8F8F8"/>
              </a:solidFill>
            </p:spPr>
          </p:sp>
          <p:sp>
            <p:nvSpPr>
              <p:cNvPr id="32" name="Freeform 32"/>
              <p:cNvSpPr/>
              <p:nvPr/>
            </p:nvSpPr>
            <p:spPr>
              <a:xfrm>
                <a:off x="0" y="0"/>
                <a:ext cx="6639409" cy="1004436"/>
              </a:xfrm>
              <a:custGeom>
                <a:avLst/>
                <a:gdLst/>
                <a:ahLst/>
                <a:cxnLst/>
                <a:rect l="l" t="t" r="r" b="b"/>
                <a:pathLst>
                  <a:path w="6639409" h="1004436">
                    <a:moveTo>
                      <a:pt x="6596229" y="44450"/>
                    </a:moveTo>
                    <a:cubicBezTo>
                      <a:pt x="6591149" y="19050"/>
                      <a:pt x="6568289" y="0"/>
                      <a:pt x="6541619" y="0"/>
                    </a:cubicBezTo>
                    <a:lnTo>
                      <a:pt x="55880" y="0"/>
                    </a:lnTo>
                    <a:cubicBezTo>
                      <a:pt x="25400" y="0"/>
                      <a:pt x="0" y="25400"/>
                      <a:pt x="0" y="55880"/>
                    </a:cubicBezTo>
                    <a:lnTo>
                      <a:pt x="0" y="905376"/>
                    </a:lnTo>
                    <a:cubicBezTo>
                      <a:pt x="0" y="932046"/>
                      <a:pt x="17780" y="953636"/>
                      <a:pt x="43180" y="959986"/>
                    </a:cubicBezTo>
                    <a:cubicBezTo>
                      <a:pt x="48260" y="985386"/>
                      <a:pt x="71120" y="1004436"/>
                      <a:pt x="97790" y="1004436"/>
                    </a:cubicBezTo>
                    <a:lnTo>
                      <a:pt x="6583529" y="1004436"/>
                    </a:lnTo>
                    <a:cubicBezTo>
                      <a:pt x="6614009" y="1004436"/>
                      <a:pt x="6639409" y="979036"/>
                      <a:pt x="6639409" y="948556"/>
                    </a:cubicBezTo>
                    <a:lnTo>
                      <a:pt x="6639409" y="99060"/>
                    </a:lnTo>
                    <a:cubicBezTo>
                      <a:pt x="6639409" y="72390"/>
                      <a:pt x="6621629" y="50800"/>
                      <a:pt x="6596229" y="44450"/>
                    </a:cubicBezTo>
                    <a:close/>
                    <a:moveTo>
                      <a:pt x="12700" y="905376"/>
                    </a:moveTo>
                    <a:lnTo>
                      <a:pt x="12700" y="55880"/>
                    </a:lnTo>
                    <a:cubicBezTo>
                      <a:pt x="12700" y="31750"/>
                      <a:pt x="31750" y="12700"/>
                      <a:pt x="55880" y="12700"/>
                    </a:cubicBezTo>
                    <a:lnTo>
                      <a:pt x="6541619" y="12700"/>
                    </a:lnTo>
                    <a:cubicBezTo>
                      <a:pt x="6565749" y="12700"/>
                      <a:pt x="6584799" y="31750"/>
                      <a:pt x="6584799" y="55880"/>
                    </a:cubicBezTo>
                    <a:lnTo>
                      <a:pt x="6584799" y="905376"/>
                    </a:lnTo>
                    <a:cubicBezTo>
                      <a:pt x="6584799" y="929506"/>
                      <a:pt x="6565749" y="948556"/>
                      <a:pt x="6541619" y="948556"/>
                    </a:cubicBezTo>
                    <a:lnTo>
                      <a:pt x="55880" y="948556"/>
                    </a:lnTo>
                    <a:cubicBezTo>
                      <a:pt x="31750" y="948556"/>
                      <a:pt x="12700" y="929506"/>
                      <a:pt x="12700" y="905376"/>
                    </a:cubicBezTo>
                    <a:close/>
                    <a:moveTo>
                      <a:pt x="6626709" y="948556"/>
                    </a:moveTo>
                    <a:cubicBezTo>
                      <a:pt x="6626709" y="972686"/>
                      <a:pt x="6607659" y="991736"/>
                      <a:pt x="6583529" y="991736"/>
                    </a:cubicBezTo>
                    <a:lnTo>
                      <a:pt x="97790" y="991736"/>
                    </a:lnTo>
                    <a:cubicBezTo>
                      <a:pt x="78740" y="991736"/>
                      <a:pt x="62230" y="979036"/>
                      <a:pt x="57150" y="961256"/>
                    </a:cubicBezTo>
                    <a:lnTo>
                      <a:pt x="6541619" y="961256"/>
                    </a:lnTo>
                    <a:cubicBezTo>
                      <a:pt x="6572099" y="961256"/>
                      <a:pt x="6597499" y="935856"/>
                      <a:pt x="6597499" y="905376"/>
                    </a:cubicBezTo>
                    <a:lnTo>
                      <a:pt x="6597499" y="58420"/>
                    </a:lnTo>
                    <a:cubicBezTo>
                      <a:pt x="6614009" y="64770"/>
                      <a:pt x="6626709" y="80010"/>
                      <a:pt x="6626709" y="99060"/>
                    </a:cubicBezTo>
                    <a:lnTo>
                      <a:pt x="6626709" y="948556"/>
                    </a:lnTo>
                    <a:close/>
                  </a:path>
                </a:pathLst>
              </a:custGeom>
              <a:solidFill>
                <a:srgbClr val="000000"/>
              </a:solidFill>
            </p:spPr>
          </p:sp>
        </p:grpSp>
      </p:grpSp>
      <p:grpSp>
        <p:nvGrpSpPr>
          <p:cNvPr id="33" name="Group 33"/>
          <p:cNvGrpSpPr/>
          <p:nvPr/>
        </p:nvGrpSpPr>
        <p:grpSpPr>
          <a:xfrm>
            <a:off x="13720057" y="1995645"/>
            <a:ext cx="4365942" cy="7927812"/>
            <a:chOff x="0" y="0"/>
            <a:chExt cx="5821256" cy="10570416"/>
          </a:xfrm>
        </p:grpSpPr>
        <p:grpSp>
          <p:nvGrpSpPr>
            <p:cNvPr id="34" name="Group 34"/>
            <p:cNvGrpSpPr/>
            <p:nvPr/>
          </p:nvGrpSpPr>
          <p:grpSpPr>
            <a:xfrm>
              <a:off x="0" y="0"/>
              <a:ext cx="5821256" cy="10570416"/>
              <a:chOff x="0" y="0"/>
              <a:chExt cx="6639409" cy="12056044"/>
            </a:xfrm>
          </p:grpSpPr>
          <p:sp>
            <p:nvSpPr>
              <p:cNvPr id="35" name="Freeform 35"/>
              <p:cNvSpPr/>
              <p:nvPr/>
            </p:nvSpPr>
            <p:spPr>
              <a:xfrm>
                <a:off x="57150" y="58420"/>
                <a:ext cx="6569559" cy="11984925"/>
              </a:xfrm>
              <a:custGeom>
                <a:avLst/>
                <a:gdLst/>
                <a:ahLst/>
                <a:cxnLst/>
                <a:rect l="l" t="t" r="r" b="b"/>
                <a:pathLst>
                  <a:path w="6569559" h="11984925">
                    <a:moveTo>
                      <a:pt x="6484469" y="11954444"/>
                    </a:moveTo>
                    <a:lnTo>
                      <a:pt x="0" y="11954444"/>
                    </a:lnTo>
                    <a:cubicBezTo>
                      <a:pt x="5080" y="11972225"/>
                      <a:pt x="21590" y="11984925"/>
                      <a:pt x="40640" y="11984925"/>
                    </a:cubicBezTo>
                    <a:lnTo>
                      <a:pt x="6526379" y="11984925"/>
                    </a:lnTo>
                    <a:cubicBezTo>
                      <a:pt x="6550509" y="11984925"/>
                      <a:pt x="6569559" y="11965875"/>
                      <a:pt x="6569559" y="11941744"/>
                    </a:cubicBezTo>
                    <a:lnTo>
                      <a:pt x="6569559" y="40640"/>
                    </a:lnTo>
                    <a:cubicBezTo>
                      <a:pt x="6569559" y="21590"/>
                      <a:pt x="6556859" y="6350"/>
                      <a:pt x="6540349" y="0"/>
                    </a:cubicBezTo>
                    <a:lnTo>
                      <a:pt x="6540349" y="11898564"/>
                    </a:lnTo>
                    <a:cubicBezTo>
                      <a:pt x="6540349" y="11929044"/>
                      <a:pt x="6514949" y="11954444"/>
                      <a:pt x="6484469" y="11954444"/>
                    </a:cubicBezTo>
                    <a:close/>
                  </a:path>
                </a:pathLst>
              </a:custGeom>
              <a:solidFill>
                <a:srgbClr val="000000"/>
              </a:solidFill>
            </p:spPr>
          </p:sp>
          <p:sp>
            <p:nvSpPr>
              <p:cNvPr id="36" name="Freeform 36"/>
              <p:cNvSpPr/>
              <p:nvPr/>
            </p:nvSpPr>
            <p:spPr>
              <a:xfrm>
                <a:off x="12700" y="12700"/>
                <a:ext cx="6572099" cy="11987464"/>
              </a:xfrm>
              <a:custGeom>
                <a:avLst/>
                <a:gdLst/>
                <a:ahLst/>
                <a:cxnLst/>
                <a:rect l="l" t="t" r="r" b="b"/>
                <a:pathLst>
                  <a:path w="6572099" h="11987464">
                    <a:moveTo>
                      <a:pt x="43180" y="11987464"/>
                    </a:moveTo>
                    <a:lnTo>
                      <a:pt x="6528919" y="11987464"/>
                    </a:lnTo>
                    <a:cubicBezTo>
                      <a:pt x="6553049" y="11987464"/>
                      <a:pt x="6572099" y="11968414"/>
                      <a:pt x="6572099" y="11944284"/>
                    </a:cubicBezTo>
                    <a:lnTo>
                      <a:pt x="6572099" y="43180"/>
                    </a:lnTo>
                    <a:cubicBezTo>
                      <a:pt x="6572099" y="19050"/>
                      <a:pt x="6553049" y="0"/>
                      <a:pt x="6528919" y="0"/>
                    </a:cubicBezTo>
                    <a:lnTo>
                      <a:pt x="43180" y="0"/>
                    </a:lnTo>
                    <a:cubicBezTo>
                      <a:pt x="19050" y="0"/>
                      <a:pt x="0" y="19050"/>
                      <a:pt x="0" y="43180"/>
                    </a:cubicBezTo>
                    <a:lnTo>
                      <a:pt x="0" y="11944284"/>
                    </a:lnTo>
                    <a:cubicBezTo>
                      <a:pt x="0" y="11968414"/>
                      <a:pt x="19050" y="11987464"/>
                      <a:pt x="43180" y="11987464"/>
                    </a:cubicBezTo>
                    <a:close/>
                  </a:path>
                </a:pathLst>
              </a:custGeom>
              <a:solidFill>
                <a:srgbClr val="F8F8F8"/>
              </a:solidFill>
            </p:spPr>
          </p:sp>
          <p:sp>
            <p:nvSpPr>
              <p:cNvPr id="37" name="Freeform 37"/>
              <p:cNvSpPr/>
              <p:nvPr/>
            </p:nvSpPr>
            <p:spPr>
              <a:xfrm>
                <a:off x="0" y="0"/>
                <a:ext cx="6639409" cy="12056045"/>
              </a:xfrm>
              <a:custGeom>
                <a:avLst/>
                <a:gdLst/>
                <a:ahLst/>
                <a:cxnLst/>
                <a:rect l="l" t="t" r="r" b="b"/>
                <a:pathLst>
                  <a:path w="6639409" h="12056045">
                    <a:moveTo>
                      <a:pt x="6596229" y="44450"/>
                    </a:moveTo>
                    <a:cubicBezTo>
                      <a:pt x="6591149" y="19050"/>
                      <a:pt x="6568289" y="0"/>
                      <a:pt x="6541619" y="0"/>
                    </a:cubicBezTo>
                    <a:lnTo>
                      <a:pt x="55880" y="0"/>
                    </a:lnTo>
                    <a:cubicBezTo>
                      <a:pt x="25400" y="0"/>
                      <a:pt x="0" y="25400"/>
                      <a:pt x="0" y="55880"/>
                    </a:cubicBezTo>
                    <a:lnTo>
                      <a:pt x="0" y="11956984"/>
                    </a:lnTo>
                    <a:cubicBezTo>
                      <a:pt x="0" y="11983655"/>
                      <a:pt x="17780" y="12005245"/>
                      <a:pt x="43180" y="12011595"/>
                    </a:cubicBezTo>
                    <a:cubicBezTo>
                      <a:pt x="48260" y="12036995"/>
                      <a:pt x="71120" y="12056045"/>
                      <a:pt x="97790" y="12056045"/>
                    </a:cubicBezTo>
                    <a:lnTo>
                      <a:pt x="6583529" y="12056045"/>
                    </a:lnTo>
                    <a:cubicBezTo>
                      <a:pt x="6614009" y="12056045"/>
                      <a:pt x="6639409" y="12030645"/>
                      <a:pt x="6639409" y="12000164"/>
                    </a:cubicBezTo>
                    <a:lnTo>
                      <a:pt x="6639409" y="99060"/>
                    </a:lnTo>
                    <a:cubicBezTo>
                      <a:pt x="6639409" y="72390"/>
                      <a:pt x="6621629" y="50800"/>
                      <a:pt x="6596229" y="44450"/>
                    </a:cubicBezTo>
                    <a:close/>
                    <a:moveTo>
                      <a:pt x="12700" y="11956984"/>
                    </a:moveTo>
                    <a:lnTo>
                      <a:pt x="12700" y="55880"/>
                    </a:lnTo>
                    <a:cubicBezTo>
                      <a:pt x="12700" y="31750"/>
                      <a:pt x="31750" y="12700"/>
                      <a:pt x="55880" y="12700"/>
                    </a:cubicBezTo>
                    <a:lnTo>
                      <a:pt x="6541619" y="12700"/>
                    </a:lnTo>
                    <a:cubicBezTo>
                      <a:pt x="6565749" y="12700"/>
                      <a:pt x="6584799" y="31750"/>
                      <a:pt x="6584799" y="55880"/>
                    </a:cubicBezTo>
                    <a:lnTo>
                      <a:pt x="6584799" y="11956984"/>
                    </a:lnTo>
                    <a:cubicBezTo>
                      <a:pt x="6584799" y="11981114"/>
                      <a:pt x="6565749" y="12000164"/>
                      <a:pt x="6541619" y="12000164"/>
                    </a:cubicBezTo>
                    <a:lnTo>
                      <a:pt x="55880" y="12000164"/>
                    </a:lnTo>
                    <a:cubicBezTo>
                      <a:pt x="31750" y="12000164"/>
                      <a:pt x="12700" y="11981114"/>
                      <a:pt x="12700" y="11956984"/>
                    </a:cubicBezTo>
                    <a:close/>
                    <a:moveTo>
                      <a:pt x="6626709" y="12000164"/>
                    </a:moveTo>
                    <a:cubicBezTo>
                      <a:pt x="6626709" y="12024295"/>
                      <a:pt x="6607659" y="12043345"/>
                      <a:pt x="6583529" y="12043345"/>
                    </a:cubicBezTo>
                    <a:lnTo>
                      <a:pt x="97790" y="12043345"/>
                    </a:lnTo>
                    <a:cubicBezTo>
                      <a:pt x="78740" y="12043345"/>
                      <a:pt x="62230" y="12030645"/>
                      <a:pt x="57150" y="12012864"/>
                    </a:cubicBezTo>
                    <a:lnTo>
                      <a:pt x="6541619" y="12012864"/>
                    </a:lnTo>
                    <a:cubicBezTo>
                      <a:pt x="6572099" y="12012864"/>
                      <a:pt x="6597499" y="11987464"/>
                      <a:pt x="6597499" y="11956984"/>
                    </a:cubicBezTo>
                    <a:lnTo>
                      <a:pt x="6597499" y="58420"/>
                    </a:lnTo>
                    <a:cubicBezTo>
                      <a:pt x="6614009" y="64770"/>
                      <a:pt x="6626709" y="80010"/>
                      <a:pt x="6626709" y="99060"/>
                    </a:cubicBezTo>
                    <a:lnTo>
                      <a:pt x="6626709" y="12000164"/>
                    </a:lnTo>
                    <a:close/>
                  </a:path>
                </a:pathLst>
              </a:custGeom>
              <a:solidFill>
                <a:srgbClr val="000000"/>
              </a:solidFill>
            </p:spPr>
          </p:sp>
        </p:grpSp>
        <p:grpSp>
          <p:nvGrpSpPr>
            <p:cNvPr id="38" name="Group 38"/>
            <p:cNvGrpSpPr/>
            <p:nvPr/>
          </p:nvGrpSpPr>
          <p:grpSpPr>
            <a:xfrm>
              <a:off x="0" y="0"/>
              <a:ext cx="5821256" cy="880662"/>
              <a:chOff x="0" y="0"/>
              <a:chExt cx="6639409" cy="1004436"/>
            </a:xfrm>
          </p:grpSpPr>
          <p:sp>
            <p:nvSpPr>
              <p:cNvPr id="39" name="Freeform 39"/>
              <p:cNvSpPr/>
              <p:nvPr/>
            </p:nvSpPr>
            <p:spPr>
              <a:xfrm>
                <a:off x="57150" y="58420"/>
                <a:ext cx="6569559" cy="933316"/>
              </a:xfrm>
              <a:custGeom>
                <a:avLst/>
                <a:gdLst/>
                <a:ahLst/>
                <a:cxnLst/>
                <a:rect l="l" t="t" r="r" b="b"/>
                <a:pathLst>
                  <a:path w="6569559" h="933316">
                    <a:moveTo>
                      <a:pt x="6484469" y="902836"/>
                    </a:moveTo>
                    <a:lnTo>
                      <a:pt x="0" y="902836"/>
                    </a:lnTo>
                    <a:cubicBezTo>
                      <a:pt x="5080" y="920616"/>
                      <a:pt x="21590" y="933316"/>
                      <a:pt x="40640" y="933316"/>
                    </a:cubicBezTo>
                    <a:lnTo>
                      <a:pt x="6526379" y="933316"/>
                    </a:lnTo>
                    <a:cubicBezTo>
                      <a:pt x="6550509" y="933316"/>
                      <a:pt x="6569559" y="914266"/>
                      <a:pt x="6569559" y="890136"/>
                    </a:cubicBezTo>
                    <a:lnTo>
                      <a:pt x="6569559" y="40640"/>
                    </a:lnTo>
                    <a:cubicBezTo>
                      <a:pt x="6569559" y="21590"/>
                      <a:pt x="6556859" y="6350"/>
                      <a:pt x="6540349" y="0"/>
                    </a:cubicBezTo>
                    <a:lnTo>
                      <a:pt x="6540349" y="846956"/>
                    </a:lnTo>
                    <a:cubicBezTo>
                      <a:pt x="6540349" y="877436"/>
                      <a:pt x="6514949" y="902836"/>
                      <a:pt x="6484469" y="902836"/>
                    </a:cubicBezTo>
                    <a:close/>
                  </a:path>
                </a:pathLst>
              </a:custGeom>
              <a:solidFill>
                <a:srgbClr val="000000"/>
              </a:solidFill>
            </p:spPr>
          </p:sp>
          <p:sp>
            <p:nvSpPr>
              <p:cNvPr id="40" name="Freeform 40"/>
              <p:cNvSpPr/>
              <p:nvPr/>
            </p:nvSpPr>
            <p:spPr>
              <a:xfrm>
                <a:off x="12700" y="12700"/>
                <a:ext cx="6572099" cy="935856"/>
              </a:xfrm>
              <a:custGeom>
                <a:avLst/>
                <a:gdLst/>
                <a:ahLst/>
                <a:cxnLst/>
                <a:rect l="l" t="t" r="r" b="b"/>
                <a:pathLst>
                  <a:path w="6572099" h="935856">
                    <a:moveTo>
                      <a:pt x="43180" y="935856"/>
                    </a:moveTo>
                    <a:lnTo>
                      <a:pt x="6528919" y="935856"/>
                    </a:lnTo>
                    <a:cubicBezTo>
                      <a:pt x="6553049" y="935856"/>
                      <a:pt x="6572099" y="916806"/>
                      <a:pt x="6572099" y="892676"/>
                    </a:cubicBezTo>
                    <a:lnTo>
                      <a:pt x="6572099" y="43180"/>
                    </a:lnTo>
                    <a:cubicBezTo>
                      <a:pt x="6572099" y="19050"/>
                      <a:pt x="6553049" y="0"/>
                      <a:pt x="6528919" y="0"/>
                    </a:cubicBezTo>
                    <a:lnTo>
                      <a:pt x="43180" y="0"/>
                    </a:lnTo>
                    <a:cubicBezTo>
                      <a:pt x="19050" y="0"/>
                      <a:pt x="0" y="19050"/>
                      <a:pt x="0" y="43180"/>
                    </a:cubicBezTo>
                    <a:lnTo>
                      <a:pt x="0" y="892676"/>
                    </a:lnTo>
                    <a:cubicBezTo>
                      <a:pt x="0" y="916806"/>
                      <a:pt x="19050" y="935856"/>
                      <a:pt x="43180" y="935856"/>
                    </a:cubicBezTo>
                    <a:close/>
                  </a:path>
                </a:pathLst>
              </a:custGeom>
              <a:solidFill>
                <a:srgbClr val="F8F8F8"/>
              </a:solidFill>
            </p:spPr>
          </p:sp>
          <p:sp>
            <p:nvSpPr>
              <p:cNvPr id="41" name="Freeform 41"/>
              <p:cNvSpPr/>
              <p:nvPr/>
            </p:nvSpPr>
            <p:spPr>
              <a:xfrm>
                <a:off x="0" y="0"/>
                <a:ext cx="6639409" cy="1004436"/>
              </a:xfrm>
              <a:custGeom>
                <a:avLst/>
                <a:gdLst/>
                <a:ahLst/>
                <a:cxnLst/>
                <a:rect l="l" t="t" r="r" b="b"/>
                <a:pathLst>
                  <a:path w="6639409" h="1004436">
                    <a:moveTo>
                      <a:pt x="6596229" y="44450"/>
                    </a:moveTo>
                    <a:cubicBezTo>
                      <a:pt x="6591149" y="19050"/>
                      <a:pt x="6568289" y="0"/>
                      <a:pt x="6541619" y="0"/>
                    </a:cubicBezTo>
                    <a:lnTo>
                      <a:pt x="55880" y="0"/>
                    </a:lnTo>
                    <a:cubicBezTo>
                      <a:pt x="25400" y="0"/>
                      <a:pt x="0" y="25400"/>
                      <a:pt x="0" y="55880"/>
                    </a:cubicBezTo>
                    <a:lnTo>
                      <a:pt x="0" y="905376"/>
                    </a:lnTo>
                    <a:cubicBezTo>
                      <a:pt x="0" y="932046"/>
                      <a:pt x="17780" y="953636"/>
                      <a:pt x="43180" y="959986"/>
                    </a:cubicBezTo>
                    <a:cubicBezTo>
                      <a:pt x="48260" y="985386"/>
                      <a:pt x="71120" y="1004436"/>
                      <a:pt x="97790" y="1004436"/>
                    </a:cubicBezTo>
                    <a:lnTo>
                      <a:pt x="6583529" y="1004436"/>
                    </a:lnTo>
                    <a:cubicBezTo>
                      <a:pt x="6614009" y="1004436"/>
                      <a:pt x="6639409" y="979036"/>
                      <a:pt x="6639409" y="948556"/>
                    </a:cubicBezTo>
                    <a:lnTo>
                      <a:pt x="6639409" y="99060"/>
                    </a:lnTo>
                    <a:cubicBezTo>
                      <a:pt x="6639409" y="72390"/>
                      <a:pt x="6621629" y="50800"/>
                      <a:pt x="6596229" y="44450"/>
                    </a:cubicBezTo>
                    <a:close/>
                    <a:moveTo>
                      <a:pt x="12700" y="905376"/>
                    </a:moveTo>
                    <a:lnTo>
                      <a:pt x="12700" y="55880"/>
                    </a:lnTo>
                    <a:cubicBezTo>
                      <a:pt x="12700" y="31750"/>
                      <a:pt x="31750" y="12700"/>
                      <a:pt x="55880" y="12700"/>
                    </a:cubicBezTo>
                    <a:lnTo>
                      <a:pt x="6541619" y="12700"/>
                    </a:lnTo>
                    <a:cubicBezTo>
                      <a:pt x="6565749" y="12700"/>
                      <a:pt x="6584799" y="31750"/>
                      <a:pt x="6584799" y="55880"/>
                    </a:cubicBezTo>
                    <a:lnTo>
                      <a:pt x="6584799" y="905376"/>
                    </a:lnTo>
                    <a:cubicBezTo>
                      <a:pt x="6584799" y="929506"/>
                      <a:pt x="6565749" y="948556"/>
                      <a:pt x="6541619" y="948556"/>
                    </a:cubicBezTo>
                    <a:lnTo>
                      <a:pt x="55880" y="948556"/>
                    </a:lnTo>
                    <a:cubicBezTo>
                      <a:pt x="31750" y="948556"/>
                      <a:pt x="12700" y="929506"/>
                      <a:pt x="12700" y="905376"/>
                    </a:cubicBezTo>
                    <a:close/>
                    <a:moveTo>
                      <a:pt x="6626709" y="948556"/>
                    </a:moveTo>
                    <a:cubicBezTo>
                      <a:pt x="6626709" y="972686"/>
                      <a:pt x="6607659" y="991736"/>
                      <a:pt x="6583529" y="991736"/>
                    </a:cubicBezTo>
                    <a:lnTo>
                      <a:pt x="97790" y="991736"/>
                    </a:lnTo>
                    <a:cubicBezTo>
                      <a:pt x="78740" y="991736"/>
                      <a:pt x="62230" y="979036"/>
                      <a:pt x="57150" y="961256"/>
                    </a:cubicBezTo>
                    <a:lnTo>
                      <a:pt x="6541619" y="961256"/>
                    </a:lnTo>
                    <a:cubicBezTo>
                      <a:pt x="6572099" y="961256"/>
                      <a:pt x="6597499" y="935856"/>
                      <a:pt x="6597499" y="905376"/>
                    </a:cubicBezTo>
                    <a:lnTo>
                      <a:pt x="6597499" y="58420"/>
                    </a:lnTo>
                    <a:cubicBezTo>
                      <a:pt x="6614009" y="64770"/>
                      <a:pt x="6626709" y="80010"/>
                      <a:pt x="6626709" y="99060"/>
                    </a:cubicBezTo>
                    <a:lnTo>
                      <a:pt x="6626709" y="948556"/>
                    </a:lnTo>
                    <a:close/>
                  </a:path>
                </a:pathLst>
              </a:custGeom>
              <a:solidFill>
                <a:srgbClr val="000000"/>
              </a:solidFill>
            </p:spPr>
          </p:sp>
        </p:grpSp>
      </p:grpSp>
      <p:grpSp>
        <p:nvGrpSpPr>
          <p:cNvPr id="42" name="Group 42"/>
          <p:cNvGrpSpPr/>
          <p:nvPr/>
        </p:nvGrpSpPr>
        <p:grpSpPr>
          <a:xfrm>
            <a:off x="1364399" y="326073"/>
            <a:ext cx="1157401" cy="1115832"/>
            <a:chOff x="0" y="0"/>
            <a:chExt cx="6350000" cy="6350000"/>
          </a:xfrm>
        </p:grpSpPr>
        <p:sp>
          <p:nvSpPr>
            <p:cNvPr id="43" name="Freeform 43"/>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p:spPr>
        </p:sp>
      </p:grpSp>
      <p:pic>
        <p:nvPicPr>
          <p:cNvPr id="44" name="Picture 44"/>
          <p:cNvPicPr>
            <a:picLocks noChangeAspect="1"/>
          </p:cNvPicPr>
          <p:nvPr/>
        </p:nvPicPr>
        <p:blipFill>
          <a:blip r:embed="rId3"/>
          <a:srcRect l="2867" t="5375" r="6466"/>
          <a:stretch>
            <a:fillRect/>
          </a:stretch>
        </p:blipFill>
        <p:spPr>
          <a:xfrm>
            <a:off x="435789" y="2918076"/>
            <a:ext cx="3898367" cy="2290647"/>
          </a:xfrm>
          <a:prstGeom prst="rect">
            <a:avLst/>
          </a:prstGeom>
        </p:spPr>
      </p:pic>
      <p:pic>
        <p:nvPicPr>
          <p:cNvPr id="45" name="Picture 45"/>
          <p:cNvPicPr>
            <a:picLocks noChangeAspect="1"/>
          </p:cNvPicPr>
          <p:nvPr/>
        </p:nvPicPr>
        <p:blipFill>
          <a:blip r:embed="rId4"/>
          <a:srcRect l="1799" r="20130"/>
          <a:stretch>
            <a:fillRect/>
          </a:stretch>
        </p:blipFill>
        <p:spPr>
          <a:xfrm>
            <a:off x="4814445" y="2918076"/>
            <a:ext cx="3893356" cy="2408219"/>
          </a:xfrm>
          <a:prstGeom prst="rect">
            <a:avLst/>
          </a:prstGeom>
        </p:spPr>
      </p:pic>
      <p:pic>
        <p:nvPicPr>
          <p:cNvPr id="46" name="Picture 46"/>
          <p:cNvPicPr>
            <a:picLocks noChangeAspect="1"/>
          </p:cNvPicPr>
          <p:nvPr/>
        </p:nvPicPr>
        <p:blipFill>
          <a:blip r:embed="rId5"/>
          <a:srcRect l="3043" t="14919" r="2307"/>
          <a:stretch>
            <a:fillRect/>
          </a:stretch>
        </p:blipFill>
        <p:spPr>
          <a:xfrm>
            <a:off x="9521066" y="2918076"/>
            <a:ext cx="3750488" cy="2607188"/>
          </a:xfrm>
          <a:prstGeom prst="rect">
            <a:avLst/>
          </a:prstGeom>
        </p:spPr>
      </p:pic>
      <p:pic>
        <p:nvPicPr>
          <p:cNvPr id="47" name="Picture 47"/>
          <p:cNvPicPr>
            <a:picLocks noChangeAspect="1"/>
          </p:cNvPicPr>
          <p:nvPr/>
        </p:nvPicPr>
        <p:blipFill>
          <a:blip r:embed="rId6"/>
          <a:srcRect t="26924"/>
          <a:stretch>
            <a:fillRect/>
          </a:stretch>
        </p:blipFill>
        <p:spPr>
          <a:xfrm>
            <a:off x="14087686" y="3001258"/>
            <a:ext cx="3630684" cy="1989842"/>
          </a:xfrm>
          <a:prstGeom prst="rect">
            <a:avLst/>
          </a:prstGeom>
        </p:spPr>
      </p:pic>
      <p:sp>
        <p:nvSpPr>
          <p:cNvPr id="48" name="TextBox 48"/>
          <p:cNvSpPr txBox="1"/>
          <p:nvPr/>
        </p:nvSpPr>
        <p:spPr>
          <a:xfrm>
            <a:off x="3084958" y="471131"/>
            <a:ext cx="13434141" cy="760164"/>
          </a:xfrm>
          <a:prstGeom prst="rect">
            <a:avLst/>
          </a:prstGeom>
        </p:spPr>
        <p:txBody>
          <a:bodyPr lIns="0" tIns="0" rIns="0" bIns="0" rtlCol="0" anchor="t">
            <a:spAutoFit/>
          </a:bodyPr>
          <a:lstStyle/>
          <a:p>
            <a:pPr>
              <a:lnSpc>
                <a:spcPts val="5942"/>
              </a:lnSpc>
            </a:pPr>
            <a:r>
              <a:rPr lang="en-US" sz="5401" spc="-54" dirty="0" err="1">
                <a:latin typeface="Caudex Bold"/>
              </a:rPr>
              <a:t>Cấu</a:t>
            </a:r>
            <a:r>
              <a:rPr lang="en-US" sz="5401" spc="-54" dirty="0">
                <a:latin typeface="Caudex Bold"/>
              </a:rPr>
              <a:t> </a:t>
            </a:r>
            <a:r>
              <a:rPr lang="en-US" sz="5401" spc="-54" dirty="0" err="1">
                <a:latin typeface="Caudex Bold"/>
              </a:rPr>
              <a:t>tạo</a:t>
            </a:r>
            <a:r>
              <a:rPr lang="en-US" sz="5401" spc="-54" dirty="0">
                <a:latin typeface="Caudex Bold"/>
              </a:rPr>
              <a:t> </a:t>
            </a:r>
            <a:r>
              <a:rPr lang="en-US" sz="5401" spc="-54" dirty="0" err="1">
                <a:latin typeface="Caudex Bold"/>
              </a:rPr>
              <a:t>cơ</a:t>
            </a:r>
            <a:r>
              <a:rPr lang="en-US" sz="5401" spc="-54" dirty="0">
                <a:latin typeface="Caudex Bold"/>
              </a:rPr>
              <a:t> </a:t>
            </a:r>
            <a:r>
              <a:rPr lang="en-US" sz="5401" spc="-54" dirty="0" err="1">
                <a:latin typeface="Caudex Bold"/>
              </a:rPr>
              <a:t>bản</a:t>
            </a:r>
            <a:r>
              <a:rPr lang="en-US" sz="5401" spc="-54" dirty="0">
                <a:latin typeface="Caudex Bold"/>
              </a:rPr>
              <a:t>, </a:t>
            </a:r>
            <a:r>
              <a:rPr lang="en-US" sz="5401" spc="-54" dirty="0" err="1">
                <a:latin typeface="Caudex Bold"/>
              </a:rPr>
              <a:t>chức</a:t>
            </a:r>
            <a:r>
              <a:rPr lang="en-US" sz="5401" spc="-54" dirty="0">
                <a:latin typeface="Caudex Bold"/>
              </a:rPr>
              <a:t> </a:t>
            </a:r>
            <a:r>
              <a:rPr lang="en-US" sz="5401" spc="-54" dirty="0" err="1">
                <a:latin typeface="Caudex Bold"/>
              </a:rPr>
              <a:t>năng</a:t>
            </a:r>
            <a:r>
              <a:rPr lang="en-US" sz="5401" spc="-54" dirty="0">
                <a:latin typeface="Caudex Bold"/>
              </a:rPr>
              <a:t> </a:t>
            </a:r>
            <a:r>
              <a:rPr lang="en-US" sz="5401" spc="-54" dirty="0" err="1">
                <a:latin typeface="Caudex Bold"/>
              </a:rPr>
              <a:t>của</a:t>
            </a:r>
            <a:r>
              <a:rPr lang="en-US" sz="5401" spc="-54" dirty="0">
                <a:latin typeface="Caudex Bold"/>
              </a:rPr>
              <a:t> </a:t>
            </a:r>
            <a:r>
              <a:rPr lang="en-US" sz="5401" spc="-54" dirty="0" err="1">
                <a:latin typeface="Caudex Bold"/>
              </a:rPr>
              <a:t>các</a:t>
            </a:r>
            <a:r>
              <a:rPr lang="en-US" sz="5401" spc="-54" dirty="0">
                <a:latin typeface="Caudex Bold"/>
              </a:rPr>
              <a:t> </a:t>
            </a:r>
            <a:r>
              <a:rPr lang="en-US" sz="5401" spc="-54" dirty="0" err="1">
                <a:latin typeface="Caudex Bold"/>
              </a:rPr>
              <a:t>bộ</a:t>
            </a:r>
            <a:r>
              <a:rPr lang="en-US" sz="5401" spc="-54" dirty="0">
                <a:latin typeface="Caudex Bold"/>
              </a:rPr>
              <a:t> </a:t>
            </a:r>
            <a:r>
              <a:rPr lang="en-US" sz="5401" spc="-54" dirty="0" err="1">
                <a:latin typeface="Caudex Bold"/>
              </a:rPr>
              <a:t>phận</a:t>
            </a:r>
            <a:r>
              <a:rPr lang="en-US" sz="5401" spc="-54" dirty="0">
                <a:latin typeface="Caudex Bold"/>
              </a:rPr>
              <a:t> </a:t>
            </a:r>
          </a:p>
        </p:txBody>
      </p:sp>
      <p:sp>
        <p:nvSpPr>
          <p:cNvPr id="49" name="TextBox 49"/>
          <p:cNvSpPr txBox="1"/>
          <p:nvPr/>
        </p:nvSpPr>
        <p:spPr>
          <a:xfrm>
            <a:off x="748631" y="2173539"/>
            <a:ext cx="3195989" cy="373967"/>
          </a:xfrm>
          <a:prstGeom prst="rect">
            <a:avLst/>
          </a:prstGeom>
        </p:spPr>
        <p:txBody>
          <a:bodyPr lIns="0" tIns="0" rIns="0" bIns="0" rtlCol="0" anchor="t">
            <a:spAutoFit/>
          </a:bodyPr>
          <a:lstStyle/>
          <a:p>
            <a:pPr algn="ctr">
              <a:lnSpc>
                <a:spcPts val="2723"/>
              </a:lnSpc>
            </a:pPr>
            <a:r>
              <a:rPr lang="en-US" sz="2723" spc="-27">
                <a:solidFill>
                  <a:srgbClr val="000000"/>
                </a:solidFill>
                <a:latin typeface="Josefin Sans Regular Bold"/>
              </a:rPr>
              <a:t>Dàn lạnh máy lạnh</a:t>
            </a:r>
          </a:p>
        </p:txBody>
      </p:sp>
      <p:sp>
        <p:nvSpPr>
          <p:cNvPr id="50" name="TextBox 50"/>
          <p:cNvSpPr txBox="1"/>
          <p:nvPr/>
        </p:nvSpPr>
        <p:spPr>
          <a:xfrm>
            <a:off x="1600200" y="471131"/>
            <a:ext cx="685800" cy="807913"/>
          </a:xfrm>
          <a:prstGeom prst="rect">
            <a:avLst/>
          </a:prstGeom>
        </p:spPr>
        <p:txBody>
          <a:bodyPr wrap="square" lIns="0" tIns="0" rIns="0" bIns="0" rtlCol="0" anchor="t">
            <a:spAutoFit/>
          </a:bodyPr>
          <a:lstStyle/>
          <a:p>
            <a:pPr marL="0" lvl="0" indent="0" algn="ctr">
              <a:lnSpc>
                <a:spcPts val="6349"/>
              </a:lnSpc>
              <a:spcBef>
                <a:spcPct val="0"/>
              </a:spcBef>
            </a:pPr>
            <a:r>
              <a:rPr lang="en-US" sz="4535" dirty="0">
                <a:solidFill>
                  <a:srgbClr val="FFFFFF"/>
                </a:solidFill>
                <a:latin typeface="Caudex Bold"/>
              </a:rPr>
              <a:t>2</a:t>
            </a:r>
          </a:p>
        </p:txBody>
      </p:sp>
      <p:sp>
        <p:nvSpPr>
          <p:cNvPr id="51" name="TextBox 51"/>
          <p:cNvSpPr txBox="1"/>
          <p:nvPr/>
        </p:nvSpPr>
        <p:spPr>
          <a:xfrm>
            <a:off x="5181614" y="2173539"/>
            <a:ext cx="3118318" cy="373967"/>
          </a:xfrm>
          <a:prstGeom prst="rect">
            <a:avLst/>
          </a:prstGeom>
        </p:spPr>
        <p:txBody>
          <a:bodyPr lIns="0" tIns="0" rIns="0" bIns="0" rtlCol="0" anchor="t">
            <a:spAutoFit/>
          </a:bodyPr>
          <a:lstStyle/>
          <a:p>
            <a:pPr algn="ctr">
              <a:lnSpc>
                <a:spcPts val="2723"/>
              </a:lnSpc>
            </a:pPr>
            <a:r>
              <a:rPr lang="en-US" sz="2723" spc="-27">
                <a:solidFill>
                  <a:srgbClr val="000000"/>
                </a:solidFill>
                <a:latin typeface="Josefin Sans Regular Bold"/>
              </a:rPr>
              <a:t>Dàn nóng máy lạnh</a:t>
            </a:r>
          </a:p>
        </p:txBody>
      </p:sp>
      <p:sp>
        <p:nvSpPr>
          <p:cNvPr id="52" name="TextBox 52"/>
          <p:cNvSpPr txBox="1"/>
          <p:nvPr/>
        </p:nvSpPr>
        <p:spPr>
          <a:xfrm>
            <a:off x="9577388" y="2173539"/>
            <a:ext cx="2934069" cy="373967"/>
          </a:xfrm>
          <a:prstGeom prst="rect">
            <a:avLst/>
          </a:prstGeom>
        </p:spPr>
        <p:txBody>
          <a:bodyPr lIns="0" tIns="0" rIns="0" bIns="0" rtlCol="0" anchor="t">
            <a:spAutoFit/>
          </a:bodyPr>
          <a:lstStyle/>
          <a:p>
            <a:pPr algn="ctr">
              <a:lnSpc>
                <a:spcPts val="2723"/>
              </a:lnSpc>
            </a:pPr>
            <a:r>
              <a:rPr lang="en-US" sz="2723" spc="-27">
                <a:solidFill>
                  <a:srgbClr val="000000"/>
                </a:solidFill>
                <a:latin typeface="Josefin Sans Regular Bold"/>
              </a:rPr>
              <a:t>Lốc điều hòa</a:t>
            </a:r>
          </a:p>
        </p:txBody>
      </p:sp>
      <p:sp>
        <p:nvSpPr>
          <p:cNvPr id="53" name="TextBox 53"/>
          <p:cNvSpPr txBox="1"/>
          <p:nvPr/>
        </p:nvSpPr>
        <p:spPr>
          <a:xfrm>
            <a:off x="14325231" y="2173539"/>
            <a:ext cx="2934069" cy="373967"/>
          </a:xfrm>
          <a:prstGeom prst="rect">
            <a:avLst/>
          </a:prstGeom>
        </p:spPr>
        <p:txBody>
          <a:bodyPr lIns="0" tIns="0" rIns="0" bIns="0" rtlCol="0" anchor="t">
            <a:spAutoFit/>
          </a:bodyPr>
          <a:lstStyle/>
          <a:p>
            <a:pPr algn="ctr">
              <a:lnSpc>
                <a:spcPts val="2723"/>
              </a:lnSpc>
            </a:pPr>
            <a:r>
              <a:rPr lang="en-US" sz="2723" spc="-27">
                <a:solidFill>
                  <a:srgbClr val="000000"/>
                </a:solidFill>
                <a:latin typeface="Josefin Sans Regular Bold"/>
              </a:rPr>
              <a:t>Quạt máy lạnh</a:t>
            </a:r>
          </a:p>
        </p:txBody>
      </p:sp>
      <p:sp>
        <p:nvSpPr>
          <p:cNvPr id="54" name="TextBox 54"/>
          <p:cNvSpPr txBox="1"/>
          <p:nvPr/>
        </p:nvSpPr>
        <p:spPr>
          <a:xfrm>
            <a:off x="340764" y="5458589"/>
            <a:ext cx="4088359" cy="4411464"/>
          </a:xfrm>
          <a:prstGeom prst="rect">
            <a:avLst/>
          </a:prstGeom>
        </p:spPr>
        <p:txBody>
          <a:bodyPr lIns="0" tIns="0" rIns="0" bIns="0" rtlCol="0" anchor="t">
            <a:spAutoFit/>
          </a:bodyPr>
          <a:lstStyle/>
          <a:p>
            <a:pPr algn="ctr">
              <a:lnSpc>
                <a:spcPts val="4340"/>
              </a:lnSpc>
            </a:pPr>
            <a:r>
              <a:rPr lang="en-US" sz="3100" dirty="0" err="1">
                <a:solidFill>
                  <a:srgbClr val="000000"/>
                </a:solidFill>
                <a:latin typeface="Josefin Sans Regular"/>
              </a:rPr>
              <a:t>Có</a:t>
            </a:r>
            <a:r>
              <a:rPr lang="en-US" sz="3100" dirty="0">
                <a:solidFill>
                  <a:srgbClr val="000000"/>
                </a:solidFill>
                <a:latin typeface="Josefin Sans Regular"/>
              </a:rPr>
              <a:t> </a:t>
            </a:r>
            <a:r>
              <a:rPr lang="en-US" sz="3100" dirty="0" err="1">
                <a:solidFill>
                  <a:srgbClr val="000000"/>
                </a:solidFill>
                <a:latin typeface="Josefin Sans Regular"/>
              </a:rPr>
              <a:t>tác</a:t>
            </a:r>
            <a:r>
              <a:rPr lang="en-US" sz="3100" dirty="0">
                <a:solidFill>
                  <a:srgbClr val="000000"/>
                </a:solidFill>
                <a:latin typeface="Josefin Sans Regular"/>
              </a:rPr>
              <a:t> </a:t>
            </a:r>
            <a:r>
              <a:rPr lang="en-US" sz="3100" dirty="0" err="1">
                <a:solidFill>
                  <a:srgbClr val="000000"/>
                </a:solidFill>
                <a:latin typeface="Josefin Sans Regular"/>
              </a:rPr>
              <a:t>dụng</a:t>
            </a:r>
            <a:r>
              <a:rPr lang="en-US" sz="3100" dirty="0">
                <a:solidFill>
                  <a:srgbClr val="000000"/>
                </a:solidFill>
                <a:latin typeface="Josefin Sans Regular"/>
              </a:rPr>
              <a:t> </a:t>
            </a:r>
            <a:r>
              <a:rPr lang="en-US" sz="3100" dirty="0" err="1">
                <a:latin typeface="Josefin Sans Regular"/>
              </a:rPr>
              <a:t>hấp</a:t>
            </a:r>
            <a:r>
              <a:rPr lang="en-US" sz="3100" dirty="0">
                <a:latin typeface="Josefin Sans Regular"/>
              </a:rPr>
              <a:t> </a:t>
            </a:r>
            <a:r>
              <a:rPr lang="en-US" sz="3100" dirty="0" err="1">
                <a:latin typeface="Josefin Sans Regular"/>
              </a:rPr>
              <a:t>thụ</a:t>
            </a:r>
            <a:r>
              <a:rPr lang="en-US" sz="3100" dirty="0">
                <a:latin typeface="Josefin Sans Regular"/>
              </a:rPr>
              <a:t> </a:t>
            </a:r>
            <a:r>
              <a:rPr lang="en-US" sz="3100" dirty="0" err="1">
                <a:latin typeface="Josefin Sans Regular"/>
              </a:rPr>
              <a:t>nhiệt</a:t>
            </a:r>
            <a:r>
              <a:rPr lang="en-US" sz="3100" dirty="0">
                <a:latin typeface="Josefin Sans Regular"/>
              </a:rPr>
              <a:t> </a:t>
            </a:r>
            <a:r>
              <a:rPr lang="en-US" sz="3100" dirty="0" err="1">
                <a:latin typeface="Josefin Sans Regular"/>
              </a:rPr>
              <a:t>trong</a:t>
            </a:r>
            <a:r>
              <a:rPr lang="en-US" sz="3100" dirty="0">
                <a:latin typeface="Josefin Sans Regular"/>
              </a:rPr>
              <a:t> </a:t>
            </a:r>
            <a:r>
              <a:rPr lang="en-US" sz="3100" dirty="0" err="1">
                <a:latin typeface="Josefin Sans Regular"/>
              </a:rPr>
              <a:t>phòng</a:t>
            </a:r>
            <a:r>
              <a:rPr lang="en-US" sz="3100" dirty="0">
                <a:latin typeface="Josefin Sans Regular"/>
              </a:rPr>
              <a:t> </a:t>
            </a:r>
            <a:r>
              <a:rPr lang="en-US" sz="3100" dirty="0" err="1">
                <a:latin typeface="Josefin Sans Regular"/>
              </a:rPr>
              <a:t>để</a:t>
            </a:r>
            <a:r>
              <a:rPr lang="en-US" sz="3100" dirty="0">
                <a:latin typeface="Josefin Sans Regular"/>
              </a:rPr>
              <a:t> </a:t>
            </a:r>
            <a:r>
              <a:rPr lang="en-US" sz="3100" dirty="0" err="1">
                <a:latin typeface="Josefin Sans Regular"/>
              </a:rPr>
              <a:t>môi</a:t>
            </a:r>
            <a:r>
              <a:rPr lang="en-US" sz="3100" dirty="0">
                <a:latin typeface="Josefin Sans Regular"/>
              </a:rPr>
              <a:t> </a:t>
            </a:r>
            <a:r>
              <a:rPr lang="en-US" sz="3100" dirty="0" err="1">
                <a:latin typeface="Josefin Sans Regular"/>
              </a:rPr>
              <a:t>chất</a:t>
            </a:r>
            <a:r>
              <a:rPr lang="en-US" sz="3100" dirty="0">
                <a:latin typeface="Josefin Sans Regular"/>
              </a:rPr>
              <a:t> </a:t>
            </a:r>
            <a:r>
              <a:rPr lang="en-US" sz="3100" dirty="0" err="1">
                <a:latin typeface="Josefin Sans Regular"/>
              </a:rPr>
              <a:t>lạnh</a:t>
            </a:r>
            <a:r>
              <a:rPr lang="en-US" sz="3100" dirty="0">
                <a:latin typeface="Josefin Sans Regular"/>
              </a:rPr>
              <a:t> </a:t>
            </a:r>
            <a:r>
              <a:rPr lang="en-US" sz="3100" dirty="0" err="1">
                <a:latin typeface="Josefin Sans Regular"/>
              </a:rPr>
              <a:t>mang</a:t>
            </a:r>
            <a:r>
              <a:rPr lang="en-US" sz="3100" dirty="0">
                <a:latin typeface="Josefin Sans Regular"/>
              </a:rPr>
              <a:t> </a:t>
            </a:r>
            <a:r>
              <a:rPr lang="en-US" sz="3100" dirty="0" err="1">
                <a:latin typeface="Josefin Sans Regular"/>
              </a:rPr>
              <a:t>ra</a:t>
            </a:r>
            <a:r>
              <a:rPr lang="en-US" sz="3100" dirty="0">
                <a:latin typeface="Josefin Sans Regular"/>
              </a:rPr>
              <a:t> </a:t>
            </a:r>
            <a:r>
              <a:rPr lang="en-US" sz="3100" dirty="0" err="1">
                <a:latin typeface="Josefin Sans Regular"/>
              </a:rPr>
              <a:t>bên</a:t>
            </a:r>
            <a:r>
              <a:rPr lang="en-US" sz="3100" dirty="0">
                <a:latin typeface="Josefin Sans Regular"/>
              </a:rPr>
              <a:t> </a:t>
            </a:r>
            <a:r>
              <a:rPr lang="en-US" sz="3100" dirty="0" err="1">
                <a:latin typeface="Josefin Sans Regular"/>
              </a:rPr>
              <a:t>ngoài</a:t>
            </a:r>
            <a:r>
              <a:rPr lang="en-US" sz="3100" dirty="0">
                <a:latin typeface="Josefin Sans Regular"/>
              </a:rPr>
              <a:t>. </a:t>
            </a:r>
            <a:r>
              <a:rPr lang="en-US" sz="3100" dirty="0" err="1">
                <a:solidFill>
                  <a:srgbClr val="000000"/>
                </a:solidFill>
                <a:latin typeface="Josefin Sans Regular"/>
              </a:rPr>
              <a:t>Dàn</a:t>
            </a:r>
            <a:r>
              <a:rPr lang="en-US" sz="3100" dirty="0">
                <a:solidFill>
                  <a:srgbClr val="000000"/>
                </a:solidFill>
                <a:latin typeface="Josefin Sans Regular"/>
              </a:rPr>
              <a:t> </a:t>
            </a:r>
            <a:r>
              <a:rPr lang="en-US" sz="3100" dirty="0" err="1">
                <a:solidFill>
                  <a:srgbClr val="000000"/>
                </a:solidFill>
                <a:latin typeface="Josefin Sans Regular"/>
              </a:rPr>
              <a:t>lạnh</a:t>
            </a:r>
            <a:r>
              <a:rPr lang="en-US" sz="3100" dirty="0">
                <a:solidFill>
                  <a:srgbClr val="000000"/>
                </a:solidFill>
                <a:latin typeface="Josefin Sans Regular"/>
              </a:rPr>
              <a:t> </a:t>
            </a:r>
            <a:r>
              <a:rPr lang="en-US" sz="3100" dirty="0" err="1">
                <a:solidFill>
                  <a:srgbClr val="000000"/>
                </a:solidFill>
                <a:latin typeface="Josefin Sans Regular"/>
              </a:rPr>
              <a:t>điều</a:t>
            </a:r>
            <a:r>
              <a:rPr lang="en-US" sz="3100" dirty="0">
                <a:solidFill>
                  <a:srgbClr val="000000"/>
                </a:solidFill>
                <a:latin typeface="Josefin Sans Regular"/>
              </a:rPr>
              <a:t> </a:t>
            </a:r>
            <a:r>
              <a:rPr lang="en-US" sz="3100" dirty="0" err="1">
                <a:solidFill>
                  <a:srgbClr val="000000"/>
                </a:solidFill>
                <a:latin typeface="Josefin Sans Regular"/>
              </a:rPr>
              <a:t>hòa</a:t>
            </a:r>
            <a:r>
              <a:rPr lang="en-US" sz="3100" dirty="0">
                <a:solidFill>
                  <a:srgbClr val="000000"/>
                </a:solidFill>
                <a:latin typeface="Josefin Sans Regular"/>
              </a:rPr>
              <a:t> </a:t>
            </a:r>
            <a:r>
              <a:rPr lang="en-US" sz="3100" dirty="0" err="1">
                <a:solidFill>
                  <a:srgbClr val="000000"/>
                </a:solidFill>
                <a:latin typeface="Josefin Sans Regular"/>
              </a:rPr>
              <a:t>có</a:t>
            </a:r>
            <a:r>
              <a:rPr lang="en-US" sz="3100" dirty="0">
                <a:solidFill>
                  <a:srgbClr val="000000"/>
                </a:solidFill>
                <a:latin typeface="Josefin Sans Regular"/>
              </a:rPr>
              <a:t> </a:t>
            </a:r>
            <a:r>
              <a:rPr lang="en-US" sz="3100" dirty="0" err="1">
                <a:solidFill>
                  <a:srgbClr val="000000"/>
                </a:solidFill>
                <a:latin typeface="Josefin Sans Regular"/>
              </a:rPr>
              <a:t>các</a:t>
            </a:r>
            <a:r>
              <a:rPr lang="en-US" sz="3100" dirty="0">
                <a:solidFill>
                  <a:srgbClr val="000000"/>
                </a:solidFill>
                <a:latin typeface="Josefin Sans Regular"/>
              </a:rPr>
              <a:t> </a:t>
            </a:r>
            <a:r>
              <a:rPr lang="en-US" sz="3100" dirty="0" err="1">
                <a:solidFill>
                  <a:srgbClr val="000000"/>
                </a:solidFill>
                <a:latin typeface="Josefin Sans Regular"/>
              </a:rPr>
              <a:t>ống</a:t>
            </a:r>
            <a:r>
              <a:rPr lang="en-US" sz="3100" dirty="0">
                <a:solidFill>
                  <a:srgbClr val="000000"/>
                </a:solidFill>
                <a:latin typeface="Josefin Sans Regular"/>
              </a:rPr>
              <a:t> </a:t>
            </a:r>
            <a:r>
              <a:rPr lang="en-US" sz="3100" dirty="0" err="1">
                <a:solidFill>
                  <a:srgbClr val="000000"/>
                </a:solidFill>
                <a:latin typeface="Josefin Sans Regular"/>
              </a:rPr>
              <a:t>đồng</a:t>
            </a:r>
            <a:r>
              <a:rPr lang="en-US" sz="3100" dirty="0">
                <a:solidFill>
                  <a:srgbClr val="000000"/>
                </a:solidFill>
                <a:latin typeface="Josefin Sans Regular"/>
              </a:rPr>
              <a:t> </a:t>
            </a:r>
            <a:r>
              <a:rPr lang="en-US" sz="3100" dirty="0" err="1">
                <a:solidFill>
                  <a:srgbClr val="000000"/>
                </a:solidFill>
                <a:latin typeface="Josefin Sans Regular"/>
              </a:rPr>
              <a:t>chạy</a:t>
            </a:r>
            <a:r>
              <a:rPr lang="en-US" sz="3100" dirty="0">
                <a:solidFill>
                  <a:srgbClr val="000000"/>
                </a:solidFill>
                <a:latin typeface="Josefin Sans Regular"/>
              </a:rPr>
              <a:t> song </a:t>
            </a:r>
            <a:r>
              <a:rPr lang="en-US" sz="3100" dirty="0" err="1">
                <a:solidFill>
                  <a:srgbClr val="000000"/>
                </a:solidFill>
                <a:latin typeface="Josefin Sans Regular"/>
              </a:rPr>
              <a:t>song</a:t>
            </a:r>
            <a:r>
              <a:rPr lang="en-US" sz="3100" dirty="0">
                <a:solidFill>
                  <a:srgbClr val="000000"/>
                </a:solidFill>
                <a:latin typeface="Josefin Sans Regular"/>
              </a:rPr>
              <a:t> </a:t>
            </a:r>
            <a:r>
              <a:rPr lang="en-US" sz="3100" dirty="0" err="1">
                <a:solidFill>
                  <a:srgbClr val="000000"/>
                </a:solidFill>
                <a:latin typeface="Josefin Sans Regular"/>
              </a:rPr>
              <a:t>và</a:t>
            </a:r>
            <a:r>
              <a:rPr lang="en-US" sz="3100" dirty="0">
                <a:solidFill>
                  <a:srgbClr val="000000"/>
                </a:solidFill>
                <a:latin typeface="Josefin Sans Regular"/>
              </a:rPr>
              <a:t> </a:t>
            </a:r>
            <a:r>
              <a:rPr lang="en-US" sz="3100" dirty="0" err="1">
                <a:solidFill>
                  <a:srgbClr val="000000"/>
                </a:solidFill>
                <a:latin typeface="Josefin Sans Regular"/>
              </a:rPr>
              <a:t>được</a:t>
            </a:r>
            <a:r>
              <a:rPr lang="en-US" sz="3100" dirty="0">
                <a:solidFill>
                  <a:srgbClr val="000000"/>
                </a:solidFill>
                <a:latin typeface="Josefin Sans Regular"/>
              </a:rPr>
              <a:t> </a:t>
            </a:r>
            <a:r>
              <a:rPr lang="en-US" sz="3100" dirty="0" err="1">
                <a:solidFill>
                  <a:srgbClr val="000000"/>
                </a:solidFill>
                <a:latin typeface="Josefin Sans Regular"/>
              </a:rPr>
              <a:t>bọc</a:t>
            </a:r>
            <a:r>
              <a:rPr lang="en-US" sz="3100" dirty="0">
                <a:solidFill>
                  <a:srgbClr val="000000"/>
                </a:solidFill>
                <a:latin typeface="Josefin Sans Regular"/>
              </a:rPr>
              <a:t> </a:t>
            </a:r>
            <a:r>
              <a:rPr lang="en-US" sz="3100" dirty="0" err="1">
                <a:solidFill>
                  <a:srgbClr val="000000"/>
                </a:solidFill>
                <a:latin typeface="Josefin Sans Regular"/>
              </a:rPr>
              <a:t>bởi</a:t>
            </a:r>
            <a:r>
              <a:rPr lang="en-US" sz="3100" dirty="0">
                <a:solidFill>
                  <a:srgbClr val="000000"/>
                </a:solidFill>
                <a:latin typeface="Josefin Sans Regular"/>
              </a:rPr>
              <a:t> </a:t>
            </a:r>
            <a:r>
              <a:rPr lang="en-US" sz="3100" dirty="0" err="1">
                <a:solidFill>
                  <a:srgbClr val="000000"/>
                </a:solidFill>
                <a:latin typeface="Josefin Sans Regular"/>
              </a:rPr>
              <a:t>lá</a:t>
            </a:r>
            <a:r>
              <a:rPr lang="en-US" sz="3100" dirty="0">
                <a:solidFill>
                  <a:srgbClr val="000000"/>
                </a:solidFill>
                <a:latin typeface="Josefin Sans Regular"/>
              </a:rPr>
              <a:t> </a:t>
            </a:r>
            <a:r>
              <a:rPr lang="en-US" sz="3100" dirty="0" err="1">
                <a:solidFill>
                  <a:srgbClr val="000000"/>
                </a:solidFill>
                <a:latin typeface="Josefin Sans Regular"/>
              </a:rPr>
              <a:t>nhôm</a:t>
            </a:r>
            <a:r>
              <a:rPr lang="en-US" sz="3100" dirty="0">
                <a:solidFill>
                  <a:srgbClr val="000000"/>
                </a:solidFill>
                <a:latin typeface="Josefin Sans Regular"/>
              </a:rPr>
              <a:t> </a:t>
            </a:r>
            <a:r>
              <a:rPr lang="en-US" sz="3100" dirty="0" err="1">
                <a:solidFill>
                  <a:srgbClr val="000000"/>
                </a:solidFill>
                <a:latin typeface="Josefin Sans Regular"/>
              </a:rPr>
              <a:t>tản</a:t>
            </a:r>
            <a:r>
              <a:rPr lang="en-US" sz="3100" dirty="0">
                <a:solidFill>
                  <a:srgbClr val="000000"/>
                </a:solidFill>
                <a:latin typeface="Josefin Sans Regular"/>
              </a:rPr>
              <a:t> </a:t>
            </a:r>
            <a:r>
              <a:rPr lang="en-US" sz="3100" dirty="0" err="1">
                <a:solidFill>
                  <a:srgbClr val="000000"/>
                </a:solidFill>
                <a:latin typeface="Josefin Sans Regular"/>
              </a:rPr>
              <a:t>nhiệt</a:t>
            </a:r>
            <a:r>
              <a:rPr lang="en-US" sz="3100" dirty="0">
                <a:solidFill>
                  <a:srgbClr val="000000"/>
                </a:solidFill>
                <a:latin typeface="Josefin Sans Regular"/>
              </a:rPr>
              <a:t>  </a:t>
            </a:r>
          </a:p>
        </p:txBody>
      </p:sp>
      <p:sp>
        <p:nvSpPr>
          <p:cNvPr id="55" name="TextBox 55"/>
          <p:cNvSpPr txBox="1"/>
          <p:nvPr/>
        </p:nvSpPr>
        <p:spPr>
          <a:xfrm>
            <a:off x="4845412" y="5458589"/>
            <a:ext cx="4088359" cy="4411464"/>
          </a:xfrm>
          <a:prstGeom prst="rect">
            <a:avLst/>
          </a:prstGeom>
        </p:spPr>
        <p:txBody>
          <a:bodyPr lIns="0" tIns="0" rIns="0" bIns="0" rtlCol="0" anchor="t">
            <a:spAutoFit/>
          </a:bodyPr>
          <a:lstStyle/>
          <a:p>
            <a:pPr algn="ctr">
              <a:lnSpc>
                <a:spcPts val="4340"/>
              </a:lnSpc>
            </a:pPr>
            <a:r>
              <a:rPr lang="en-US" sz="3100" dirty="0" err="1">
                <a:solidFill>
                  <a:srgbClr val="000000"/>
                </a:solidFill>
                <a:latin typeface="Josefin Sans Regular"/>
              </a:rPr>
              <a:t>Có</a:t>
            </a:r>
            <a:r>
              <a:rPr lang="en-US" sz="3100" dirty="0">
                <a:solidFill>
                  <a:srgbClr val="000000"/>
                </a:solidFill>
                <a:latin typeface="Josefin Sans Regular"/>
              </a:rPr>
              <a:t> </a:t>
            </a:r>
            <a:r>
              <a:rPr lang="en-US" sz="3100" dirty="0" err="1">
                <a:solidFill>
                  <a:srgbClr val="000000"/>
                </a:solidFill>
                <a:latin typeface="Josefin Sans Regular"/>
              </a:rPr>
              <a:t>nhiệm</a:t>
            </a:r>
            <a:r>
              <a:rPr lang="en-US" sz="3100" dirty="0">
                <a:solidFill>
                  <a:srgbClr val="000000"/>
                </a:solidFill>
                <a:latin typeface="Josefin Sans Regular"/>
              </a:rPr>
              <a:t> </a:t>
            </a:r>
            <a:r>
              <a:rPr lang="en-US" sz="3100" dirty="0" err="1">
                <a:solidFill>
                  <a:srgbClr val="000000"/>
                </a:solidFill>
                <a:latin typeface="Josefin Sans Regular"/>
              </a:rPr>
              <a:t>vụ</a:t>
            </a:r>
            <a:r>
              <a:rPr lang="en-US" sz="3100" dirty="0">
                <a:solidFill>
                  <a:srgbClr val="000000"/>
                </a:solidFill>
                <a:latin typeface="Josefin Sans Regular"/>
              </a:rPr>
              <a:t> </a:t>
            </a:r>
            <a:r>
              <a:rPr lang="en-US" sz="3100" dirty="0" err="1">
                <a:latin typeface="Josefin Sans Regular"/>
              </a:rPr>
              <a:t>xả</a:t>
            </a:r>
            <a:r>
              <a:rPr lang="en-US" sz="3100" dirty="0">
                <a:latin typeface="Josefin Sans Regular"/>
              </a:rPr>
              <a:t> </a:t>
            </a:r>
            <a:r>
              <a:rPr lang="en-US" sz="3100" dirty="0" err="1">
                <a:latin typeface="Josefin Sans Regular"/>
              </a:rPr>
              <a:t>nhiệt</a:t>
            </a:r>
            <a:r>
              <a:rPr lang="en-US" sz="3100" dirty="0">
                <a:latin typeface="Josefin Sans Regular"/>
              </a:rPr>
              <a:t> </a:t>
            </a:r>
            <a:r>
              <a:rPr lang="en-US" sz="3100" dirty="0" err="1">
                <a:latin typeface="Josefin Sans Regular"/>
              </a:rPr>
              <a:t>ra</a:t>
            </a:r>
            <a:r>
              <a:rPr lang="en-US" sz="3100" dirty="0">
                <a:latin typeface="Josefin Sans Regular"/>
              </a:rPr>
              <a:t> </a:t>
            </a:r>
            <a:r>
              <a:rPr lang="en-US" sz="3100" dirty="0" err="1">
                <a:latin typeface="Josefin Sans Regular"/>
              </a:rPr>
              <a:t>ngoài</a:t>
            </a:r>
            <a:r>
              <a:rPr lang="en-US" sz="3100" dirty="0">
                <a:latin typeface="Josefin Sans Regular"/>
              </a:rPr>
              <a:t> </a:t>
            </a:r>
            <a:r>
              <a:rPr lang="en-US" sz="3100" dirty="0" err="1">
                <a:latin typeface="Josefin Sans Regular"/>
              </a:rPr>
              <a:t>môi</a:t>
            </a:r>
            <a:r>
              <a:rPr lang="en-US" sz="3100" dirty="0">
                <a:latin typeface="Josefin Sans Regular"/>
              </a:rPr>
              <a:t> </a:t>
            </a:r>
            <a:r>
              <a:rPr lang="en-US" sz="3100" dirty="0" err="1">
                <a:latin typeface="Josefin Sans Regular"/>
              </a:rPr>
              <a:t>trường</a:t>
            </a:r>
            <a:r>
              <a:rPr lang="en-US" sz="3100" dirty="0">
                <a:latin typeface="Josefin Sans Regular"/>
              </a:rPr>
              <a:t> </a:t>
            </a:r>
            <a:r>
              <a:rPr lang="en-US" sz="3100" dirty="0" err="1">
                <a:latin typeface="Josefin Sans Regular"/>
              </a:rPr>
              <a:t>khi</a:t>
            </a:r>
            <a:r>
              <a:rPr lang="en-US" sz="3100" dirty="0">
                <a:latin typeface="Josefin Sans Regular"/>
              </a:rPr>
              <a:t> </a:t>
            </a:r>
            <a:r>
              <a:rPr lang="en-US" sz="3100" dirty="0" err="1">
                <a:latin typeface="Josefin Sans Regular"/>
              </a:rPr>
              <a:t>môi</a:t>
            </a:r>
            <a:r>
              <a:rPr lang="en-US" sz="3100" dirty="0">
                <a:latin typeface="Josefin Sans Regular"/>
              </a:rPr>
              <a:t> </a:t>
            </a:r>
            <a:r>
              <a:rPr lang="en-US" sz="3100" dirty="0" err="1">
                <a:latin typeface="Josefin Sans Regular"/>
              </a:rPr>
              <a:t>chất</a:t>
            </a:r>
            <a:r>
              <a:rPr lang="en-US" sz="3100" dirty="0">
                <a:latin typeface="Josefin Sans Regular"/>
              </a:rPr>
              <a:t> </a:t>
            </a:r>
            <a:r>
              <a:rPr lang="en-US" sz="3100" dirty="0" err="1">
                <a:latin typeface="Josefin Sans Regular"/>
              </a:rPr>
              <a:t>lạnh</a:t>
            </a:r>
            <a:r>
              <a:rPr lang="en-US" sz="3100" dirty="0">
                <a:latin typeface="Josefin Sans Regular"/>
              </a:rPr>
              <a:t> </a:t>
            </a:r>
            <a:r>
              <a:rPr lang="en-US" sz="3100" dirty="0" err="1">
                <a:latin typeface="Josefin Sans Regular"/>
              </a:rPr>
              <a:t>đã</a:t>
            </a:r>
            <a:r>
              <a:rPr lang="en-US" sz="3100" dirty="0">
                <a:latin typeface="Josefin Sans Regular"/>
              </a:rPr>
              <a:t> </a:t>
            </a:r>
            <a:r>
              <a:rPr lang="en-US" sz="3100" dirty="0" err="1">
                <a:latin typeface="Josefin Sans Regular"/>
              </a:rPr>
              <a:t>hấp</a:t>
            </a:r>
            <a:r>
              <a:rPr lang="en-US" sz="3100" dirty="0">
                <a:latin typeface="Josefin Sans Regular"/>
              </a:rPr>
              <a:t> </a:t>
            </a:r>
            <a:r>
              <a:rPr lang="en-US" sz="3100" dirty="0" err="1">
                <a:latin typeface="Josefin Sans Regular"/>
              </a:rPr>
              <a:t>thụ</a:t>
            </a:r>
            <a:r>
              <a:rPr lang="en-US" sz="3100" dirty="0">
                <a:latin typeface="Josefin Sans Regular"/>
              </a:rPr>
              <a:t> </a:t>
            </a:r>
            <a:r>
              <a:rPr lang="en-US" sz="3100" dirty="0" err="1">
                <a:latin typeface="Josefin Sans Regular"/>
              </a:rPr>
              <a:t>nhiệt</a:t>
            </a:r>
            <a:r>
              <a:rPr lang="en-US" sz="3100" dirty="0">
                <a:latin typeface="Josefin Sans Regular"/>
              </a:rPr>
              <a:t> </a:t>
            </a:r>
            <a:r>
              <a:rPr lang="en-US" sz="3100" dirty="0" err="1">
                <a:latin typeface="Josefin Sans Regular"/>
              </a:rPr>
              <a:t>tại</a:t>
            </a:r>
            <a:r>
              <a:rPr lang="en-US" sz="3100" dirty="0">
                <a:latin typeface="Josefin Sans Regular"/>
              </a:rPr>
              <a:t> </a:t>
            </a:r>
            <a:r>
              <a:rPr lang="en-US" sz="3100" dirty="0" err="1">
                <a:latin typeface="Josefin Sans Regular"/>
              </a:rPr>
              <a:t>dàn</a:t>
            </a:r>
            <a:r>
              <a:rPr lang="en-US" sz="3100" dirty="0">
                <a:latin typeface="Josefin Sans Regular"/>
              </a:rPr>
              <a:t> </a:t>
            </a:r>
            <a:r>
              <a:rPr lang="en-US" sz="3100" dirty="0" err="1">
                <a:latin typeface="Josefin Sans Regular"/>
              </a:rPr>
              <a:t>lành</a:t>
            </a:r>
            <a:r>
              <a:rPr lang="en-US" sz="3100" dirty="0">
                <a:latin typeface="Josefin Sans Regular"/>
              </a:rPr>
              <a:t> </a:t>
            </a:r>
            <a:r>
              <a:rPr lang="en-US" sz="3100" dirty="0" err="1">
                <a:latin typeface="Josefin Sans Regular"/>
              </a:rPr>
              <a:t>và</a:t>
            </a:r>
            <a:r>
              <a:rPr lang="en-US" sz="3100" dirty="0">
                <a:latin typeface="Josefin Sans Regular"/>
              </a:rPr>
              <a:t> di </a:t>
            </a:r>
            <a:r>
              <a:rPr lang="en-US" sz="3100" dirty="0" err="1">
                <a:latin typeface="Josefin Sans Regular"/>
              </a:rPr>
              <a:t>chuyển</a:t>
            </a:r>
            <a:r>
              <a:rPr lang="en-US" sz="3100" dirty="0">
                <a:latin typeface="Josefin Sans Regular"/>
              </a:rPr>
              <a:t> </a:t>
            </a:r>
            <a:r>
              <a:rPr lang="en-US" sz="3100" dirty="0" err="1">
                <a:latin typeface="Josefin Sans Regular"/>
              </a:rPr>
              <a:t>đến</a:t>
            </a:r>
            <a:r>
              <a:rPr lang="en-US" sz="3100" dirty="0">
                <a:latin typeface="Josefin Sans Regular"/>
              </a:rPr>
              <a:t> </a:t>
            </a:r>
            <a:r>
              <a:rPr lang="en-US" sz="3100" dirty="0" err="1">
                <a:latin typeface="Josefin Sans Regular"/>
              </a:rPr>
              <a:t>dàn</a:t>
            </a:r>
            <a:r>
              <a:rPr lang="en-US" sz="3100" dirty="0">
                <a:latin typeface="Josefin Sans Regular"/>
              </a:rPr>
              <a:t> </a:t>
            </a:r>
            <a:r>
              <a:rPr lang="en-US" sz="3100" dirty="0" err="1">
                <a:latin typeface="Josefin Sans Regular"/>
              </a:rPr>
              <a:t>nóng</a:t>
            </a:r>
            <a:r>
              <a:rPr lang="en-US" sz="3100" dirty="0">
                <a:latin typeface="Josefin Sans Regular"/>
              </a:rPr>
              <a:t>. </a:t>
            </a:r>
            <a:r>
              <a:rPr lang="en-US" sz="3100" dirty="0" err="1">
                <a:solidFill>
                  <a:srgbClr val="000000"/>
                </a:solidFill>
                <a:latin typeface="Josefin Sans Regular"/>
              </a:rPr>
              <a:t>Cấu</a:t>
            </a:r>
            <a:r>
              <a:rPr lang="en-US" sz="3100" dirty="0">
                <a:solidFill>
                  <a:srgbClr val="000000"/>
                </a:solidFill>
                <a:latin typeface="Josefin Sans Regular"/>
              </a:rPr>
              <a:t> </a:t>
            </a:r>
            <a:r>
              <a:rPr lang="en-US" sz="3100" dirty="0" err="1">
                <a:solidFill>
                  <a:srgbClr val="000000"/>
                </a:solidFill>
                <a:latin typeface="Josefin Sans Regular"/>
              </a:rPr>
              <a:t>tạo</a:t>
            </a:r>
            <a:r>
              <a:rPr lang="en-US" sz="3100" dirty="0">
                <a:solidFill>
                  <a:srgbClr val="000000"/>
                </a:solidFill>
                <a:latin typeface="Josefin Sans Regular"/>
              </a:rPr>
              <a:t> </a:t>
            </a:r>
            <a:r>
              <a:rPr lang="en-US" sz="3100" dirty="0" err="1">
                <a:solidFill>
                  <a:srgbClr val="000000"/>
                </a:solidFill>
                <a:latin typeface="Josefin Sans Regular"/>
              </a:rPr>
              <a:t>của</a:t>
            </a:r>
            <a:r>
              <a:rPr lang="en-US" sz="3100" dirty="0">
                <a:solidFill>
                  <a:srgbClr val="000000"/>
                </a:solidFill>
                <a:latin typeface="Josefin Sans Regular"/>
              </a:rPr>
              <a:t> </a:t>
            </a:r>
            <a:r>
              <a:rPr lang="en-US" sz="3100" dirty="0" err="1">
                <a:solidFill>
                  <a:srgbClr val="000000"/>
                </a:solidFill>
                <a:latin typeface="Josefin Sans Regular"/>
              </a:rPr>
              <a:t>dàn</a:t>
            </a:r>
            <a:r>
              <a:rPr lang="en-US" sz="3100" dirty="0">
                <a:solidFill>
                  <a:srgbClr val="000000"/>
                </a:solidFill>
                <a:latin typeface="Josefin Sans Regular"/>
              </a:rPr>
              <a:t> </a:t>
            </a:r>
            <a:r>
              <a:rPr lang="en-US" sz="3100" dirty="0" err="1">
                <a:solidFill>
                  <a:srgbClr val="000000"/>
                </a:solidFill>
                <a:latin typeface="Josefin Sans Regular"/>
              </a:rPr>
              <a:t>nóng</a:t>
            </a:r>
            <a:r>
              <a:rPr lang="en-US" sz="3100" dirty="0">
                <a:solidFill>
                  <a:srgbClr val="000000"/>
                </a:solidFill>
                <a:latin typeface="Josefin Sans Regular"/>
              </a:rPr>
              <a:t> </a:t>
            </a:r>
            <a:r>
              <a:rPr lang="en-US" sz="3100" dirty="0" err="1">
                <a:solidFill>
                  <a:srgbClr val="000000"/>
                </a:solidFill>
                <a:latin typeface="Josefin Sans Regular"/>
              </a:rPr>
              <a:t>máy</a:t>
            </a:r>
            <a:r>
              <a:rPr lang="en-US" sz="3100" dirty="0">
                <a:solidFill>
                  <a:srgbClr val="000000"/>
                </a:solidFill>
                <a:latin typeface="Josefin Sans Regular"/>
              </a:rPr>
              <a:t> </a:t>
            </a:r>
            <a:r>
              <a:rPr lang="en-US" sz="3100" dirty="0" err="1">
                <a:solidFill>
                  <a:srgbClr val="000000"/>
                </a:solidFill>
                <a:latin typeface="Josefin Sans Regular"/>
              </a:rPr>
              <a:t>lanh</a:t>
            </a:r>
            <a:r>
              <a:rPr lang="en-US" sz="3100" dirty="0">
                <a:solidFill>
                  <a:srgbClr val="000000"/>
                </a:solidFill>
                <a:latin typeface="Josefin Sans Regular"/>
              </a:rPr>
              <a:t> </a:t>
            </a:r>
            <a:r>
              <a:rPr lang="en-US" sz="3100" dirty="0" err="1">
                <a:solidFill>
                  <a:srgbClr val="000000"/>
                </a:solidFill>
                <a:latin typeface="Josefin Sans Regular"/>
              </a:rPr>
              <a:t>tương</a:t>
            </a:r>
            <a:r>
              <a:rPr lang="en-US" sz="3100" dirty="0">
                <a:solidFill>
                  <a:srgbClr val="000000"/>
                </a:solidFill>
                <a:latin typeface="Josefin Sans Regular"/>
              </a:rPr>
              <a:t> </a:t>
            </a:r>
            <a:r>
              <a:rPr lang="en-US" sz="3100" dirty="0" err="1">
                <a:solidFill>
                  <a:srgbClr val="000000"/>
                </a:solidFill>
                <a:latin typeface="Josefin Sans Regular"/>
              </a:rPr>
              <a:t>tự</a:t>
            </a:r>
            <a:r>
              <a:rPr lang="en-US" sz="3100" dirty="0">
                <a:solidFill>
                  <a:srgbClr val="000000"/>
                </a:solidFill>
                <a:latin typeface="Josefin Sans Regular"/>
              </a:rPr>
              <a:t> </a:t>
            </a:r>
            <a:r>
              <a:rPr lang="en-US" sz="3100" dirty="0" err="1">
                <a:solidFill>
                  <a:srgbClr val="000000"/>
                </a:solidFill>
                <a:latin typeface="Josefin Sans Regular"/>
              </a:rPr>
              <a:t>như</a:t>
            </a:r>
            <a:r>
              <a:rPr lang="en-US" sz="3100" dirty="0">
                <a:solidFill>
                  <a:srgbClr val="000000"/>
                </a:solidFill>
                <a:latin typeface="Josefin Sans Regular"/>
              </a:rPr>
              <a:t> </a:t>
            </a:r>
            <a:r>
              <a:rPr lang="en-US" sz="3100" dirty="0" err="1">
                <a:solidFill>
                  <a:srgbClr val="000000"/>
                </a:solidFill>
                <a:latin typeface="Josefin Sans Regular"/>
              </a:rPr>
              <a:t>dàn</a:t>
            </a:r>
            <a:r>
              <a:rPr lang="en-US" sz="3100" dirty="0">
                <a:solidFill>
                  <a:srgbClr val="000000"/>
                </a:solidFill>
                <a:latin typeface="Josefin Sans Regular"/>
              </a:rPr>
              <a:t> </a:t>
            </a:r>
            <a:r>
              <a:rPr lang="en-US" sz="3100" dirty="0" err="1">
                <a:solidFill>
                  <a:srgbClr val="000000"/>
                </a:solidFill>
                <a:latin typeface="Josefin Sans Regular"/>
              </a:rPr>
              <a:t>lạnh</a:t>
            </a:r>
            <a:endParaRPr lang="en-US" sz="3100" dirty="0">
              <a:solidFill>
                <a:srgbClr val="000000"/>
              </a:solidFill>
              <a:latin typeface="Josefin Sans Regular"/>
            </a:endParaRPr>
          </a:p>
        </p:txBody>
      </p:sp>
      <p:sp>
        <p:nvSpPr>
          <p:cNvPr id="56" name="TextBox 56"/>
          <p:cNvSpPr txBox="1"/>
          <p:nvPr/>
        </p:nvSpPr>
        <p:spPr>
          <a:xfrm>
            <a:off x="9352130" y="5592122"/>
            <a:ext cx="4088359" cy="4331335"/>
          </a:xfrm>
          <a:prstGeom prst="rect">
            <a:avLst/>
          </a:prstGeom>
        </p:spPr>
        <p:txBody>
          <a:bodyPr lIns="0" tIns="0" rIns="0" bIns="0" rtlCol="0" anchor="t">
            <a:spAutoFit/>
          </a:bodyPr>
          <a:lstStyle/>
          <a:p>
            <a:pPr algn="ctr">
              <a:lnSpc>
                <a:spcPts val="4340"/>
              </a:lnSpc>
            </a:pPr>
            <a:r>
              <a:rPr lang="en-US" sz="3100" dirty="0" err="1">
                <a:solidFill>
                  <a:srgbClr val="000000"/>
                </a:solidFill>
                <a:latin typeface="Josefin Sans Regular"/>
              </a:rPr>
              <a:t>Còn</a:t>
            </a:r>
            <a:r>
              <a:rPr lang="en-US" sz="3100" dirty="0">
                <a:solidFill>
                  <a:srgbClr val="000000"/>
                </a:solidFill>
                <a:latin typeface="Josefin Sans Regular"/>
              </a:rPr>
              <a:t> </a:t>
            </a:r>
            <a:r>
              <a:rPr lang="en-US" sz="3100" dirty="0" err="1">
                <a:solidFill>
                  <a:srgbClr val="000000"/>
                </a:solidFill>
                <a:latin typeface="Josefin Sans Regular"/>
              </a:rPr>
              <a:t>được</a:t>
            </a:r>
            <a:r>
              <a:rPr lang="en-US" sz="3100" dirty="0">
                <a:solidFill>
                  <a:srgbClr val="000000"/>
                </a:solidFill>
                <a:latin typeface="Josefin Sans Regular"/>
              </a:rPr>
              <a:t> </a:t>
            </a:r>
            <a:r>
              <a:rPr lang="en-US" sz="3100" dirty="0" err="1">
                <a:solidFill>
                  <a:srgbClr val="000000"/>
                </a:solidFill>
                <a:latin typeface="Josefin Sans Regular"/>
              </a:rPr>
              <a:t>gọi</a:t>
            </a:r>
            <a:r>
              <a:rPr lang="en-US" sz="3100" dirty="0">
                <a:solidFill>
                  <a:srgbClr val="000000"/>
                </a:solidFill>
                <a:latin typeface="Josefin Sans Regular"/>
              </a:rPr>
              <a:t> </a:t>
            </a:r>
            <a:r>
              <a:rPr lang="en-US" sz="3100" dirty="0" err="1">
                <a:solidFill>
                  <a:srgbClr val="000000"/>
                </a:solidFill>
                <a:latin typeface="Josefin Sans Regular"/>
              </a:rPr>
              <a:t>là</a:t>
            </a:r>
            <a:r>
              <a:rPr lang="en-US" sz="3100" dirty="0">
                <a:solidFill>
                  <a:srgbClr val="000000"/>
                </a:solidFill>
                <a:latin typeface="Josefin Sans Regular"/>
              </a:rPr>
              <a:t> </a:t>
            </a:r>
            <a:r>
              <a:rPr lang="en-US" sz="3100" dirty="0" err="1">
                <a:solidFill>
                  <a:srgbClr val="000000"/>
                </a:solidFill>
                <a:latin typeface="Josefin Sans Regular"/>
              </a:rPr>
              <a:t>máy</a:t>
            </a:r>
            <a:r>
              <a:rPr lang="en-US" sz="3100" dirty="0">
                <a:solidFill>
                  <a:srgbClr val="000000"/>
                </a:solidFill>
                <a:latin typeface="Josefin Sans Regular"/>
              </a:rPr>
              <a:t> </a:t>
            </a:r>
            <a:r>
              <a:rPr lang="en-US" sz="3100" dirty="0" err="1">
                <a:solidFill>
                  <a:srgbClr val="000000"/>
                </a:solidFill>
                <a:latin typeface="Josefin Sans Regular"/>
              </a:rPr>
              <a:t>nén</a:t>
            </a:r>
            <a:r>
              <a:rPr lang="en-US" sz="3100" dirty="0">
                <a:solidFill>
                  <a:srgbClr val="000000"/>
                </a:solidFill>
                <a:latin typeface="Josefin Sans Regular"/>
              </a:rPr>
              <a:t> </a:t>
            </a:r>
            <a:r>
              <a:rPr lang="en-US" sz="3100" dirty="0" err="1">
                <a:solidFill>
                  <a:srgbClr val="000000"/>
                </a:solidFill>
                <a:latin typeface="Josefin Sans Regular"/>
              </a:rPr>
              <a:t>điều</a:t>
            </a:r>
            <a:r>
              <a:rPr lang="en-US" sz="3100" dirty="0">
                <a:solidFill>
                  <a:srgbClr val="000000"/>
                </a:solidFill>
                <a:latin typeface="Josefin Sans Regular"/>
              </a:rPr>
              <a:t> </a:t>
            </a:r>
            <a:r>
              <a:rPr lang="en-US" sz="3100" dirty="0" err="1">
                <a:solidFill>
                  <a:srgbClr val="000000"/>
                </a:solidFill>
                <a:latin typeface="Josefin Sans Regular"/>
              </a:rPr>
              <a:t>hòa</a:t>
            </a:r>
            <a:r>
              <a:rPr lang="en-US" sz="3100" dirty="0">
                <a:solidFill>
                  <a:srgbClr val="000000"/>
                </a:solidFill>
                <a:latin typeface="Josefin Sans Regular"/>
              </a:rPr>
              <a:t>, </a:t>
            </a:r>
            <a:r>
              <a:rPr lang="en-US" sz="3100" dirty="0" err="1">
                <a:solidFill>
                  <a:srgbClr val="000000"/>
                </a:solidFill>
                <a:latin typeface="Josefin Sans Regular"/>
              </a:rPr>
              <a:t>có</a:t>
            </a:r>
            <a:r>
              <a:rPr lang="en-US" sz="3100" dirty="0">
                <a:solidFill>
                  <a:srgbClr val="000000"/>
                </a:solidFill>
                <a:latin typeface="Josefin Sans Regular"/>
              </a:rPr>
              <a:t> </a:t>
            </a:r>
            <a:r>
              <a:rPr lang="en-US" sz="3100" dirty="0" err="1">
                <a:solidFill>
                  <a:srgbClr val="000000"/>
                </a:solidFill>
                <a:latin typeface="Josefin Sans Regular"/>
              </a:rPr>
              <a:t>tác</a:t>
            </a:r>
            <a:r>
              <a:rPr lang="en-US" sz="3100" dirty="0">
                <a:solidFill>
                  <a:srgbClr val="000000"/>
                </a:solidFill>
                <a:latin typeface="Josefin Sans Regular"/>
              </a:rPr>
              <a:t> </a:t>
            </a:r>
            <a:r>
              <a:rPr lang="en-US" sz="3100" dirty="0" err="1">
                <a:solidFill>
                  <a:srgbClr val="000000"/>
                </a:solidFill>
                <a:latin typeface="Josefin Sans Regular"/>
              </a:rPr>
              <a:t>dụng</a:t>
            </a:r>
            <a:r>
              <a:rPr lang="en-US" sz="3100" dirty="0">
                <a:solidFill>
                  <a:srgbClr val="000000"/>
                </a:solidFill>
                <a:latin typeface="Josefin Sans Regular"/>
              </a:rPr>
              <a:t> </a:t>
            </a:r>
            <a:r>
              <a:rPr lang="en-US" sz="3100" dirty="0" err="1">
                <a:solidFill>
                  <a:srgbClr val="000000"/>
                </a:solidFill>
                <a:latin typeface="Josefin Sans Regular"/>
              </a:rPr>
              <a:t>hút</a:t>
            </a:r>
            <a:r>
              <a:rPr lang="en-US" sz="3100" dirty="0">
                <a:solidFill>
                  <a:srgbClr val="000000"/>
                </a:solidFill>
                <a:latin typeface="Josefin Sans Regular"/>
              </a:rPr>
              <a:t> </a:t>
            </a:r>
            <a:r>
              <a:rPr lang="en-US" sz="3100" dirty="0" err="1">
                <a:solidFill>
                  <a:srgbClr val="000000"/>
                </a:solidFill>
                <a:latin typeface="Josefin Sans Regular"/>
              </a:rPr>
              <a:t>chân</a:t>
            </a:r>
            <a:r>
              <a:rPr lang="en-US" sz="3100" dirty="0">
                <a:solidFill>
                  <a:srgbClr val="000000"/>
                </a:solidFill>
                <a:latin typeface="Josefin Sans Regular"/>
              </a:rPr>
              <a:t> </a:t>
            </a:r>
            <a:r>
              <a:rPr lang="en-US" sz="3100" dirty="0" err="1">
                <a:solidFill>
                  <a:srgbClr val="000000"/>
                </a:solidFill>
                <a:latin typeface="Josefin Sans Regular"/>
              </a:rPr>
              <a:t>không</a:t>
            </a:r>
            <a:r>
              <a:rPr lang="en-US" sz="3100" dirty="0">
                <a:solidFill>
                  <a:srgbClr val="000000"/>
                </a:solidFill>
                <a:latin typeface="Josefin Sans Regular"/>
              </a:rPr>
              <a:t> ở </a:t>
            </a:r>
            <a:r>
              <a:rPr lang="en-US" sz="3100" dirty="0" err="1">
                <a:solidFill>
                  <a:srgbClr val="000000"/>
                </a:solidFill>
                <a:latin typeface="Josefin Sans Regular"/>
              </a:rPr>
              <a:t>dàn</a:t>
            </a:r>
            <a:r>
              <a:rPr lang="en-US" sz="3100" dirty="0">
                <a:solidFill>
                  <a:srgbClr val="000000"/>
                </a:solidFill>
                <a:latin typeface="Josefin Sans Regular"/>
              </a:rPr>
              <a:t> </a:t>
            </a:r>
            <a:r>
              <a:rPr lang="en-US" sz="3100" dirty="0" err="1">
                <a:solidFill>
                  <a:srgbClr val="000000"/>
                </a:solidFill>
                <a:latin typeface="Josefin Sans Regular"/>
              </a:rPr>
              <a:t>lạnh</a:t>
            </a:r>
            <a:r>
              <a:rPr lang="en-US" sz="3100" dirty="0">
                <a:solidFill>
                  <a:srgbClr val="000000"/>
                </a:solidFill>
                <a:latin typeface="Josefin Sans Regular"/>
              </a:rPr>
              <a:t>, </a:t>
            </a:r>
            <a:r>
              <a:rPr lang="en-US" sz="3100" dirty="0" err="1">
                <a:solidFill>
                  <a:srgbClr val="000000"/>
                </a:solidFill>
                <a:latin typeface="Josefin Sans Regular"/>
              </a:rPr>
              <a:t>nén</a:t>
            </a:r>
            <a:r>
              <a:rPr lang="en-US" sz="3100" dirty="0">
                <a:solidFill>
                  <a:srgbClr val="000000"/>
                </a:solidFill>
                <a:latin typeface="Josefin Sans Regular"/>
              </a:rPr>
              <a:t> gas sang </a:t>
            </a:r>
            <a:r>
              <a:rPr lang="en-US" sz="3100" dirty="0" err="1">
                <a:solidFill>
                  <a:srgbClr val="000000"/>
                </a:solidFill>
                <a:latin typeface="Josefin Sans Regular"/>
              </a:rPr>
              <a:t>dạng</a:t>
            </a:r>
            <a:r>
              <a:rPr lang="en-US" sz="3100" dirty="0">
                <a:solidFill>
                  <a:srgbClr val="000000"/>
                </a:solidFill>
                <a:latin typeface="Josefin Sans Regular"/>
              </a:rPr>
              <a:t> </a:t>
            </a:r>
            <a:r>
              <a:rPr lang="en-US" sz="3100" dirty="0" err="1">
                <a:solidFill>
                  <a:srgbClr val="000000"/>
                </a:solidFill>
                <a:latin typeface="Josefin Sans Regular"/>
              </a:rPr>
              <a:t>lỏng</a:t>
            </a:r>
            <a:r>
              <a:rPr lang="en-US" sz="3100" dirty="0">
                <a:solidFill>
                  <a:srgbClr val="000000"/>
                </a:solidFill>
                <a:latin typeface="Josefin Sans Regular"/>
              </a:rPr>
              <a:t> ở </a:t>
            </a:r>
            <a:r>
              <a:rPr lang="en-US" sz="3100" dirty="0" err="1">
                <a:solidFill>
                  <a:srgbClr val="000000"/>
                </a:solidFill>
                <a:latin typeface="Josefin Sans Regular"/>
              </a:rPr>
              <a:t>dàn</a:t>
            </a:r>
            <a:r>
              <a:rPr lang="en-US" sz="3100" dirty="0">
                <a:solidFill>
                  <a:srgbClr val="000000"/>
                </a:solidFill>
                <a:latin typeface="Josefin Sans Regular"/>
              </a:rPr>
              <a:t> </a:t>
            </a:r>
            <a:r>
              <a:rPr lang="en-US" sz="3100" dirty="0" err="1">
                <a:solidFill>
                  <a:srgbClr val="000000"/>
                </a:solidFill>
                <a:latin typeface="Josefin Sans Regular"/>
              </a:rPr>
              <a:t>nóng</a:t>
            </a:r>
            <a:r>
              <a:rPr lang="en-US" sz="3100" dirty="0">
                <a:solidFill>
                  <a:srgbClr val="000000"/>
                </a:solidFill>
                <a:latin typeface="Josefin Sans Regular"/>
              </a:rPr>
              <a:t> </a:t>
            </a:r>
            <a:r>
              <a:rPr lang="en-US" sz="3100" dirty="0" err="1">
                <a:solidFill>
                  <a:srgbClr val="000000"/>
                </a:solidFill>
                <a:latin typeface="Josefin Sans Regular"/>
              </a:rPr>
              <a:t>nhằm</a:t>
            </a:r>
            <a:r>
              <a:rPr lang="en-US" sz="3100" dirty="0">
                <a:solidFill>
                  <a:srgbClr val="000000"/>
                </a:solidFill>
                <a:latin typeface="Josefin Sans Regular"/>
              </a:rPr>
              <a:t> </a:t>
            </a:r>
            <a:r>
              <a:rPr lang="en-US" sz="3100" dirty="0" err="1">
                <a:solidFill>
                  <a:srgbClr val="000000"/>
                </a:solidFill>
                <a:latin typeface="Josefin Sans Regular"/>
              </a:rPr>
              <a:t>giúp</a:t>
            </a:r>
            <a:r>
              <a:rPr lang="en-US" sz="3100" dirty="0">
                <a:solidFill>
                  <a:srgbClr val="000000"/>
                </a:solidFill>
                <a:latin typeface="Josefin Sans Regular"/>
              </a:rPr>
              <a:t> </a:t>
            </a:r>
            <a:r>
              <a:rPr lang="en-US" sz="3100" dirty="0" err="1">
                <a:solidFill>
                  <a:srgbClr val="000000"/>
                </a:solidFill>
                <a:latin typeface="Josefin Sans Regular"/>
              </a:rPr>
              <a:t>quá</a:t>
            </a:r>
            <a:r>
              <a:rPr lang="en-US" sz="3100" dirty="0">
                <a:solidFill>
                  <a:srgbClr val="000000"/>
                </a:solidFill>
                <a:latin typeface="Josefin Sans Regular"/>
              </a:rPr>
              <a:t> </a:t>
            </a:r>
            <a:r>
              <a:rPr lang="en-US" sz="3100" dirty="0" err="1">
                <a:solidFill>
                  <a:srgbClr val="000000"/>
                </a:solidFill>
                <a:latin typeface="Josefin Sans Regular"/>
              </a:rPr>
              <a:t>trình</a:t>
            </a:r>
            <a:r>
              <a:rPr lang="en-US" sz="3100" dirty="0">
                <a:solidFill>
                  <a:srgbClr val="000000"/>
                </a:solidFill>
                <a:latin typeface="Josefin Sans Regular"/>
              </a:rPr>
              <a:t> </a:t>
            </a:r>
            <a:r>
              <a:rPr lang="en-US" sz="3100" dirty="0" err="1">
                <a:solidFill>
                  <a:srgbClr val="000000"/>
                </a:solidFill>
                <a:latin typeface="Josefin Sans Regular"/>
              </a:rPr>
              <a:t>xả</a:t>
            </a:r>
            <a:r>
              <a:rPr lang="en-US" sz="3100" dirty="0">
                <a:solidFill>
                  <a:srgbClr val="000000"/>
                </a:solidFill>
                <a:latin typeface="Josefin Sans Regular"/>
              </a:rPr>
              <a:t> </a:t>
            </a:r>
            <a:r>
              <a:rPr lang="en-US" sz="3100" dirty="0" err="1">
                <a:solidFill>
                  <a:srgbClr val="000000"/>
                </a:solidFill>
                <a:latin typeface="Josefin Sans Regular"/>
              </a:rPr>
              <a:t>nhiệt</a:t>
            </a:r>
            <a:r>
              <a:rPr lang="en-US" sz="3100" dirty="0">
                <a:solidFill>
                  <a:srgbClr val="000000"/>
                </a:solidFill>
                <a:latin typeface="Josefin Sans Regular"/>
              </a:rPr>
              <a:t> </a:t>
            </a:r>
            <a:r>
              <a:rPr lang="en-US" sz="3100" dirty="0" err="1">
                <a:solidFill>
                  <a:srgbClr val="000000"/>
                </a:solidFill>
                <a:latin typeface="Josefin Sans Regular"/>
              </a:rPr>
              <a:t>hiệu</a:t>
            </a:r>
            <a:r>
              <a:rPr lang="en-US" sz="3100" dirty="0">
                <a:solidFill>
                  <a:srgbClr val="000000"/>
                </a:solidFill>
                <a:latin typeface="Josefin Sans Regular"/>
              </a:rPr>
              <a:t> </a:t>
            </a:r>
            <a:r>
              <a:rPr lang="en-US" sz="3100" dirty="0" err="1">
                <a:solidFill>
                  <a:srgbClr val="000000"/>
                </a:solidFill>
                <a:latin typeface="Josefin Sans Regular"/>
              </a:rPr>
              <a:t>quả</a:t>
            </a:r>
            <a:r>
              <a:rPr lang="en-US" sz="3100" dirty="0">
                <a:solidFill>
                  <a:srgbClr val="000000"/>
                </a:solidFill>
                <a:latin typeface="Josefin Sans Regular"/>
              </a:rPr>
              <a:t> </a:t>
            </a:r>
            <a:r>
              <a:rPr lang="en-US" sz="3100" dirty="0" err="1">
                <a:solidFill>
                  <a:srgbClr val="000000"/>
                </a:solidFill>
                <a:latin typeface="Josefin Sans Regular"/>
              </a:rPr>
              <a:t>nhất</a:t>
            </a:r>
            <a:endParaRPr lang="en-US" sz="3100" dirty="0">
              <a:solidFill>
                <a:srgbClr val="000000"/>
              </a:solidFill>
              <a:latin typeface="Josefin Sans Regular"/>
            </a:endParaRPr>
          </a:p>
        </p:txBody>
      </p:sp>
      <p:sp>
        <p:nvSpPr>
          <p:cNvPr id="57" name="TextBox 57"/>
          <p:cNvSpPr txBox="1"/>
          <p:nvPr/>
        </p:nvSpPr>
        <p:spPr>
          <a:xfrm>
            <a:off x="13824832" y="4915664"/>
            <a:ext cx="4088359" cy="4874260"/>
          </a:xfrm>
          <a:prstGeom prst="rect">
            <a:avLst/>
          </a:prstGeom>
        </p:spPr>
        <p:txBody>
          <a:bodyPr lIns="0" tIns="0" rIns="0" bIns="0" rtlCol="0" anchor="t">
            <a:spAutoFit/>
          </a:bodyPr>
          <a:lstStyle/>
          <a:p>
            <a:pPr algn="ctr">
              <a:lnSpc>
                <a:spcPts val="4340"/>
              </a:lnSpc>
            </a:pPr>
            <a:r>
              <a:rPr lang="en-US" sz="3100" dirty="0" err="1">
                <a:solidFill>
                  <a:srgbClr val="000000"/>
                </a:solidFill>
                <a:latin typeface="Josefin Sans Regular"/>
              </a:rPr>
              <a:t>Tạo</a:t>
            </a:r>
            <a:r>
              <a:rPr lang="en-US" sz="3100" dirty="0">
                <a:solidFill>
                  <a:srgbClr val="000000"/>
                </a:solidFill>
                <a:latin typeface="Josefin Sans Regular"/>
              </a:rPr>
              <a:t> </a:t>
            </a:r>
            <a:r>
              <a:rPr lang="en-US" sz="3100" dirty="0" err="1">
                <a:solidFill>
                  <a:srgbClr val="000000"/>
                </a:solidFill>
                <a:latin typeface="Josefin Sans Regular"/>
              </a:rPr>
              <a:t>ra</a:t>
            </a:r>
            <a:r>
              <a:rPr lang="en-US" sz="3100" dirty="0">
                <a:solidFill>
                  <a:srgbClr val="000000"/>
                </a:solidFill>
                <a:latin typeface="Josefin Sans Regular"/>
              </a:rPr>
              <a:t> </a:t>
            </a:r>
            <a:r>
              <a:rPr lang="en-US" sz="3100" dirty="0" err="1">
                <a:solidFill>
                  <a:srgbClr val="000000"/>
                </a:solidFill>
                <a:latin typeface="Josefin Sans Regular"/>
              </a:rPr>
              <a:t>luồng</a:t>
            </a:r>
            <a:r>
              <a:rPr lang="en-US" sz="3100" dirty="0">
                <a:solidFill>
                  <a:srgbClr val="000000"/>
                </a:solidFill>
                <a:latin typeface="Josefin Sans Regular"/>
              </a:rPr>
              <a:t> </a:t>
            </a:r>
            <a:r>
              <a:rPr lang="en-US" sz="3100" dirty="0" err="1">
                <a:solidFill>
                  <a:srgbClr val="000000"/>
                </a:solidFill>
                <a:latin typeface="Josefin Sans Regular"/>
              </a:rPr>
              <a:t>không</a:t>
            </a:r>
            <a:r>
              <a:rPr lang="en-US" sz="3100" dirty="0">
                <a:solidFill>
                  <a:srgbClr val="000000"/>
                </a:solidFill>
                <a:latin typeface="Josefin Sans Regular"/>
              </a:rPr>
              <a:t> </a:t>
            </a:r>
            <a:r>
              <a:rPr lang="en-US" sz="3100" dirty="0" err="1">
                <a:solidFill>
                  <a:srgbClr val="000000"/>
                </a:solidFill>
                <a:latin typeface="Josefin Sans Regular"/>
              </a:rPr>
              <a:t>khí</a:t>
            </a:r>
            <a:r>
              <a:rPr lang="en-US" sz="3100" dirty="0">
                <a:solidFill>
                  <a:srgbClr val="000000"/>
                </a:solidFill>
                <a:latin typeface="Josefin Sans Regular"/>
              </a:rPr>
              <a:t> </a:t>
            </a:r>
            <a:r>
              <a:rPr lang="en-US" sz="3100" dirty="0" err="1">
                <a:solidFill>
                  <a:srgbClr val="000000"/>
                </a:solidFill>
                <a:latin typeface="Josefin Sans Regular"/>
              </a:rPr>
              <a:t>lưu</a:t>
            </a:r>
            <a:r>
              <a:rPr lang="en-US" sz="3100" dirty="0">
                <a:solidFill>
                  <a:srgbClr val="000000"/>
                </a:solidFill>
                <a:latin typeface="Josefin Sans Regular"/>
              </a:rPr>
              <a:t> </a:t>
            </a:r>
            <a:r>
              <a:rPr lang="en-US" sz="3100" dirty="0" err="1">
                <a:solidFill>
                  <a:srgbClr val="000000"/>
                </a:solidFill>
                <a:latin typeface="Josefin Sans Regular"/>
              </a:rPr>
              <a:t>thông</a:t>
            </a:r>
            <a:r>
              <a:rPr lang="en-US" sz="3100" dirty="0">
                <a:solidFill>
                  <a:srgbClr val="000000"/>
                </a:solidFill>
                <a:latin typeface="Josefin Sans Regular"/>
              </a:rPr>
              <a:t> </a:t>
            </a:r>
            <a:r>
              <a:rPr lang="en-US" sz="3100" dirty="0" err="1">
                <a:solidFill>
                  <a:srgbClr val="000000"/>
                </a:solidFill>
                <a:latin typeface="Josefin Sans Regular"/>
              </a:rPr>
              <a:t>liên</a:t>
            </a:r>
            <a:r>
              <a:rPr lang="en-US" sz="3100" dirty="0">
                <a:solidFill>
                  <a:srgbClr val="000000"/>
                </a:solidFill>
                <a:latin typeface="Josefin Sans Regular"/>
              </a:rPr>
              <a:t> </a:t>
            </a:r>
            <a:r>
              <a:rPr lang="en-US" sz="3100" dirty="0" err="1">
                <a:solidFill>
                  <a:srgbClr val="000000"/>
                </a:solidFill>
                <a:latin typeface="Josefin Sans Regular"/>
              </a:rPr>
              <a:t>tục</a:t>
            </a:r>
            <a:r>
              <a:rPr lang="en-US" sz="3100" dirty="0">
                <a:solidFill>
                  <a:srgbClr val="000000"/>
                </a:solidFill>
                <a:latin typeface="Josefin Sans Regular"/>
              </a:rPr>
              <a:t> qua </a:t>
            </a:r>
            <a:r>
              <a:rPr lang="en-US" sz="3100" dirty="0" err="1">
                <a:solidFill>
                  <a:srgbClr val="000000"/>
                </a:solidFill>
                <a:latin typeface="Josefin Sans Regular"/>
              </a:rPr>
              <a:t>dàn</a:t>
            </a:r>
            <a:r>
              <a:rPr lang="en-US" sz="3100" dirty="0">
                <a:solidFill>
                  <a:srgbClr val="000000"/>
                </a:solidFill>
                <a:latin typeface="Josefin Sans Regular"/>
              </a:rPr>
              <a:t> </a:t>
            </a:r>
            <a:r>
              <a:rPr lang="en-US" sz="3100" dirty="0" err="1">
                <a:solidFill>
                  <a:srgbClr val="000000"/>
                </a:solidFill>
                <a:latin typeface="Josefin Sans Regular"/>
              </a:rPr>
              <a:t>lạnh</a:t>
            </a:r>
            <a:r>
              <a:rPr lang="en-US" sz="3100" dirty="0">
                <a:solidFill>
                  <a:srgbClr val="000000"/>
                </a:solidFill>
                <a:latin typeface="Josefin Sans Regular"/>
              </a:rPr>
              <a:t> </a:t>
            </a:r>
            <a:r>
              <a:rPr lang="en-US" sz="3100" dirty="0" err="1">
                <a:solidFill>
                  <a:srgbClr val="000000"/>
                </a:solidFill>
                <a:latin typeface="Josefin Sans Regular"/>
              </a:rPr>
              <a:t>để</a:t>
            </a:r>
            <a:r>
              <a:rPr lang="en-US" sz="3100" dirty="0">
                <a:solidFill>
                  <a:srgbClr val="000000"/>
                </a:solidFill>
                <a:latin typeface="Josefin Sans Regular"/>
              </a:rPr>
              <a:t> </a:t>
            </a:r>
            <a:r>
              <a:rPr lang="en-US" sz="3100" dirty="0" err="1">
                <a:solidFill>
                  <a:srgbClr val="000000"/>
                </a:solidFill>
                <a:latin typeface="Josefin Sans Regular"/>
              </a:rPr>
              <a:t>việc</a:t>
            </a:r>
            <a:r>
              <a:rPr lang="en-US" sz="3100" dirty="0">
                <a:solidFill>
                  <a:srgbClr val="000000"/>
                </a:solidFill>
                <a:latin typeface="Josefin Sans Regular"/>
              </a:rPr>
              <a:t> </a:t>
            </a:r>
            <a:r>
              <a:rPr lang="en-US" sz="3100" dirty="0" err="1">
                <a:solidFill>
                  <a:srgbClr val="000000"/>
                </a:solidFill>
                <a:latin typeface="Josefin Sans Regular"/>
              </a:rPr>
              <a:t>hấp</a:t>
            </a:r>
            <a:r>
              <a:rPr lang="en-US" sz="3100" dirty="0">
                <a:solidFill>
                  <a:srgbClr val="000000"/>
                </a:solidFill>
                <a:latin typeface="Josefin Sans Regular"/>
              </a:rPr>
              <a:t> </a:t>
            </a:r>
            <a:r>
              <a:rPr lang="en-US" sz="3100" dirty="0" err="1">
                <a:solidFill>
                  <a:srgbClr val="000000"/>
                </a:solidFill>
                <a:latin typeface="Josefin Sans Regular"/>
              </a:rPr>
              <a:t>thụ</a:t>
            </a:r>
            <a:r>
              <a:rPr lang="en-US" sz="3100" dirty="0">
                <a:solidFill>
                  <a:srgbClr val="000000"/>
                </a:solidFill>
                <a:latin typeface="Josefin Sans Regular"/>
              </a:rPr>
              <a:t> </a:t>
            </a:r>
            <a:r>
              <a:rPr lang="en-US" sz="3100" dirty="0" err="1">
                <a:solidFill>
                  <a:srgbClr val="000000"/>
                </a:solidFill>
                <a:latin typeface="Josefin Sans Regular"/>
              </a:rPr>
              <a:t>nhiệt</a:t>
            </a:r>
            <a:r>
              <a:rPr lang="en-US" sz="3100" dirty="0">
                <a:solidFill>
                  <a:srgbClr val="000000"/>
                </a:solidFill>
                <a:latin typeface="Josefin Sans Regular"/>
              </a:rPr>
              <a:t> </a:t>
            </a:r>
            <a:r>
              <a:rPr lang="en-US" sz="3100" dirty="0" err="1">
                <a:solidFill>
                  <a:srgbClr val="000000"/>
                </a:solidFill>
                <a:latin typeface="Josefin Sans Regular"/>
              </a:rPr>
              <a:t>tốt</a:t>
            </a:r>
            <a:r>
              <a:rPr lang="en-US" sz="3100" dirty="0">
                <a:solidFill>
                  <a:srgbClr val="000000"/>
                </a:solidFill>
                <a:latin typeface="Josefin Sans Regular"/>
              </a:rPr>
              <a:t> </a:t>
            </a:r>
            <a:r>
              <a:rPr lang="en-US" sz="3100" dirty="0" err="1">
                <a:solidFill>
                  <a:srgbClr val="000000"/>
                </a:solidFill>
                <a:latin typeface="Josefin Sans Regular"/>
              </a:rPr>
              <a:t>hơn</a:t>
            </a:r>
            <a:r>
              <a:rPr lang="en-US" sz="3100" dirty="0">
                <a:solidFill>
                  <a:srgbClr val="000000"/>
                </a:solidFill>
                <a:latin typeface="Josefin Sans Regular"/>
              </a:rPr>
              <a:t>. </a:t>
            </a:r>
            <a:r>
              <a:rPr lang="en-US" sz="3100" dirty="0" err="1">
                <a:solidFill>
                  <a:srgbClr val="000000"/>
                </a:solidFill>
                <a:latin typeface="Josefin Sans Regular"/>
              </a:rPr>
              <a:t>Nếu</a:t>
            </a:r>
            <a:r>
              <a:rPr lang="en-US" sz="3100" dirty="0">
                <a:solidFill>
                  <a:srgbClr val="000000"/>
                </a:solidFill>
                <a:latin typeface="Josefin Sans Regular"/>
              </a:rPr>
              <a:t> </a:t>
            </a:r>
            <a:r>
              <a:rPr lang="en-US" sz="3100" dirty="0" err="1">
                <a:solidFill>
                  <a:srgbClr val="000000"/>
                </a:solidFill>
                <a:latin typeface="Josefin Sans Regular"/>
              </a:rPr>
              <a:t>quạt</a:t>
            </a:r>
            <a:r>
              <a:rPr lang="en-US" sz="3100" dirty="0">
                <a:solidFill>
                  <a:srgbClr val="000000"/>
                </a:solidFill>
                <a:latin typeface="Josefin Sans Regular"/>
              </a:rPr>
              <a:t> </a:t>
            </a:r>
            <a:r>
              <a:rPr lang="en-US" sz="3100" dirty="0" err="1">
                <a:solidFill>
                  <a:srgbClr val="000000"/>
                </a:solidFill>
                <a:latin typeface="Josefin Sans Regular"/>
              </a:rPr>
              <a:t>dàn</a:t>
            </a:r>
            <a:r>
              <a:rPr lang="en-US" sz="3100" dirty="0">
                <a:solidFill>
                  <a:srgbClr val="000000"/>
                </a:solidFill>
                <a:latin typeface="Josefin Sans Regular"/>
              </a:rPr>
              <a:t> </a:t>
            </a:r>
            <a:r>
              <a:rPr lang="en-US" sz="3100" dirty="0" err="1">
                <a:solidFill>
                  <a:srgbClr val="000000"/>
                </a:solidFill>
                <a:latin typeface="Josefin Sans Regular"/>
              </a:rPr>
              <a:t>lạnh</a:t>
            </a:r>
            <a:r>
              <a:rPr lang="en-US" sz="3100" dirty="0">
                <a:solidFill>
                  <a:srgbClr val="000000"/>
                </a:solidFill>
                <a:latin typeface="Josefin Sans Regular"/>
              </a:rPr>
              <a:t> </a:t>
            </a:r>
            <a:r>
              <a:rPr lang="en-US" sz="3100" dirty="0" err="1">
                <a:solidFill>
                  <a:srgbClr val="000000"/>
                </a:solidFill>
                <a:latin typeface="Josefin Sans Regular"/>
              </a:rPr>
              <a:t>chạy</a:t>
            </a:r>
            <a:r>
              <a:rPr lang="en-US" sz="3100" dirty="0">
                <a:solidFill>
                  <a:srgbClr val="000000"/>
                </a:solidFill>
                <a:latin typeface="Josefin Sans Regular"/>
              </a:rPr>
              <a:t> </a:t>
            </a:r>
            <a:r>
              <a:rPr lang="en-US" sz="3100" dirty="0" err="1">
                <a:solidFill>
                  <a:srgbClr val="000000"/>
                </a:solidFill>
                <a:latin typeface="Josefin Sans Regular"/>
              </a:rPr>
              <a:t>yếu</a:t>
            </a:r>
            <a:r>
              <a:rPr lang="en-US" sz="3100" dirty="0">
                <a:solidFill>
                  <a:srgbClr val="000000"/>
                </a:solidFill>
                <a:latin typeface="Josefin Sans Regular"/>
              </a:rPr>
              <a:t> </a:t>
            </a:r>
            <a:r>
              <a:rPr lang="en-US" sz="3100" dirty="0" err="1">
                <a:solidFill>
                  <a:srgbClr val="000000"/>
                </a:solidFill>
                <a:latin typeface="Josefin Sans Regular"/>
              </a:rPr>
              <a:t>hoặc</a:t>
            </a:r>
            <a:r>
              <a:rPr lang="en-US" sz="3100" dirty="0">
                <a:solidFill>
                  <a:srgbClr val="000000"/>
                </a:solidFill>
                <a:latin typeface="Josefin Sans Regular"/>
              </a:rPr>
              <a:t> </a:t>
            </a:r>
            <a:r>
              <a:rPr lang="en-US" sz="3100" dirty="0" err="1">
                <a:solidFill>
                  <a:srgbClr val="000000"/>
                </a:solidFill>
                <a:latin typeface="Josefin Sans Regular"/>
              </a:rPr>
              <a:t>không</a:t>
            </a:r>
            <a:r>
              <a:rPr lang="en-US" sz="3100" dirty="0">
                <a:solidFill>
                  <a:srgbClr val="000000"/>
                </a:solidFill>
                <a:latin typeface="Josefin Sans Regular"/>
              </a:rPr>
              <a:t> </a:t>
            </a:r>
            <a:r>
              <a:rPr lang="en-US" sz="3100" dirty="0" err="1">
                <a:solidFill>
                  <a:srgbClr val="000000"/>
                </a:solidFill>
                <a:latin typeface="Josefin Sans Regular"/>
              </a:rPr>
              <a:t>chạy</a:t>
            </a:r>
            <a:r>
              <a:rPr lang="en-US" sz="3100" dirty="0">
                <a:solidFill>
                  <a:srgbClr val="000000"/>
                </a:solidFill>
                <a:latin typeface="Josefin Sans Regular"/>
              </a:rPr>
              <a:t>, </a:t>
            </a:r>
            <a:r>
              <a:rPr lang="en-US" sz="3100" dirty="0" err="1">
                <a:solidFill>
                  <a:srgbClr val="000000"/>
                </a:solidFill>
                <a:latin typeface="Josefin Sans Regular"/>
              </a:rPr>
              <a:t>điều</a:t>
            </a:r>
            <a:r>
              <a:rPr lang="en-US" sz="3100" dirty="0">
                <a:solidFill>
                  <a:srgbClr val="000000"/>
                </a:solidFill>
                <a:latin typeface="Josefin Sans Regular"/>
              </a:rPr>
              <a:t> </a:t>
            </a:r>
            <a:r>
              <a:rPr lang="en-US" sz="3100" dirty="0" err="1">
                <a:solidFill>
                  <a:srgbClr val="000000"/>
                </a:solidFill>
                <a:latin typeface="Josefin Sans Regular"/>
              </a:rPr>
              <a:t>hòa</a:t>
            </a:r>
            <a:r>
              <a:rPr lang="en-US" sz="3100" dirty="0">
                <a:solidFill>
                  <a:srgbClr val="000000"/>
                </a:solidFill>
                <a:latin typeface="Josefin Sans Regular"/>
              </a:rPr>
              <a:t> </a:t>
            </a:r>
            <a:r>
              <a:rPr lang="en-US" sz="3100" dirty="0" err="1">
                <a:solidFill>
                  <a:srgbClr val="000000"/>
                </a:solidFill>
                <a:latin typeface="Josefin Sans Regular"/>
              </a:rPr>
              <a:t>sẽ</a:t>
            </a:r>
            <a:r>
              <a:rPr lang="en-US" sz="3100" dirty="0">
                <a:solidFill>
                  <a:srgbClr val="000000"/>
                </a:solidFill>
                <a:latin typeface="Josefin Sans Regular"/>
              </a:rPr>
              <a:t> </a:t>
            </a:r>
            <a:r>
              <a:rPr lang="en-US" sz="3100" dirty="0" err="1">
                <a:solidFill>
                  <a:srgbClr val="000000"/>
                </a:solidFill>
                <a:latin typeface="Josefin Sans Regular"/>
              </a:rPr>
              <a:t>không</a:t>
            </a:r>
            <a:r>
              <a:rPr lang="en-US" sz="3100" dirty="0">
                <a:solidFill>
                  <a:srgbClr val="000000"/>
                </a:solidFill>
                <a:latin typeface="Josefin Sans Regular"/>
              </a:rPr>
              <a:t> </a:t>
            </a:r>
            <a:r>
              <a:rPr lang="en-US" sz="3100" dirty="0" err="1">
                <a:solidFill>
                  <a:srgbClr val="000000"/>
                </a:solidFill>
                <a:latin typeface="Josefin Sans Regular"/>
              </a:rPr>
              <a:t>thể</a:t>
            </a:r>
            <a:r>
              <a:rPr lang="en-US" sz="3100" dirty="0">
                <a:solidFill>
                  <a:srgbClr val="000000"/>
                </a:solidFill>
                <a:latin typeface="Josefin Sans Regular"/>
              </a:rPr>
              <a:t> </a:t>
            </a:r>
            <a:r>
              <a:rPr lang="en-US" sz="3100" dirty="0" err="1">
                <a:solidFill>
                  <a:srgbClr val="000000"/>
                </a:solidFill>
                <a:latin typeface="Josefin Sans Regular"/>
              </a:rPr>
              <a:t>làm</a:t>
            </a:r>
            <a:r>
              <a:rPr lang="en-US" sz="3100" dirty="0">
                <a:solidFill>
                  <a:srgbClr val="000000"/>
                </a:solidFill>
                <a:latin typeface="Josefin Sans Regular"/>
              </a:rPr>
              <a:t> </a:t>
            </a:r>
            <a:r>
              <a:rPr lang="en-US" sz="3100" dirty="0" err="1">
                <a:solidFill>
                  <a:srgbClr val="000000"/>
                </a:solidFill>
                <a:latin typeface="Josefin Sans Regular"/>
              </a:rPr>
              <a:t>mát</a:t>
            </a:r>
            <a:r>
              <a:rPr lang="en-US" sz="3100" dirty="0">
                <a:solidFill>
                  <a:srgbClr val="000000"/>
                </a:solidFill>
                <a:latin typeface="Josefin Sans Regular"/>
              </a:rPr>
              <a:t> </a:t>
            </a:r>
            <a:r>
              <a:rPr lang="en-US" sz="3100" dirty="0" err="1">
                <a:solidFill>
                  <a:srgbClr val="000000"/>
                </a:solidFill>
                <a:latin typeface="Josefin Sans Regular"/>
              </a:rPr>
              <a:t>toàn</a:t>
            </a:r>
            <a:r>
              <a:rPr lang="en-US" sz="3100" dirty="0">
                <a:solidFill>
                  <a:srgbClr val="000000"/>
                </a:solidFill>
                <a:latin typeface="Josefin Sans Regular"/>
              </a:rPr>
              <a:t> </a:t>
            </a:r>
            <a:r>
              <a:rPr lang="en-US" sz="3100" dirty="0" err="1">
                <a:solidFill>
                  <a:srgbClr val="000000"/>
                </a:solidFill>
                <a:latin typeface="Josefin Sans Regular"/>
              </a:rPr>
              <a:t>bộ</a:t>
            </a:r>
            <a:r>
              <a:rPr lang="en-US" sz="3100" dirty="0">
                <a:solidFill>
                  <a:srgbClr val="000000"/>
                </a:solidFill>
                <a:latin typeface="Josefin Sans Regular"/>
              </a:rPr>
              <a:t> </a:t>
            </a:r>
            <a:r>
              <a:rPr lang="en-US" sz="3100" dirty="0" err="1">
                <a:solidFill>
                  <a:srgbClr val="000000"/>
                </a:solidFill>
                <a:latin typeface="Josefin Sans Regular"/>
              </a:rPr>
              <a:t>phòng</a:t>
            </a:r>
            <a:endParaRPr lang="en-US" sz="3100" dirty="0">
              <a:solidFill>
                <a:srgbClr val="000000"/>
              </a:solidFill>
              <a:latin typeface="Josefin Sans Regula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72" name="Picture 71"/>
          <p:cNvPicPr>
            <a:picLocks noChangeAspect="1"/>
          </p:cNvPicPr>
          <p:nvPr/>
        </p:nvPicPr>
        <p:blipFill>
          <a:blip r:embed="rId2"/>
          <a:stretch>
            <a:fillRect/>
          </a:stretch>
        </p:blipFill>
        <p:spPr>
          <a:xfrm>
            <a:off x="-152400" y="-723900"/>
            <a:ext cx="18440399" cy="11430000"/>
          </a:xfrm>
          <a:prstGeom prst="rect">
            <a:avLst/>
          </a:prstGeom>
        </p:spPr>
      </p:pic>
      <p:grpSp>
        <p:nvGrpSpPr>
          <p:cNvPr id="2" name="Group 2"/>
          <p:cNvGrpSpPr/>
          <p:nvPr/>
        </p:nvGrpSpPr>
        <p:grpSpPr>
          <a:xfrm>
            <a:off x="3830755" y="876300"/>
            <a:ext cx="3313967" cy="501350"/>
            <a:chOff x="0" y="0"/>
            <a:chExt cx="6639409" cy="1004436"/>
          </a:xfrm>
        </p:grpSpPr>
        <p:sp>
          <p:nvSpPr>
            <p:cNvPr id="3" name="Freeform 3"/>
            <p:cNvSpPr/>
            <p:nvPr/>
          </p:nvSpPr>
          <p:spPr>
            <a:xfrm>
              <a:off x="57150" y="58420"/>
              <a:ext cx="6569559" cy="933316"/>
            </a:xfrm>
            <a:custGeom>
              <a:avLst/>
              <a:gdLst/>
              <a:ahLst/>
              <a:cxnLst/>
              <a:rect l="l" t="t" r="r" b="b"/>
              <a:pathLst>
                <a:path w="6569559" h="933316">
                  <a:moveTo>
                    <a:pt x="6484469" y="902836"/>
                  </a:moveTo>
                  <a:lnTo>
                    <a:pt x="0" y="902836"/>
                  </a:lnTo>
                  <a:cubicBezTo>
                    <a:pt x="5080" y="920616"/>
                    <a:pt x="21590" y="933316"/>
                    <a:pt x="40640" y="933316"/>
                  </a:cubicBezTo>
                  <a:lnTo>
                    <a:pt x="6526379" y="933316"/>
                  </a:lnTo>
                  <a:cubicBezTo>
                    <a:pt x="6550509" y="933316"/>
                    <a:pt x="6569559" y="914266"/>
                    <a:pt x="6569559" y="890136"/>
                  </a:cubicBezTo>
                  <a:lnTo>
                    <a:pt x="6569559" y="40640"/>
                  </a:lnTo>
                  <a:cubicBezTo>
                    <a:pt x="6569559" y="21590"/>
                    <a:pt x="6556859" y="6350"/>
                    <a:pt x="6540349" y="0"/>
                  </a:cubicBezTo>
                  <a:lnTo>
                    <a:pt x="6540349" y="846956"/>
                  </a:lnTo>
                  <a:cubicBezTo>
                    <a:pt x="6540349" y="877436"/>
                    <a:pt x="6514949" y="902836"/>
                    <a:pt x="6484469" y="902836"/>
                  </a:cubicBezTo>
                  <a:close/>
                </a:path>
              </a:pathLst>
            </a:custGeom>
            <a:solidFill>
              <a:srgbClr val="000000"/>
            </a:solidFill>
          </p:spPr>
        </p:sp>
        <p:sp>
          <p:nvSpPr>
            <p:cNvPr id="4" name="Freeform 4"/>
            <p:cNvSpPr/>
            <p:nvPr/>
          </p:nvSpPr>
          <p:spPr>
            <a:xfrm>
              <a:off x="12700" y="12700"/>
              <a:ext cx="6572099" cy="935856"/>
            </a:xfrm>
            <a:custGeom>
              <a:avLst/>
              <a:gdLst/>
              <a:ahLst/>
              <a:cxnLst/>
              <a:rect l="l" t="t" r="r" b="b"/>
              <a:pathLst>
                <a:path w="6572099" h="935856">
                  <a:moveTo>
                    <a:pt x="43180" y="935856"/>
                  </a:moveTo>
                  <a:lnTo>
                    <a:pt x="6528919" y="935856"/>
                  </a:lnTo>
                  <a:cubicBezTo>
                    <a:pt x="6553049" y="935856"/>
                    <a:pt x="6572099" y="916806"/>
                    <a:pt x="6572099" y="892676"/>
                  </a:cubicBezTo>
                  <a:lnTo>
                    <a:pt x="6572099" y="43180"/>
                  </a:lnTo>
                  <a:cubicBezTo>
                    <a:pt x="6572099" y="19050"/>
                    <a:pt x="6553049" y="0"/>
                    <a:pt x="6528919" y="0"/>
                  </a:cubicBezTo>
                  <a:lnTo>
                    <a:pt x="43180" y="0"/>
                  </a:lnTo>
                  <a:cubicBezTo>
                    <a:pt x="19050" y="0"/>
                    <a:pt x="0" y="19050"/>
                    <a:pt x="0" y="43180"/>
                  </a:cubicBezTo>
                  <a:lnTo>
                    <a:pt x="0" y="892676"/>
                  </a:lnTo>
                  <a:cubicBezTo>
                    <a:pt x="0" y="916806"/>
                    <a:pt x="19050" y="935856"/>
                    <a:pt x="43180" y="935856"/>
                  </a:cubicBezTo>
                  <a:close/>
                </a:path>
              </a:pathLst>
            </a:custGeom>
            <a:solidFill>
              <a:srgbClr val="F8F8F8"/>
            </a:solidFill>
          </p:spPr>
        </p:sp>
        <p:sp>
          <p:nvSpPr>
            <p:cNvPr id="5" name="Freeform 5"/>
            <p:cNvSpPr/>
            <p:nvPr/>
          </p:nvSpPr>
          <p:spPr>
            <a:xfrm>
              <a:off x="0" y="0"/>
              <a:ext cx="6639409" cy="1004436"/>
            </a:xfrm>
            <a:custGeom>
              <a:avLst/>
              <a:gdLst/>
              <a:ahLst/>
              <a:cxnLst/>
              <a:rect l="l" t="t" r="r" b="b"/>
              <a:pathLst>
                <a:path w="6639409" h="1004436">
                  <a:moveTo>
                    <a:pt x="6596229" y="44450"/>
                  </a:moveTo>
                  <a:cubicBezTo>
                    <a:pt x="6591149" y="19050"/>
                    <a:pt x="6568289" y="0"/>
                    <a:pt x="6541619" y="0"/>
                  </a:cubicBezTo>
                  <a:lnTo>
                    <a:pt x="55880" y="0"/>
                  </a:lnTo>
                  <a:cubicBezTo>
                    <a:pt x="25400" y="0"/>
                    <a:pt x="0" y="25400"/>
                    <a:pt x="0" y="55880"/>
                  </a:cubicBezTo>
                  <a:lnTo>
                    <a:pt x="0" y="905376"/>
                  </a:lnTo>
                  <a:cubicBezTo>
                    <a:pt x="0" y="932046"/>
                    <a:pt x="17780" y="953636"/>
                    <a:pt x="43180" y="959986"/>
                  </a:cubicBezTo>
                  <a:cubicBezTo>
                    <a:pt x="48260" y="985386"/>
                    <a:pt x="71120" y="1004436"/>
                    <a:pt x="97790" y="1004436"/>
                  </a:cubicBezTo>
                  <a:lnTo>
                    <a:pt x="6583529" y="1004436"/>
                  </a:lnTo>
                  <a:cubicBezTo>
                    <a:pt x="6614009" y="1004436"/>
                    <a:pt x="6639409" y="979036"/>
                    <a:pt x="6639409" y="948556"/>
                  </a:cubicBezTo>
                  <a:lnTo>
                    <a:pt x="6639409" y="99060"/>
                  </a:lnTo>
                  <a:cubicBezTo>
                    <a:pt x="6639409" y="72390"/>
                    <a:pt x="6621629" y="50800"/>
                    <a:pt x="6596229" y="44450"/>
                  </a:cubicBezTo>
                  <a:close/>
                  <a:moveTo>
                    <a:pt x="12700" y="905376"/>
                  </a:moveTo>
                  <a:lnTo>
                    <a:pt x="12700" y="55880"/>
                  </a:lnTo>
                  <a:cubicBezTo>
                    <a:pt x="12700" y="31750"/>
                    <a:pt x="31750" y="12700"/>
                    <a:pt x="55880" y="12700"/>
                  </a:cubicBezTo>
                  <a:lnTo>
                    <a:pt x="6541619" y="12700"/>
                  </a:lnTo>
                  <a:cubicBezTo>
                    <a:pt x="6565749" y="12700"/>
                    <a:pt x="6584799" y="31750"/>
                    <a:pt x="6584799" y="55880"/>
                  </a:cubicBezTo>
                  <a:lnTo>
                    <a:pt x="6584799" y="905376"/>
                  </a:lnTo>
                  <a:cubicBezTo>
                    <a:pt x="6584799" y="929506"/>
                    <a:pt x="6565749" y="948556"/>
                    <a:pt x="6541619" y="948556"/>
                  </a:cubicBezTo>
                  <a:lnTo>
                    <a:pt x="55880" y="948556"/>
                  </a:lnTo>
                  <a:cubicBezTo>
                    <a:pt x="31750" y="948556"/>
                    <a:pt x="12700" y="929506"/>
                    <a:pt x="12700" y="905376"/>
                  </a:cubicBezTo>
                  <a:close/>
                  <a:moveTo>
                    <a:pt x="6626709" y="948556"/>
                  </a:moveTo>
                  <a:cubicBezTo>
                    <a:pt x="6626709" y="972686"/>
                    <a:pt x="6607659" y="991736"/>
                    <a:pt x="6583529" y="991736"/>
                  </a:cubicBezTo>
                  <a:lnTo>
                    <a:pt x="97790" y="991736"/>
                  </a:lnTo>
                  <a:cubicBezTo>
                    <a:pt x="78740" y="991736"/>
                    <a:pt x="62230" y="979036"/>
                    <a:pt x="57150" y="961256"/>
                  </a:cubicBezTo>
                  <a:lnTo>
                    <a:pt x="6541619" y="961256"/>
                  </a:lnTo>
                  <a:cubicBezTo>
                    <a:pt x="6572099" y="961256"/>
                    <a:pt x="6597499" y="935856"/>
                    <a:pt x="6597499" y="905376"/>
                  </a:cubicBezTo>
                  <a:lnTo>
                    <a:pt x="6597499" y="58420"/>
                  </a:lnTo>
                  <a:cubicBezTo>
                    <a:pt x="6614009" y="64770"/>
                    <a:pt x="6626709" y="80010"/>
                    <a:pt x="6626709" y="99060"/>
                  </a:cubicBezTo>
                  <a:lnTo>
                    <a:pt x="6626709" y="948556"/>
                  </a:lnTo>
                  <a:close/>
                </a:path>
              </a:pathLst>
            </a:custGeom>
            <a:solidFill>
              <a:srgbClr val="000000"/>
            </a:solidFill>
          </p:spPr>
        </p:sp>
      </p:grpSp>
      <p:grpSp>
        <p:nvGrpSpPr>
          <p:cNvPr id="6" name="Group 6"/>
          <p:cNvGrpSpPr/>
          <p:nvPr/>
        </p:nvGrpSpPr>
        <p:grpSpPr>
          <a:xfrm>
            <a:off x="3830755" y="876300"/>
            <a:ext cx="3521190" cy="6393886"/>
            <a:chOff x="0" y="0"/>
            <a:chExt cx="6639409" cy="12056044"/>
          </a:xfrm>
        </p:grpSpPr>
        <p:sp>
          <p:nvSpPr>
            <p:cNvPr id="7" name="Freeform 7"/>
            <p:cNvSpPr/>
            <p:nvPr/>
          </p:nvSpPr>
          <p:spPr>
            <a:xfrm>
              <a:off x="57150" y="58420"/>
              <a:ext cx="6569559" cy="11984925"/>
            </a:xfrm>
            <a:custGeom>
              <a:avLst/>
              <a:gdLst/>
              <a:ahLst/>
              <a:cxnLst/>
              <a:rect l="l" t="t" r="r" b="b"/>
              <a:pathLst>
                <a:path w="6569559" h="11984925">
                  <a:moveTo>
                    <a:pt x="6484469" y="11954444"/>
                  </a:moveTo>
                  <a:lnTo>
                    <a:pt x="0" y="11954444"/>
                  </a:lnTo>
                  <a:cubicBezTo>
                    <a:pt x="5080" y="11972225"/>
                    <a:pt x="21590" y="11984925"/>
                    <a:pt x="40640" y="11984925"/>
                  </a:cubicBezTo>
                  <a:lnTo>
                    <a:pt x="6526379" y="11984925"/>
                  </a:lnTo>
                  <a:cubicBezTo>
                    <a:pt x="6550509" y="11984925"/>
                    <a:pt x="6569559" y="11965875"/>
                    <a:pt x="6569559" y="11941744"/>
                  </a:cubicBezTo>
                  <a:lnTo>
                    <a:pt x="6569559" y="40640"/>
                  </a:lnTo>
                  <a:cubicBezTo>
                    <a:pt x="6569559" y="21590"/>
                    <a:pt x="6556859" y="6350"/>
                    <a:pt x="6540349" y="0"/>
                  </a:cubicBezTo>
                  <a:lnTo>
                    <a:pt x="6540349" y="11898564"/>
                  </a:lnTo>
                  <a:cubicBezTo>
                    <a:pt x="6540349" y="11929044"/>
                    <a:pt x="6514949" y="11954444"/>
                    <a:pt x="6484469" y="11954444"/>
                  </a:cubicBezTo>
                  <a:close/>
                </a:path>
              </a:pathLst>
            </a:custGeom>
            <a:solidFill>
              <a:srgbClr val="000000"/>
            </a:solidFill>
          </p:spPr>
        </p:sp>
        <p:sp>
          <p:nvSpPr>
            <p:cNvPr id="8" name="Freeform 8"/>
            <p:cNvSpPr/>
            <p:nvPr/>
          </p:nvSpPr>
          <p:spPr>
            <a:xfrm>
              <a:off x="12700" y="12700"/>
              <a:ext cx="6572099" cy="11987464"/>
            </a:xfrm>
            <a:custGeom>
              <a:avLst/>
              <a:gdLst/>
              <a:ahLst/>
              <a:cxnLst/>
              <a:rect l="l" t="t" r="r" b="b"/>
              <a:pathLst>
                <a:path w="6572099" h="11987464">
                  <a:moveTo>
                    <a:pt x="43180" y="11987464"/>
                  </a:moveTo>
                  <a:lnTo>
                    <a:pt x="6528919" y="11987464"/>
                  </a:lnTo>
                  <a:cubicBezTo>
                    <a:pt x="6553049" y="11987464"/>
                    <a:pt x="6572099" y="11968414"/>
                    <a:pt x="6572099" y="11944284"/>
                  </a:cubicBezTo>
                  <a:lnTo>
                    <a:pt x="6572099" y="43180"/>
                  </a:lnTo>
                  <a:cubicBezTo>
                    <a:pt x="6572099" y="19050"/>
                    <a:pt x="6553049" y="0"/>
                    <a:pt x="6528919" y="0"/>
                  </a:cubicBezTo>
                  <a:lnTo>
                    <a:pt x="43180" y="0"/>
                  </a:lnTo>
                  <a:cubicBezTo>
                    <a:pt x="19050" y="0"/>
                    <a:pt x="0" y="19050"/>
                    <a:pt x="0" y="43180"/>
                  </a:cubicBezTo>
                  <a:lnTo>
                    <a:pt x="0" y="11944284"/>
                  </a:lnTo>
                  <a:cubicBezTo>
                    <a:pt x="0" y="11968414"/>
                    <a:pt x="19050" y="11987464"/>
                    <a:pt x="43180" y="11987464"/>
                  </a:cubicBezTo>
                  <a:close/>
                </a:path>
              </a:pathLst>
            </a:custGeom>
            <a:solidFill>
              <a:srgbClr val="F8F8F8"/>
            </a:solidFill>
          </p:spPr>
        </p:sp>
        <p:sp>
          <p:nvSpPr>
            <p:cNvPr id="9" name="Freeform 9"/>
            <p:cNvSpPr/>
            <p:nvPr/>
          </p:nvSpPr>
          <p:spPr>
            <a:xfrm>
              <a:off x="0" y="0"/>
              <a:ext cx="6639409" cy="12056045"/>
            </a:xfrm>
            <a:custGeom>
              <a:avLst/>
              <a:gdLst/>
              <a:ahLst/>
              <a:cxnLst/>
              <a:rect l="l" t="t" r="r" b="b"/>
              <a:pathLst>
                <a:path w="6639409" h="12056045">
                  <a:moveTo>
                    <a:pt x="6596229" y="44450"/>
                  </a:moveTo>
                  <a:cubicBezTo>
                    <a:pt x="6591149" y="19050"/>
                    <a:pt x="6568289" y="0"/>
                    <a:pt x="6541619" y="0"/>
                  </a:cubicBezTo>
                  <a:lnTo>
                    <a:pt x="55880" y="0"/>
                  </a:lnTo>
                  <a:cubicBezTo>
                    <a:pt x="25400" y="0"/>
                    <a:pt x="0" y="25400"/>
                    <a:pt x="0" y="55880"/>
                  </a:cubicBezTo>
                  <a:lnTo>
                    <a:pt x="0" y="11956984"/>
                  </a:lnTo>
                  <a:cubicBezTo>
                    <a:pt x="0" y="11983655"/>
                    <a:pt x="17780" y="12005245"/>
                    <a:pt x="43180" y="12011595"/>
                  </a:cubicBezTo>
                  <a:cubicBezTo>
                    <a:pt x="48260" y="12036995"/>
                    <a:pt x="71120" y="12056045"/>
                    <a:pt x="97790" y="12056045"/>
                  </a:cubicBezTo>
                  <a:lnTo>
                    <a:pt x="6583529" y="12056045"/>
                  </a:lnTo>
                  <a:cubicBezTo>
                    <a:pt x="6614009" y="12056045"/>
                    <a:pt x="6639409" y="12030645"/>
                    <a:pt x="6639409" y="12000164"/>
                  </a:cubicBezTo>
                  <a:lnTo>
                    <a:pt x="6639409" y="99060"/>
                  </a:lnTo>
                  <a:cubicBezTo>
                    <a:pt x="6639409" y="72390"/>
                    <a:pt x="6621629" y="50800"/>
                    <a:pt x="6596229" y="44450"/>
                  </a:cubicBezTo>
                  <a:close/>
                  <a:moveTo>
                    <a:pt x="12700" y="11956984"/>
                  </a:moveTo>
                  <a:lnTo>
                    <a:pt x="12700" y="55880"/>
                  </a:lnTo>
                  <a:cubicBezTo>
                    <a:pt x="12700" y="31750"/>
                    <a:pt x="31750" y="12700"/>
                    <a:pt x="55880" y="12700"/>
                  </a:cubicBezTo>
                  <a:lnTo>
                    <a:pt x="6541619" y="12700"/>
                  </a:lnTo>
                  <a:cubicBezTo>
                    <a:pt x="6565749" y="12700"/>
                    <a:pt x="6584799" y="31750"/>
                    <a:pt x="6584799" y="55880"/>
                  </a:cubicBezTo>
                  <a:lnTo>
                    <a:pt x="6584799" y="11956984"/>
                  </a:lnTo>
                  <a:cubicBezTo>
                    <a:pt x="6584799" y="11981114"/>
                    <a:pt x="6565749" y="12000164"/>
                    <a:pt x="6541619" y="12000164"/>
                  </a:cubicBezTo>
                  <a:lnTo>
                    <a:pt x="55880" y="12000164"/>
                  </a:lnTo>
                  <a:cubicBezTo>
                    <a:pt x="31750" y="12000164"/>
                    <a:pt x="12700" y="11981114"/>
                    <a:pt x="12700" y="11956984"/>
                  </a:cubicBezTo>
                  <a:close/>
                  <a:moveTo>
                    <a:pt x="6626709" y="12000164"/>
                  </a:moveTo>
                  <a:cubicBezTo>
                    <a:pt x="6626709" y="12024295"/>
                    <a:pt x="6607659" y="12043345"/>
                    <a:pt x="6583529" y="12043345"/>
                  </a:cubicBezTo>
                  <a:lnTo>
                    <a:pt x="97790" y="12043345"/>
                  </a:lnTo>
                  <a:cubicBezTo>
                    <a:pt x="78740" y="12043345"/>
                    <a:pt x="62230" y="12030645"/>
                    <a:pt x="57150" y="12012864"/>
                  </a:cubicBezTo>
                  <a:lnTo>
                    <a:pt x="6541619" y="12012864"/>
                  </a:lnTo>
                  <a:cubicBezTo>
                    <a:pt x="6572099" y="12012864"/>
                    <a:pt x="6597499" y="11987464"/>
                    <a:pt x="6597499" y="11956984"/>
                  </a:cubicBezTo>
                  <a:lnTo>
                    <a:pt x="6597499" y="58420"/>
                  </a:lnTo>
                  <a:cubicBezTo>
                    <a:pt x="6614009" y="64770"/>
                    <a:pt x="6626709" y="80010"/>
                    <a:pt x="6626709" y="99060"/>
                  </a:cubicBezTo>
                  <a:lnTo>
                    <a:pt x="6626709" y="12000164"/>
                  </a:lnTo>
                  <a:close/>
                </a:path>
              </a:pathLst>
            </a:custGeom>
            <a:solidFill>
              <a:srgbClr val="000000"/>
            </a:solidFill>
          </p:spPr>
        </p:sp>
      </p:grpSp>
      <p:grpSp>
        <p:nvGrpSpPr>
          <p:cNvPr id="10" name="Group 10"/>
          <p:cNvGrpSpPr/>
          <p:nvPr/>
        </p:nvGrpSpPr>
        <p:grpSpPr>
          <a:xfrm>
            <a:off x="3830755" y="888865"/>
            <a:ext cx="3521190" cy="532699"/>
            <a:chOff x="0" y="0"/>
            <a:chExt cx="6639409" cy="1004436"/>
          </a:xfrm>
        </p:grpSpPr>
        <p:sp>
          <p:nvSpPr>
            <p:cNvPr id="11" name="Freeform 11"/>
            <p:cNvSpPr/>
            <p:nvPr/>
          </p:nvSpPr>
          <p:spPr>
            <a:xfrm>
              <a:off x="57150" y="58420"/>
              <a:ext cx="6569559" cy="933316"/>
            </a:xfrm>
            <a:custGeom>
              <a:avLst/>
              <a:gdLst/>
              <a:ahLst/>
              <a:cxnLst/>
              <a:rect l="l" t="t" r="r" b="b"/>
              <a:pathLst>
                <a:path w="6569559" h="933316">
                  <a:moveTo>
                    <a:pt x="6484469" y="902836"/>
                  </a:moveTo>
                  <a:lnTo>
                    <a:pt x="0" y="902836"/>
                  </a:lnTo>
                  <a:cubicBezTo>
                    <a:pt x="5080" y="920616"/>
                    <a:pt x="21590" y="933316"/>
                    <a:pt x="40640" y="933316"/>
                  </a:cubicBezTo>
                  <a:lnTo>
                    <a:pt x="6526379" y="933316"/>
                  </a:lnTo>
                  <a:cubicBezTo>
                    <a:pt x="6550509" y="933316"/>
                    <a:pt x="6569559" y="914266"/>
                    <a:pt x="6569559" y="890136"/>
                  </a:cubicBezTo>
                  <a:lnTo>
                    <a:pt x="6569559" y="40640"/>
                  </a:lnTo>
                  <a:cubicBezTo>
                    <a:pt x="6569559" y="21590"/>
                    <a:pt x="6556859" y="6350"/>
                    <a:pt x="6540349" y="0"/>
                  </a:cubicBezTo>
                  <a:lnTo>
                    <a:pt x="6540349" y="846956"/>
                  </a:lnTo>
                  <a:cubicBezTo>
                    <a:pt x="6540349" y="877436"/>
                    <a:pt x="6514949" y="902836"/>
                    <a:pt x="6484469" y="902836"/>
                  </a:cubicBezTo>
                  <a:close/>
                </a:path>
              </a:pathLst>
            </a:custGeom>
            <a:solidFill>
              <a:srgbClr val="000000"/>
            </a:solidFill>
          </p:spPr>
        </p:sp>
        <p:sp>
          <p:nvSpPr>
            <p:cNvPr id="12" name="Freeform 12"/>
            <p:cNvSpPr/>
            <p:nvPr/>
          </p:nvSpPr>
          <p:spPr>
            <a:xfrm>
              <a:off x="12700" y="12700"/>
              <a:ext cx="6572099" cy="935856"/>
            </a:xfrm>
            <a:custGeom>
              <a:avLst/>
              <a:gdLst/>
              <a:ahLst/>
              <a:cxnLst/>
              <a:rect l="l" t="t" r="r" b="b"/>
              <a:pathLst>
                <a:path w="6572099" h="935856">
                  <a:moveTo>
                    <a:pt x="43180" y="935856"/>
                  </a:moveTo>
                  <a:lnTo>
                    <a:pt x="6528919" y="935856"/>
                  </a:lnTo>
                  <a:cubicBezTo>
                    <a:pt x="6553049" y="935856"/>
                    <a:pt x="6572099" y="916806"/>
                    <a:pt x="6572099" y="892676"/>
                  </a:cubicBezTo>
                  <a:lnTo>
                    <a:pt x="6572099" y="43180"/>
                  </a:lnTo>
                  <a:cubicBezTo>
                    <a:pt x="6572099" y="19050"/>
                    <a:pt x="6553049" y="0"/>
                    <a:pt x="6528919" y="0"/>
                  </a:cubicBezTo>
                  <a:lnTo>
                    <a:pt x="43180" y="0"/>
                  </a:lnTo>
                  <a:cubicBezTo>
                    <a:pt x="19050" y="0"/>
                    <a:pt x="0" y="19050"/>
                    <a:pt x="0" y="43180"/>
                  </a:cubicBezTo>
                  <a:lnTo>
                    <a:pt x="0" y="892676"/>
                  </a:lnTo>
                  <a:cubicBezTo>
                    <a:pt x="0" y="916806"/>
                    <a:pt x="19050" y="935856"/>
                    <a:pt x="43180" y="935856"/>
                  </a:cubicBezTo>
                  <a:close/>
                </a:path>
              </a:pathLst>
            </a:custGeom>
            <a:solidFill>
              <a:srgbClr val="F8F8F8"/>
            </a:solidFill>
          </p:spPr>
        </p:sp>
        <p:sp>
          <p:nvSpPr>
            <p:cNvPr id="13" name="Freeform 13"/>
            <p:cNvSpPr/>
            <p:nvPr/>
          </p:nvSpPr>
          <p:spPr>
            <a:xfrm>
              <a:off x="0" y="0"/>
              <a:ext cx="6639409" cy="1004436"/>
            </a:xfrm>
            <a:custGeom>
              <a:avLst/>
              <a:gdLst/>
              <a:ahLst/>
              <a:cxnLst/>
              <a:rect l="l" t="t" r="r" b="b"/>
              <a:pathLst>
                <a:path w="6639409" h="1004436">
                  <a:moveTo>
                    <a:pt x="6596229" y="44450"/>
                  </a:moveTo>
                  <a:cubicBezTo>
                    <a:pt x="6591149" y="19050"/>
                    <a:pt x="6568289" y="0"/>
                    <a:pt x="6541619" y="0"/>
                  </a:cubicBezTo>
                  <a:lnTo>
                    <a:pt x="55880" y="0"/>
                  </a:lnTo>
                  <a:cubicBezTo>
                    <a:pt x="25400" y="0"/>
                    <a:pt x="0" y="25400"/>
                    <a:pt x="0" y="55880"/>
                  </a:cubicBezTo>
                  <a:lnTo>
                    <a:pt x="0" y="905376"/>
                  </a:lnTo>
                  <a:cubicBezTo>
                    <a:pt x="0" y="932046"/>
                    <a:pt x="17780" y="953636"/>
                    <a:pt x="43180" y="959986"/>
                  </a:cubicBezTo>
                  <a:cubicBezTo>
                    <a:pt x="48260" y="985386"/>
                    <a:pt x="71120" y="1004436"/>
                    <a:pt x="97790" y="1004436"/>
                  </a:cubicBezTo>
                  <a:lnTo>
                    <a:pt x="6583529" y="1004436"/>
                  </a:lnTo>
                  <a:cubicBezTo>
                    <a:pt x="6614009" y="1004436"/>
                    <a:pt x="6639409" y="979036"/>
                    <a:pt x="6639409" y="948556"/>
                  </a:cubicBezTo>
                  <a:lnTo>
                    <a:pt x="6639409" y="99060"/>
                  </a:lnTo>
                  <a:cubicBezTo>
                    <a:pt x="6639409" y="72390"/>
                    <a:pt x="6621629" y="50800"/>
                    <a:pt x="6596229" y="44450"/>
                  </a:cubicBezTo>
                  <a:close/>
                  <a:moveTo>
                    <a:pt x="12700" y="905376"/>
                  </a:moveTo>
                  <a:lnTo>
                    <a:pt x="12700" y="55880"/>
                  </a:lnTo>
                  <a:cubicBezTo>
                    <a:pt x="12700" y="31750"/>
                    <a:pt x="31750" y="12700"/>
                    <a:pt x="55880" y="12700"/>
                  </a:cubicBezTo>
                  <a:lnTo>
                    <a:pt x="6541619" y="12700"/>
                  </a:lnTo>
                  <a:cubicBezTo>
                    <a:pt x="6565749" y="12700"/>
                    <a:pt x="6584799" y="31750"/>
                    <a:pt x="6584799" y="55880"/>
                  </a:cubicBezTo>
                  <a:lnTo>
                    <a:pt x="6584799" y="905376"/>
                  </a:lnTo>
                  <a:cubicBezTo>
                    <a:pt x="6584799" y="929506"/>
                    <a:pt x="6565749" y="948556"/>
                    <a:pt x="6541619" y="948556"/>
                  </a:cubicBezTo>
                  <a:lnTo>
                    <a:pt x="55880" y="948556"/>
                  </a:lnTo>
                  <a:cubicBezTo>
                    <a:pt x="31750" y="948556"/>
                    <a:pt x="12700" y="929506"/>
                    <a:pt x="12700" y="905376"/>
                  </a:cubicBezTo>
                  <a:close/>
                  <a:moveTo>
                    <a:pt x="6626709" y="948556"/>
                  </a:moveTo>
                  <a:cubicBezTo>
                    <a:pt x="6626709" y="972686"/>
                    <a:pt x="6607659" y="991736"/>
                    <a:pt x="6583529" y="991736"/>
                  </a:cubicBezTo>
                  <a:lnTo>
                    <a:pt x="97790" y="991736"/>
                  </a:lnTo>
                  <a:cubicBezTo>
                    <a:pt x="78740" y="991736"/>
                    <a:pt x="62230" y="979036"/>
                    <a:pt x="57150" y="961256"/>
                  </a:cubicBezTo>
                  <a:lnTo>
                    <a:pt x="6541619" y="961256"/>
                  </a:lnTo>
                  <a:cubicBezTo>
                    <a:pt x="6572099" y="961256"/>
                    <a:pt x="6597499" y="935856"/>
                    <a:pt x="6597499" y="905376"/>
                  </a:cubicBezTo>
                  <a:lnTo>
                    <a:pt x="6597499" y="58420"/>
                  </a:lnTo>
                  <a:cubicBezTo>
                    <a:pt x="6614009" y="64770"/>
                    <a:pt x="6626709" y="80010"/>
                    <a:pt x="6626709" y="99060"/>
                  </a:cubicBezTo>
                  <a:lnTo>
                    <a:pt x="6626709" y="948556"/>
                  </a:lnTo>
                  <a:close/>
                </a:path>
              </a:pathLst>
            </a:custGeom>
            <a:solidFill>
              <a:srgbClr val="000000"/>
            </a:solidFill>
          </p:spPr>
        </p:sp>
      </p:grpSp>
      <p:pic>
        <p:nvPicPr>
          <p:cNvPr id="14" name="Picture 14"/>
          <p:cNvPicPr>
            <a:picLocks noChangeAspect="1"/>
          </p:cNvPicPr>
          <p:nvPr/>
        </p:nvPicPr>
        <p:blipFill>
          <a:blip r:embed="rId3"/>
          <a:srcRect/>
          <a:stretch>
            <a:fillRect/>
          </a:stretch>
        </p:blipFill>
        <p:spPr>
          <a:xfrm>
            <a:off x="4479516" y="1508098"/>
            <a:ext cx="2223667" cy="2223667"/>
          </a:xfrm>
          <a:prstGeom prst="rect">
            <a:avLst/>
          </a:prstGeom>
        </p:spPr>
      </p:pic>
      <p:sp>
        <p:nvSpPr>
          <p:cNvPr id="15" name="TextBox 15"/>
          <p:cNvSpPr txBox="1"/>
          <p:nvPr/>
        </p:nvSpPr>
        <p:spPr>
          <a:xfrm>
            <a:off x="3942692" y="4016093"/>
            <a:ext cx="3297316" cy="3060695"/>
          </a:xfrm>
          <a:prstGeom prst="rect">
            <a:avLst/>
          </a:prstGeom>
        </p:spPr>
        <p:txBody>
          <a:bodyPr lIns="0" tIns="0" rIns="0" bIns="0" rtlCol="0" anchor="t">
            <a:spAutoFit/>
          </a:bodyPr>
          <a:lstStyle/>
          <a:p>
            <a:pPr algn="ctr">
              <a:lnSpc>
                <a:spcPts val="3500"/>
              </a:lnSpc>
            </a:pPr>
            <a:r>
              <a:rPr lang="en-US" sz="2500">
                <a:solidFill>
                  <a:srgbClr val="000000"/>
                </a:solidFill>
                <a:latin typeface="Josefin Sans Regular"/>
              </a:rPr>
              <a:t>Là bộ phận hạ áp gas sau khi gas qua dàn nóng để tản nhiệt. Gas đi qua van tiết lưu sẽ được chuyển sang dạng khí với áp suất thấp và nhiệt độ thấp</a:t>
            </a:r>
          </a:p>
        </p:txBody>
      </p:sp>
      <p:grpSp>
        <p:nvGrpSpPr>
          <p:cNvPr id="16" name="Group 16"/>
          <p:cNvGrpSpPr/>
          <p:nvPr/>
        </p:nvGrpSpPr>
        <p:grpSpPr>
          <a:xfrm>
            <a:off x="197719" y="876300"/>
            <a:ext cx="3521190" cy="6393886"/>
            <a:chOff x="0" y="0"/>
            <a:chExt cx="6639409" cy="12056044"/>
          </a:xfrm>
        </p:grpSpPr>
        <p:sp>
          <p:nvSpPr>
            <p:cNvPr id="17" name="Freeform 17"/>
            <p:cNvSpPr/>
            <p:nvPr/>
          </p:nvSpPr>
          <p:spPr>
            <a:xfrm>
              <a:off x="57150" y="58420"/>
              <a:ext cx="6569559" cy="11984925"/>
            </a:xfrm>
            <a:custGeom>
              <a:avLst/>
              <a:gdLst/>
              <a:ahLst/>
              <a:cxnLst/>
              <a:rect l="l" t="t" r="r" b="b"/>
              <a:pathLst>
                <a:path w="6569559" h="11984925">
                  <a:moveTo>
                    <a:pt x="6484469" y="11954444"/>
                  </a:moveTo>
                  <a:lnTo>
                    <a:pt x="0" y="11954444"/>
                  </a:lnTo>
                  <a:cubicBezTo>
                    <a:pt x="5080" y="11972225"/>
                    <a:pt x="21590" y="11984925"/>
                    <a:pt x="40640" y="11984925"/>
                  </a:cubicBezTo>
                  <a:lnTo>
                    <a:pt x="6526379" y="11984925"/>
                  </a:lnTo>
                  <a:cubicBezTo>
                    <a:pt x="6550509" y="11984925"/>
                    <a:pt x="6569559" y="11965875"/>
                    <a:pt x="6569559" y="11941744"/>
                  </a:cubicBezTo>
                  <a:lnTo>
                    <a:pt x="6569559" y="40640"/>
                  </a:lnTo>
                  <a:cubicBezTo>
                    <a:pt x="6569559" y="21590"/>
                    <a:pt x="6556859" y="6350"/>
                    <a:pt x="6540349" y="0"/>
                  </a:cubicBezTo>
                  <a:lnTo>
                    <a:pt x="6540349" y="11898564"/>
                  </a:lnTo>
                  <a:cubicBezTo>
                    <a:pt x="6540349" y="11929044"/>
                    <a:pt x="6514949" y="11954444"/>
                    <a:pt x="6484469" y="11954444"/>
                  </a:cubicBezTo>
                  <a:close/>
                </a:path>
              </a:pathLst>
            </a:custGeom>
            <a:solidFill>
              <a:srgbClr val="000000"/>
            </a:solidFill>
          </p:spPr>
        </p:sp>
        <p:sp>
          <p:nvSpPr>
            <p:cNvPr id="18" name="Freeform 18"/>
            <p:cNvSpPr/>
            <p:nvPr/>
          </p:nvSpPr>
          <p:spPr>
            <a:xfrm>
              <a:off x="12700" y="12700"/>
              <a:ext cx="6572099" cy="11987464"/>
            </a:xfrm>
            <a:custGeom>
              <a:avLst/>
              <a:gdLst/>
              <a:ahLst/>
              <a:cxnLst/>
              <a:rect l="l" t="t" r="r" b="b"/>
              <a:pathLst>
                <a:path w="6572099" h="11987464">
                  <a:moveTo>
                    <a:pt x="43180" y="11987464"/>
                  </a:moveTo>
                  <a:lnTo>
                    <a:pt x="6528919" y="11987464"/>
                  </a:lnTo>
                  <a:cubicBezTo>
                    <a:pt x="6553049" y="11987464"/>
                    <a:pt x="6572099" y="11968414"/>
                    <a:pt x="6572099" y="11944284"/>
                  </a:cubicBezTo>
                  <a:lnTo>
                    <a:pt x="6572099" y="43180"/>
                  </a:lnTo>
                  <a:cubicBezTo>
                    <a:pt x="6572099" y="19050"/>
                    <a:pt x="6553049" y="0"/>
                    <a:pt x="6528919" y="0"/>
                  </a:cubicBezTo>
                  <a:lnTo>
                    <a:pt x="43180" y="0"/>
                  </a:lnTo>
                  <a:cubicBezTo>
                    <a:pt x="19050" y="0"/>
                    <a:pt x="0" y="19050"/>
                    <a:pt x="0" y="43180"/>
                  </a:cubicBezTo>
                  <a:lnTo>
                    <a:pt x="0" y="11944284"/>
                  </a:lnTo>
                  <a:cubicBezTo>
                    <a:pt x="0" y="11968414"/>
                    <a:pt x="19050" y="11987464"/>
                    <a:pt x="43180" y="11987464"/>
                  </a:cubicBezTo>
                  <a:close/>
                </a:path>
              </a:pathLst>
            </a:custGeom>
            <a:solidFill>
              <a:srgbClr val="F8F8F8"/>
            </a:solidFill>
          </p:spPr>
        </p:sp>
        <p:sp>
          <p:nvSpPr>
            <p:cNvPr id="19" name="Freeform 19"/>
            <p:cNvSpPr/>
            <p:nvPr/>
          </p:nvSpPr>
          <p:spPr>
            <a:xfrm>
              <a:off x="0" y="0"/>
              <a:ext cx="6639409" cy="12056045"/>
            </a:xfrm>
            <a:custGeom>
              <a:avLst/>
              <a:gdLst/>
              <a:ahLst/>
              <a:cxnLst/>
              <a:rect l="l" t="t" r="r" b="b"/>
              <a:pathLst>
                <a:path w="6639409" h="12056045">
                  <a:moveTo>
                    <a:pt x="6596229" y="44450"/>
                  </a:moveTo>
                  <a:cubicBezTo>
                    <a:pt x="6591149" y="19050"/>
                    <a:pt x="6568289" y="0"/>
                    <a:pt x="6541619" y="0"/>
                  </a:cubicBezTo>
                  <a:lnTo>
                    <a:pt x="55880" y="0"/>
                  </a:lnTo>
                  <a:cubicBezTo>
                    <a:pt x="25400" y="0"/>
                    <a:pt x="0" y="25400"/>
                    <a:pt x="0" y="55880"/>
                  </a:cubicBezTo>
                  <a:lnTo>
                    <a:pt x="0" y="11956984"/>
                  </a:lnTo>
                  <a:cubicBezTo>
                    <a:pt x="0" y="11983655"/>
                    <a:pt x="17780" y="12005245"/>
                    <a:pt x="43180" y="12011595"/>
                  </a:cubicBezTo>
                  <a:cubicBezTo>
                    <a:pt x="48260" y="12036995"/>
                    <a:pt x="71120" y="12056045"/>
                    <a:pt x="97790" y="12056045"/>
                  </a:cubicBezTo>
                  <a:lnTo>
                    <a:pt x="6583529" y="12056045"/>
                  </a:lnTo>
                  <a:cubicBezTo>
                    <a:pt x="6614009" y="12056045"/>
                    <a:pt x="6639409" y="12030645"/>
                    <a:pt x="6639409" y="12000164"/>
                  </a:cubicBezTo>
                  <a:lnTo>
                    <a:pt x="6639409" y="99060"/>
                  </a:lnTo>
                  <a:cubicBezTo>
                    <a:pt x="6639409" y="72390"/>
                    <a:pt x="6621629" y="50800"/>
                    <a:pt x="6596229" y="44450"/>
                  </a:cubicBezTo>
                  <a:close/>
                  <a:moveTo>
                    <a:pt x="12700" y="11956984"/>
                  </a:moveTo>
                  <a:lnTo>
                    <a:pt x="12700" y="55880"/>
                  </a:lnTo>
                  <a:cubicBezTo>
                    <a:pt x="12700" y="31750"/>
                    <a:pt x="31750" y="12700"/>
                    <a:pt x="55880" y="12700"/>
                  </a:cubicBezTo>
                  <a:lnTo>
                    <a:pt x="6541619" y="12700"/>
                  </a:lnTo>
                  <a:cubicBezTo>
                    <a:pt x="6565749" y="12700"/>
                    <a:pt x="6584799" y="31750"/>
                    <a:pt x="6584799" y="55880"/>
                  </a:cubicBezTo>
                  <a:lnTo>
                    <a:pt x="6584799" y="11956984"/>
                  </a:lnTo>
                  <a:cubicBezTo>
                    <a:pt x="6584799" y="11981114"/>
                    <a:pt x="6565749" y="12000164"/>
                    <a:pt x="6541619" y="12000164"/>
                  </a:cubicBezTo>
                  <a:lnTo>
                    <a:pt x="55880" y="12000164"/>
                  </a:lnTo>
                  <a:cubicBezTo>
                    <a:pt x="31750" y="12000164"/>
                    <a:pt x="12700" y="11981114"/>
                    <a:pt x="12700" y="11956984"/>
                  </a:cubicBezTo>
                  <a:close/>
                  <a:moveTo>
                    <a:pt x="6626709" y="12000164"/>
                  </a:moveTo>
                  <a:cubicBezTo>
                    <a:pt x="6626709" y="12024295"/>
                    <a:pt x="6607659" y="12043345"/>
                    <a:pt x="6583529" y="12043345"/>
                  </a:cubicBezTo>
                  <a:lnTo>
                    <a:pt x="97790" y="12043345"/>
                  </a:lnTo>
                  <a:cubicBezTo>
                    <a:pt x="78740" y="12043345"/>
                    <a:pt x="62230" y="12030645"/>
                    <a:pt x="57150" y="12012864"/>
                  </a:cubicBezTo>
                  <a:lnTo>
                    <a:pt x="6541619" y="12012864"/>
                  </a:lnTo>
                  <a:cubicBezTo>
                    <a:pt x="6572099" y="12012864"/>
                    <a:pt x="6597499" y="11987464"/>
                    <a:pt x="6597499" y="11956984"/>
                  </a:cubicBezTo>
                  <a:lnTo>
                    <a:pt x="6597499" y="58420"/>
                  </a:lnTo>
                  <a:cubicBezTo>
                    <a:pt x="6614009" y="64770"/>
                    <a:pt x="6626709" y="80010"/>
                    <a:pt x="6626709" y="99060"/>
                  </a:cubicBezTo>
                  <a:lnTo>
                    <a:pt x="6626709" y="12000164"/>
                  </a:lnTo>
                  <a:close/>
                </a:path>
              </a:pathLst>
            </a:custGeom>
            <a:solidFill>
              <a:srgbClr val="000000"/>
            </a:solidFill>
          </p:spPr>
        </p:sp>
      </p:grpSp>
      <p:grpSp>
        <p:nvGrpSpPr>
          <p:cNvPr id="20" name="Group 20"/>
          <p:cNvGrpSpPr/>
          <p:nvPr/>
        </p:nvGrpSpPr>
        <p:grpSpPr>
          <a:xfrm>
            <a:off x="197719" y="883035"/>
            <a:ext cx="3521190" cy="525964"/>
            <a:chOff x="0" y="0"/>
            <a:chExt cx="6639409" cy="1004436"/>
          </a:xfrm>
        </p:grpSpPr>
        <p:sp>
          <p:nvSpPr>
            <p:cNvPr id="21" name="Freeform 21"/>
            <p:cNvSpPr/>
            <p:nvPr/>
          </p:nvSpPr>
          <p:spPr>
            <a:xfrm>
              <a:off x="57150" y="58420"/>
              <a:ext cx="6569559" cy="933316"/>
            </a:xfrm>
            <a:custGeom>
              <a:avLst/>
              <a:gdLst/>
              <a:ahLst/>
              <a:cxnLst/>
              <a:rect l="l" t="t" r="r" b="b"/>
              <a:pathLst>
                <a:path w="6569559" h="933316">
                  <a:moveTo>
                    <a:pt x="6484469" y="902836"/>
                  </a:moveTo>
                  <a:lnTo>
                    <a:pt x="0" y="902836"/>
                  </a:lnTo>
                  <a:cubicBezTo>
                    <a:pt x="5080" y="920616"/>
                    <a:pt x="21590" y="933316"/>
                    <a:pt x="40640" y="933316"/>
                  </a:cubicBezTo>
                  <a:lnTo>
                    <a:pt x="6526379" y="933316"/>
                  </a:lnTo>
                  <a:cubicBezTo>
                    <a:pt x="6550509" y="933316"/>
                    <a:pt x="6569559" y="914266"/>
                    <a:pt x="6569559" y="890136"/>
                  </a:cubicBezTo>
                  <a:lnTo>
                    <a:pt x="6569559" y="40640"/>
                  </a:lnTo>
                  <a:cubicBezTo>
                    <a:pt x="6569559" y="21590"/>
                    <a:pt x="6556859" y="6350"/>
                    <a:pt x="6540349" y="0"/>
                  </a:cubicBezTo>
                  <a:lnTo>
                    <a:pt x="6540349" y="846956"/>
                  </a:lnTo>
                  <a:cubicBezTo>
                    <a:pt x="6540349" y="877436"/>
                    <a:pt x="6514949" y="902836"/>
                    <a:pt x="6484469" y="902836"/>
                  </a:cubicBezTo>
                  <a:close/>
                </a:path>
              </a:pathLst>
            </a:custGeom>
            <a:solidFill>
              <a:srgbClr val="000000"/>
            </a:solidFill>
          </p:spPr>
        </p:sp>
        <p:sp>
          <p:nvSpPr>
            <p:cNvPr id="22" name="Freeform 22"/>
            <p:cNvSpPr/>
            <p:nvPr/>
          </p:nvSpPr>
          <p:spPr>
            <a:xfrm>
              <a:off x="12700" y="12700"/>
              <a:ext cx="6572099" cy="935856"/>
            </a:xfrm>
            <a:custGeom>
              <a:avLst/>
              <a:gdLst/>
              <a:ahLst/>
              <a:cxnLst/>
              <a:rect l="l" t="t" r="r" b="b"/>
              <a:pathLst>
                <a:path w="6572099" h="935856">
                  <a:moveTo>
                    <a:pt x="43180" y="935856"/>
                  </a:moveTo>
                  <a:lnTo>
                    <a:pt x="6528919" y="935856"/>
                  </a:lnTo>
                  <a:cubicBezTo>
                    <a:pt x="6553049" y="935856"/>
                    <a:pt x="6572099" y="916806"/>
                    <a:pt x="6572099" y="892676"/>
                  </a:cubicBezTo>
                  <a:lnTo>
                    <a:pt x="6572099" y="43180"/>
                  </a:lnTo>
                  <a:cubicBezTo>
                    <a:pt x="6572099" y="19050"/>
                    <a:pt x="6553049" y="0"/>
                    <a:pt x="6528919" y="0"/>
                  </a:cubicBezTo>
                  <a:lnTo>
                    <a:pt x="43180" y="0"/>
                  </a:lnTo>
                  <a:cubicBezTo>
                    <a:pt x="19050" y="0"/>
                    <a:pt x="0" y="19050"/>
                    <a:pt x="0" y="43180"/>
                  </a:cubicBezTo>
                  <a:lnTo>
                    <a:pt x="0" y="892676"/>
                  </a:lnTo>
                  <a:cubicBezTo>
                    <a:pt x="0" y="916806"/>
                    <a:pt x="19050" y="935856"/>
                    <a:pt x="43180" y="935856"/>
                  </a:cubicBezTo>
                  <a:close/>
                </a:path>
              </a:pathLst>
            </a:custGeom>
            <a:solidFill>
              <a:srgbClr val="F8F8F8"/>
            </a:solidFill>
          </p:spPr>
        </p:sp>
        <p:sp>
          <p:nvSpPr>
            <p:cNvPr id="23" name="Freeform 23"/>
            <p:cNvSpPr/>
            <p:nvPr/>
          </p:nvSpPr>
          <p:spPr>
            <a:xfrm>
              <a:off x="0" y="0"/>
              <a:ext cx="6639409" cy="1004436"/>
            </a:xfrm>
            <a:custGeom>
              <a:avLst/>
              <a:gdLst/>
              <a:ahLst/>
              <a:cxnLst/>
              <a:rect l="l" t="t" r="r" b="b"/>
              <a:pathLst>
                <a:path w="6639409" h="1004436">
                  <a:moveTo>
                    <a:pt x="6596229" y="44450"/>
                  </a:moveTo>
                  <a:cubicBezTo>
                    <a:pt x="6591149" y="19050"/>
                    <a:pt x="6568289" y="0"/>
                    <a:pt x="6541619" y="0"/>
                  </a:cubicBezTo>
                  <a:lnTo>
                    <a:pt x="55880" y="0"/>
                  </a:lnTo>
                  <a:cubicBezTo>
                    <a:pt x="25400" y="0"/>
                    <a:pt x="0" y="25400"/>
                    <a:pt x="0" y="55880"/>
                  </a:cubicBezTo>
                  <a:lnTo>
                    <a:pt x="0" y="905376"/>
                  </a:lnTo>
                  <a:cubicBezTo>
                    <a:pt x="0" y="932046"/>
                    <a:pt x="17780" y="953636"/>
                    <a:pt x="43180" y="959986"/>
                  </a:cubicBezTo>
                  <a:cubicBezTo>
                    <a:pt x="48260" y="985386"/>
                    <a:pt x="71120" y="1004436"/>
                    <a:pt x="97790" y="1004436"/>
                  </a:cubicBezTo>
                  <a:lnTo>
                    <a:pt x="6583529" y="1004436"/>
                  </a:lnTo>
                  <a:cubicBezTo>
                    <a:pt x="6614009" y="1004436"/>
                    <a:pt x="6639409" y="979036"/>
                    <a:pt x="6639409" y="948556"/>
                  </a:cubicBezTo>
                  <a:lnTo>
                    <a:pt x="6639409" y="99060"/>
                  </a:lnTo>
                  <a:cubicBezTo>
                    <a:pt x="6639409" y="72390"/>
                    <a:pt x="6621629" y="50800"/>
                    <a:pt x="6596229" y="44450"/>
                  </a:cubicBezTo>
                  <a:close/>
                  <a:moveTo>
                    <a:pt x="12700" y="905376"/>
                  </a:moveTo>
                  <a:lnTo>
                    <a:pt x="12700" y="55880"/>
                  </a:lnTo>
                  <a:cubicBezTo>
                    <a:pt x="12700" y="31750"/>
                    <a:pt x="31750" y="12700"/>
                    <a:pt x="55880" y="12700"/>
                  </a:cubicBezTo>
                  <a:lnTo>
                    <a:pt x="6541619" y="12700"/>
                  </a:lnTo>
                  <a:cubicBezTo>
                    <a:pt x="6565749" y="12700"/>
                    <a:pt x="6584799" y="31750"/>
                    <a:pt x="6584799" y="55880"/>
                  </a:cubicBezTo>
                  <a:lnTo>
                    <a:pt x="6584799" y="905376"/>
                  </a:lnTo>
                  <a:cubicBezTo>
                    <a:pt x="6584799" y="929506"/>
                    <a:pt x="6565749" y="948556"/>
                    <a:pt x="6541619" y="948556"/>
                  </a:cubicBezTo>
                  <a:lnTo>
                    <a:pt x="55880" y="948556"/>
                  </a:lnTo>
                  <a:cubicBezTo>
                    <a:pt x="31750" y="948556"/>
                    <a:pt x="12700" y="929506"/>
                    <a:pt x="12700" y="905376"/>
                  </a:cubicBezTo>
                  <a:close/>
                  <a:moveTo>
                    <a:pt x="6626709" y="948556"/>
                  </a:moveTo>
                  <a:cubicBezTo>
                    <a:pt x="6626709" y="972686"/>
                    <a:pt x="6607659" y="991736"/>
                    <a:pt x="6583529" y="991736"/>
                  </a:cubicBezTo>
                  <a:lnTo>
                    <a:pt x="97790" y="991736"/>
                  </a:lnTo>
                  <a:cubicBezTo>
                    <a:pt x="78740" y="991736"/>
                    <a:pt x="62230" y="979036"/>
                    <a:pt x="57150" y="961256"/>
                  </a:cubicBezTo>
                  <a:lnTo>
                    <a:pt x="6541619" y="961256"/>
                  </a:lnTo>
                  <a:cubicBezTo>
                    <a:pt x="6572099" y="961256"/>
                    <a:pt x="6597499" y="935856"/>
                    <a:pt x="6597499" y="905376"/>
                  </a:cubicBezTo>
                  <a:lnTo>
                    <a:pt x="6597499" y="58420"/>
                  </a:lnTo>
                  <a:cubicBezTo>
                    <a:pt x="6614009" y="64770"/>
                    <a:pt x="6626709" y="80010"/>
                    <a:pt x="6626709" y="99060"/>
                  </a:cubicBezTo>
                  <a:lnTo>
                    <a:pt x="6626709" y="948556"/>
                  </a:lnTo>
                  <a:close/>
                </a:path>
              </a:pathLst>
            </a:custGeom>
            <a:solidFill>
              <a:srgbClr val="000000"/>
            </a:solidFill>
          </p:spPr>
        </p:sp>
      </p:grpSp>
      <p:pic>
        <p:nvPicPr>
          <p:cNvPr id="24" name="Picture 24"/>
          <p:cNvPicPr>
            <a:picLocks noChangeAspect="1"/>
          </p:cNvPicPr>
          <p:nvPr/>
        </p:nvPicPr>
        <p:blipFill>
          <a:blip r:embed="rId4"/>
          <a:srcRect b="5176"/>
          <a:stretch>
            <a:fillRect/>
          </a:stretch>
        </p:blipFill>
        <p:spPr>
          <a:xfrm>
            <a:off x="564598" y="1508098"/>
            <a:ext cx="2886196" cy="2054416"/>
          </a:xfrm>
          <a:prstGeom prst="rect">
            <a:avLst/>
          </a:prstGeom>
        </p:spPr>
      </p:pic>
      <p:sp>
        <p:nvSpPr>
          <p:cNvPr id="25" name="TextBox 25"/>
          <p:cNvSpPr txBox="1"/>
          <p:nvPr/>
        </p:nvSpPr>
        <p:spPr>
          <a:xfrm>
            <a:off x="775131" y="1027146"/>
            <a:ext cx="2366366" cy="294237"/>
          </a:xfrm>
          <a:prstGeom prst="rect">
            <a:avLst/>
          </a:prstGeom>
        </p:spPr>
        <p:txBody>
          <a:bodyPr lIns="0" tIns="0" rIns="0" bIns="0" rtlCol="0" anchor="t">
            <a:spAutoFit/>
          </a:bodyPr>
          <a:lstStyle/>
          <a:p>
            <a:pPr algn="ctr">
              <a:lnSpc>
                <a:spcPts val="2196"/>
              </a:lnSpc>
            </a:pPr>
            <a:r>
              <a:rPr lang="en-US" sz="2196" spc="-21">
                <a:solidFill>
                  <a:srgbClr val="000000"/>
                </a:solidFill>
                <a:latin typeface="Josefin Sans Regular Bold"/>
              </a:rPr>
              <a:t>Quạt dàn nóng</a:t>
            </a:r>
          </a:p>
        </p:txBody>
      </p:sp>
      <p:sp>
        <p:nvSpPr>
          <p:cNvPr id="26" name="TextBox 26"/>
          <p:cNvSpPr txBox="1"/>
          <p:nvPr/>
        </p:nvSpPr>
        <p:spPr>
          <a:xfrm>
            <a:off x="330478" y="4016093"/>
            <a:ext cx="3451154" cy="2184395"/>
          </a:xfrm>
          <a:prstGeom prst="rect">
            <a:avLst/>
          </a:prstGeom>
        </p:spPr>
        <p:txBody>
          <a:bodyPr lIns="0" tIns="0" rIns="0" bIns="0" rtlCol="0" anchor="t">
            <a:spAutoFit/>
          </a:bodyPr>
          <a:lstStyle/>
          <a:p>
            <a:pPr algn="ctr">
              <a:lnSpc>
                <a:spcPts val="3500"/>
              </a:lnSpc>
            </a:pPr>
            <a:r>
              <a:rPr lang="en-US" sz="2500">
                <a:solidFill>
                  <a:srgbClr val="000000"/>
                </a:solidFill>
                <a:latin typeface="Josefin Sans Regular"/>
              </a:rPr>
              <a:t>Thổi không khí xuyên qua dàn nóng, giúp việc xả nhiệt ra môi trường bên ngoài hiệu quả nhất </a:t>
            </a:r>
          </a:p>
        </p:txBody>
      </p:sp>
      <p:grpSp>
        <p:nvGrpSpPr>
          <p:cNvPr id="27" name="Group 27"/>
          <p:cNvGrpSpPr/>
          <p:nvPr/>
        </p:nvGrpSpPr>
        <p:grpSpPr>
          <a:xfrm>
            <a:off x="7463790" y="876300"/>
            <a:ext cx="3521190" cy="6393886"/>
            <a:chOff x="0" y="0"/>
            <a:chExt cx="6639409" cy="12056044"/>
          </a:xfrm>
        </p:grpSpPr>
        <p:sp>
          <p:nvSpPr>
            <p:cNvPr id="28" name="Freeform 28"/>
            <p:cNvSpPr/>
            <p:nvPr/>
          </p:nvSpPr>
          <p:spPr>
            <a:xfrm>
              <a:off x="57150" y="58420"/>
              <a:ext cx="6569559" cy="11984925"/>
            </a:xfrm>
            <a:custGeom>
              <a:avLst/>
              <a:gdLst/>
              <a:ahLst/>
              <a:cxnLst/>
              <a:rect l="l" t="t" r="r" b="b"/>
              <a:pathLst>
                <a:path w="6569559" h="11984925">
                  <a:moveTo>
                    <a:pt x="6484469" y="11954444"/>
                  </a:moveTo>
                  <a:lnTo>
                    <a:pt x="0" y="11954444"/>
                  </a:lnTo>
                  <a:cubicBezTo>
                    <a:pt x="5080" y="11972225"/>
                    <a:pt x="21590" y="11984925"/>
                    <a:pt x="40640" y="11984925"/>
                  </a:cubicBezTo>
                  <a:lnTo>
                    <a:pt x="6526379" y="11984925"/>
                  </a:lnTo>
                  <a:cubicBezTo>
                    <a:pt x="6550509" y="11984925"/>
                    <a:pt x="6569559" y="11965875"/>
                    <a:pt x="6569559" y="11941744"/>
                  </a:cubicBezTo>
                  <a:lnTo>
                    <a:pt x="6569559" y="40640"/>
                  </a:lnTo>
                  <a:cubicBezTo>
                    <a:pt x="6569559" y="21590"/>
                    <a:pt x="6556859" y="6350"/>
                    <a:pt x="6540349" y="0"/>
                  </a:cubicBezTo>
                  <a:lnTo>
                    <a:pt x="6540349" y="11898564"/>
                  </a:lnTo>
                  <a:cubicBezTo>
                    <a:pt x="6540349" y="11929044"/>
                    <a:pt x="6514949" y="11954444"/>
                    <a:pt x="6484469" y="11954444"/>
                  </a:cubicBezTo>
                  <a:close/>
                </a:path>
              </a:pathLst>
            </a:custGeom>
            <a:solidFill>
              <a:srgbClr val="000000"/>
            </a:solidFill>
          </p:spPr>
        </p:sp>
        <p:sp>
          <p:nvSpPr>
            <p:cNvPr id="29" name="Freeform 29"/>
            <p:cNvSpPr/>
            <p:nvPr/>
          </p:nvSpPr>
          <p:spPr>
            <a:xfrm>
              <a:off x="12700" y="12700"/>
              <a:ext cx="6572099" cy="11987464"/>
            </a:xfrm>
            <a:custGeom>
              <a:avLst/>
              <a:gdLst/>
              <a:ahLst/>
              <a:cxnLst/>
              <a:rect l="l" t="t" r="r" b="b"/>
              <a:pathLst>
                <a:path w="6572099" h="11987464">
                  <a:moveTo>
                    <a:pt x="43180" y="11987464"/>
                  </a:moveTo>
                  <a:lnTo>
                    <a:pt x="6528919" y="11987464"/>
                  </a:lnTo>
                  <a:cubicBezTo>
                    <a:pt x="6553049" y="11987464"/>
                    <a:pt x="6572099" y="11968414"/>
                    <a:pt x="6572099" y="11944284"/>
                  </a:cubicBezTo>
                  <a:lnTo>
                    <a:pt x="6572099" y="43180"/>
                  </a:lnTo>
                  <a:cubicBezTo>
                    <a:pt x="6572099" y="19050"/>
                    <a:pt x="6553049" y="0"/>
                    <a:pt x="6528919" y="0"/>
                  </a:cubicBezTo>
                  <a:lnTo>
                    <a:pt x="43180" y="0"/>
                  </a:lnTo>
                  <a:cubicBezTo>
                    <a:pt x="19050" y="0"/>
                    <a:pt x="0" y="19050"/>
                    <a:pt x="0" y="43180"/>
                  </a:cubicBezTo>
                  <a:lnTo>
                    <a:pt x="0" y="11944284"/>
                  </a:lnTo>
                  <a:cubicBezTo>
                    <a:pt x="0" y="11968414"/>
                    <a:pt x="19050" y="11987464"/>
                    <a:pt x="43180" y="11987464"/>
                  </a:cubicBezTo>
                  <a:close/>
                </a:path>
              </a:pathLst>
            </a:custGeom>
            <a:solidFill>
              <a:srgbClr val="F8F8F8"/>
            </a:solidFill>
          </p:spPr>
        </p:sp>
        <p:sp>
          <p:nvSpPr>
            <p:cNvPr id="30" name="Freeform 30"/>
            <p:cNvSpPr/>
            <p:nvPr/>
          </p:nvSpPr>
          <p:spPr>
            <a:xfrm>
              <a:off x="0" y="0"/>
              <a:ext cx="6639409" cy="12056045"/>
            </a:xfrm>
            <a:custGeom>
              <a:avLst/>
              <a:gdLst/>
              <a:ahLst/>
              <a:cxnLst/>
              <a:rect l="l" t="t" r="r" b="b"/>
              <a:pathLst>
                <a:path w="6639409" h="12056045">
                  <a:moveTo>
                    <a:pt x="6596229" y="44450"/>
                  </a:moveTo>
                  <a:cubicBezTo>
                    <a:pt x="6591149" y="19050"/>
                    <a:pt x="6568289" y="0"/>
                    <a:pt x="6541619" y="0"/>
                  </a:cubicBezTo>
                  <a:lnTo>
                    <a:pt x="55880" y="0"/>
                  </a:lnTo>
                  <a:cubicBezTo>
                    <a:pt x="25400" y="0"/>
                    <a:pt x="0" y="25400"/>
                    <a:pt x="0" y="55880"/>
                  </a:cubicBezTo>
                  <a:lnTo>
                    <a:pt x="0" y="11956984"/>
                  </a:lnTo>
                  <a:cubicBezTo>
                    <a:pt x="0" y="11983655"/>
                    <a:pt x="17780" y="12005245"/>
                    <a:pt x="43180" y="12011595"/>
                  </a:cubicBezTo>
                  <a:cubicBezTo>
                    <a:pt x="48260" y="12036995"/>
                    <a:pt x="71120" y="12056045"/>
                    <a:pt x="97790" y="12056045"/>
                  </a:cubicBezTo>
                  <a:lnTo>
                    <a:pt x="6583529" y="12056045"/>
                  </a:lnTo>
                  <a:cubicBezTo>
                    <a:pt x="6614009" y="12056045"/>
                    <a:pt x="6639409" y="12030645"/>
                    <a:pt x="6639409" y="12000164"/>
                  </a:cubicBezTo>
                  <a:lnTo>
                    <a:pt x="6639409" y="99060"/>
                  </a:lnTo>
                  <a:cubicBezTo>
                    <a:pt x="6639409" y="72390"/>
                    <a:pt x="6621629" y="50800"/>
                    <a:pt x="6596229" y="44450"/>
                  </a:cubicBezTo>
                  <a:close/>
                  <a:moveTo>
                    <a:pt x="12700" y="11956984"/>
                  </a:moveTo>
                  <a:lnTo>
                    <a:pt x="12700" y="55880"/>
                  </a:lnTo>
                  <a:cubicBezTo>
                    <a:pt x="12700" y="31750"/>
                    <a:pt x="31750" y="12700"/>
                    <a:pt x="55880" y="12700"/>
                  </a:cubicBezTo>
                  <a:lnTo>
                    <a:pt x="6541619" y="12700"/>
                  </a:lnTo>
                  <a:cubicBezTo>
                    <a:pt x="6565749" y="12700"/>
                    <a:pt x="6584799" y="31750"/>
                    <a:pt x="6584799" y="55880"/>
                  </a:cubicBezTo>
                  <a:lnTo>
                    <a:pt x="6584799" y="11956984"/>
                  </a:lnTo>
                  <a:cubicBezTo>
                    <a:pt x="6584799" y="11981114"/>
                    <a:pt x="6565749" y="12000164"/>
                    <a:pt x="6541619" y="12000164"/>
                  </a:cubicBezTo>
                  <a:lnTo>
                    <a:pt x="55880" y="12000164"/>
                  </a:lnTo>
                  <a:cubicBezTo>
                    <a:pt x="31750" y="12000164"/>
                    <a:pt x="12700" y="11981114"/>
                    <a:pt x="12700" y="11956984"/>
                  </a:cubicBezTo>
                  <a:close/>
                  <a:moveTo>
                    <a:pt x="6626709" y="12000164"/>
                  </a:moveTo>
                  <a:cubicBezTo>
                    <a:pt x="6626709" y="12024295"/>
                    <a:pt x="6607659" y="12043345"/>
                    <a:pt x="6583529" y="12043345"/>
                  </a:cubicBezTo>
                  <a:lnTo>
                    <a:pt x="97790" y="12043345"/>
                  </a:lnTo>
                  <a:cubicBezTo>
                    <a:pt x="78740" y="12043345"/>
                    <a:pt x="62230" y="12030645"/>
                    <a:pt x="57150" y="12012864"/>
                  </a:cubicBezTo>
                  <a:lnTo>
                    <a:pt x="6541619" y="12012864"/>
                  </a:lnTo>
                  <a:cubicBezTo>
                    <a:pt x="6572099" y="12012864"/>
                    <a:pt x="6597499" y="11987464"/>
                    <a:pt x="6597499" y="11956984"/>
                  </a:cubicBezTo>
                  <a:lnTo>
                    <a:pt x="6597499" y="58420"/>
                  </a:lnTo>
                  <a:cubicBezTo>
                    <a:pt x="6614009" y="64770"/>
                    <a:pt x="6626709" y="80010"/>
                    <a:pt x="6626709" y="99060"/>
                  </a:cubicBezTo>
                  <a:lnTo>
                    <a:pt x="6626709" y="12000164"/>
                  </a:lnTo>
                  <a:close/>
                </a:path>
              </a:pathLst>
            </a:custGeom>
            <a:solidFill>
              <a:srgbClr val="000000"/>
            </a:solidFill>
          </p:spPr>
        </p:sp>
      </p:grpSp>
      <p:grpSp>
        <p:nvGrpSpPr>
          <p:cNvPr id="31" name="Group 31"/>
          <p:cNvGrpSpPr/>
          <p:nvPr/>
        </p:nvGrpSpPr>
        <p:grpSpPr>
          <a:xfrm>
            <a:off x="7463790" y="876300"/>
            <a:ext cx="3521190" cy="532699"/>
            <a:chOff x="0" y="0"/>
            <a:chExt cx="6639409" cy="1004436"/>
          </a:xfrm>
        </p:grpSpPr>
        <p:sp>
          <p:nvSpPr>
            <p:cNvPr id="32" name="Freeform 32"/>
            <p:cNvSpPr/>
            <p:nvPr/>
          </p:nvSpPr>
          <p:spPr>
            <a:xfrm>
              <a:off x="57150" y="58420"/>
              <a:ext cx="6569559" cy="933316"/>
            </a:xfrm>
            <a:custGeom>
              <a:avLst/>
              <a:gdLst/>
              <a:ahLst/>
              <a:cxnLst/>
              <a:rect l="l" t="t" r="r" b="b"/>
              <a:pathLst>
                <a:path w="6569559" h="933316">
                  <a:moveTo>
                    <a:pt x="6484469" y="902836"/>
                  </a:moveTo>
                  <a:lnTo>
                    <a:pt x="0" y="902836"/>
                  </a:lnTo>
                  <a:cubicBezTo>
                    <a:pt x="5080" y="920616"/>
                    <a:pt x="21590" y="933316"/>
                    <a:pt x="40640" y="933316"/>
                  </a:cubicBezTo>
                  <a:lnTo>
                    <a:pt x="6526379" y="933316"/>
                  </a:lnTo>
                  <a:cubicBezTo>
                    <a:pt x="6550509" y="933316"/>
                    <a:pt x="6569559" y="914266"/>
                    <a:pt x="6569559" y="890136"/>
                  </a:cubicBezTo>
                  <a:lnTo>
                    <a:pt x="6569559" y="40640"/>
                  </a:lnTo>
                  <a:cubicBezTo>
                    <a:pt x="6569559" y="21590"/>
                    <a:pt x="6556859" y="6350"/>
                    <a:pt x="6540349" y="0"/>
                  </a:cubicBezTo>
                  <a:lnTo>
                    <a:pt x="6540349" y="846956"/>
                  </a:lnTo>
                  <a:cubicBezTo>
                    <a:pt x="6540349" y="877436"/>
                    <a:pt x="6514949" y="902836"/>
                    <a:pt x="6484469" y="902836"/>
                  </a:cubicBezTo>
                  <a:close/>
                </a:path>
              </a:pathLst>
            </a:custGeom>
            <a:solidFill>
              <a:srgbClr val="000000"/>
            </a:solidFill>
          </p:spPr>
        </p:sp>
        <p:sp>
          <p:nvSpPr>
            <p:cNvPr id="33" name="Freeform 33"/>
            <p:cNvSpPr/>
            <p:nvPr/>
          </p:nvSpPr>
          <p:spPr>
            <a:xfrm>
              <a:off x="12700" y="12700"/>
              <a:ext cx="6572099" cy="935856"/>
            </a:xfrm>
            <a:custGeom>
              <a:avLst/>
              <a:gdLst/>
              <a:ahLst/>
              <a:cxnLst/>
              <a:rect l="l" t="t" r="r" b="b"/>
              <a:pathLst>
                <a:path w="6572099" h="935856">
                  <a:moveTo>
                    <a:pt x="43180" y="935856"/>
                  </a:moveTo>
                  <a:lnTo>
                    <a:pt x="6528919" y="935856"/>
                  </a:lnTo>
                  <a:cubicBezTo>
                    <a:pt x="6553049" y="935856"/>
                    <a:pt x="6572099" y="916806"/>
                    <a:pt x="6572099" y="892676"/>
                  </a:cubicBezTo>
                  <a:lnTo>
                    <a:pt x="6572099" y="43180"/>
                  </a:lnTo>
                  <a:cubicBezTo>
                    <a:pt x="6572099" y="19050"/>
                    <a:pt x="6553049" y="0"/>
                    <a:pt x="6528919" y="0"/>
                  </a:cubicBezTo>
                  <a:lnTo>
                    <a:pt x="43180" y="0"/>
                  </a:lnTo>
                  <a:cubicBezTo>
                    <a:pt x="19050" y="0"/>
                    <a:pt x="0" y="19050"/>
                    <a:pt x="0" y="43180"/>
                  </a:cubicBezTo>
                  <a:lnTo>
                    <a:pt x="0" y="892676"/>
                  </a:lnTo>
                  <a:cubicBezTo>
                    <a:pt x="0" y="916806"/>
                    <a:pt x="19050" y="935856"/>
                    <a:pt x="43180" y="935856"/>
                  </a:cubicBezTo>
                  <a:close/>
                </a:path>
              </a:pathLst>
            </a:custGeom>
            <a:solidFill>
              <a:srgbClr val="F8F8F8"/>
            </a:solidFill>
          </p:spPr>
        </p:sp>
        <p:sp>
          <p:nvSpPr>
            <p:cNvPr id="34" name="Freeform 34"/>
            <p:cNvSpPr/>
            <p:nvPr/>
          </p:nvSpPr>
          <p:spPr>
            <a:xfrm>
              <a:off x="0" y="0"/>
              <a:ext cx="6639409" cy="1004436"/>
            </a:xfrm>
            <a:custGeom>
              <a:avLst/>
              <a:gdLst/>
              <a:ahLst/>
              <a:cxnLst/>
              <a:rect l="l" t="t" r="r" b="b"/>
              <a:pathLst>
                <a:path w="6639409" h="1004436">
                  <a:moveTo>
                    <a:pt x="6596229" y="44450"/>
                  </a:moveTo>
                  <a:cubicBezTo>
                    <a:pt x="6591149" y="19050"/>
                    <a:pt x="6568289" y="0"/>
                    <a:pt x="6541619" y="0"/>
                  </a:cubicBezTo>
                  <a:lnTo>
                    <a:pt x="55880" y="0"/>
                  </a:lnTo>
                  <a:cubicBezTo>
                    <a:pt x="25400" y="0"/>
                    <a:pt x="0" y="25400"/>
                    <a:pt x="0" y="55880"/>
                  </a:cubicBezTo>
                  <a:lnTo>
                    <a:pt x="0" y="905376"/>
                  </a:lnTo>
                  <a:cubicBezTo>
                    <a:pt x="0" y="932046"/>
                    <a:pt x="17780" y="953636"/>
                    <a:pt x="43180" y="959986"/>
                  </a:cubicBezTo>
                  <a:cubicBezTo>
                    <a:pt x="48260" y="985386"/>
                    <a:pt x="71120" y="1004436"/>
                    <a:pt x="97790" y="1004436"/>
                  </a:cubicBezTo>
                  <a:lnTo>
                    <a:pt x="6583529" y="1004436"/>
                  </a:lnTo>
                  <a:cubicBezTo>
                    <a:pt x="6614009" y="1004436"/>
                    <a:pt x="6639409" y="979036"/>
                    <a:pt x="6639409" y="948556"/>
                  </a:cubicBezTo>
                  <a:lnTo>
                    <a:pt x="6639409" y="99060"/>
                  </a:lnTo>
                  <a:cubicBezTo>
                    <a:pt x="6639409" y="72390"/>
                    <a:pt x="6621629" y="50800"/>
                    <a:pt x="6596229" y="44450"/>
                  </a:cubicBezTo>
                  <a:close/>
                  <a:moveTo>
                    <a:pt x="12700" y="905376"/>
                  </a:moveTo>
                  <a:lnTo>
                    <a:pt x="12700" y="55880"/>
                  </a:lnTo>
                  <a:cubicBezTo>
                    <a:pt x="12700" y="31750"/>
                    <a:pt x="31750" y="12700"/>
                    <a:pt x="55880" y="12700"/>
                  </a:cubicBezTo>
                  <a:lnTo>
                    <a:pt x="6541619" y="12700"/>
                  </a:lnTo>
                  <a:cubicBezTo>
                    <a:pt x="6565749" y="12700"/>
                    <a:pt x="6584799" y="31750"/>
                    <a:pt x="6584799" y="55880"/>
                  </a:cubicBezTo>
                  <a:lnTo>
                    <a:pt x="6584799" y="905376"/>
                  </a:lnTo>
                  <a:cubicBezTo>
                    <a:pt x="6584799" y="929506"/>
                    <a:pt x="6565749" y="948556"/>
                    <a:pt x="6541619" y="948556"/>
                  </a:cubicBezTo>
                  <a:lnTo>
                    <a:pt x="55880" y="948556"/>
                  </a:lnTo>
                  <a:cubicBezTo>
                    <a:pt x="31750" y="948556"/>
                    <a:pt x="12700" y="929506"/>
                    <a:pt x="12700" y="905376"/>
                  </a:cubicBezTo>
                  <a:close/>
                  <a:moveTo>
                    <a:pt x="6626709" y="948556"/>
                  </a:moveTo>
                  <a:cubicBezTo>
                    <a:pt x="6626709" y="972686"/>
                    <a:pt x="6607659" y="991736"/>
                    <a:pt x="6583529" y="991736"/>
                  </a:cubicBezTo>
                  <a:lnTo>
                    <a:pt x="97790" y="991736"/>
                  </a:lnTo>
                  <a:cubicBezTo>
                    <a:pt x="78740" y="991736"/>
                    <a:pt x="62230" y="979036"/>
                    <a:pt x="57150" y="961256"/>
                  </a:cubicBezTo>
                  <a:lnTo>
                    <a:pt x="6541619" y="961256"/>
                  </a:lnTo>
                  <a:cubicBezTo>
                    <a:pt x="6572099" y="961256"/>
                    <a:pt x="6597499" y="935856"/>
                    <a:pt x="6597499" y="905376"/>
                  </a:cubicBezTo>
                  <a:lnTo>
                    <a:pt x="6597499" y="58420"/>
                  </a:lnTo>
                  <a:cubicBezTo>
                    <a:pt x="6614009" y="64770"/>
                    <a:pt x="6626709" y="80010"/>
                    <a:pt x="6626709" y="99060"/>
                  </a:cubicBezTo>
                  <a:lnTo>
                    <a:pt x="6626709" y="948556"/>
                  </a:lnTo>
                  <a:close/>
                </a:path>
              </a:pathLst>
            </a:custGeom>
            <a:solidFill>
              <a:srgbClr val="000000"/>
            </a:solidFill>
          </p:spPr>
        </p:sp>
      </p:grpSp>
      <p:pic>
        <p:nvPicPr>
          <p:cNvPr id="35" name="Picture 35"/>
          <p:cNvPicPr>
            <a:picLocks noChangeAspect="1"/>
          </p:cNvPicPr>
          <p:nvPr/>
        </p:nvPicPr>
        <p:blipFill>
          <a:blip r:embed="rId5"/>
          <a:srcRect l="2548" t="5096" r="2548"/>
          <a:stretch>
            <a:fillRect/>
          </a:stretch>
        </p:blipFill>
        <p:spPr>
          <a:xfrm>
            <a:off x="7800007" y="1574871"/>
            <a:ext cx="2852143" cy="2090120"/>
          </a:xfrm>
          <a:prstGeom prst="rect">
            <a:avLst/>
          </a:prstGeom>
        </p:spPr>
      </p:pic>
      <p:sp>
        <p:nvSpPr>
          <p:cNvPr id="36" name="TextBox 36"/>
          <p:cNvSpPr txBox="1"/>
          <p:nvPr/>
        </p:nvSpPr>
        <p:spPr>
          <a:xfrm>
            <a:off x="7940269" y="1027146"/>
            <a:ext cx="2366366" cy="294237"/>
          </a:xfrm>
          <a:prstGeom prst="rect">
            <a:avLst/>
          </a:prstGeom>
        </p:spPr>
        <p:txBody>
          <a:bodyPr lIns="0" tIns="0" rIns="0" bIns="0" rtlCol="0" anchor="t">
            <a:spAutoFit/>
          </a:bodyPr>
          <a:lstStyle/>
          <a:p>
            <a:pPr algn="ctr">
              <a:lnSpc>
                <a:spcPts val="2196"/>
              </a:lnSpc>
            </a:pPr>
            <a:r>
              <a:rPr lang="en-US" sz="2196" spc="-21">
                <a:solidFill>
                  <a:srgbClr val="000000"/>
                </a:solidFill>
                <a:latin typeface="Josefin Sans Regular Bold"/>
              </a:rPr>
              <a:t>Ống dẫn gas</a:t>
            </a:r>
          </a:p>
        </p:txBody>
      </p:sp>
      <p:sp>
        <p:nvSpPr>
          <p:cNvPr id="37" name="TextBox 37"/>
          <p:cNvSpPr txBox="1"/>
          <p:nvPr/>
        </p:nvSpPr>
        <p:spPr>
          <a:xfrm>
            <a:off x="7574724" y="4016093"/>
            <a:ext cx="3297316" cy="3060695"/>
          </a:xfrm>
          <a:prstGeom prst="rect">
            <a:avLst/>
          </a:prstGeom>
        </p:spPr>
        <p:txBody>
          <a:bodyPr lIns="0" tIns="0" rIns="0" bIns="0" rtlCol="0" anchor="t">
            <a:spAutoFit/>
          </a:bodyPr>
          <a:lstStyle/>
          <a:p>
            <a:pPr algn="ctr">
              <a:lnSpc>
                <a:spcPts val="3500"/>
              </a:lnSpc>
            </a:pPr>
            <a:r>
              <a:rPr lang="en-US" sz="2500" dirty="0" err="1">
                <a:solidFill>
                  <a:srgbClr val="000000"/>
                </a:solidFill>
                <a:latin typeface="Josefin Sans Regular"/>
              </a:rPr>
              <a:t>Có</a:t>
            </a:r>
            <a:r>
              <a:rPr lang="en-US" sz="2500" dirty="0">
                <a:solidFill>
                  <a:srgbClr val="000000"/>
                </a:solidFill>
                <a:latin typeface="Josefin Sans Regular"/>
              </a:rPr>
              <a:t> </a:t>
            </a:r>
            <a:r>
              <a:rPr lang="en-US" sz="2500" dirty="0" err="1">
                <a:solidFill>
                  <a:srgbClr val="000000"/>
                </a:solidFill>
                <a:latin typeface="Josefin Sans Regular"/>
              </a:rPr>
              <a:t>nhiệm</a:t>
            </a:r>
            <a:r>
              <a:rPr lang="en-US" sz="2500" dirty="0">
                <a:solidFill>
                  <a:srgbClr val="000000"/>
                </a:solidFill>
                <a:latin typeface="Josefin Sans Regular"/>
              </a:rPr>
              <a:t> </a:t>
            </a:r>
            <a:r>
              <a:rPr lang="en-US" sz="2500" dirty="0" err="1">
                <a:solidFill>
                  <a:srgbClr val="000000"/>
                </a:solidFill>
                <a:latin typeface="Josefin Sans Regular"/>
              </a:rPr>
              <a:t>vụ</a:t>
            </a:r>
            <a:r>
              <a:rPr lang="en-US" sz="2500" dirty="0">
                <a:solidFill>
                  <a:srgbClr val="000000"/>
                </a:solidFill>
                <a:latin typeface="Josefin Sans Regular"/>
              </a:rPr>
              <a:t> </a:t>
            </a:r>
            <a:r>
              <a:rPr lang="en-US" sz="2500" dirty="0" err="1">
                <a:solidFill>
                  <a:srgbClr val="000000"/>
                </a:solidFill>
                <a:latin typeface="Josefin Sans Regular"/>
              </a:rPr>
              <a:t>dẫn</a:t>
            </a:r>
            <a:r>
              <a:rPr lang="en-US" sz="2500" dirty="0">
                <a:solidFill>
                  <a:srgbClr val="000000"/>
                </a:solidFill>
                <a:latin typeface="Josefin Sans Regular"/>
              </a:rPr>
              <a:t> </a:t>
            </a:r>
            <a:r>
              <a:rPr lang="en-US" sz="2500" dirty="0" err="1">
                <a:solidFill>
                  <a:srgbClr val="000000"/>
                </a:solidFill>
                <a:latin typeface="Josefin Sans Regular"/>
              </a:rPr>
              <a:t>ga</a:t>
            </a:r>
            <a:r>
              <a:rPr lang="en-US" sz="2500" dirty="0">
                <a:solidFill>
                  <a:srgbClr val="000000"/>
                </a:solidFill>
                <a:latin typeface="Josefin Sans Regular"/>
              </a:rPr>
              <a:t> </a:t>
            </a:r>
            <a:r>
              <a:rPr lang="en-US" sz="2500" dirty="0" err="1">
                <a:solidFill>
                  <a:srgbClr val="000000"/>
                </a:solidFill>
                <a:latin typeface="Josefin Sans Regular"/>
              </a:rPr>
              <a:t>từ</a:t>
            </a:r>
            <a:r>
              <a:rPr lang="en-US" sz="2500" dirty="0">
                <a:solidFill>
                  <a:srgbClr val="000000"/>
                </a:solidFill>
                <a:latin typeface="Josefin Sans Regular"/>
              </a:rPr>
              <a:t> </a:t>
            </a:r>
            <a:r>
              <a:rPr lang="en-US" sz="2500" dirty="0" err="1">
                <a:solidFill>
                  <a:srgbClr val="000000"/>
                </a:solidFill>
                <a:latin typeface="Josefin Sans Regular"/>
              </a:rPr>
              <a:t>dàn</a:t>
            </a:r>
            <a:r>
              <a:rPr lang="en-US" sz="2500" dirty="0">
                <a:solidFill>
                  <a:srgbClr val="000000"/>
                </a:solidFill>
                <a:latin typeface="Josefin Sans Regular"/>
              </a:rPr>
              <a:t> </a:t>
            </a:r>
            <a:r>
              <a:rPr lang="en-US" sz="2500" dirty="0" err="1">
                <a:solidFill>
                  <a:srgbClr val="000000"/>
                </a:solidFill>
                <a:latin typeface="Josefin Sans Regular"/>
              </a:rPr>
              <a:t>lạnh</a:t>
            </a:r>
            <a:r>
              <a:rPr lang="en-US" sz="2500" dirty="0">
                <a:solidFill>
                  <a:srgbClr val="000000"/>
                </a:solidFill>
                <a:latin typeface="Josefin Sans Regular"/>
              </a:rPr>
              <a:t> </a:t>
            </a:r>
            <a:r>
              <a:rPr lang="en-US" sz="2500" dirty="0" err="1">
                <a:solidFill>
                  <a:srgbClr val="000000"/>
                </a:solidFill>
                <a:latin typeface="Josefin Sans Regular"/>
              </a:rPr>
              <a:t>đến</a:t>
            </a:r>
            <a:r>
              <a:rPr lang="en-US" sz="2500" dirty="0">
                <a:solidFill>
                  <a:srgbClr val="000000"/>
                </a:solidFill>
                <a:latin typeface="Josefin Sans Regular"/>
              </a:rPr>
              <a:t> </a:t>
            </a:r>
            <a:r>
              <a:rPr lang="en-US" sz="2500" dirty="0" err="1">
                <a:solidFill>
                  <a:srgbClr val="000000"/>
                </a:solidFill>
                <a:latin typeface="Josefin Sans Regular"/>
              </a:rPr>
              <a:t>dàn</a:t>
            </a:r>
            <a:r>
              <a:rPr lang="en-US" sz="2500" dirty="0">
                <a:solidFill>
                  <a:srgbClr val="000000"/>
                </a:solidFill>
                <a:latin typeface="Josefin Sans Regular"/>
              </a:rPr>
              <a:t> </a:t>
            </a:r>
            <a:r>
              <a:rPr lang="en-US" sz="2500" dirty="0" err="1">
                <a:solidFill>
                  <a:srgbClr val="000000"/>
                </a:solidFill>
                <a:latin typeface="Josefin Sans Regular"/>
              </a:rPr>
              <a:t>nóng</a:t>
            </a:r>
            <a:r>
              <a:rPr lang="en-US" sz="2500" dirty="0">
                <a:solidFill>
                  <a:srgbClr val="000000"/>
                </a:solidFill>
                <a:latin typeface="Josefin Sans Regular"/>
              </a:rPr>
              <a:t>. </a:t>
            </a:r>
            <a:r>
              <a:rPr lang="en-US" sz="2500" dirty="0" err="1">
                <a:solidFill>
                  <a:srgbClr val="000000"/>
                </a:solidFill>
                <a:latin typeface="Josefin Sans Regular"/>
              </a:rPr>
              <a:t>Ống</a:t>
            </a:r>
            <a:r>
              <a:rPr lang="en-US" sz="2500" dirty="0">
                <a:solidFill>
                  <a:srgbClr val="000000"/>
                </a:solidFill>
                <a:latin typeface="Josefin Sans Regular"/>
              </a:rPr>
              <a:t> </a:t>
            </a:r>
            <a:r>
              <a:rPr lang="en-US" sz="2500" dirty="0" err="1">
                <a:solidFill>
                  <a:srgbClr val="000000"/>
                </a:solidFill>
                <a:latin typeface="Josefin Sans Regular"/>
              </a:rPr>
              <a:t>dẫn</a:t>
            </a:r>
            <a:r>
              <a:rPr lang="en-US" sz="2500" dirty="0">
                <a:solidFill>
                  <a:srgbClr val="000000"/>
                </a:solidFill>
                <a:latin typeface="Josefin Sans Regular"/>
              </a:rPr>
              <a:t> gas </a:t>
            </a:r>
            <a:r>
              <a:rPr lang="en-US" sz="2500" dirty="0" err="1">
                <a:solidFill>
                  <a:srgbClr val="000000"/>
                </a:solidFill>
                <a:latin typeface="Josefin Sans Regular"/>
              </a:rPr>
              <a:t>thường</a:t>
            </a:r>
            <a:r>
              <a:rPr lang="en-US" sz="2500" dirty="0">
                <a:solidFill>
                  <a:srgbClr val="000000"/>
                </a:solidFill>
                <a:latin typeface="Josefin Sans Regular"/>
              </a:rPr>
              <a:t> </a:t>
            </a:r>
            <a:r>
              <a:rPr lang="en-US" sz="2500" dirty="0" err="1">
                <a:solidFill>
                  <a:srgbClr val="000000"/>
                </a:solidFill>
                <a:latin typeface="Josefin Sans Regular"/>
              </a:rPr>
              <a:t>được</a:t>
            </a:r>
            <a:r>
              <a:rPr lang="en-US" sz="2500" dirty="0">
                <a:solidFill>
                  <a:srgbClr val="000000"/>
                </a:solidFill>
                <a:latin typeface="Josefin Sans Regular"/>
              </a:rPr>
              <a:t> </a:t>
            </a:r>
            <a:r>
              <a:rPr lang="en-US" sz="2500" dirty="0" err="1">
                <a:solidFill>
                  <a:srgbClr val="000000"/>
                </a:solidFill>
                <a:latin typeface="Josefin Sans Regular"/>
              </a:rPr>
              <a:t>làm</a:t>
            </a:r>
            <a:r>
              <a:rPr lang="en-US" sz="2500" dirty="0">
                <a:solidFill>
                  <a:srgbClr val="000000"/>
                </a:solidFill>
                <a:latin typeface="Josefin Sans Regular"/>
              </a:rPr>
              <a:t> </a:t>
            </a:r>
            <a:r>
              <a:rPr lang="en-US" sz="2500" dirty="0" err="1">
                <a:solidFill>
                  <a:srgbClr val="000000"/>
                </a:solidFill>
                <a:latin typeface="Josefin Sans Regular"/>
              </a:rPr>
              <a:t>bằng</a:t>
            </a:r>
            <a:r>
              <a:rPr lang="en-US" sz="2500" dirty="0">
                <a:solidFill>
                  <a:srgbClr val="000000"/>
                </a:solidFill>
                <a:latin typeface="Josefin Sans Regular"/>
              </a:rPr>
              <a:t> </a:t>
            </a:r>
            <a:r>
              <a:rPr lang="en-US" sz="2500" dirty="0" err="1">
                <a:solidFill>
                  <a:srgbClr val="000000"/>
                </a:solidFill>
                <a:latin typeface="Josefin Sans Regular"/>
              </a:rPr>
              <a:t>đồng</a:t>
            </a:r>
            <a:r>
              <a:rPr lang="en-US" sz="2500" dirty="0">
                <a:solidFill>
                  <a:srgbClr val="000000"/>
                </a:solidFill>
                <a:latin typeface="Josefin Sans Regular"/>
              </a:rPr>
              <a:t>, </a:t>
            </a:r>
            <a:r>
              <a:rPr lang="en-US" sz="2500" dirty="0" err="1">
                <a:solidFill>
                  <a:srgbClr val="000000"/>
                </a:solidFill>
                <a:latin typeface="Josefin Sans Regular"/>
              </a:rPr>
              <a:t>chịu</a:t>
            </a:r>
            <a:r>
              <a:rPr lang="en-US" sz="2500" dirty="0">
                <a:solidFill>
                  <a:srgbClr val="000000"/>
                </a:solidFill>
                <a:latin typeface="Josefin Sans Regular"/>
              </a:rPr>
              <a:t> </a:t>
            </a:r>
            <a:r>
              <a:rPr lang="en-US" sz="2500" dirty="0" err="1">
                <a:solidFill>
                  <a:srgbClr val="000000"/>
                </a:solidFill>
                <a:latin typeface="Josefin Sans Regular"/>
              </a:rPr>
              <a:t>được</a:t>
            </a:r>
            <a:r>
              <a:rPr lang="en-US" sz="2500" dirty="0">
                <a:solidFill>
                  <a:srgbClr val="000000"/>
                </a:solidFill>
                <a:latin typeface="Josefin Sans Regular"/>
              </a:rPr>
              <a:t> </a:t>
            </a:r>
            <a:r>
              <a:rPr lang="en-US" sz="2500" dirty="0" err="1">
                <a:solidFill>
                  <a:srgbClr val="000000"/>
                </a:solidFill>
                <a:latin typeface="Josefin Sans Regular"/>
              </a:rPr>
              <a:t>áp</a:t>
            </a:r>
            <a:r>
              <a:rPr lang="en-US" sz="2500" dirty="0">
                <a:solidFill>
                  <a:srgbClr val="000000"/>
                </a:solidFill>
                <a:latin typeface="Josefin Sans Regular"/>
              </a:rPr>
              <a:t> </a:t>
            </a:r>
            <a:r>
              <a:rPr lang="en-US" sz="2500" dirty="0" err="1">
                <a:solidFill>
                  <a:srgbClr val="000000"/>
                </a:solidFill>
                <a:latin typeface="Josefin Sans Regular"/>
              </a:rPr>
              <a:t>suất</a:t>
            </a:r>
            <a:r>
              <a:rPr lang="en-US" sz="2500" dirty="0">
                <a:solidFill>
                  <a:srgbClr val="000000"/>
                </a:solidFill>
                <a:latin typeface="Josefin Sans Regular"/>
              </a:rPr>
              <a:t> </a:t>
            </a:r>
            <a:r>
              <a:rPr lang="en-US" sz="2500" dirty="0" err="1">
                <a:solidFill>
                  <a:srgbClr val="000000"/>
                </a:solidFill>
                <a:latin typeface="Josefin Sans Regular"/>
              </a:rPr>
              <a:t>và</a:t>
            </a:r>
            <a:r>
              <a:rPr lang="en-US" sz="2500" dirty="0">
                <a:solidFill>
                  <a:srgbClr val="000000"/>
                </a:solidFill>
                <a:latin typeface="Josefin Sans Regular"/>
              </a:rPr>
              <a:t> </a:t>
            </a:r>
            <a:r>
              <a:rPr lang="en-US" sz="2500" dirty="0" err="1">
                <a:solidFill>
                  <a:srgbClr val="000000"/>
                </a:solidFill>
                <a:latin typeface="Josefin Sans Regular"/>
              </a:rPr>
              <a:t>nhiệt</a:t>
            </a:r>
            <a:r>
              <a:rPr lang="en-US" sz="2500" dirty="0">
                <a:solidFill>
                  <a:srgbClr val="000000"/>
                </a:solidFill>
                <a:latin typeface="Josefin Sans Regular"/>
              </a:rPr>
              <a:t> </a:t>
            </a:r>
            <a:r>
              <a:rPr lang="en-US" sz="2500" dirty="0" err="1">
                <a:solidFill>
                  <a:srgbClr val="000000"/>
                </a:solidFill>
                <a:latin typeface="Josefin Sans Regular"/>
              </a:rPr>
              <a:t>độ</a:t>
            </a:r>
            <a:r>
              <a:rPr lang="en-US" sz="2500" dirty="0">
                <a:solidFill>
                  <a:srgbClr val="000000"/>
                </a:solidFill>
                <a:latin typeface="Josefin Sans Regular"/>
              </a:rPr>
              <a:t> </a:t>
            </a:r>
            <a:r>
              <a:rPr lang="en-US" sz="2500" dirty="0" err="1">
                <a:solidFill>
                  <a:srgbClr val="000000"/>
                </a:solidFill>
                <a:latin typeface="Josefin Sans Regular"/>
              </a:rPr>
              <a:t>cao</a:t>
            </a:r>
            <a:r>
              <a:rPr lang="en-US" sz="2500" dirty="0">
                <a:solidFill>
                  <a:srgbClr val="000000"/>
                </a:solidFill>
                <a:latin typeface="Josefin Sans Regular"/>
              </a:rPr>
              <a:t>, </a:t>
            </a:r>
            <a:r>
              <a:rPr lang="en-US" sz="2500" dirty="0" err="1">
                <a:solidFill>
                  <a:srgbClr val="000000"/>
                </a:solidFill>
                <a:latin typeface="Josefin Sans Regular"/>
              </a:rPr>
              <a:t>không</a:t>
            </a:r>
            <a:r>
              <a:rPr lang="en-US" sz="2500" dirty="0">
                <a:solidFill>
                  <a:srgbClr val="000000"/>
                </a:solidFill>
                <a:latin typeface="Josefin Sans Regular"/>
              </a:rPr>
              <a:t> </a:t>
            </a:r>
            <a:r>
              <a:rPr lang="en-US" sz="2500" dirty="0" err="1">
                <a:solidFill>
                  <a:srgbClr val="000000"/>
                </a:solidFill>
                <a:latin typeface="Josefin Sans Regular"/>
              </a:rPr>
              <a:t>bị</a:t>
            </a:r>
            <a:r>
              <a:rPr lang="en-US" sz="2500" dirty="0">
                <a:solidFill>
                  <a:srgbClr val="000000"/>
                </a:solidFill>
                <a:latin typeface="Josefin Sans Regular"/>
              </a:rPr>
              <a:t> </a:t>
            </a:r>
            <a:r>
              <a:rPr lang="en-US" sz="2500" dirty="0" err="1">
                <a:solidFill>
                  <a:srgbClr val="000000"/>
                </a:solidFill>
                <a:latin typeface="Josefin Sans Regular"/>
              </a:rPr>
              <a:t>oxi</a:t>
            </a:r>
            <a:r>
              <a:rPr lang="en-US" sz="2500" dirty="0">
                <a:solidFill>
                  <a:srgbClr val="000000"/>
                </a:solidFill>
                <a:latin typeface="Josefin Sans Regular"/>
              </a:rPr>
              <a:t> </a:t>
            </a:r>
            <a:r>
              <a:rPr lang="en-US" sz="2500" dirty="0" err="1">
                <a:solidFill>
                  <a:srgbClr val="000000"/>
                </a:solidFill>
                <a:latin typeface="Josefin Sans Regular"/>
              </a:rPr>
              <a:t>hóa</a:t>
            </a:r>
            <a:r>
              <a:rPr lang="en-US" sz="2500" dirty="0">
                <a:solidFill>
                  <a:srgbClr val="000000"/>
                </a:solidFill>
                <a:latin typeface="Josefin Sans Regular"/>
              </a:rPr>
              <a:t>.</a:t>
            </a:r>
          </a:p>
        </p:txBody>
      </p:sp>
      <p:grpSp>
        <p:nvGrpSpPr>
          <p:cNvPr id="38" name="Group 38"/>
          <p:cNvGrpSpPr/>
          <p:nvPr/>
        </p:nvGrpSpPr>
        <p:grpSpPr>
          <a:xfrm>
            <a:off x="11100211" y="876300"/>
            <a:ext cx="3521190" cy="6393886"/>
            <a:chOff x="0" y="0"/>
            <a:chExt cx="6639409" cy="12056044"/>
          </a:xfrm>
        </p:grpSpPr>
        <p:sp>
          <p:nvSpPr>
            <p:cNvPr id="39" name="Freeform 39"/>
            <p:cNvSpPr/>
            <p:nvPr/>
          </p:nvSpPr>
          <p:spPr>
            <a:xfrm>
              <a:off x="57150" y="58420"/>
              <a:ext cx="6569559" cy="11984925"/>
            </a:xfrm>
            <a:custGeom>
              <a:avLst/>
              <a:gdLst/>
              <a:ahLst/>
              <a:cxnLst/>
              <a:rect l="l" t="t" r="r" b="b"/>
              <a:pathLst>
                <a:path w="6569559" h="11984925">
                  <a:moveTo>
                    <a:pt x="6484469" y="11954444"/>
                  </a:moveTo>
                  <a:lnTo>
                    <a:pt x="0" y="11954444"/>
                  </a:lnTo>
                  <a:cubicBezTo>
                    <a:pt x="5080" y="11972225"/>
                    <a:pt x="21590" y="11984925"/>
                    <a:pt x="40640" y="11984925"/>
                  </a:cubicBezTo>
                  <a:lnTo>
                    <a:pt x="6526379" y="11984925"/>
                  </a:lnTo>
                  <a:cubicBezTo>
                    <a:pt x="6550509" y="11984925"/>
                    <a:pt x="6569559" y="11965875"/>
                    <a:pt x="6569559" y="11941744"/>
                  </a:cubicBezTo>
                  <a:lnTo>
                    <a:pt x="6569559" y="40640"/>
                  </a:lnTo>
                  <a:cubicBezTo>
                    <a:pt x="6569559" y="21590"/>
                    <a:pt x="6556859" y="6350"/>
                    <a:pt x="6540349" y="0"/>
                  </a:cubicBezTo>
                  <a:lnTo>
                    <a:pt x="6540349" y="11898564"/>
                  </a:lnTo>
                  <a:cubicBezTo>
                    <a:pt x="6540349" y="11929044"/>
                    <a:pt x="6514949" y="11954444"/>
                    <a:pt x="6484469" y="11954444"/>
                  </a:cubicBezTo>
                  <a:close/>
                </a:path>
              </a:pathLst>
            </a:custGeom>
            <a:solidFill>
              <a:srgbClr val="000000"/>
            </a:solidFill>
          </p:spPr>
        </p:sp>
        <p:sp>
          <p:nvSpPr>
            <p:cNvPr id="40" name="Freeform 40"/>
            <p:cNvSpPr/>
            <p:nvPr/>
          </p:nvSpPr>
          <p:spPr>
            <a:xfrm>
              <a:off x="12700" y="12700"/>
              <a:ext cx="6572099" cy="11987464"/>
            </a:xfrm>
            <a:custGeom>
              <a:avLst/>
              <a:gdLst/>
              <a:ahLst/>
              <a:cxnLst/>
              <a:rect l="l" t="t" r="r" b="b"/>
              <a:pathLst>
                <a:path w="6572099" h="11987464">
                  <a:moveTo>
                    <a:pt x="43180" y="11987464"/>
                  </a:moveTo>
                  <a:lnTo>
                    <a:pt x="6528919" y="11987464"/>
                  </a:lnTo>
                  <a:cubicBezTo>
                    <a:pt x="6553049" y="11987464"/>
                    <a:pt x="6572099" y="11968414"/>
                    <a:pt x="6572099" y="11944284"/>
                  </a:cubicBezTo>
                  <a:lnTo>
                    <a:pt x="6572099" y="43180"/>
                  </a:lnTo>
                  <a:cubicBezTo>
                    <a:pt x="6572099" y="19050"/>
                    <a:pt x="6553049" y="0"/>
                    <a:pt x="6528919" y="0"/>
                  </a:cubicBezTo>
                  <a:lnTo>
                    <a:pt x="43180" y="0"/>
                  </a:lnTo>
                  <a:cubicBezTo>
                    <a:pt x="19050" y="0"/>
                    <a:pt x="0" y="19050"/>
                    <a:pt x="0" y="43180"/>
                  </a:cubicBezTo>
                  <a:lnTo>
                    <a:pt x="0" y="11944284"/>
                  </a:lnTo>
                  <a:cubicBezTo>
                    <a:pt x="0" y="11968414"/>
                    <a:pt x="19050" y="11987464"/>
                    <a:pt x="43180" y="11987464"/>
                  </a:cubicBezTo>
                  <a:close/>
                </a:path>
              </a:pathLst>
            </a:custGeom>
            <a:solidFill>
              <a:srgbClr val="F8F8F8"/>
            </a:solidFill>
          </p:spPr>
        </p:sp>
        <p:sp>
          <p:nvSpPr>
            <p:cNvPr id="41" name="Freeform 41"/>
            <p:cNvSpPr/>
            <p:nvPr/>
          </p:nvSpPr>
          <p:spPr>
            <a:xfrm>
              <a:off x="0" y="0"/>
              <a:ext cx="6639409" cy="12056045"/>
            </a:xfrm>
            <a:custGeom>
              <a:avLst/>
              <a:gdLst/>
              <a:ahLst/>
              <a:cxnLst/>
              <a:rect l="l" t="t" r="r" b="b"/>
              <a:pathLst>
                <a:path w="6639409" h="12056045">
                  <a:moveTo>
                    <a:pt x="6596229" y="44450"/>
                  </a:moveTo>
                  <a:cubicBezTo>
                    <a:pt x="6591149" y="19050"/>
                    <a:pt x="6568289" y="0"/>
                    <a:pt x="6541619" y="0"/>
                  </a:cubicBezTo>
                  <a:lnTo>
                    <a:pt x="55880" y="0"/>
                  </a:lnTo>
                  <a:cubicBezTo>
                    <a:pt x="25400" y="0"/>
                    <a:pt x="0" y="25400"/>
                    <a:pt x="0" y="55880"/>
                  </a:cubicBezTo>
                  <a:lnTo>
                    <a:pt x="0" y="11956984"/>
                  </a:lnTo>
                  <a:cubicBezTo>
                    <a:pt x="0" y="11983655"/>
                    <a:pt x="17780" y="12005245"/>
                    <a:pt x="43180" y="12011595"/>
                  </a:cubicBezTo>
                  <a:cubicBezTo>
                    <a:pt x="48260" y="12036995"/>
                    <a:pt x="71120" y="12056045"/>
                    <a:pt x="97790" y="12056045"/>
                  </a:cubicBezTo>
                  <a:lnTo>
                    <a:pt x="6583529" y="12056045"/>
                  </a:lnTo>
                  <a:cubicBezTo>
                    <a:pt x="6614009" y="12056045"/>
                    <a:pt x="6639409" y="12030645"/>
                    <a:pt x="6639409" y="12000164"/>
                  </a:cubicBezTo>
                  <a:lnTo>
                    <a:pt x="6639409" y="99060"/>
                  </a:lnTo>
                  <a:cubicBezTo>
                    <a:pt x="6639409" y="72390"/>
                    <a:pt x="6621629" y="50800"/>
                    <a:pt x="6596229" y="44450"/>
                  </a:cubicBezTo>
                  <a:close/>
                  <a:moveTo>
                    <a:pt x="12700" y="11956984"/>
                  </a:moveTo>
                  <a:lnTo>
                    <a:pt x="12700" y="55880"/>
                  </a:lnTo>
                  <a:cubicBezTo>
                    <a:pt x="12700" y="31750"/>
                    <a:pt x="31750" y="12700"/>
                    <a:pt x="55880" y="12700"/>
                  </a:cubicBezTo>
                  <a:lnTo>
                    <a:pt x="6541619" y="12700"/>
                  </a:lnTo>
                  <a:cubicBezTo>
                    <a:pt x="6565749" y="12700"/>
                    <a:pt x="6584799" y="31750"/>
                    <a:pt x="6584799" y="55880"/>
                  </a:cubicBezTo>
                  <a:lnTo>
                    <a:pt x="6584799" y="11956984"/>
                  </a:lnTo>
                  <a:cubicBezTo>
                    <a:pt x="6584799" y="11981114"/>
                    <a:pt x="6565749" y="12000164"/>
                    <a:pt x="6541619" y="12000164"/>
                  </a:cubicBezTo>
                  <a:lnTo>
                    <a:pt x="55880" y="12000164"/>
                  </a:lnTo>
                  <a:cubicBezTo>
                    <a:pt x="31750" y="12000164"/>
                    <a:pt x="12700" y="11981114"/>
                    <a:pt x="12700" y="11956984"/>
                  </a:cubicBezTo>
                  <a:close/>
                  <a:moveTo>
                    <a:pt x="6626709" y="12000164"/>
                  </a:moveTo>
                  <a:cubicBezTo>
                    <a:pt x="6626709" y="12024295"/>
                    <a:pt x="6607659" y="12043345"/>
                    <a:pt x="6583529" y="12043345"/>
                  </a:cubicBezTo>
                  <a:lnTo>
                    <a:pt x="97790" y="12043345"/>
                  </a:lnTo>
                  <a:cubicBezTo>
                    <a:pt x="78740" y="12043345"/>
                    <a:pt x="62230" y="12030645"/>
                    <a:pt x="57150" y="12012864"/>
                  </a:cubicBezTo>
                  <a:lnTo>
                    <a:pt x="6541619" y="12012864"/>
                  </a:lnTo>
                  <a:cubicBezTo>
                    <a:pt x="6572099" y="12012864"/>
                    <a:pt x="6597499" y="11987464"/>
                    <a:pt x="6597499" y="11956984"/>
                  </a:cubicBezTo>
                  <a:lnTo>
                    <a:pt x="6597499" y="58420"/>
                  </a:lnTo>
                  <a:cubicBezTo>
                    <a:pt x="6614009" y="64770"/>
                    <a:pt x="6626709" y="80010"/>
                    <a:pt x="6626709" y="99060"/>
                  </a:cubicBezTo>
                  <a:lnTo>
                    <a:pt x="6626709" y="12000164"/>
                  </a:lnTo>
                  <a:close/>
                </a:path>
              </a:pathLst>
            </a:custGeom>
            <a:solidFill>
              <a:srgbClr val="000000"/>
            </a:solidFill>
          </p:spPr>
        </p:sp>
      </p:grpSp>
      <p:grpSp>
        <p:nvGrpSpPr>
          <p:cNvPr id="42" name="Group 42"/>
          <p:cNvGrpSpPr/>
          <p:nvPr/>
        </p:nvGrpSpPr>
        <p:grpSpPr>
          <a:xfrm>
            <a:off x="11100211" y="876300"/>
            <a:ext cx="3521190" cy="532699"/>
            <a:chOff x="0" y="0"/>
            <a:chExt cx="6639409" cy="1004436"/>
          </a:xfrm>
        </p:grpSpPr>
        <p:sp>
          <p:nvSpPr>
            <p:cNvPr id="43" name="Freeform 43"/>
            <p:cNvSpPr/>
            <p:nvPr/>
          </p:nvSpPr>
          <p:spPr>
            <a:xfrm>
              <a:off x="57150" y="58420"/>
              <a:ext cx="6569559" cy="933316"/>
            </a:xfrm>
            <a:custGeom>
              <a:avLst/>
              <a:gdLst/>
              <a:ahLst/>
              <a:cxnLst/>
              <a:rect l="l" t="t" r="r" b="b"/>
              <a:pathLst>
                <a:path w="6569559" h="933316">
                  <a:moveTo>
                    <a:pt x="6484469" y="902836"/>
                  </a:moveTo>
                  <a:lnTo>
                    <a:pt x="0" y="902836"/>
                  </a:lnTo>
                  <a:cubicBezTo>
                    <a:pt x="5080" y="920616"/>
                    <a:pt x="21590" y="933316"/>
                    <a:pt x="40640" y="933316"/>
                  </a:cubicBezTo>
                  <a:lnTo>
                    <a:pt x="6526379" y="933316"/>
                  </a:lnTo>
                  <a:cubicBezTo>
                    <a:pt x="6550509" y="933316"/>
                    <a:pt x="6569559" y="914266"/>
                    <a:pt x="6569559" y="890136"/>
                  </a:cubicBezTo>
                  <a:lnTo>
                    <a:pt x="6569559" y="40640"/>
                  </a:lnTo>
                  <a:cubicBezTo>
                    <a:pt x="6569559" y="21590"/>
                    <a:pt x="6556859" y="6350"/>
                    <a:pt x="6540349" y="0"/>
                  </a:cubicBezTo>
                  <a:lnTo>
                    <a:pt x="6540349" y="846956"/>
                  </a:lnTo>
                  <a:cubicBezTo>
                    <a:pt x="6540349" y="877436"/>
                    <a:pt x="6514949" y="902836"/>
                    <a:pt x="6484469" y="902836"/>
                  </a:cubicBezTo>
                  <a:close/>
                </a:path>
              </a:pathLst>
            </a:custGeom>
            <a:solidFill>
              <a:srgbClr val="000000"/>
            </a:solidFill>
          </p:spPr>
        </p:sp>
        <p:sp>
          <p:nvSpPr>
            <p:cNvPr id="44" name="Freeform 44"/>
            <p:cNvSpPr/>
            <p:nvPr/>
          </p:nvSpPr>
          <p:spPr>
            <a:xfrm>
              <a:off x="12700" y="12700"/>
              <a:ext cx="6572099" cy="935856"/>
            </a:xfrm>
            <a:custGeom>
              <a:avLst/>
              <a:gdLst/>
              <a:ahLst/>
              <a:cxnLst/>
              <a:rect l="l" t="t" r="r" b="b"/>
              <a:pathLst>
                <a:path w="6572099" h="935856">
                  <a:moveTo>
                    <a:pt x="43180" y="935856"/>
                  </a:moveTo>
                  <a:lnTo>
                    <a:pt x="6528919" y="935856"/>
                  </a:lnTo>
                  <a:cubicBezTo>
                    <a:pt x="6553049" y="935856"/>
                    <a:pt x="6572099" y="916806"/>
                    <a:pt x="6572099" y="892676"/>
                  </a:cubicBezTo>
                  <a:lnTo>
                    <a:pt x="6572099" y="43180"/>
                  </a:lnTo>
                  <a:cubicBezTo>
                    <a:pt x="6572099" y="19050"/>
                    <a:pt x="6553049" y="0"/>
                    <a:pt x="6528919" y="0"/>
                  </a:cubicBezTo>
                  <a:lnTo>
                    <a:pt x="43180" y="0"/>
                  </a:lnTo>
                  <a:cubicBezTo>
                    <a:pt x="19050" y="0"/>
                    <a:pt x="0" y="19050"/>
                    <a:pt x="0" y="43180"/>
                  </a:cubicBezTo>
                  <a:lnTo>
                    <a:pt x="0" y="892676"/>
                  </a:lnTo>
                  <a:cubicBezTo>
                    <a:pt x="0" y="916806"/>
                    <a:pt x="19050" y="935856"/>
                    <a:pt x="43180" y="935856"/>
                  </a:cubicBezTo>
                  <a:close/>
                </a:path>
              </a:pathLst>
            </a:custGeom>
            <a:solidFill>
              <a:srgbClr val="F8F8F8"/>
            </a:solidFill>
          </p:spPr>
        </p:sp>
        <p:sp>
          <p:nvSpPr>
            <p:cNvPr id="45" name="Freeform 45"/>
            <p:cNvSpPr/>
            <p:nvPr/>
          </p:nvSpPr>
          <p:spPr>
            <a:xfrm>
              <a:off x="0" y="0"/>
              <a:ext cx="6639409" cy="1004436"/>
            </a:xfrm>
            <a:custGeom>
              <a:avLst/>
              <a:gdLst/>
              <a:ahLst/>
              <a:cxnLst/>
              <a:rect l="l" t="t" r="r" b="b"/>
              <a:pathLst>
                <a:path w="6639409" h="1004436">
                  <a:moveTo>
                    <a:pt x="6596229" y="44450"/>
                  </a:moveTo>
                  <a:cubicBezTo>
                    <a:pt x="6591149" y="19050"/>
                    <a:pt x="6568289" y="0"/>
                    <a:pt x="6541619" y="0"/>
                  </a:cubicBezTo>
                  <a:lnTo>
                    <a:pt x="55880" y="0"/>
                  </a:lnTo>
                  <a:cubicBezTo>
                    <a:pt x="25400" y="0"/>
                    <a:pt x="0" y="25400"/>
                    <a:pt x="0" y="55880"/>
                  </a:cubicBezTo>
                  <a:lnTo>
                    <a:pt x="0" y="905376"/>
                  </a:lnTo>
                  <a:cubicBezTo>
                    <a:pt x="0" y="932046"/>
                    <a:pt x="17780" y="953636"/>
                    <a:pt x="43180" y="959986"/>
                  </a:cubicBezTo>
                  <a:cubicBezTo>
                    <a:pt x="48260" y="985386"/>
                    <a:pt x="71120" y="1004436"/>
                    <a:pt x="97790" y="1004436"/>
                  </a:cubicBezTo>
                  <a:lnTo>
                    <a:pt x="6583529" y="1004436"/>
                  </a:lnTo>
                  <a:cubicBezTo>
                    <a:pt x="6614009" y="1004436"/>
                    <a:pt x="6639409" y="979036"/>
                    <a:pt x="6639409" y="948556"/>
                  </a:cubicBezTo>
                  <a:lnTo>
                    <a:pt x="6639409" y="99060"/>
                  </a:lnTo>
                  <a:cubicBezTo>
                    <a:pt x="6639409" y="72390"/>
                    <a:pt x="6621629" y="50800"/>
                    <a:pt x="6596229" y="44450"/>
                  </a:cubicBezTo>
                  <a:close/>
                  <a:moveTo>
                    <a:pt x="12700" y="905376"/>
                  </a:moveTo>
                  <a:lnTo>
                    <a:pt x="12700" y="55880"/>
                  </a:lnTo>
                  <a:cubicBezTo>
                    <a:pt x="12700" y="31750"/>
                    <a:pt x="31750" y="12700"/>
                    <a:pt x="55880" y="12700"/>
                  </a:cubicBezTo>
                  <a:lnTo>
                    <a:pt x="6541619" y="12700"/>
                  </a:lnTo>
                  <a:cubicBezTo>
                    <a:pt x="6565749" y="12700"/>
                    <a:pt x="6584799" y="31750"/>
                    <a:pt x="6584799" y="55880"/>
                  </a:cubicBezTo>
                  <a:lnTo>
                    <a:pt x="6584799" y="905376"/>
                  </a:lnTo>
                  <a:cubicBezTo>
                    <a:pt x="6584799" y="929506"/>
                    <a:pt x="6565749" y="948556"/>
                    <a:pt x="6541619" y="948556"/>
                  </a:cubicBezTo>
                  <a:lnTo>
                    <a:pt x="55880" y="948556"/>
                  </a:lnTo>
                  <a:cubicBezTo>
                    <a:pt x="31750" y="948556"/>
                    <a:pt x="12700" y="929506"/>
                    <a:pt x="12700" y="905376"/>
                  </a:cubicBezTo>
                  <a:close/>
                  <a:moveTo>
                    <a:pt x="6626709" y="948556"/>
                  </a:moveTo>
                  <a:cubicBezTo>
                    <a:pt x="6626709" y="972686"/>
                    <a:pt x="6607659" y="991736"/>
                    <a:pt x="6583529" y="991736"/>
                  </a:cubicBezTo>
                  <a:lnTo>
                    <a:pt x="97790" y="991736"/>
                  </a:lnTo>
                  <a:cubicBezTo>
                    <a:pt x="78740" y="991736"/>
                    <a:pt x="62230" y="979036"/>
                    <a:pt x="57150" y="961256"/>
                  </a:cubicBezTo>
                  <a:lnTo>
                    <a:pt x="6541619" y="961256"/>
                  </a:lnTo>
                  <a:cubicBezTo>
                    <a:pt x="6572099" y="961256"/>
                    <a:pt x="6597499" y="935856"/>
                    <a:pt x="6597499" y="905376"/>
                  </a:cubicBezTo>
                  <a:lnTo>
                    <a:pt x="6597499" y="58420"/>
                  </a:lnTo>
                  <a:cubicBezTo>
                    <a:pt x="6614009" y="64770"/>
                    <a:pt x="6626709" y="80010"/>
                    <a:pt x="6626709" y="99060"/>
                  </a:cubicBezTo>
                  <a:lnTo>
                    <a:pt x="6626709" y="948556"/>
                  </a:lnTo>
                  <a:close/>
                </a:path>
              </a:pathLst>
            </a:custGeom>
            <a:solidFill>
              <a:srgbClr val="000000"/>
            </a:solidFill>
          </p:spPr>
        </p:sp>
      </p:grpSp>
      <p:pic>
        <p:nvPicPr>
          <p:cNvPr id="46" name="Picture 46"/>
          <p:cNvPicPr>
            <a:picLocks noChangeAspect="1"/>
          </p:cNvPicPr>
          <p:nvPr/>
        </p:nvPicPr>
        <p:blipFill>
          <a:blip r:embed="rId6"/>
          <a:srcRect l="3923" r="3923"/>
          <a:stretch>
            <a:fillRect/>
          </a:stretch>
        </p:blipFill>
        <p:spPr>
          <a:xfrm>
            <a:off x="11187779" y="1556246"/>
            <a:ext cx="3346054" cy="2108745"/>
          </a:xfrm>
          <a:prstGeom prst="rect">
            <a:avLst/>
          </a:prstGeom>
        </p:spPr>
      </p:pic>
      <p:sp>
        <p:nvSpPr>
          <p:cNvPr id="47" name="TextBox 47"/>
          <p:cNvSpPr txBox="1"/>
          <p:nvPr/>
        </p:nvSpPr>
        <p:spPr>
          <a:xfrm>
            <a:off x="11654142" y="1027146"/>
            <a:ext cx="2366366" cy="294237"/>
          </a:xfrm>
          <a:prstGeom prst="rect">
            <a:avLst/>
          </a:prstGeom>
        </p:spPr>
        <p:txBody>
          <a:bodyPr lIns="0" tIns="0" rIns="0" bIns="0" rtlCol="0" anchor="t">
            <a:spAutoFit/>
          </a:bodyPr>
          <a:lstStyle/>
          <a:p>
            <a:pPr algn="ctr">
              <a:lnSpc>
                <a:spcPts val="2196"/>
              </a:lnSpc>
            </a:pPr>
            <a:r>
              <a:rPr lang="en-US" sz="2196" spc="-21">
                <a:solidFill>
                  <a:srgbClr val="000000"/>
                </a:solidFill>
                <a:latin typeface="Josefin Sans Regular Bold"/>
              </a:rPr>
              <a:t>Bảng điều khiển</a:t>
            </a:r>
          </a:p>
        </p:txBody>
      </p:sp>
      <p:sp>
        <p:nvSpPr>
          <p:cNvPr id="48" name="TextBox 48"/>
          <p:cNvSpPr txBox="1"/>
          <p:nvPr/>
        </p:nvSpPr>
        <p:spPr>
          <a:xfrm>
            <a:off x="11212148" y="4016093"/>
            <a:ext cx="3297316" cy="2244204"/>
          </a:xfrm>
          <a:prstGeom prst="rect">
            <a:avLst/>
          </a:prstGeom>
        </p:spPr>
        <p:txBody>
          <a:bodyPr lIns="0" tIns="0" rIns="0" bIns="0" rtlCol="0" anchor="t">
            <a:spAutoFit/>
          </a:bodyPr>
          <a:lstStyle/>
          <a:p>
            <a:pPr algn="ctr">
              <a:lnSpc>
                <a:spcPts val="3500"/>
              </a:lnSpc>
            </a:pPr>
            <a:r>
              <a:rPr lang="en-US" sz="2500" dirty="0" err="1">
                <a:solidFill>
                  <a:srgbClr val="000000"/>
                </a:solidFill>
                <a:latin typeface="Josefin Sans Regular"/>
              </a:rPr>
              <a:t>Được</a:t>
            </a:r>
            <a:r>
              <a:rPr lang="en-US" sz="2500" dirty="0">
                <a:solidFill>
                  <a:srgbClr val="000000"/>
                </a:solidFill>
                <a:latin typeface="Josefin Sans Regular"/>
              </a:rPr>
              <a:t> </a:t>
            </a:r>
            <a:r>
              <a:rPr lang="en-US" sz="2500" dirty="0" err="1">
                <a:solidFill>
                  <a:srgbClr val="000000"/>
                </a:solidFill>
                <a:latin typeface="Josefin Sans Regular"/>
              </a:rPr>
              <a:t>lắp</a:t>
            </a:r>
            <a:r>
              <a:rPr lang="en-US" sz="2500" dirty="0">
                <a:solidFill>
                  <a:srgbClr val="000000"/>
                </a:solidFill>
                <a:latin typeface="Josefin Sans Regular"/>
              </a:rPr>
              <a:t> </a:t>
            </a:r>
            <a:r>
              <a:rPr lang="en-US" sz="2500" dirty="0" err="1">
                <a:solidFill>
                  <a:srgbClr val="000000"/>
                </a:solidFill>
                <a:latin typeface="Josefin Sans Regular"/>
              </a:rPr>
              <a:t>trên</a:t>
            </a:r>
            <a:r>
              <a:rPr lang="en-US" sz="2500" dirty="0">
                <a:solidFill>
                  <a:srgbClr val="000000"/>
                </a:solidFill>
                <a:latin typeface="Josefin Sans Regular"/>
              </a:rPr>
              <a:t> </a:t>
            </a:r>
            <a:r>
              <a:rPr lang="en-US" sz="2500" dirty="0" err="1">
                <a:solidFill>
                  <a:srgbClr val="000000"/>
                </a:solidFill>
                <a:latin typeface="Josefin Sans Regular"/>
              </a:rPr>
              <a:t>cục</a:t>
            </a:r>
            <a:r>
              <a:rPr lang="en-US" sz="2500" dirty="0">
                <a:solidFill>
                  <a:srgbClr val="000000"/>
                </a:solidFill>
                <a:latin typeface="Josefin Sans Regular"/>
              </a:rPr>
              <a:t> </a:t>
            </a:r>
            <a:r>
              <a:rPr lang="en-US" sz="2500" dirty="0" err="1">
                <a:solidFill>
                  <a:srgbClr val="000000"/>
                </a:solidFill>
                <a:latin typeface="Josefin Sans Regular"/>
              </a:rPr>
              <a:t>lạnh</a:t>
            </a:r>
            <a:r>
              <a:rPr lang="en-US" sz="2500" dirty="0">
                <a:solidFill>
                  <a:srgbClr val="000000"/>
                </a:solidFill>
                <a:latin typeface="Josefin Sans Regular"/>
              </a:rPr>
              <a:t>, </a:t>
            </a:r>
            <a:r>
              <a:rPr lang="en-US" sz="2500" dirty="0" err="1">
                <a:solidFill>
                  <a:srgbClr val="000000"/>
                </a:solidFill>
                <a:latin typeface="Josefin Sans Regular"/>
              </a:rPr>
              <a:t>là</a:t>
            </a:r>
            <a:r>
              <a:rPr lang="en-US" sz="2500" dirty="0">
                <a:solidFill>
                  <a:srgbClr val="000000"/>
                </a:solidFill>
                <a:latin typeface="Josefin Sans Regular"/>
              </a:rPr>
              <a:t> </a:t>
            </a:r>
            <a:r>
              <a:rPr lang="en-US" sz="2500" dirty="0" err="1">
                <a:solidFill>
                  <a:srgbClr val="000000"/>
                </a:solidFill>
                <a:latin typeface="Josefin Sans Regular"/>
              </a:rPr>
              <a:t>bộ</a:t>
            </a:r>
            <a:r>
              <a:rPr lang="en-US" sz="2500" dirty="0">
                <a:solidFill>
                  <a:srgbClr val="000000"/>
                </a:solidFill>
                <a:latin typeface="Josefin Sans Regular"/>
              </a:rPr>
              <a:t> </a:t>
            </a:r>
            <a:r>
              <a:rPr lang="en-US" sz="2500" dirty="0" err="1">
                <a:solidFill>
                  <a:srgbClr val="000000"/>
                </a:solidFill>
                <a:latin typeface="Josefin Sans Regular"/>
              </a:rPr>
              <a:t>phận</a:t>
            </a:r>
            <a:r>
              <a:rPr lang="en-US" sz="2500" dirty="0">
                <a:solidFill>
                  <a:srgbClr val="000000"/>
                </a:solidFill>
                <a:latin typeface="Josefin Sans Regular"/>
              </a:rPr>
              <a:t> </a:t>
            </a:r>
            <a:r>
              <a:rPr lang="en-US" sz="2500" dirty="0" err="1">
                <a:solidFill>
                  <a:srgbClr val="000000"/>
                </a:solidFill>
                <a:latin typeface="Josefin Sans Regular"/>
              </a:rPr>
              <a:t>điều</a:t>
            </a:r>
            <a:r>
              <a:rPr lang="en-US" sz="2500" dirty="0">
                <a:solidFill>
                  <a:srgbClr val="000000"/>
                </a:solidFill>
                <a:latin typeface="Josefin Sans Regular"/>
              </a:rPr>
              <a:t> </a:t>
            </a:r>
            <a:r>
              <a:rPr lang="en-US" sz="2500" dirty="0" err="1">
                <a:solidFill>
                  <a:srgbClr val="000000"/>
                </a:solidFill>
                <a:latin typeface="Josefin Sans Regular"/>
              </a:rPr>
              <a:t>hành</a:t>
            </a:r>
            <a:r>
              <a:rPr lang="en-US" sz="2500" dirty="0">
                <a:solidFill>
                  <a:srgbClr val="000000"/>
                </a:solidFill>
                <a:latin typeface="Josefin Sans Regular"/>
              </a:rPr>
              <a:t> </a:t>
            </a:r>
            <a:r>
              <a:rPr lang="en-US" sz="2500" dirty="0" err="1">
                <a:solidFill>
                  <a:srgbClr val="000000"/>
                </a:solidFill>
                <a:latin typeface="Josefin Sans Regular"/>
              </a:rPr>
              <a:t>và</a:t>
            </a:r>
            <a:r>
              <a:rPr lang="en-US" sz="2500" dirty="0">
                <a:solidFill>
                  <a:srgbClr val="000000"/>
                </a:solidFill>
                <a:latin typeface="Josefin Sans Regular"/>
              </a:rPr>
              <a:t> </a:t>
            </a:r>
            <a:r>
              <a:rPr lang="en-US" sz="2500" dirty="0" err="1">
                <a:solidFill>
                  <a:srgbClr val="000000"/>
                </a:solidFill>
                <a:latin typeface="Josefin Sans Regular"/>
              </a:rPr>
              <a:t>kiểm</a:t>
            </a:r>
            <a:r>
              <a:rPr lang="en-US" sz="2500" dirty="0">
                <a:solidFill>
                  <a:srgbClr val="000000"/>
                </a:solidFill>
                <a:latin typeface="Josefin Sans Regular"/>
              </a:rPr>
              <a:t> </a:t>
            </a:r>
            <a:r>
              <a:rPr lang="en-US" sz="2500" dirty="0" err="1">
                <a:solidFill>
                  <a:srgbClr val="000000"/>
                </a:solidFill>
                <a:latin typeface="Josefin Sans Regular"/>
              </a:rPr>
              <a:t>soát</a:t>
            </a:r>
            <a:r>
              <a:rPr lang="en-US" sz="2500" dirty="0">
                <a:solidFill>
                  <a:srgbClr val="000000"/>
                </a:solidFill>
                <a:latin typeface="Josefin Sans Regular"/>
              </a:rPr>
              <a:t> </a:t>
            </a:r>
            <a:r>
              <a:rPr lang="en-US" sz="2500" dirty="0" err="1">
                <a:solidFill>
                  <a:srgbClr val="000000"/>
                </a:solidFill>
                <a:latin typeface="Josefin Sans Regular"/>
              </a:rPr>
              <a:t>toàn</a:t>
            </a:r>
            <a:r>
              <a:rPr lang="en-US" sz="2500" dirty="0">
                <a:solidFill>
                  <a:srgbClr val="000000"/>
                </a:solidFill>
                <a:latin typeface="Josefin Sans Regular"/>
              </a:rPr>
              <a:t> </a:t>
            </a:r>
            <a:r>
              <a:rPr lang="en-US" sz="2500" dirty="0" err="1">
                <a:solidFill>
                  <a:srgbClr val="000000"/>
                </a:solidFill>
                <a:latin typeface="Josefin Sans Regular"/>
              </a:rPr>
              <a:t>bộ</a:t>
            </a:r>
            <a:r>
              <a:rPr lang="en-US" sz="2500" dirty="0">
                <a:solidFill>
                  <a:srgbClr val="000000"/>
                </a:solidFill>
                <a:latin typeface="Josefin Sans Regular"/>
              </a:rPr>
              <a:t> </a:t>
            </a:r>
            <a:r>
              <a:rPr lang="en-US" sz="2500" dirty="0" err="1">
                <a:solidFill>
                  <a:srgbClr val="000000"/>
                </a:solidFill>
                <a:latin typeface="Josefin Sans Regular"/>
              </a:rPr>
              <a:t>hoạt</a:t>
            </a:r>
            <a:r>
              <a:rPr lang="en-US" sz="2500" dirty="0">
                <a:solidFill>
                  <a:srgbClr val="000000"/>
                </a:solidFill>
                <a:latin typeface="Josefin Sans Regular"/>
              </a:rPr>
              <a:t> </a:t>
            </a:r>
            <a:r>
              <a:rPr lang="en-US" sz="2500" dirty="0" err="1">
                <a:solidFill>
                  <a:srgbClr val="000000"/>
                </a:solidFill>
                <a:latin typeface="Josefin Sans Regular"/>
              </a:rPr>
              <a:t>động</a:t>
            </a:r>
            <a:r>
              <a:rPr lang="en-US" sz="2500" dirty="0">
                <a:solidFill>
                  <a:srgbClr val="000000"/>
                </a:solidFill>
                <a:latin typeface="Josefin Sans Regular"/>
              </a:rPr>
              <a:t> </a:t>
            </a:r>
            <a:r>
              <a:rPr lang="en-US" sz="2500" dirty="0" err="1">
                <a:solidFill>
                  <a:srgbClr val="000000"/>
                </a:solidFill>
                <a:latin typeface="Josefin Sans Regular"/>
              </a:rPr>
              <a:t>của</a:t>
            </a:r>
            <a:r>
              <a:rPr lang="en-US" sz="2500" dirty="0">
                <a:solidFill>
                  <a:srgbClr val="000000"/>
                </a:solidFill>
                <a:latin typeface="Josefin Sans Regular"/>
              </a:rPr>
              <a:t> </a:t>
            </a:r>
            <a:r>
              <a:rPr lang="en-US" sz="2500" dirty="0" err="1">
                <a:solidFill>
                  <a:srgbClr val="000000"/>
                </a:solidFill>
                <a:latin typeface="Josefin Sans Regular"/>
              </a:rPr>
              <a:t>điều</a:t>
            </a:r>
            <a:r>
              <a:rPr lang="en-US" sz="2500" dirty="0">
                <a:solidFill>
                  <a:srgbClr val="000000"/>
                </a:solidFill>
                <a:latin typeface="Josefin Sans Regular"/>
              </a:rPr>
              <a:t> </a:t>
            </a:r>
            <a:r>
              <a:rPr lang="vi-VN" sz="2500" dirty="0" smtClean="0">
                <a:solidFill>
                  <a:srgbClr val="000000"/>
                </a:solidFill>
                <a:latin typeface="Josefin Sans Regular"/>
              </a:rPr>
              <a:t>hòa.</a:t>
            </a:r>
            <a:endParaRPr lang="en-US" sz="2500" dirty="0">
              <a:solidFill>
                <a:srgbClr val="000000"/>
              </a:solidFill>
              <a:latin typeface="Josefin Sans Regular"/>
            </a:endParaRPr>
          </a:p>
        </p:txBody>
      </p:sp>
      <p:grpSp>
        <p:nvGrpSpPr>
          <p:cNvPr id="51" name="Group 51"/>
          <p:cNvGrpSpPr/>
          <p:nvPr/>
        </p:nvGrpSpPr>
        <p:grpSpPr>
          <a:xfrm>
            <a:off x="14766810" y="876300"/>
            <a:ext cx="3521190" cy="6393886"/>
            <a:chOff x="0" y="0"/>
            <a:chExt cx="6639409" cy="12056044"/>
          </a:xfrm>
        </p:grpSpPr>
        <p:sp>
          <p:nvSpPr>
            <p:cNvPr id="52" name="Freeform 52"/>
            <p:cNvSpPr/>
            <p:nvPr/>
          </p:nvSpPr>
          <p:spPr>
            <a:xfrm>
              <a:off x="57150" y="58420"/>
              <a:ext cx="6569559" cy="11984925"/>
            </a:xfrm>
            <a:custGeom>
              <a:avLst/>
              <a:gdLst/>
              <a:ahLst/>
              <a:cxnLst/>
              <a:rect l="l" t="t" r="r" b="b"/>
              <a:pathLst>
                <a:path w="6569559" h="11984925">
                  <a:moveTo>
                    <a:pt x="6484469" y="11954444"/>
                  </a:moveTo>
                  <a:lnTo>
                    <a:pt x="0" y="11954444"/>
                  </a:lnTo>
                  <a:cubicBezTo>
                    <a:pt x="5080" y="11972225"/>
                    <a:pt x="21590" y="11984925"/>
                    <a:pt x="40640" y="11984925"/>
                  </a:cubicBezTo>
                  <a:lnTo>
                    <a:pt x="6526379" y="11984925"/>
                  </a:lnTo>
                  <a:cubicBezTo>
                    <a:pt x="6550509" y="11984925"/>
                    <a:pt x="6569559" y="11965875"/>
                    <a:pt x="6569559" y="11941744"/>
                  </a:cubicBezTo>
                  <a:lnTo>
                    <a:pt x="6569559" y="40640"/>
                  </a:lnTo>
                  <a:cubicBezTo>
                    <a:pt x="6569559" y="21590"/>
                    <a:pt x="6556859" y="6350"/>
                    <a:pt x="6540349" y="0"/>
                  </a:cubicBezTo>
                  <a:lnTo>
                    <a:pt x="6540349" y="11898564"/>
                  </a:lnTo>
                  <a:cubicBezTo>
                    <a:pt x="6540349" y="11929044"/>
                    <a:pt x="6514949" y="11954444"/>
                    <a:pt x="6484469" y="11954444"/>
                  </a:cubicBezTo>
                  <a:close/>
                </a:path>
              </a:pathLst>
            </a:custGeom>
            <a:solidFill>
              <a:srgbClr val="000000"/>
            </a:solidFill>
          </p:spPr>
        </p:sp>
        <p:sp>
          <p:nvSpPr>
            <p:cNvPr id="53" name="Freeform 53"/>
            <p:cNvSpPr/>
            <p:nvPr/>
          </p:nvSpPr>
          <p:spPr>
            <a:xfrm>
              <a:off x="12700" y="12700"/>
              <a:ext cx="6572099" cy="11987464"/>
            </a:xfrm>
            <a:custGeom>
              <a:avLst/>
              <a:gdLst/>
              <a:ahLst/>
              <a:cxnLst/>
              <a:rect l="l" t="t" r="r" b="b"/>
              <a:pathLst>
                <a:path w="6572099" h="11987464">
                  <a:moveTo>
                    <a:pt x="43180" y="11987464"/>
                  </a:moveTo>
                  <a:lnTo>
                    <a:pt x="6528919" y="11987464"/>
                  </a:lnTo>
                  <a:cubicBezTo>
                    <a:pt x="6553049" y="11987464"/>
                    <a:pt x="6572099" y="11968414"/>
                    <a:pt x="6572099" y="11944284"/>
                  </a:cubicBezTo>
                  <a:lnTo>
                    <a:pt x="6572099" y="43180"/>
                  </a:lnTo>
                  <a:cubicBezTo>
                    <a:pt x="6572099" y="19050"/>
                    <a:pt x="6553049" y="0"/>
                    <a:pt x="6528919" y="0"/>
                  </a:cubicBezTo>
                  <a:lnTo>
                    <a:pt x="43180" y="0"/>
                  </a:lnTo>
                  <a:cubicBezTo>
                    <a:pt x="19050" y="0"/>
                    <a:pt x="0" y="19050"/>
                    <a:pt x="0" y="43180"/>
                  </a:cubicBezTo>
                  <a:lnTo>
                    <a:pt x="0" y="11944284"/>
                  </a:lnTo>
                  <a:cubicBezTo>
                    <a:pt x="0" y="11968414"/>
                    <a:pt x="19050" y="11987464"/>
                    <a:pt x="43180" y="11987464"/>
                  </a:cubicBezTo>
                  <a:close/>
                </a:path>
              </a:pathLst>
            </a:custGeom>
            <a:solidFill>
              <a:srgbClr val="F8F8F8"/>
            </a:solidFill>
          </p:spPr>
        </p:sp>
        <p:sp>
          <p:nvSpPr>
            <p:cNvPr id="54" name="Freeform 54"/>
            <p:cNvSpPr/>
            <p:nvPr/>
          </p:nvSpPr>
          <p:spPr>
            <a:xfrm>
              <a:off x="0" y="0"/>
              <a:ext cx="6639409" cy="12056045"/>
            </a:xfrm>
            <a:custGeom>
              <a:avLst/>
              <a:gdLst/>
              <a:ahLst/>
              <a:cxnLst/>
              <a:rect l="l" t="t" r="r" b="b"/>
              <a:pathLst>
                <a:path w="6639409" h="12056045">
                  <a:moveTo>
                    <a:pt x="6596229" y="44450"/>
                  </a:moveTo>
                  <a:cubicBezTo>
                    <a:pt x="6591149" y="19050"/>
                    <a:pt x="6568289" y="0"/>
                    <a:pt x="6541619" y="0"/>
                  </a:cubicBezTo>
                  <a:lnTo>
                    <a:pt x="55880" y="0"/>
                  </a:lnTo>
                  <a:cubicBezTo>
                    <a:pt x="25400" y="0"/>
                    <a:pt x="0" y="25400"/>
                    <a:pt x="0" y="55880"/>
                  </a:cubicBezTo>
                  <a:lnTo>
                    <a:pt x="0" y="11956984"/>
                  </a:lnTo>
                  <a:cubicBezTo>
                    <a:pt x="0" y="11983655"/>
                    <a:pt x="17780" y="12005245"/>
                    <a:pt x="43180" y="12011595"/>
                  </a:cubicBezTo>
                  <a:cubicBezTo>
                    <a:pt x="48260" y="12036995"/>
                    <a:pt x="71120" y="12056045"/>
                    <a:pt x="97790" y="12056045"/>
                  </a:cubicBezTo>
                  <a:lnTo>
                    <a:pt x="6583529" y="12056045"/>
                  </a:lnTo>
                  <a:cubicBezTo>
                    <a:pt x="6614009" y="12056045"/>
                    <a:pt x="6639409" y="12030645"/>
                    <a:pt x="6639409" y="12000164"/>
                  </a:cubicBezTo>
                  <a:lnTo>
                    <a:pt x="6639409" y="99060"/>
                  </a:lnTo>
                  <a:cubicBezTo>
                    <a:pt x="6639409" y="72390"/>
                    <a:pt x="6621629" y="50800"/>
                    <a:pt x="6596229" y="44450"/>
                  </a:cubicBezTo>
                  <a:close/>
                  <a:moveTo>
                    <a:pt x="12700" y="11956984"/>
                  </a:moveTo>
                  <a:lnTo>
                    <a:pt x="12700" y="55880"/>
                  </a:lnTo>
                  <a:cubicBezTo>
                    <a:pt x="12700" y="31750"/>
                    <a:pt x="31750" y="12700"/>
                    <a:pt x="55880" y="12700"/>
                  </a:cubicBezTo>
                  <a:lnTo>
                    <a:pt x="6541619" y="12700"/>
                  </a:lnTo>
                  <a:cubicBezTo>
                    <a:pt x="6565749" y="12700"/>
                    <a:pt x="6584799" y="31750"/>
                    <a:pt x="6584799" y="55880"/>
                  </a:cubicBezTo>
                  <a:lnTo>
                    <a:pt x="6584799" y="11956984"/>
                  </a:lnTo>
                  <a:cubicBezTo>
                    <a:pt x="6584799" y="11981114"/>
                    <a:pt x="6565749" y="12000164"/>
                    <a:pt x="6541619" y="12000164"/>
                  </a:cubicBezTo>
                  <a:lnTo>
                    <a:pt x="55880" y="12000164"/>
                  </a:lnTo>
                  <a:cubicBezTo>
                    <a:pt x="31750" y="12000164"/>
                    <a:pt x="12700" y="11981114"/>
                    <a:pt x="12700" y="11956984"/>
                  </a:cubicBezTo>
                  <a:close/>
                  <a:moveTo>
                    <a:pt x="6626709" y="12000164"/>
                  </a:moveTo>
                  <a:cubicBezTo>
                    <a:pt x="6626709" y="12024295"/>
                    <a:pt x="6607659" y="12043345"/>
                    <a:pt x="6583529" y="12043345"/>
                  </a:cubicBezTo>
                  <a:lnTo>
                    <a:pt x="97790" y="12043345"/>
                  </a:lnTo>
                  <a:cubicBezTo>
                    <a:pt x="78740" y="12043345"/>
                    <a:pt x="62230" y="12030645"/>
                    <a:pt x="57150" y="12012864"/>
                  </a:cubicBezTo>
                  <a:lnTo>
                    <a:pt x="6541619" y="12012864"/>
                  </a:lnTo>
                  <a:cubicBezTo>
                    <a:pt x="6572099" y="12012864"/>
                    <a:pt x="6597499" y="11987464"/>
                    <a:pt x="6597499" y="11956984"/>
                  </a:cubicBezTo>
                  <a:lnTo>
                    <a:pt x="6597499" y="58420"/>
                  </a:lnTo>
                  <a:cubicBezTo>
                    <a:pt x="6614009" y="64770"/>
                    <a:pt x="6626709" y="80010"/>
                    <a:pt x="6626709" y="99060"/>
                  </a:cubicBezTo>
                  <a:lnTo>
                    <a:pt x="6626709" y="12000164"/>
                  </a:lnTo>
                  <a:close/>
                </a:path>
              </a:pathLst>
            </a:custGeom>
            <a:solidFill>
              <a:srgbClr val="000000"/>
            </a:solidFill>
          </p:spPr>
        </p:sp>
      </p:grpSp>
      <p:grpSp>
        <p:nvGrpSpPr>
          <p:cNvPr id="55" name="Group 55"/>
          <p:cNvGrpSpPr/>
          <p:nvPr/>
        </p:nvGrpSpPr>
        <p:grpSpPr>
          <a:xfrm>
            <a:off x="14766810" y="876300"/>
            <a:ext cx="3521190" cy="532699"/>
            <a:chOff x="0" y="0"/>
            <a:chExt cx="6639409" cy="1004436"/>
          </a:xfrm>
        </p:grpSpPr>
        <p:sp>
          <p:nvSpPr>
            <p:cNvPr id="56" name="Freeform 56"/>
            <p:cNvSpPr/>
            <p:nvPr/>
          </p:nvSpPr>
          <p:spPr>
            <a:xfrm>
              <a:off x="57150" y="58420"/>
              <a:ext cx="6569559" cy="933316"/>
            </a:xfrm>
            <a:custGeom>
              <a:avLst/>
              <a:gdLst/>
              <a:ahLst/>
              <a:cxnLst/>
              <a:rect l="l" t="t" r="r" b="b"/>
              <a:pathLst>
                <a:path w="6569559" h="933316">
                  <a:moveTo>
                    <a:pt x="6484469" y="902836"/>
                  </a:moveTo>
                  <a:lnTo>
                    <a:pt x="0" y="902836"/>
                  </a:lnTo>
                  <a:cubicBezTo>
                    <a:pt x="5080" y="920616"/>
                    <a:pt x="21590" y="933316"/>
                    <a:pt x="40640" y="933316"/>
                  </a:cubicBezTo>
                  <a:lnTo>
                    <a:pt x="6526379" y="933316"/>
                  </a:lnTo>
                  <a:cubicBezTo>
                    <a:pt x="6550509" y="933316"/>
                    <a:pt x="6569559" y="914266"/>
                    <a:pt x="6569559" y="890136"/>
                  </a:cubicBezTo>
                  <a:lnTo>
                    <a:pt x="6569559" y="40640"/>
                  </a:lnTo>
                  <a:cubicBezTo>
                    <a:pt x="6569559" y="21590"/>
                    <a:pt x="6556859" y="6350"/>
                    <a:pt x="6540349" y="0"/>
                  </a:cubicBezTo>
                  <a:lnTo>
                    <a:pt x="6540349" y="846956"/>
                  </a:lnTo>
                  <a:cubicBezTo>
                    <a:pt x="6540349" y="877436"/>
                    <a:pt x="6514949" y="902836"/>
                    <a:pt x="6484469" y="902836"/>
                  </a:cubicBezTo>
                  <a:close/>
                </a:path>
              </a:pathLst>
            </a:custGeom>
            <a:solidFill>
              <a:srgbClr val="000000"/>
            </a:solidFill>
          </p:spPr>
        </p:sp>
        <p:sp>
          <p:nvSpPr>
            <p:cNvPr id="57" name="Freeform 57"/>
            <p:cNvSpPr/>
            <p:nvPr/>
          </p:nvSpPr>
          <p:spPr>
            <a:xfrm>
              <a:off x="12700" y="12700"/>
              <a:ext cx="6572099" cy="935856"/>
            </a:xfrm>
            <a:custGeom>
              <a:avLst/>
              <a:gdLst/>
              <a:ahLst/>
              <a:cxnLst/>
              <a:rect l="l" t="t" r="r" b="b"/>
              <a:pathLst>
                <a:path w="6572099" h="935856">
                  <a:moveTo>
                    <a:pt x="43180" y="935856"/>
                  </a:moveTo>
                  <a:lnTo>
                    <a:pt x="6528919" y="935856"/>
                  </a:lnTo>
                  <a:cubicBezTo>
                    <a:pt x="6553049" y="935856"/>
                    <a:pt x="6572099" y="916806"/>
                    <a:pt x="6572099" y="892676"/>
                  </a:cubicBezTo>
                  <a:lnTo>
                    <a:pt x="6572099" y="43180"/>
                  </a:lnTo>
                  <a:cubicBezTo>
                    <a:pt x="6572099" y="19050"/>
                    <a:pt x="6553049" y="0"/>
                    <a:pt x="6528919" y="0"/>
                  </a:cubicBezTo>
                  <a:lnTo>
                    <a:pt x="43180" y="0"/>
                  </a:lnTo>
                  <a:cubicBezTo>
                    <a:pt x="19050" y="0"/>
                    <a:pt x="0" y="19050"/>
                    <a:pt x="0" y="43180"/>
                  </a:cubicBezTo>
                  <a:lnTo>
                    <a:pt x="0" y="892676"/>
                  </a:lnTo>
                  <a:cubicBezTo>
                    <a:pt x="0" y="916806"/>
                    <a:pt x="19050" y="935856"/>
                    <a:pt x="43180" y="935856"/>
                  </a:cubicBezTo>
                  <a:close/>
                </a:path>
              </a:pathLst>
            </a:custGeom>
            <a:solidFill>
              <a:srgbClr val="F8F8F8"/>
            </a:solidFill>
          </p:spPr>
        </p:sp>
        <p:sp>
          <p:nvSpPr>
            <p:cNvPr id="58" name="Freeform 58"/>
            <p:cNvSpPr/>
            <p:nvPr/>
          </p:nvSpPr>
          <p:spPr>
            <a:xfrm>
              <a:off x="0" y="0"/>
              <a:ext cx="6639409" cy="1004436"/>
            </a:xfrm>
            <a:custGeom>
              <a:avLst/>
              <a:gdLst/>
              <a:ahLst/>
              <a:cxnLst/>
              <a:rect l="l" t="t" r="r" b="b"/>
              <a:pathLst>
                <a:path w="6639409" h="1004436">
                  <a:moveTo>
                    <a:pt x="6596229" y="44450"/>
                  </a:moveTo>
                  <a:cubicBezTo>
                    <a:pt x="6591149" y="19050"/>
                    <a:pt x="6568289" y="0"/>
                    <a:pt x="6541619" y="0"/>
                  </a:cubicBezTo>
                  <a:lnTo>
                    <a:pt x="55880" y="0"/>
                  </a:lnTo>
                  <a:cubicBezTo>
                    <a:pt x="25400" y="0"/>
                    <a:pt x="0" y="25400"/>
                    <a:pt x="0" y="55880"/>
                  </a:cubicBezTo>
                  <a:lnTo>
                    <a:pt x="0" y="905376"/>
                  </a:lnTo>
                  <a:cubicBezTo>
                    <a:pt x="0" y="932046"/>
                    <a:pt x="17780" y="953636"/>
                    <a:pt x="43180" y="959986"/>
                  </a:cubicBezTo>
                  <a:cubicBezTo>
                    <a:pt x="48260" y="985386"/>
                    <a:pt x="71120" y="1004436"/>
                    <a:pt x="97790" y="1004436"/>
                  </a:cubicBezTo>
                  <a:lnTo>
                    <a:pt x="6583529" y="1004436"/>
                  </a:lnTo>
                  <a:cubicBezTo>
                    <a:pt x="6614009" y="1004436"/>
                    <a:pt x="6639409" y="979036"/>
                    <a:pt x="6639409" y="948556"/>
                  </a:cubicBezTo>
                  <a:lnTo>
                    <a:pt x="6639409" y="99060"/>
                  </a:lnTo>
                  <a:cubicBezTo>
                    <a:pt x="6639409" y="72390"/>
                    <a:pt x="6621629" y="50800"/>
                    <a:pt x="6596229" y="44450"/>
                  </a:cubicBezTo>
                  <a:close/>
                  <a:moveTo>
                    <a:pt x="12700" y="905376"/>
                  </a:moveTo>
                  <a:lnTo>
                    <a:pt x="12700" y="55880"/>
                  </a:lnTo>
                  <a:cubicBezTo>
                    <a:pt x="12700" y="31750"/>
                    <a:pt x="31750" y="12700"/>
                    <a:pt x="55880" y="12700"/>
                  </a:cubicBezTo>
                  <a:lnTo>
                    <a:pt x="6541619" y="12700"/>
                  </a:lnTo>
                  <a:cubicBezTo>
                    <a:pt x="6565749" y="12700"/>
                    <a:pt x="6584799" y="31750"/>
                    <a:pt x="6584799" y="55880"/>
                  </a:cubicBezTo>
                  <a:lnTo>
                    <a:pt x="6584799" y="905376"/>
                  </a:lnTo>
                  <a:cubicBezTo>
                    <a:pt x="6584799" y="929506"/>
                    <a:pt x="6565749" y="948556"/>
                    <a:pt x="6541619" y="948556"/>
                  </a:cubicBezTo>
                  <a:lnTo>
                    <a:pt x="55880" y="948556"/>
                  </a:lnTo>
                  <a:cubicBezTo>
                    <a:pt x="31750" y="948556"/>
                    <a:pt x="12700" y="929506"/>
                    <a:pt x="12700" y="905376"/>
                  </a:cubicBezTo>
                  <a:close/>
                  <a:moveTo>
                    <a:pt x="6626709" y="948556"/>
                  </a:moveTo>
                  <a:cubicBezTo>
                    <a:pt x="6626709" y="972686"/>
                    <a:pt x="6607659" y="991736"/>
                    <a:pt x="6583529" y="991736"/>
                  </a:cubicBezTo>
                  <a:lnTo>
                    <a:pt x="97790" y="991736"/>
                  </a:lnTo>
                  <a:cubicBezTo>
                    <a:pt x="78740" y="991736"/>
                    <a:pt x="62230" y="979036"/>
                    <a:pt x="57150" y="961256"/>
                  </a:cubicBezTo>
                  <a:lnTo>
                    <a:pt x="6541619" y="961256"/>
                  </a:lnTo>
                  <a:cubicBezTo>
                    <a:pt x="6572099" y="961256"/>
                    <a:pt x="6597499" y="935856"/>
                    <a:pt x="6597499" y="905376"/>
                  </a:cubicBezTo>
                  <a:lnTo>
                    <a:pt x="6597499" y="58420"/>
                  </a:lnTo>
                  <a:cubicBezTo>
                    <a:pt x="6614009" y="64770"/>
                    <a:pt x="6626709" y="80010"/>
                    <a:pt x="6626709" y="99060"/>
                  </a:cubicBezTo>
                  <a:lnTo>
                    <a:pt x="6626709" y="948556"/>
                  </a:lnTo>
                  <a:close/>
                </a:path>
              </a:pathLst>
            </a:custGeom>
            <a:solidFill>
              <a:srgbClr val="000000"/>
            </a:solidFill>
          </p:spPr>
        </p:sp>
      </p:grpSp>
      <p:pic>
        <p:nvPicPr>
          <p:cNvPr id="59" name="Picture 59"/>
          <p:cNvPicPr>
            <a:picLocks noChangeAspect="1"/>
          </p:cNvPicPr>
          <p:nvPr/>
        </p:nvPicPr>
        <p:blipFill>
          <a:blip r:embed="rId7"/>
          <a:srcRect l="4564" t="5363" b="17253"/>
          <a:stretch>
            <a:fillRect/>
          </a:stretch>
        </p:blipFill>
        <p:spPr>
          <a:xfrm>
            <a:off x="15025546" y="1508098"/>
            <a:ext cx="3003719" cy="2435539"/>
          </a:xfrm>
          <a:prstGeom prst="rect">
            <a:avLst/>
          </a:prstGeom>
        </p:spPr>
      </p:pic>
      <p:sp>
        <p:nvSpPr>
          <p:cNvPr id="60" name="TextBox 60"/>
          <p:cNvSpPr txBox="1"/>
          <p:nvPr/>
        </p:nvSpPr>
        <p:spPr>
          <a:xfrm>
            <a:off x="14935727" y="4076986"/>
            <a:ext cx="3297316" cy="1346522"/>
          </a:xfrm>
          <a:prstGeom prst="rect">
            <a:avLst/>
          </a:prstGeom>
        </p:spPr>
        <p:txBody>
          <a:bodyPr lIns="0" tIns="0" rIns="0" bIns="0" rtlCol="0" anchor="t">
            <a:spAutoFit/>
          </a:bodyPr>
          <a:lstStyle/>
          <a:p>
            <a:pPr algn="ctr">
              <a:lnSpc>
                <a:spcPts val="3500"/>
              </a:lnSpc>
            </a:pPr>
            <a:r>
              <a:rPr lang="en-US" sz="2500" dirty="0" err="1">
                <a:solidFill>
                  <a:srgbClr val="000000"/>
                </a:solidFill>
                <a:latin typeface="Josefin Sans Regular"/>
              </a:rPr>
              <a:t>Có</a:t>
            </a:r>
            <a:r>
              <a:rPr lang="en-US" sz="2500" dirty="0">
                <a:solidFill>
                  <a:srgbClr val="000000"/>
                </a:solidFill>
                <a:latin typeface="Josefin Sans Regular"/>
              </a:rPr>
              <a:t> </a:t>
            </a:r>
            <a:r>
              <a:rPr lang="en-US" sz="2500" dirty="0" err="1">
                <a:solidFill>
                  <a:srgbClr val="000000"/>
                </a:solidFill>
                <a:latin typeface="Josefin Sans Regular"/>
              </a:rPr>
              <a:t>tác</a:t>
            </a:r>
            <a:r>
              <a:rPr lang="en-US" sz="2500" dirty="0">
                <a:solidFill>
                  <a:srgbClr val="000000"/>
                </a:solidFill>
                <a:latin typeface="Josefin Sans Regular"/>
              </a:rPr>
              <a:t> </a:t>
            </a:r>
            <a:r>
              <a:rPr lang="en-US" sz="2500" dirty="0" err="1">
                <a:solidFill>
                  <a:srgbClr val="000000"/>
                </a:solidFill>
                <a:latin typeface="Josefin Sans Regular"/>
              </a:rPr>
              <a:t>dụng</a:t>
            </a:r>
            <a:r>
              <a:rPr lang="en-US" sz="2500" dirty="0">
                <a:solidFill>
                  <a:srgbClr val="000000"/>
                </a:solidFill>
                <a:latin typeface="Josefin Sans Regular"/>
              </a:rPr>
              <a:t> </a:t>
            </a:r>
            <a:r>
              <a:rPr lang="en-US" sz="2500" dirty="0" err="1">
                <a:solidFill>
                  <a:srgbClr val="000000"/>
                </a:solidFill>
                <a:latin typeface="Josefin Sans Regular"/>
              </a:rPr>
              <a:t>giúp</a:t>
            </a:r>
            <a:r>
              <a:rPr lang="en-US" sz="2500" dirty="0">
                <a:solidFill>
                  <a:srgbClr val="000000"/>
                </a:solidFill>
                <a:latin typeface="Josefin Sans Regular"/>
              </a:rPr>
              <a:t> </a:t>
            </a:r>
            <a:r>
              <a:rPr lang="en-US" sz="2500" dirty="0" err="1">
                <a:solidFill>
                  <a:srgbClr val="000000"/>
                </a:solidFill>
                <a:latin typeface="Josefin Sans Regular"/>
              </a:rPr>
              <a:t>động</a:t>
            </a:r>
            <a:r>
              <a:rPr lang="en-US" sz="2500" dirty="0">
                <a:solidFill>
                  <a:srgbClr val="000000"/>
                </a:solidFill>
                <a:latin typeface="Josefin Sans Regular"/>
              </a:rPr>
              <a:t> </a:t>
            </a:r>
            <a:r>
              <a:rPr lang="en-US" sz="2500" dirty="0" err="1">
                <a:solidFill>
                  <a:srgbClr val="000000"/>
                </a:solidFill>
                <a:latin typeface="Josefin Sans Regular"/>
              </a:rPr>
              <a:t>cơ</a:t>
            </a:r>
            <a:r>
              <a:rPr lang="en-US" sz="2500" dirty="0">
                <a:solidFill>
                  <a:srgbClr val="000000"/>
                </a:solidFill>
                <a:latin typeface="Josefin Sans Regular"/>
              </a:rPr>
              <a:t> </a:t>
            </a:r>
            <a:r>
              <a:rPr lang="en-US" sz="2500" dirty="0" err="1">
                <a:solidFill>
                  <a:srgbClr val="000000"/>
                </a:solidFill>
                <a:latin typeface="Josefin Sans Regular"/>
              </a:rPr>
              <a:t>điện</a:t>
            </a:r>
            <a:r>
              <a:rPr lang="en-US" sz="2500" dirty="0">
                <a:solidFill>
                  <a:srgbClr val="000000"/>
                </a:solidFill>
                <a:latin typeface="Josefin Sans Regular"/>
              </a:rPr>
              <a:t> </a:t>
            </a:r>
            <a:r>
              <a:rPr lang="en-US" sz="2500" dirty="0" err="1">
                <a:solidFill>
                  <a:srgbClr val="000000"/>
                </a:solidFill>
                <a:latin typeface="Josefin Sans Regular"/>
              </a:rPr>
              <a:t>của</a:t>
            </a:r>
            <a:r>
              <a:rPr lang="en-US" sz="2500" dirty="0">
                <a:solidFill>
                  <a:srgbClr val="000000"/>
                </a:solidFill>
                <a:latin typeface="Josefin Sans Regular"/>
              </a:rPr>
              <a:t> </a:t>
            </a:r>
            <a:r>
              <a:rPr lang="en-US" sz="2500" dirty="0" err="1">
                <a:solidFill>
                  <a:srgbClr val="000000"/>
                </a:solidFill>
                <a:latin typeface="Josefin Sans Regular"/>
              </a:rPr>
              <a:t>máy</a:t>
            </a:r>
            <a:r>
              <a:rPr lang="en-US" sz="2500" dirty="0">
                <a:solidFill>
                  <a:srgbClr val="000000"/>
                </a:solidFill>
                <a:latin typeface="Josefin Sans Regular"/>
              </a:rPr>
              <a:t> </a:t>
            </a:r>
            <a:r>
              <a:rPr lang="en-US" sz="2500" dirty="0" err="1">
                <a:solidFill>
                  <a:srgbClr val="000000"/>
                </a:solidFill>
                <a:latin typeface="Josefin Sans Regular"/>
              </a:rPr>
              <a:t>nén</a:t>
            </a:r>
            <a:r>
              <a:rPr lang="en-US" sz="2500" dirty="0">
                <a:solidFill>
                  <a:srgbClr val="000000"/>
                </a:solidFill>
                <a:latin typeface="Josefin Sans Regular"/>
              </a:rPr>
              <a:t> </a:t>
            </a:r>
            <a:r>
              <a:rPr lang="en-US" sz="2500" dirty="0" err="1">
                <a:solidFill>
                  <a:srgbClr val="000000"/>
                </a:solidFill>
                <a:latin typeface="Josefin Sans Regular"/>
              </a:rPr>
              <a:t>khởi</a:t>
            </a:r>
            <a:r>
              <a:rPr lang="en-US" sz="2500" dirty="0">
                <a:solidFill>
                  <a:srgbClr val="000000"/>
                </a:solidFill>
                <a:latin typeface="Josefin Sans Regular"/>
              </a:rPr>
              <a:t> </a:t>
            </a:r>
            <a:r>
              <a:rPr lang="vi-VN" sz="2500" dirty="0" smtClean="0">
                <a:solidFill>
                  <a:srgbClr val="000000"/>
                </a:solidFill>
                <a:latin typeface="Josefin Sans Regular"/>
              </a:rPr>
              <a:t>động.</a:t>
            </a:r>
            <a:endParaRPr lang="en-US" sz="2500" dirty="0">
              <a:solidFill>
                <a:srgbClr val="000000"/>
              </a:solidFill>
              <a:latin typeface="Josefin Sans Regular"/>
            </a:endParaRPr>
          </a:p>
        </p:txBody>
      </p:sp>
      <p:sp>
        <p:nvSpPr>
          <p:cNvPr id="61" name="TextBox 61"/>
          <p:cNvSpPr txBox="1"/>
          <p:nvPr/>
        </p:nvSpPr>
        <p:spPr>
          <a:xfrm>
            <a:off x="15146033" y="998906"/>
            <a:ext cx="2366366" cy="294237"/>
          </a:xfrm>
          <a:prstGeom prst="rect">
            <a:avLst/>
          </a:prstGeom>
        </p:spPr>
        <p:txBody>
          <a:bodyPr lIns="0" tIns="0" rIns="0" bIns="0" rtlCol="0" anchor="t">
            <a:spAutoFit/>
          </a:bodyPr>
          <a:lstStyle/>
          <a:p>
            <a:pPr algn="ctr">
              <a:lnSpc>
                <a:spcPts val="2196"/>
              </a:lnSpc>
            </a:pPr>
            <a:r>
              <a:rPr lang="en-US" sz="2196" spc="-21">
                <a:solidFill>
                  <a:srgbClr val="000000"/>
                </a:solidFill>
                <a:latin typeface="Josefin Sans Regular Bold"/>
              </a:rPr>
              <a:t>Tụ điện </a:t>
            </a:r>
          </a:p>
        </p:txBody>
      </p:sp>
      <p:sp>
        <p:nvSpPr>
          <p:cNvPr id="64" name="TextBox 64"/>
          <p:cNvSpPr txBox="1"/>
          <p:nvPr/>
        </p:nvSpPr>
        <p:spPr>
          <a:xfrm>
            <a:off x="4354475" y="1027146"/>
            <a:ext cx="2366366" cy="294237"/>
          </a:xfrm>
          <a:prstGeom prst="rect">
            <a:avLst/>
          </a:prstGeom>
        </p:spPr>
        <p:txBody>
          <a:bodyPr lIns="0" tIns="0" rIns="0" bIns="0" rtlCol="0" anchor="t">
            <a:spAutoFit/>
          </a:bodyPr>
          <a:lstStyle/>
          <a:p>
            <a:pPr algn="ctr">
              <a:lnSpc>
                <a:spcPts val="2196"/>
              </a:lnSpc>
            </a:pPr>
            <a:r>
              <a:rPr lang="en-US" sz="2196" spc="-21">
                <a:solidFill>
                  <a:srgbClr val="000000"/>
                </a:solidFill>
                <a:latin typeface="Josefin Sans Regular Bold"/>
              </a:rPr>
              <a:t>Van tiết lưu</a:t>
            </a:r>
          </a:p>
        </p:txBody>
      </p:sp>
      <p:sp>
        <p:nvSpPr>
          <p:cNvPr id="65" name="TextBox 65"/>
          <p:cNvSpPr txBox="1"/>
          <p:nvPr/>
        </p:nvSpPr>
        <p:spPr>
          <a:xfrm>
            <a:off x="872872" y="7603561"/>
            <a:ext cx="16639527" cy="1189990"/>
          </a:xfrm>
          <a:prstGeom prst="rect">
            <a:avLst/>
          </a:prstGeom>
        </p:spPr>
        <p:txBody>
          <a:bodyPr lIns="0" tIns="0" rIns="0" bIns="0" rtlCol="0" anchor="t">
            <a:spAutoFit/>
          </a:bodyPr>
          <a:lstStyle/>
          <a:p>
            <a:pPr>
              <a:lnSpc>
                <a:spcPts val="4759"/>
              </a:lnSpc>
            </a:pPr>
            <a:r>
              <a:rPr lang="en-US" sz="3399" dirty="0" err="1">
                <a:solidFill>
                  <a:srgbClr val="000000"/>
                </a:solidFill>
                <a:latin typeface="Josefin Sans Regular"/>
              </a:rPr>
              <a:t>Ngoài</a:t>
            </a:r>
            <a:r>
              <a:rPr lang="en-US" sz="3399" dirty="0">
                <a:solidFill>
                  <a:srgbClr val="000000"/>
                </a:solidFill>
                <a:latin typeface="Josefin Sans Regular"/>
              </a:rPr>
              <a:t> </a:t>
            </a:r>
            <a:r>
              <a:rPr lang="en-US" sz="3399" dirty="0" err="1">
                <a:solidFill>
                  <a:srgbClr val="000000"/>
                </a:solidFill>
                <a:latin typeface="Josefin Sans Regular"/>
              </a:rPr>
              <a:t>những</a:t>
            </a:r>
            <a:r>
              <a:rPr lang="en-US" sz="3399" dirty="0">
                <a:solidFill>
                  <a:srgbClr val="000000"/>
                </a:solidFill>
                <a:latin typeface="Josefin Sans Regular"/>
              </a:rPr>
              <a:t> </a:t>
            </a:r>
            <a:r>
              <a:rPr lang="en-US" sz="3399" dirty="0" err="1">
                <a:solidFill>
                  <a:srgbClr val="000000"/>
                </a:solidFill>
                <a:latin typeface="Josefin Sans Regular"/>
              </a:rPr>
              <a:t>bộ</a:t>
            </a:r>
            <a:r>
              <a:rPr lang="en-US" sz="3399" dirty="0">
                <a:solidFill>
                  <a:srgbClr val="000000"/>
                </a:solidFill>
                <a:latin typeface="Josefin Sans Regular"/>
              </a:rPr>
              <a:t> </a:t>
            </a:r>
            <a:r>
              <a:rPr lang="en-US" sz="3399" dirty="0" err="1">
                <a:solidFill>
                  <a:srgbClr val="000000"/>
                </a:solidFill>
                <a:latin typeface="Josefin Sans Regular"/>
              </a:rPr>
              <a:t>phận</a:t>
            </a:r>
            <a:r>
              <a:rPr lang="en-US" sz="3399" dirty="0">
                <a:solidFill>
                  <a:srgbClr val="000000"/>
                </a:solidFill>
                <a:latin typeface="Josefin Sans Regular"/>
              </a:rPr>
              <a:t> </a:t>
            </a:r>
            <a:r>
              <a:rPr lang="en-US" sz="3399" dirty="0" err="1">
                <a:solidFill>
                  <a:srgbClr val="000000"/>
                </a:solidFill>
                <a:latin typeface="Josefin Sans Regular"/>
              </a:rPr>
              <a:t>chính</a:t>
            </a:r>
            <a:r>
              <a:rPr lang="en-US" sz="3399" dirty="0">
                <a:solidFill>
                  <a:srgbClr val="000000"/>
                </a:solidFill>
                <a:latin typeface="Josefin Sans Regular"/>
              </a:rPr>
              <a:t> </a:t>
            </a:r>
            <a:r>
              <a:rPr lang="en-US" sz="3399" dirty="0" err="1">
                <a:solidFill>
                  <a:srgbClr val="000000"/>
                </a:solidFill>
                <a:latin typeface="Josefin Sans Regular"/>
              </a:rPr>
              <a:t>trên</a:t>
            </a:r>
            <a:r>
              <a:rPr lang="en-US" sz="3399" dirty="0">
                <a:solidFill>
                  <a:srgbClr val="000000"/>
                </a:solidFill>
                <a:latin typeface="Josefin Sans Regular"/>
              </a:rPr>
              <a:t>, </a:t>
            </a:r>
            <a:r>
              <a:rPr lang="en-US" sz="3399" dirty="0" err="1">
                <a:solidFill>
                  <a:srgbClr val="000000"/>
                </a:solidFill>
                <a:latin typeface="Josefin Sans Regular"/>
              </a:rPr>
              <a:t>cấu</a:t>
            </a:r>
            <a:r>
              <a:rPr lang="en-US" sz="3399" dirty="0">
                <a:solidFill>
                  <a:srgbClr val="000000"/>
                </a:solidFill>
                <a:latin typeface="Josefin Sans Regular"/>
              </a:rPr>
              <a:t> </a:t>
            </a:r>
            <a:r>
              <a:rPr lang="en-US" sz="3399" dirty="0" err="1">
                <a:solidFill>
                  <a:srgbClr val="000000"/>
                </a:solidFill>
                <a:latin typeface="Josefin Sans Regular"/>
              </a:rPr>
              <a:t>tạo</a:t>
            </a:r>
            <a:r>
              <a:rPr lang="en-US" sz="3399" dirty="0">
                <a:solidFill>
                  <a:srgbClr val="000000"/>
                </a:solidFill>
                <a:latin typeface="Josefin Sans Regular"/>
              </a:rPr>
              <a:t> </a:t>
            </a:r>
            <a:r>
              <a:rPr lang="en-US" sz="3399" dirty="0" err="1">
                <a:solidFill>
                  <a:srgbClr val="000000"/>
                </a:solidFill>
                <a:latin typeface="Josefin Sans Regular"/>
              </a:rPr>
              <a:t>của</a:t>
            </a:r>
            <a:r>
              <a:rPr lang="en-US" sz="3399" dirty="0">
                <a:solidFill>
                  <a:srgbClr val="000000"/>
                </a:solidFill>
                <a:latin typeface="Josefin Sans Regular"/>
              </a:rPr>
              <a:t> </a:t>
            </a:r>
            <a:r>
              <a:rPr lang="en-US" sz="3399" dirty="0" err="1">
                <a:solidFill>
                  <a:srgbClr val="000000"/>
                </a:solidFill>
                <a:latin typeface="Josefin Sans Regular"/>
              </a:rPr>
              <a:t>điều</a:t>
            </a:r>
            <a:r>
              <a:rPr lang="en-US" sz="3399" dirty="0">
                <a:solidFill>
                  <a:srgbClr val="000000"/>
                </a:solidFill>
                <a:latin typeface="Josefin Sans Regular"/>
              </a:rPr>
              <a:t> </a:t>
            </a:r>
            <a:r>
              <a:rPr lang="en-US" sz="3399" dirty="0" err="1">
                <a:solidFill>
                  <a:srgbClr val="000000"/>
                </a:solidFill>
                <a:latin typeface="Josefin Sans Regular"/>
              </a:rPr>
              <a:t>hòa</a:t>
            </a:r>
            <a:r>
              <a:rPr lang="en-US" sz="3399" dirty="0">
                <a:solidFill>
                  <a:srgbClr val="000000"/>
                </a:solidFill>
                <a:latin typeface="Josefin Sans Regular"/>
              </a:rPr>
              <a:t>, </a:t>
            </a:r>
            <a:r>
              <a:rPr lang="en-US" sz="3399" dirty="0" err="1">
                <a:solidFill>
                  <a:srgbClr val="000000"/>
                </a:solidFill>
                <a:latin typeface="Josefin Sans Regular"/>
              </a:rPr>
              <a:t>máy</a:t>
            </a:r>
            <a:r>
              <a:rPr lang="en-US" sz="3399" dirty="0">
                <a:solidFill>
                  <a:srgbClr val="000000"/>
                </a:solidFill>
                <a:latin typeface="Josefin Sans Regular"/>
              </a:rPr>
              <a:t> </a:t>
            </a:r>
            <a:r>
              <a:rPr lang="en-US" sz="3399" dirty="0" err="1">
                <a:solidFill>
                  <a:srgbClr val="000000"/>
                </a:solidFill>
                <a:latin typeface="Josefin Sans Regular"/>
              </a:rPr>
              <a:t>lạnh</a:t>
            </a:r>
            <a:r>
              <a:rPr lang="en-US" sz="3399" dirty="0">
                <a:solidFill>
                  <a:srgbClr val="000000"/>
                </a:solidFill>
                <a:latin typeface="Josefin Sans Regular"/>
              </a:rPr>
              <a:t> </a:t>
            </a:r>
            <a:r>
              <a:rPr lang="en-US" sz="3399" dirty="0" err="1">
                <a:solidFill>
                  <a:srgbClr val="000000"/>
                </a:solidFill>
                <a:latin typeface="Josefin Sans Regular"/>
              </a:rPr>
              <a:t>còn</a:t>
            </a:r>
            <a:r>
              <a:rPr lang="en-US" sz="3399" dirty="0">
                <a:solidFill>
                  <a:srgbClr val="000000"/>
                </a:solidFill>
                <a:latin typeface="Josefin Sans Regular"/>
              </a:rPr>
              <a:t> </a:t>
            </a:r>
            <a:r>
              <a:rPr lang="en-US" sz="3399" dirty="0" err="1">
                <a:solidFill>
                  <a:srgbClr val="000000"/>
                </a:solidFill>
                <a:latin typeface="Josefin Sans Regular"/>
              </a:rPr>
              <a:t>có</a:t>
            </a:r>
            <a:r>
              <a:rPr lang="en-US" sz="3399" dirty="0">
                <a:solidFill>
                  <a:srgbClr val="000000"/>
                </a:solidFill>
                <a:latin typeface="Josefin Sans Regular"/>
              </a:rPr>
              <a:t> </a:t>
            </a:r>
            <a:r>
              <a:rPr lang="en-US" sz="3399" dirty="0" err="1">
                <a:solidFill>
                  <a:srgbClr val="000000"/>
                </a:solidFill>
                <a:latin typeface="Josefin Sans Regular"/>
              </a:rPr>
              <a:t>nhiều</a:t>
            </a:r>
            <a:r>
              <a:rPr lang="en-US" sz="3399" dirty="0">
                <a:solidFill>
                  <a:srgbClr val="000000"/>
                </a:solidFill>
                <a:latin typeface="Josefin Sans Regular"/>
              </a:rPr>
              <a:t> </a:t>
            </a:r>
            <a:r>
              <a:rPr lang="en-US" sz="3399" dirty="0" err="1">
                <a:solidFill>
                  <a:srgbClr val="000000"/>
                </a:solidFill>
                <a:latin typeface="Josefin Sans Regular"/>
              </a:rPr>
              <a:t>bộ</a:t>
            </a:r>
            <a:r>
              <a:rPr lang="en-US" sz="3399" dirty="0">
                <a:solidFill>
                  <a:srgbClr val="000000"/>
                </a:solidFill>
                <a:latin typeface="Josefin Sans Regular"/>
              </a:rPr>
              <a:t> </a:t>
            </a:r>
            <a:r>
              <a:rPr lang="en-US" sz="3399" dirty="0" err="1">
                <a:solidFill>
                  <a:srgbClr val="000000"/>
                </a:solidFill>
                <a:latin typeface="Josefin Sans Regular"/>
              </a:rPr>
              <a:t>phận</a:t>
            </a:r>
            <a:r>
              <a:rPr lang="en-US" sz="3399" dirty="0">
                <a:solidFill>
                  <a:srgbClr val="000000"/>
                </a:solidFill>
                <a:latin typeface="Josefin Sans Regular"/>
              </a:rPr>
              <a:t> </a:t>
            </a:r>
            <a:r>
              <a:rPr lang="en-US" sz="3399" dirty="0" err="1">
                <a:solidFill>
                  <a:srgbClr val="000000"/>
                </a:solidFill>
                <a:latin typeface="Josefin Sans Regular"/>
              </a:rPr>
              <a:t>khác</a:t>
            </a:r>
            <a:r>
              <a:rPr lang="en-US" sz="3399" dirty="0">
                <a:solidFill>
                  <a:srgbClr val="000000"/>
                </a:solidFill>
                <a:latin typeface="Josefin Sans Regular"/>
              </a:rPr>
              <a:t> </a:t>
            </a:r>
            <a:r>
              <a:rPr lang="en-US" sz="3399" dirty="0" err="1">
                <a:solidFill>
                  <a:srgbClr val="000000"/>
                </a:solidFill>
                <a:latin typeface="Josefin Sans Regular"/>
              </a:rPr>
              <a:t>như</a:t>
            </a:r>
            <a:r>
              <a:rPr lang="en-US" sz="3399" dirty="0">
                <a:solidFill>
                  <a:srgbClr val="000000"/>
                </a:solidFill>
                <a:latin typeface="Josefin Sans Regular"/>
              </a:rPr>
              <a:t> </a:t>
            </a:r>
            <a:r>
              <a:rPr lang="en-US" sz="3399" dirty="0" err="1">
                <a:solidFill>
                  <a:srgbClr val="000000"/>
                </a:solidFill>
                <a:latin typeface="Josefin Sans Regular"/>
              </a:rPr>
              <a:t>cảm</a:t>
            </a:r>
            <a:r>
              <a:rPr lang="en-US" sz="3399" dirty="0">
                <a:solidFill>
                  <a:srgbClr val="000000"/>
                </a:solidFill>
                <a:latin typeface="Josefin Sans Regular"/>
              </a:rPr>
              <a:t> </a:t>
            </a:r>
            <a:r>
              <a:rPr lang="en-US" sz="3399" dirty="0" err="1">
                <a:solidFill>
                  <a:srgbClr val="000000"/>
                </a:solidFill>
                <a:latin typeface="Josefin Sans Regular"/>
              </a:rPr>
              <a:t>biến</a:t>
            </a:r>
            <a:r>
              <a:rPr lang="en-US" sz="3399" dirty="0">
                <a:solidFill>
                  <a:srgbClr val="000000"/>
                </a:solidFill>
                <a:latin typeface="Josefin Sans Regular"/>
              </a:rPr>
              <a:t> </a:t>
            </a:r>
            <a:r>
              <a:rPr lang="en-US" sz="3399" dirty="0" err="1">
                <a:solidFill>
                  <a:srgbClr val="000000"/>
                </a:solidFill>
                <a:latin typeface="Josefin Sans Regular"/>
              </a:rPr>
              <a:t>nhiệt</a:t>
            </a:r>
            <a:r>
              <a:rPr lang="en-US" sz="3399" dirty="0">
                <a:solidFill>
                  <a:srgbClr val="000000"/>
                </a:solidFill>
                <a:latin typeface="Josefin Sans Regular"/>
              </a:rPr>
              <a:t> </a:t>
            </a:r>
            <a:r>
              <a:rPr lang="en-US" sz="3399" dirty="0" err="1">
                <a:solidFill>
                  <a:srgbClr val="000000"/>
                </a:solidFill>
                <a:latin typeface="Josefin Sans Regular"/>
              </a:rPr>
              <a:t>dàn</a:t>
            </a:r>
            <a:r>
              <a:rPr lang="en-US" sz="3399" dirty="0">
                <a:solidFill>
                  <a:srgbClr val="000000"/>
                </a:solidFill>
                <a:latin typeface="Josefin Sans Regular"/>
              </a:rPr>
              <a:t> </a:t>
            </a:r>
            <a:r>
              <a:rPr lang="en-US" sz="3399" dirty="0" err="1">
                <a:solidFill>
                  <a:srgbClr val="000000"/>
                </a:solidFill>
                <a:latin typeface="Josefin Sans Regular"/>
              </a:rPr>
              <a:t>lạnh</a:t>
            </a:r>
            <a:r>
              <a:rPr lang="en-US" sz="3399" dirty="0">
                <a:solidFill>
                  <a:srgbClr val="000000"/>
                </a:solidFill>
                <a:latin typeface="Josefin Sans Regular"/>
              </a:rPr>
              <a:t>, </a:t>
            </a:r>
            <a:r>
              <a:rPr lang="en-US" sz="3399" dirty="0" err="1">
                <a:solidFill>
                  <a:srgbClr val="000000"/>
                </a:solidFill>
                <a:latin typeface="Josefin Sans Regular"/>
              </a:rPr>
              <a:t>khung</a:t>
            </a:r>
            <a:r>
              <a:rPr lang="en-US" sz="3399" dirty="0">
                <a:solidFill>
                  <a:srgbClr val="000000"/>
                </a:solidFill>
                <a:latin typeface="Josefin Sans Regular"/>
              </a:rPr>
              <a:t> </a:t>
            </a:r>
            <a:r>
              <a:rPr lang="en-US" sz="3399" dirty="0" err="1">
                <a:solidFill>
                  <a:srgbClr val="000000"/>
                </a:solidFill>
                <a:latin typeface="Josefin Sans Regular"/>
              </a:rPr>
              <a:t>vỏ</a:t>
            </a:r>
            <a:r>
              <a:rPr lang="en-US" sz="3399" dirty="0">
                <a:solidFill>
                  <a:srgbClr val="000000"/>
                </a:solidFill>
                <a:latin typeface="Josefin Sans Regular"/>
              </a:rPr>
              <a:t>, </a:t>
            </a:r>
            <a:r>
              <a:rPr lang="en-US" sz="3399" dirty="0" err="1">
                <a:solidFill>
                  <a:srgbClr val="000000"/>
                </a:solidFill>
                <a:latin typeface="Josefin Sans Regular"/>
              </a:rPr>
              <a:t>máng</a:t>
            </a:r>
            <a:r>
              <a:rPr lang="en-US" sz="3399" dirty="0">
                <a:solidFill>
                  <a:srgbClr val="000000"/>
                </a:solidFill>
                <a:latin typeface="Josefin Sans Regular"/>
              </a:rPr>
              <a:t> </a:t>
            </a:r>
            <a:r>
              <a:rPr lang="en-US" sz="3399" dirty="0" err="1">
                <a:solidFill>
                  <a:srgbClr val="000000"/>
                </a:solidFill>
                <a:latin typeface="Josefin Sans Regular"/>
              </a:rPr>
              <a:t>nước</a:t>
            </a:r>
            <a:r>
              <a:rPr lang="en-US" sz="3399" dirty="0">
                <a:solidFill>
                  <a:srgbClr val="000000"/>
                </a:solidFill>
                <a:latin typeface="Josefin Sans Regular"/>
              </a:rPr>
              <a:t>, </a:t>
            </a:r>
            <a:r>
              <a:rPr lang="en-US" sz="3399" dirty="0" err="1">
                <a:solidFill>
                  <a:srgbClr val="000000"/>
                </a:solidFill>
                <a:latin typeface="Josefin Sans Regular"/>
              </a:rPr>
              <a:t>bộ</a:t>
            </a:r>
            <a:r>
              <a:rPr lang="en-US" sz="3399" dirty="0">
                <a:solidFill>
                  <a:srgbClr val="000000"/>
                </a:solidFill>
                <a:latin typeface="Josefin Sans Regular"/>
              </a:rPr>
              <a:t> </a:t>
            </a:r>
            <a:r>
              <a:rPr lang="en-US" sz="3399" dirty="0" err="1">
                <a:solidFill>
                  <a:srgbClr val="000000"/>
                </a:solidFill>
                <a:latin typeface="Josefin Sans Regular"/>
              </a:rPr>
              <a:t>phận</a:t>
            </a:r>
            <a:r>
              <a:rPr lang="en-US" sz="3399" dirty="0">
                <a:solidFill>
                  <a:srgbClr val="000000"/>
                </a:solidFill>
                <a:latin typeface="Josefin Sans Regular"/>
              </a:rPr>
              <a:t> an </a:t>
            </a:r>
            <a:r>
              <a:rPr lang="en-US" sz="3399" dirty="0" err="1">
                <a:solidFill>
                  <a:srgbClr val="000000"/>
                </a:solidFill>
                <a:latin typeface="Josefin Sans Regular"/>
              </a:rPr>
              <a:t>toàn</a:t>
            </a:r>
            <a:r>
              <a:rPr lang="en-US" sz="3399" dirty="0">
                <a:solidFill>
                  <a:srgbClr val="000000"/>
                </a:solidFill>
                <a:latin typeface="Josefin Sans Regular"/>
              </a:rPr>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395375" y="-581061"/>
            <a:ext cx="18440399" cy="11430000"/>
          </a:xfrm>
          <a:prstGeom prst="rect">
            <a:avLst/>
          </a:prstGeom>
        </p:spPr>
      </p:pic>
      <p:grpSp>
        <p:nvGrpSpPr>
          <p:cNvPr id="12" name="Group 2"/>
          <p:cNvGrpSpPr/>
          <p:nvPr/>
        </p:nvGrpSpPr>
        <p:grpSpPr>
          <a:xfrm>
            <a:off x="762001" y="797809"/>
            <a:ext cx="9525000" cy="1907291"/>
            <a:chOff x="0" y="0"/>
            <a:chExt cx="13038520" cy="1452617"/>
          </a:xfrm>
          <a:solidFill>
            <a:srgbClr val="EAEAEA"/>
          </a:solidFill>
        </p:grpSpPr>
        <p:sp>
          <p:nvSpPr>
            <p:cNvPr id="13" name="Freeform 3"/>
            <p:cNvSpPr/>
            <p:nvPr/>
          </p:nvSpPr>
          <p:spPr>
            <a:xfrm>
              <a:off x="57150" y="58420"/>
              <a:ext cx="12968670" cy="1381497"/>
            </a:xfrm>
            <a:custGeom>
              <a:avLst/>
              <a:gdLst/>
              <a:ahLst/>
              <a:cxnLst/>
              <a:rect l="l" t="t" r="r" b="b"/>
              <a:pathLst>
                <a:path w="12968670" h="1381497">
                  <a:moveTo>
                    <a:pt x="12883580" y="1351017"/>
                  </a:moveTo>
                  <a:lnTo>
                    <a:pt x="0" y="1351017"/>
                  </a:lnTo>
                  <a:cubicBezTo>
                    <a:pt x="5080" y="1368797"/>
                    <a:pt x="21590" y="1381497"/>
                    <a:pt x="40640" y="1381497"/>
                  </a:cubicBezTo>
                  <a:lnTo>
                    <a:pt x="12925490" y="1381497"/>
                  </a:lnTo>
                  <a:cubicBezTo>
                    <a:pt x="12949620" y="1381497"/>
                    <a:pt x="12968670" y="1362447"/>
                    <a:pt x="12968670" y="1338317"/>
                  </a:cubicBezTo>
                  <a:lnTo>
                    <a:pt x="12968670" y="40640"/>
                  </a:lnTo>
                  <a:cubicBezTo>
                    <a:pt x="12968670" y="21590"/>
                    <a:pt x="12955970" y="6350"/>
                    <a:pt x="12939460" y="0"/>
                  </a:cubicBezTo>
                  <a:lnTo>
                    <a:pt x="12939460" y="1295137"/>
                  </a:lnTo>
                  <a:cubicBezTo>
                    <a:pt x="12939460" y="1325617"/>
                    <a:pt x="12914060" y="1351017"/>
                    <a:pt x="12883580" y="135101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14" name="Freeform 4"/>
            <p:cNvSpPr/>
            <p:nvPr/>
          </p:nvSpPr>
          <p:spPr>
            <a:xfrm>
              <a:off x="12700" y="12700"/>
              <a:ext cx="12971210" cy="1384037"/>
            </a:xfrm>
            <a:custGeom>
              <a:avLst/>
              <a:gdLst/>
              <a:ahLst/>
              <a:cxnLst/>
              <a:rect l="l" t="t" r="r" b="b"/>
              <a:pathLst>
                <a:path w="12971210" h="1384037">
                  <a:moveTo>
                    <a:pt x="43180" y="1384037"/>
                  </a:moveTo>
                  <a:lnTo>
                    <a:pt x="12928030" y="1384037"/>
                  </a:lnTo>
                  <a:cubicBezTo>
                    <a:pt x="12952160" y="1384037"/>
                    <a:pt x="12971210" y="1364987"/>
                    <a:pt x="12971210" y="1340857"/>
                  </a:cubicBezTo>
                  <a:lnTo>
                    <a:pt x="12971210" y="43180"/>
                  </a:lnTo>
                  <a:cubicBezTo>
                    <a:pt x="12971210" y="19050"/>
                    <a:pt x="12952160" y="0"/>
                    <a:pt x="12928030" y="0"/>
                  </a:cubicBezTo>
                  <a:lnTo>
                    <a:pt x="43180" y="0"/>
                  </a:lnTo>
                  <a:cubicBezTo>
                    <a:pt x="19050" y="0"/>
                    <a:pt x="0" y="19050"/>
                    <a:pt x="0" y="43180"/>
                  </a:cubicBezTo>
                  <a:lnTo>
                    <a:pt x="0" y="1340857"/>
                  </a:lnTo>
                  <a:cubicBezTo>
                    <a:pt x="0" y="1364987"/>
                    <a:pt x="19050" y="1384037"/>
                    <a:pt x="43180" y="138403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15" name="Freeform 5"/>
            <p:cNvSpPr/>
            <p:nvPr/>
          </p:nvSpPr>
          <p:spPr>
            <a:xfrm>
              <a:off x="0" y="0"/>
              <a:ext cx="13038520" cy="1452617"/>
            </a:xfrm>
            <a:custGeom>
              <a:avLst/>
              <a:gdLst/>
              <a:ahLst/>
              <a:cxnLst/>
              <a:rect l="l" t="t" r="r" b="b"/>
              <a:pathLst>
                <a:path w="13038520" h="1452617">
                  <a:moveTo>
                    <a:pt x="12995340" y="44450"/>
                  </a:moveTo>
                  <a:cubicBezTo>
                    <a:pt x="12990260" y="19050"/>
                    <a:pt x="12967400" y="0"/>
                    <a:pt x="12940730"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12982640" y="1452617"/>
                  </a:lnTo>
                  <a:cubicBezTo>
                    <a:pt x="13013120" y="1452617"/>
                    <a:pt x="13038520" y="1427217"/>
                    <a:pt x="13038520" y="1396737"/>
                  </a:cubicBezTo>
                  <a:lnTo>
                    <a:pt x="13038520" y="99060"/>
                  </a:lnTo>
                  <a:cubicBezTo>
                    <a:pt x="13038520" y="72390"/>
                    <a:pt x="13020740" y="50800"/>
                    <a:pt x="12995340" y="44450"/>
                  </a:cubicBezTo>
                  <a:close/>
                  <a:moveTo>
                    <a:pt x="12700" y="1353557"/>
                  </a:moveTo>
                  <a:lnTo>
                    <a:pt x="12700" y="55880"/>
                  </a:lnTo>
                  <a:cubicBezTo>
                    <a:pt x="12700" y="31750"/>
                    <a:pt x="31750" y="12700"/>
                    <a:pt x="55880" y="12700"/>
                  </a:cubicBezTo>
                  <a:lnTo>
                    <a:pt x="12940730" y="12700"/>
                  </a:lnTo>
                  <a:cubicBezTo>
                    <a:pt x="12964860" y="12700"/>
                    <a:pt x="12983910" y="31750"/>
                    <a:pt x="12983910" y="55880"/>
                  </a:cubicBezTo>
                  <a:lnTo>
                    <a:pt x="12983910" y="1353557"/>
                  </a:lnTo>
                  <a:cubicBezTo>
                    <a:pt x="12983910" y="1377687"/>
                    <a:pt x="12964860" y="1396737"/>
                    <a:pt x="12940730" y="1396737"/>
                  </a:cubicBezTo>
                  <a:lnTo>
                    <a:pt x="55880" y="1396737"/>
                  </a:lnTo>
                  <a:cubicBezTo>
                    <a:pt x="31750" y="1396737"/>
                    <a:pt x="12700" y="1377687"/>
                    <a:pt x="12700" y="1353557"/>
                  </a:cubicBezTo>
                  <a:close/>
                  <a:moveTo>
                    <a:pt x="13025820" y="1396737"/>
                  </a:moveTo>
                  <a:cubicBezTo>
                    <a:pt x="13025820" y="1420867"/>
                    <a:pt x="13006770" y="1439917"/>
                    <a:pt x="12982640" y="1439917"/>
                  </a:cubicBezTo>
                  <a:lnTo>
                    <a:pt x="97790" y="1439917"/>
                  </a:lnTo>
                  <a:cubicBezTo>
                    <a:pt x="78740" y="1439917"/>
                    <a:pt x="62230" y="1427217"/>
                    <a:pt x="57150" y="1409437"/>
                  </a:cubicBezTo>
                  <a:lnTo>
                    <a:pt x="12940730" y="1409437"/>
                  </a:lnTo>
                  <a:cubicBezTo>
                    <a:pt x="12971210" y="1409437"/>
                    <a:pt x="12996610" y="1384037"/>
                    <a:pt x="12996610" y="1353557"/>
                  </a:cubicBezTo>
                  <a:lnTo>
                    <a:pt x="12996610" y="58420"/>
                  </a:lnTo>
                  <a:cubicBezTo>
                    <a:pt x="13013120" y="64770"/>
                    <a:pt x="13025820" y="80010"/>
                    <a:pt x="13025820" y="99060"/>
                  </a:cubicBezTo>
                  <a:lnTo>
                    <a:pt x="13025820" y="1396737"/>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grpSp>
      <p:grpSp>
        <p:nvGrpSpPr>
          <p:cNvPr id="2" name="Group 2"/>
          <p:cNvGrpSpPr/>
          <p:nvPr/>
        </p:nvGrpSpPr>
        <p:grpSpPr>
          <a:xfrm>
            <a:off x="9438593" y="4816779"/>
            <a:ext cx="8610600" cy="5486400"/>
            <a:chOff x="0" y="0"/>
            <a:chExt cx="26225716" cy="10305599"/>
          </a:xfrm>
        </p:grpSpPr>
        <p:sp>
          <p:nvSpPr>
            <p:cNvPr id="3" name="Freeform 3"/>
            <p:cNvSpPr/>
            <p:nvPr/>
          </p:nvSpPr>
          <p:spPr>
            <a:xfrm>
              <a:off x="57150" y="58420"/>
              <a:ext cx="26155867" cy="10234479"/>
            </a:xfrm>
            <a:custGeom>
              <a:avLst/>
              <a:gdLst/>
              <a:ahLst/>
              <a:cxnLst/>
              <a:rect l="l" t="t" r="r" b="b"/>
              <a:pathLst>
                <a:path w="26155867" h="10234479">
                  <a:moveTo>
                    <a:pt x="26070775" y="10203999"/>
                  </a:moveTo>
                  <a:lnTo>
                    <a:pt x="0" y="10203999"/>
                  </a:lnTo>
                  <a:cubicBezTo>
                    <a:pt x="5080" y="10221779"/>
                    <a:pt x="21590" y="10234479"/>
                    <a:pt x="40640" y="10234479"/>
                  </a:cubicBezTo>
                  <a:lnTo>
                    <a:pt x="26112685" y="10234479"/>
                  </a:lnTo>
                  <a:cubicBezTo>
                    <a:pt x="26136817" y="10234479"/>
                    <a:pt x="26155867" y="10215429"/>
                    <a:pt x="26155867" y="10191299"/>
                  </a:cubicBezTo>
                  <a:lnTo>
                    <a:pt x="26155867" y="40640"/>
                  </a:lnTo>
                  <a:cubicBezTo>
                    <a:pt x="26155867" y="21590"/>
                    <a:pt x="26143167" y="6350"/>
                    <a:pt x="26126656" y="0"/>
                  </a:cubicBezTo>
                  <a:lnTo>
                    <a:pt x="26126656" y="10148119"/>
                  </a:lnTo>
                  <a:cubicBezTo>
                    <a:pt x="26126656" y="10178599"/>
                    <a:pt x="26101256" y="10203999"/>
                    <a:pt x="26070775" y="10203999"/>
                  </a:cubicBezTo>
                  <a:close/>
                </a:path>
              </a:pathLst>
            </a:custGeom>
            <a:solidFill>
              <a:srgbClr val="000000"/>
            </a:solidFill>
          </p:spPr>
        </p:sp>
        <p:sp>
          <p:nvSpPr>
            <p:cNvPr id="4" name="Freeform 4"/>
            <p:cNvSpPr/>
            <p:nvPr/>
          </p:nvSpPr>
          <p:spPr>
            <a:xfrm>
              <a:off x="12700" y="12700"/>
              <a:ext cx="26158406" cy="10237019"/>
            </a:xfrm>
            <a:custGeom>
              <a:avLst/>
              <a:gdLst/>
              <a:ahLst/>
              <a:cxnLst/>
              <a:rect l="l" t="t" r="r" b="b"/>
              <a:pathLst>
                <a:path w="26158406" h="10237019">
                  <a:moveTo>
                    <a:pt x="43180" y="10237019"/>
                  </a:moveTo>
                  <a:lnTo>
                    <a:pt x="26115225" y="10237019"/>
                  </a:lnTo>
                  <a:cubicBezTo>
                    <a:pt x="26139356" y="10237019"/>
                    <a:pt x="26158406" y="10217969"/>
                    <a:pt x="26158406" y="10193839"/>
                  </a:cubicBezTo>
                  <a:lnTo>
                    <a:pt x="26158406" y="43180"/>
                  </a:lnTo>
                  <a:cubicBezTo>
                    <a:pt x="26158406" y="19050"/>
                    <a:pt x="26139356" y="0"/>
                    <a:pt x="26115225" y="0"/>
                  </a:cubicBezTo>
                  <a:lnTo>
                    <a:pt x="43180" y="0"/>
                  </a:lnTo>
                  <a:cubicBezTo>
                    <a:pt x="19050" y="0"/>
                    <a:pt x="0" y="19050"/>
                    <a:pt x="0" y="43180"/>
                  </a:cubicBezTo>
                  <a:lnTo>
                    <a:pt x="0" y="10193839"/>
                  </a:lnTo>
                  <a:cubicBezTo>
                    <a:pt x="0" y="10217969"/>
                    <a:pt x="19050" y="10237019"/>
                    <a:pt x="43180" y="10237019"/>
                  </a:cubicBezTo>
                  <a:close/>
                </a:path>
              </a:pathLst>
            </a:custGeom>
            <a:solidFill>
              <a:srgbClr val="F8F8F8"/>
            </a:solidFill>
          </p:spPr>
        </p:sp>
        <p:sp>
          <p:nvSpPr>
            <p:cNvPr id="5" name="Freeform 5"/>
            <p:cNvSpPr/>
            <p:nvPr/>
          </p:nvSpPr>
          <p:spPr>
            <a:xfrm>
              <a:off x="0" y="0"/>
              <a:ext cx="26225717" cy="10305599"/>
            </a:xfrm>
            <a:custGeom>
              <a:avLst/>
              <a:gdLst/>
              <a:ahLst/>
              <a:cxnLst/>
              <a:rect l="l" t="t" r="r" b="b"/>
              <a:pathLst>
                <a:path w="26225717" h="10305599">
                  <a:moveTo>
                    <a:pt x="26182535" y="44450"/>
                  </a:moveTo>
                  <a:cubicBezTo>
                    <a:pt x="26177456" y="19050"/>
                    <a:pt x="26154596" y="0"/>
                    <a:pt x="26127925" y="0"/>
                  </a:cubicBezTo>
                  <a:lnTo>
                    <a:pt x="55880" y="0"/>
                  </a:lnTo>
                  <a:cubicBezTo>
                    <a:pt x="25400" y="0"/>
                    <a:pt x="0" y="25400"/>
                    <a:pt x="0" y="55880"/>
                  </a:cubicBezTo>
                  <a:lnTo>
                    <a:pt x="0" y="10206539"/>
                  </a:lnTo>
                  <a:cubicBezTo>
                    <a:pt x="0" y="10233209"/>
                    <a:pt x="17780" y="10254799"/>
                    <a:pt x="43180" y="10261149"/>
                  </a:cubicBezTo>
                  <a:cubicBezTo>
                    <a:pt x="48260" y="10286549"/>
                    <a:pt x="71120" y="10305599"/>
                    <a:pt x="97790" y="10305599"/>
                  </a:cubicBezTo>
                  <a:lnTo>
                    <a:pt x="26169835" y="10305599"/>
                  </a:lnTo>
                  <a:cubicBezTo>
                    <a:pt x="26200317" y="10305599"/>
                    <a:pt x="26225717" y="10280199"/>
                    <a:pt x="26225717" y="10249719"/>
                  </a:cubicBezTo>
                  <a:lnTo>
                    <a:pt x="26225717" y="99060"/>
                  </a:lnTo>
                  <a:cubicBezTo>
                    <a:pt x="26225717" y="72390"/>
                    <a:pt x="26207935" y="50800"/>
                    <a:pt x="26182535" y="44450"/>
                  </a:cubicBezTo>
                  <a:close/>
                  <a:moveTo>
                    <a:pt x="12700" y="10206539"/>
                  </a:moveTo>
                  <a:lnTo>
                    <a:pt x="12700" y="55880"/>
                  </a:lnTo>
                  <a:cubicBezTo>
                    <a:pt x="12700" y="31750"/>
                    <a:pt x="31750" y="12700"/>
                    <a:pt x="55880" y="12700"/>
                  </a:cubicBezTo>
                  <a:lnTo>
                    <a:pt x="26127925" y="12700"/>
                  </a:lnTo>
                  <a:cubicBezTo>
                    <a:pt x="26152056" y="12700"/>
                    <a:pt x="26171106" y="31750"/>
                    <a:pt x="26171106" y="55880"/>
                  </a:cubicBezTo>
                  <a:lnTo>
                    <a:pt x="26171106" y="10206539"/>
                  </a:lnTo>
                  <a:cubicBezTo>
                    <a:pt x="26171106" y="10230669"/>
                    <a:pt x="26152056" y="10249719"/>
                    <a:pt x="26127925" y="10249719"/>
                  </a:cubicBezTo>
                  <a:lnTo>
                    <a:pt x="55880" y="10249719"/>
                  </a:lnTo>
                  <a:cubicBezTo>
                    <a:pt x="31750" y="10249719"/>
                    <a:pt x="12700" y="10230669"/>
                    <a:pt x="12700" y="10206539"/>
                  </a:cubicBezTo>
                  <a:close/>
                  <a:moveTo>
                    <a:pt x="26213017" y="10249719"/>
                  </a:moveTo>
                  <a:cubicBezTo>
                    <a:pt x="26213017" y="10273849"/>
                    <a:pt x="26193967" y="10292899"/>
                    <a:pt x="26169835" y="10292899"/>
                  </a:cubicBezTo>
                  <a:lnTo>
                    <a:pt x="97790" y="10292899"/>
                  </a:lnTo>
                  <a:cubicBezTo>
                    <a:pt x="78740" y="10292899"/>
                    <a:pt x="62230" y="10280199"/>
                    <a:pt x="57150" y="10262419"/>
                  </a:cubicBezTo>
                  <a:lnTo>
                    <a:pt x="26127925" y="10262419"/>
                  </a:lnTo>
                  <a:cubicBezTo>
                    <a:pt x="26158406" y="10262419"/>
                    <a:pt x="26183806" y="10237019"/>
                    <a:pt x="26183806" y="10206539"/>
                  </a:cubicBezTo>
                  <a:lnTo>
                    <a:pt x="26183806" y="58420"/>
                  </a:lnTo>
                  <a:cubicBezTo>
                    <a:pt x="26200317" y="64770"/>
                    <a:pt x="26213017" y="80010"/>
                    <a:pt x="26213017" y="99060"/>
                  </a:cubicBezTo>
                  <a:lnTo>
                    <a:pt x="26213017" y="10249719"/>
                  </a:lnTo>
                  <a:close/>
                </a:path>
              </a:pathLst>
            </a:custGeom>
            <a:solidFill>
              <a:srgbClr val="000000"/>
            </a:solidFill>
          </p:spPr>
        </p:sp>
      </p:grpSp>
      <p:pic>
        <p:nvPicPr>
          <p:cNvPr id="7"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3582" y="2765131"/>
            <a:ext cx="7460752" cy="5307178"/>
          </a:xfrm>
          <a:prstGeom prst="rect">
            <a:avLst/>
          </a:prstGeom>
        </p:spPr>
      </p:pic>
      <p:sp>
        <p:nvSpPr>
          <p:cNvPr id="8" name="TextBox 8"/>
          <p:cNvSpPr txBox="1"/>
          <p:nvPr/>
        </p:nvSpPr>
        <p:spPr>
          <a:xfrm>
            <a:off x="1028700" y="824532"/>
            <a:ext cx="9602278" cy="1546733"/>
          </a:xfrm>
          <a:prstGeom prst="rect">
            <a:avLst/>
          </a:prstGeom>
        </p:spPr>
        <p:txBody>
          <a:bodyPr lIns="0" tIns="0" rIns="0" bIns="0" rtlCol="0" anchor="t">
            <a:spAutoFit/>
          </a:bodyPr>
          <a:lstStyle/>
          <a:p>
            <a:pPr marL="0" lvl="0" indent="0" algn="l">
              <a:lnSpc>
                <a:spcPts val="6135"/>
              </a:lnSpc>
              <a:spcBef>
                <a:spcPct val="0"/>
              </a:spcBef>
            </a:pPr>
            <a:r>
              <a:rPr lang="en-US" sz="5199" dirty="0" err="1">
                <a:solidFill>
                  <a:srgbClr val="000000"/>
                </a:solidFill>
                <a:latin typeface="Caudex Bold"/>
              </a:rPr>
              <a:t>Sơ</a:t>
            </a:r>
            <a:r>
              <a:rPr lang="en-US" sz="5199" dirty="0">
                <a:solidFill>
                  <a:srgbClr val="000000"/>
                </a:solidFill>
                <a:latin typeface="Caudex Bold"/>
              </a:rPr>
              <a:t> </a:t>
            </a:r>
            <a:r>
              <a:rPr lang="en-US" sz="5199" dirty="0" err="1">
                <a:solidFill>
                  <a:srgbClr val="000000"/>
                </a:solidFill>
                <a:latin typeface="Caudex Bold"/>
              </a:rPr>
              <a:t>đồ</a:t>
            </a:r>
            <a:r>
              <a:rPr lang="en-US" sz="5199" dirty="0">
                <a:solidFill>
                  <a:srgbClr val="000000"/>
                </a:solidFill>
                <a:latin typeface="Caudex Bold"/>
              </a:rPr>
              <a:t> </a:t>
            </a:r>
            <a:r>
              <a:rPr lang="en-US" sz="5199" dirty="0" err="1">
                <a:solidFill>
                  <a:srgbClr val="000000"/>
                </a:solidFill>
                <a:latin typeface="Caudex Bold"/>
              </a:rPr>
              <a:t>nguyên</a:t>
            </a:r>
            <a:r>
              <a:rPr lang="en-US" sz="5199" dirty="0">
                <a:solidFill>
                  <a:srgbClr val="000000"/>
                </a:solidFill>
                <a:latin typeface="Caudex Bold"/>
              </a:rPr>
              <a:t> </a:t>
            </a:r>
            <a:r>
              <a:rPr lang="en-US" sz="5199" dirty="0" err="1">
                <a:solidFill>
                  <a:srgbClr val="000000"/>
                </a:solidFill>
                <a:latin typeface="Caudex Bold"/>
              </a:rPr>
              <a:t>lý</a:t>
            </a:r>
            <a:r>
              <a:rPr lang="en-US" sz="5199" dirty="0">
                <a:solidFill>
                  <a:srgbClr val="000000"/>
                </a:solidFill>
                <a:latin typeface="Caudex Bold"/>
              </a:rPr>
              <a:t> </a:t>
            </a:r>
            <a:r>
              <a:rPr lang="en-US" sz="5199" dirty="0" err="1">
                <a:solidFill>
                  <a:srgbClr val="000000"/>
                </a:solidFill>
                <a:latin typeface="Caudex Bold"/>
              </a:rPr>
              <a:t>hoạt</a:t>
            </a:r>
            <a:r>
              <a:rPr lang="en-US" sz="5199" dirty="0">
                <a:solidFill>
                  <a:srgbClr val="000000"/>
                </a:solidFill>
                <a:latin typeface="Caudex Bold"/>
              </a:rPr>
              <a:t> </a:t>
            </a:r>
            <a:r>
              <a:rPr lang="en-US" sz="5199" dirty="0" err="1">
                <a:solidFill>
                  <a:srgbClr val="000000"/>
                </a:solidFill>
                <a:latin typeface="Caudex Bold"/>
              </a:rPr>
              <a:t>động</a:t>
            </a:r>
            <a:r>
              <a:rPr lang="en-US" sz="5199" dirty="0">
                <a:solidFill>
                  <a:srgbClr val="000000"/>
                </a:solidFill>
                <a:latin typeface="Caudex Bold"/>
              </a:rPr>
              <a:t> </a:t>
            </a:r>
            <a:r>
              <a:rPr lang="en-US" sz="5199" dirty="0" err="1">
                <a:solidFill>
                  <a:srgbClr val="000000"/>
                </a:solidFill>
                <a:latin typeface="Caudex Bold"/>
              </a:rPr>
              <a:t>của</a:t>
            </a:r>
            <a:r>
              <a:rPr lang="en-US" sz="5199" dirty="0">
                <a:solidFill>
                  <a:srgbClr val="000000"/>
                </a:solidFill>
                <a:latin typeface="Caudex Bold"/>
              </a:rPr>
              <a:t> </a:t>
            </a:r>
            <a:r>
              <a:rPr lang="en-US" sz="5199" dirty="0" err="1">
                <a:solidFill>
                  <a:srgbClr val="000000"/>
                </a:solidFill>
                <a:latin typeface="Caudex Bold"/>
              </a:rPr>
              <a:t>máy</a:t>
            </a:r>
            <a:r>
              <a:rPr lang="en-US" sz="5199" dirty="0">
                <a:solidFill>
                  <a:srgbClr val="000000"/>
                </a:solidFill>
                <a:latin typeface="Caudex Bold"/>
              </a:rPr>
              <a:t> </a:t>
            </a:r>
            <a:r>
              <a:rPr lang="en-US" sz="5199" dirty="0" err="1">
                <a:solidFill>
                  <a:srgbClr val="000000"/>
                </a:solidFill>
                <a:latin typeface="Caudex Bold"/>
              </a:rPr>
              <a:t>lạnh</a:t>
            </a:r>
            <a:endParaRPr lang="en-US" sz="5199" dirty="0">
              <a:solidFill>
                <a:srgbClr val="000000"/>
              </a:solidFill>
              <a:latin typeface="Caudex Bold"/>
            </a:endParaRPr>
          </a:p>
        </p:txBody>
      </p:sp>
      <p:sp>
        <p:nvSpPr>
          <p:cNvPr id="9" name="TextBox 9"/>
          <p:cNvSpPr txBox="1"/>
          <p:nvPr/>
        </p:nvSpPr>
        <p:spPr>
          <a:xfrm>
            <a:off x="10855927" y="1695095"/>
            <a:ext cx="6287222" cy="1064579"/>
          </a:xfrm>
          <a:prstGeom prst="rect">
            <a:avLst/>
          </a:prstGeom>
        </p:spPr>
        <p:txBody>
          <a:bodyPr lIns="0" tIns="0" rIns="0" bIns="0" rtlCol="0" anchor="t">
            <a:spAutoFit/>
          </a:bodyPr>
          <a:lstStyle/>
          <a:p>
            <a:pPr algn="ctr">
              <a:lnSpc>
                <a:spcPts val="4264"/>
              </a:lnSpc>
            </a:pPr>
            <a:r>
              <a:rPr lang="en-US" sz="3046" dirty="0" err="1">
                <a:solidFill>
                  <a:srgbClr val="000000"/>
                </a:solidFill>
                <a:latin typeface="Josefin Sans Regular"/>
              </a:rPr>
              <a:t>Nguyên</a:t>
            </a:r>
            <a:r>
              <a:rPr lang="en-US" sz="3046" dirty="0">
                <a:solidFill>
                  <a:srgbClr val="000000"/>
                </a:solidFill>
                <a:latin typeface="Josefin Sans Regular"/>
              </a:rPr>
              <a:t> </a:t>
            </a:r>
            <a:r>
              <a:rPr lang="en-US" sz="3046" dirty="0" err="1">
                <a:solidFill>
                  <a:srgbClr val="000000"/>
                </a:solidFill>
                <a:latin typeface="Josefin Sans Regular"/>
              </a:rPr>
              <a:t>lý</a:t>
            </a:r>
            <a:r>
              <a:rPr lang="en-US" sz="3046" dirty="0">
                <a:solidFill>
                  <a:srgbClr val="000000"/>
                </a:solidFill>
                <a:latin typeface="Josefin Sans Regular"/>
              </a:rPr>
              <a:t> </a:t>
            </a:r>
            <a:r>
              <a:rPr lang="en-US" sz="3046" dirty="0" err="1">
                <a:solidFill>
                  <a:srgbClr val="000000"/>
                </a:solidFill>
                <a:latin typeface="Josefin Sans Regular"/>
              </a:rPr>
              <a:t>hoạt</a:t>
            </a:r>
            <a:r>
              <a:rPr lang="en-US" sz="3046" dirty="0">
                <a:solidFill>
                  <a:srgbClr val="000000"/>
                </a:solidFill>
                <a:latin typeface="Josefin Sans Regular"/>
              </a:rPr>
              <a:t> </a:t>
            </a:r>
            <a:r>
              <a:rPr lang="en-US" sz="3046" dirty="0" err="1">
                <a:solidFill>
                  <a:srgbClr val="000000"/>
                </a:solidFill>
                <a:latin typeface="Josefin Sans Regular"/>
              </a:rPr>
              <a:t>động</a:t>
            </a:r>
            <a:r>
              <a:rPr lang="en-US" sz="3046" dirty="0">
                <a:solidFill>
                  <a:srgbClr val="000000"/>
                </a:solidFill>
                <a:latin typeface="Josefin Sans Regular"/>
              </a:rPr>
              <a:t> </a:t>
            </a:r>
            <a:r>
              <a:rPr lang="en-US" sz="3046" dirty="0" err="1">
                <a:solidFill>
                  <a:srgbClr val="000000"/>
                </a:solidFill>
                <a:latin typeface="Josefin Sans Regular"/>
              </a:rPr>
              <a:t>của</a:t>
            </a:r>
            <a:r>
              <a:rPr lang="en-US" sz="3046" dirty="0">
                <a:solidFill>
                  <a:srgbClr val="000000"/>
                </a:solidFill>
                <a:latin typeface="Josefin Sans Regular"/>
              </a:rPr>
              <a:t> </a:t>
            </a:r>
            <a:r>
              <a:rPr lang="en-US" sz="3046" dirty="0" err="1">
                <a:solidFill>
                  <a:srgbClr val="000000"/>
                </a:solidFill>
                <a:latin typeface="Josefin Sans Regular"/>
              </a:rPr>
              <a:t>máy</a:t>
            </a:r>
            <a:r>
              <a:rPr lang="en-US" sz="3046" dirty="0">
                <a:solidFill>
                  <a:srgbClr val="000000"/>
                </a:solidFill>
                <a:latin typeface="Josefin Sans Regular"/>
              </a:rPr>
              <a:t> </a:t>
            </a:r>
            <a:r>
              <a:rPr lang="en-US" sz="3046" dirty="0" err="1">
                <a:solidFill>
                  <a:srgbClr val="000000"/>
                </a:solidFill>
                <a:latin typeface="Josefin Sans Regular"/>
              </a:rPr>
              <a:t>lạnh</a:t>
            </a:r>
            <a:r>
              <a:rPr lang="en-US" sz="3046" dirty="0">
                <a:solidFill>
                  <a:srgbClr val="000000"/>
                </a:solidFill>
                <a:latin typeface="Josefin Sans Regular"/>
              </a:rPr>
              <a:t> </a:t>
            </a:r>
            <a:r>
              <a:rPr lang="en-US" sz="3046" dirty="0" err="1">
                <a:solidFill>
                  <a:srgbClr val="000000"/>
                </a:solidFill>
                <a:latin typeface="Josefin Sans Regular"/>
              </a:rPr>
              <a:t>dựa</a:t>
            </a:r>
            <a:r>
              <a:rPr lang="en-US" sz="3046" dirty="0">
                <a:solidFill>
                  <a:srgbClr val="000000"/>
                </a:solidFill>
                <a:latin typeface="Josefin Sans Regular"/>
              </a:rPr>
              <a:t> </a:t>
            </a:r>
            <a:r>
              <a:rPr lang="en-US" sz="3046" dirty="0" err="1">
                <a:solidFill>
                  <a:srgbClr val="000000"/>
                </a:solidFill>
                <a:latin typeface="Josefin Sans Regular"/>
              </a:rPr>
              <a:t>theo</a:t>
            </a:r>
            <a:r>
              <a:rPr lang="en-US" sz="3046" dirty="0">
                <a:solidFill>
                  <a:srgbClr val="000000"/>
                </a:solidFill>
                <a:latin typeface="Josefin Sans Regular"/>
              </a:rPr>
              <a:t> </a:t>
            </a:r>
            <a:r>
              <a:rPr lang="en-US" sz="3046" dirty="0" err="1">
                <a:solidFill>
                  <a:srgbClr val="000000"/>
                </a:solidFill>
                <a:latin typeface="Josefin Sans Regular"/>
              </a:rPr>
              <a:t>kiến</a:t>
            </a:r>
            <a:r>
              <a:rPr lang="en-US" sz="3046" dirty="0">
                <a:solidFill>
                  <a:srgbClr val="000000"/>
                </a:solidFill>
                <a:latin typeface="Josefin Sans Regular"/>
              </a:rPr>
              <a:t> </a:t>
            </a:r>
            <a:r>
              <a:rPr lang="en-US" sz="3046" dirty="0" err="1">
                <a:solidFill>
                  <a:srgbClr val="000000"/>
                </a:solidFill>
                <a:latin typeface="Josefin Sans Regular"/>
              </a:rPr>
              <a:t>thức</a:t>
            </a:r>
            <a:r>
              <a:rPr lang="en-US" sz="3046" dirty="0">
                <a:solidFill>
                  <a:srgbClr val="000000"/>
                </a:solidFill>
                <a:latin typeface="Josefin Sans Regular"/>
              </a:rPr>
              <a:t> </a:t>
            </a:r>
            <a:r>
              <a:rPr lang="en-US" sz="3046" dirty="0" err="1">
                <a:solidFill>
                  <a:srgbClr val="000000"/>
                </a:solidFill>
                <a:latin typeface="Josefin Sans Regular"/>
              </a:rPr>
              <a:t>Vật</a:t>
            </a:r>
            <a:r>
              <a:rPr lang="en-US" sz="3046" dirty="0">
                <a:solidFill>
                  <a:srgbClr val="000000"/>
                </a:solidFill>
                <a:latin typeface="Josefin Sans Regular"/>
              </a:rPr>
              <a:t> </a:t>
            </a:r>
            <a:r>
              <a:rPr lang="en-US" sz="3046" dirty="0" err="1">
                <a:solidFill>
                  <a:srgbClr val="000000"/>
                </a:solidFill>
                <a:latin typeface="Josefin Sans Regular"/>
              </a:rPr>
              <a:t>Lý</a:t>
            </a:r>
            <a:r>
              <a:rPr lang="en-US" sz="3046" dirty="0">
                <a:solidFill>
                  <a:srgbClr val="000000"/>
                </a:solidFill>
                <a:latin typeface="Josefin Sans Regular"/>
              </a:rPr>
              <a:t> </a:t>
            </a:r>
            <a:r>
              <a:rPr lang="en-US" sz="3046" dirty="0" err="1">
                <a:solidFill>
                  <a:srgbClr val="000000"/>
                </a:solidFill>
                <a:latin typeface="Josefin Sans Regular"/>
              </a:rPr>
              <a:t>nào</a:t>
            </a:r>
            <a:r>
              <a:rPr lang="en-US" sz="3046" dirty="0">
                <a:solidFill>
                  <a:srgbClr val="000000"/>
                </a:solidFill>
                <a:latin typeface="Josefin Sans Regular"/>
              </a:rPr>
              <a:t>?</a:t>
            </a: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34210" y="7065265"/>
            <a:ext cx="6734175" cy="3362325"/>
          </a:xfrm>
          <a:prstGeom prst="rect">
            <a:avLst/>
          </a:prstGeom>
        </p:spPr>
      </p:pic>
      <p:pic>
        <p:nvPicPr>
          <p:cNvPr id="16" name="Picture 15"/>
          <p:cNvPicPr>
            <a:picLocks noChangeAspect="1"/>
          </p:cNvPicPr>
          <p:nvPr/>
        </p:nvPicPr>
        <p:blipFill>
          <a:blip r:embed="rId6"/>
          <a:stretch>
            <a:fillRect/>
          </a:stretch>
        </p:blipFill>
        <p:spPr>
          <a:xfrm>
            <a:off x="9678766" y="5133939"/>
            <a:ext cx="7974259" cy="4541914"/>
          </a:xfrm>
          <a:prstGeom prst="rect">
            <a:avLst/>
          </a:prstGeom>
        </p:spPr>
      </p:pic>
      <p:grpSp>
        <p:nvGrpSpPr>
          <p:cNvPr id="25" name="Group 24"/>
          <p:cNvGrpSpPr/>
          <p:nvPr/>
        </p:nvGrpSpPr>
        <p:grpSpPr>
          <a:xfrm>
            <a:off x="10855927" y="306000"/>
            <a:ext cx="1554550" cy="983618"/>
            <a:chOff x="10898518" y="301187"/>
            <a:chExt cx="1554550" cy="983618"/>
          </a:xfrm>
        </p:grpSpPr>
        <p:sp>
          <p:nvSpPr>
            <p:cNvPr id="20" name="Google Shape;12393;p70"/>
            <p:cNvSpPr/>
            <p:nvPr/>
          </p:nvSpPr>
          <p:spPr>
            <a:xfrm>
              <a:off x="10898518" y="301187"/>
              <a:ext cx="1554550" cy="983618"/>
            </a:xfrm>
            <a:custGeom>
              <a:avLst/>
              <a:gdLst/>
              <a:ahLst/>
              <a:cxnLst/>
              <a:rect l="l" t="t" r="r" b="b"/>
              <a:pathLst>
                <a:path w="4883" h="5186" extrusionOk="0">
                  <a:moveTo>
                    <a:pt x="2526" y="0"/>
                  </a:moveTo>
                  <a:cubicBezTo>
                    <a:pt x="1765" y="0"/>
                    <a:pt x="1017" y="368"/>
                    <a:pt x="560" y="1042"/>
                  </a:cubicBezTo>
                  <a:cubicBezTo>
                    <a:pt x="1" y="1875"/>
                    <a:pt x="24" y="2959"/>
                    <a:pt x="632" y="3768"/>
                  </a:cubicBezTo>
                  <a:lnTo>
                    <a:pt x="572" y="5006"/>
                  </a:lnTo>
                  <a:cubicBezTo>
                    <a:pt x="572" y="5066"/>
                    <a:pt x="608" y="5126"/>
                    <a:pt x="655" y="5149"/>
                  </a:cubicBezTo>
                  <a:cubicBezTo>
                    <a:pt x="679" y="5161"/>
                    <a:pt x="715" y="5185"/>
                    <a:pt x="739" y="5185"/>
                  </a:cubicBezTo>
                  <a:cubicBezTo>
                    <a:pt x="774" y="5185"/>
                    <a:pt x="786" y="5185"/>
                    <a:pt x="810" y="5161"/>
                  </a:cubicBezTo>
                  <a:lnTo>
                    <a:pt x="1929" y="4649"/>
                  </a:lnTo>
                  <a:cubicBezTo>
                    <a:pt x="2120" y="4685"/>
                    <a:pt x="2334" y="4721"/>
                    <a:pt x="2525" y="4721"/>
                  </a:cubicBezTo>
                  <a:cubicBezTo>
                    <a:pt x="3299" y="4721"/>
                    <a:pt x="4049" y="4328"/>
                    <a:pt x="4489" y="3673"/>
                  </a:cubicBezTo>
                  <a:cubicBezTo>
                    <a:pt x="4703" y="3363"/>
                    <a:pt x="4834" y="3006"/>
                    <a:pt x="4882" y="2637"/>
                  </a:cubicBezTo>
                  <a:cubicBezTo>
                    <a:pt x="4882" y="2518"/>
                    <a:pt x="4811" y="2447"/>
                    <a:pt x="4715" y="2423"/>
                  </a:cubicBezTo>
                  <a:cubicBezTo>
                    <a:pt x="4709" y="2422"/>
                    <a:pt x="4703" y="2422"/>
                    <a:pt x="4697" y="2422"/>
                  </a:cubicBezTo>
                  <a:cubicBezTo>
                    <a:pt x="4619" y="2422"/>
                    <a:pt x="4536" y="2489"/>
                    <a:pt x="4525" y="2578"/>
                  </a:cubicBezTo>
                  <a:cubicBezTo>
                    <a:pt x="4489" y="2899"/>
                    <a:pt x="4370" y="3197"/>
                    <a:pt x="4192" y="3471"/>
                  </a:cubicBezTo>
                  <a:cubicBezTo>
                    <a:pt x="3809" y="4040"/>
                    <a:pt x="3177" y="4368"/>
                    <a:pt x="2514" y="4368"/>
                  </a:cubicBezTo>
                  <a:cubicBezTo>
                    <a:pt x="2332" y="4368"/>
                    <a:pt x="2147" y="4343"/>
                    <a:pt x="1965" y="4292"/>
                  </a:cubicBezTo>
                  <a:cubicBezTo>
                    <a:pt x="1944" y="4281"/>
                    <a:pt x="1927" y="4275"/>
                    <a:pt x="1911" y="4275"/>
                  </a:cubicBezTo>
                  <a:cubicBezTo>
                    <a:pt x="1891" y="4275"/>
                    <a:pt x="1872" y="4284"/>
                    <a:pt x="1846" y="4304"/>
                  </a:cubicBezTo>
                  <a:lnTo>
                    <a:pt x="917" y="4733"/>
                  </a:lnTo>
                  <a:lnTo>
                    <a:pt x="965" y="3721"/>
                  </a:lnTo>
                  <a:cubicBezTo>
                    <a:pt x="965" y="3673"/>
                    <a:pt x="953" y="3649"/>
                    <a:pt x="929" y="3602"/>
                  </a:cubicBezTo>
                  <a:cubicBezTo>
                    <a:pt x="382" y="2923"/>
                    <a:pt x="358" y="1947"/>
                    <a:pt x="846" y="1220"/>
                  </a:cubicBezTo>
                  <a:cubicBezTo>
                    <a:pt x="1235" y="644"/>
                    <a:pt x="1873" y="327"/>
                    <a:pt x="2524" y="327"/>
                  </a:cubicBezTo>
                  <a:cubicBezTo>
                    <a:pt x="2909" y="327"/>
                    <a:pt x="3299" y="438"/>
                    <a:pt x="3644" y="673"/>
                  </a:cubicBezTo>
                  <a:cubicBezTo>
                    <a:pt x="4084" y="970"/>
                    <a:pt x="4406" y="1435"/>
                    <a:pt x="4501" y="1970"/>
                  </a:cubicBezTo>
                  <a:cubicBezTo>
                    <a:pt x="4523" y="2047"/>
                    <a:pt x="4594" y="2103"/>
                    <a:pt x="4679" y="2103"/>
                  </a:cubicBezTo>
                  <a:cubicBezTo>
                    <a:pt x="4687" y="2103"/>
                    <a:pt x="4695" y="2102"/>
                    <a:pt x="4703" y="2101"/>
                  </a:cubicBezTo>
                  <a:cubicBezTo>
                    <a:pt x="4787" y="2089"/>
                    <a:pt x="4846" y="1994"/>
                    <a:pt x="4834" y="1911"/>
                  </a:cubicBezTo>
                  <a:cubicBezTo>
                    <a:pt x="4715" y="1280"/>
                    <a:pt x="4358" y="744"/>
                    <a:pt x="3834" y="399"/>
                  </a:cubicBezTo>
                  <a:cubicBezTo>
                    <a:pt x="3432" y="129"/>
                    <a:pt x="2977" y="0"/>
                    <a:pt x="252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2396;p70"/>
            <p:cNvSpPr/>
            <p:nvPr/>
          </p:nvSpPr>
          <p:spPr>
            <a:xfrm>
              <a:off x="11477780" y="442997"/>
              <a:ext cx="497859" cy="431518"/>
            </a:xfrm>
            <a:custGeom>
              <a:avLst/>
              <a:gdLst/>
              <a:ahLst/>
              <a:cxnLst/>
              <a:rect l="l" t="t" r="r" b="b"/>
              <a:pathLst>
                <a:path w="1418" h="2054" extrusionOk="0">
                  <a:moveTo>
                    <a:pt x="664" y="1"/>
                  </a:moveTo>
                  <a:cubicBezTo>
                    <a:pt x="396" y="1"/>
                    <a:pt x="158" y="171"/>
                    <a:pt x="49" y="422"/>
                  </a:cubicBezTo>
                  <a:cubicBezTo>
                    <a:pt x="1" y="505"/>
                    <a:pt x="49" y="612"/>
                    <a:pt x="132" y="648"/>
                  </a:cubicBezTo>
                  <a:cubicBezTo>
                    <a:pt x="156" y="657"/>
                    <a:pt x="181" y="662"/>
                    <a:pt x="204" y="662"/>
                  </a:cubicBezTo>
                  <a:cubicBezTo>
                    <a:pt x="272" y="662"/>
                    <a:pt x="332" y="624"/>
                    <a:pt x="358" y="553"/>
                  </a:cubicBezTo>
                  <a:cubicBezTo>
                    <a:pt x="412" y="436"/>
                    <a:pt x="532" y="347"/>
                    <a:pt x="668" y="347"/>
                  </a:cubicBezTo>
                  <a:cubicBezTo>
                    <a:pt x="683" y="347"/>
                    <a:pt x="699" y="348"/>
                    <a:pt x="715" y="351"/>
                  </a:cubicBezTo>
                  <a:cubicBezTo>
                    <a:pt x="894" y="362"/>
                    <a:pt x="1037" y="505"/>
                    <a:pt x="1049" y="684"/>
                  </a:cubicBezTo>
                  <a:cubicBezTo>
                    <a:pt x="1049" y="767"/>
                    <a:pt x="1037" y="851"/>
                    <a:pt x="1001" y="910"/>
                  </a:cubicBezTo>
                  <a:cubicBezTo>
                    <a:pt x="953" y="982"/>
                    <a:pt x="882" y="1029"/>
                    <a:pt x="799" y="1065"/>
                  </a:cubicBezTo>
                  <a:cubicBezTo>
                    <a:pt x="561" y="1136"/>
                    <a:pt x="406" y="1208"/>
                    <a:pt x="406" y="1374"/>
                  </a:cubicBezTo>
                  <a:lnTo>
                    <a:pt x="406" y="1898"/>
                  </a:lnTo>
                  <a:cubicBezTo>
                    <a:pt x="406" y="1982"/>
                    <a:pt x="477" y="2053"/>
                    <a:pt x="561" y="2053"/>
                  </a:cubicBezTo>
                  <a:cubicBezTo>
                    <a:pt x="656" y="2053"/>
                    <a:pt x="727" y="1982"/>
                    <a:pt x="727" y="1898"/>
                  </a:cubicBezTo>
                  <a:lnTo>
                    <a:pt x="727" y="1446"/>
                  </a:lnTo>
                  <a:cubicBezTo>
                    <a:pt x="763" y="1434"/>
                    <a:pt x="799" y="1422"/>
                    <a:pt x="882" y="1386"/>
                  </a:cubicBezTo>
                  <a:cubicBezTo>
                    <a:pt x="1037" y="1339"/>
                    <a:pt x="1180" y="1243"/>
                    <a:pt x="1263" y="1101"/>
                  </a:cubicBezTo>
                  <a:cubicBezTo>
                    <a:pt x="1370" y="958"/>
                    <a:pt x="1418" y="803"/>
                    <a:pt x="1394" y="660"/>
                  </a:cubicBezTo>
                  <a:cubicBezTo>
                    <a:pt x="1370" y="315"/>
                    <a:pt x="1096" y="29"/>
                    <a:pt x="739" y="5"/>
                  </a:cubicBezTo>
                  <a:cubicBezTo>
                    <a:pt x="714" y="2"/>
                    <a:pt x="689" y="1"/>
                    <a:pt x="66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2397;p70"/>
            <p:cNvSpPr/>
            <p:nvPr/>
          </p:nvSpPr>
          <p:spPr>
            <a:xfrm>
              <a:off x="11616788" y="905616"/>
              <a:ext cx="118011" cy="111667"/>
            </a:xfrm>
            <a:custGeom>
              <a:avLst/>
              <a:gdLst/>
              <a:ahLst/>
              <a:cxnLst/>
              <a:rect l="l" t="t" r="r" b="b"/>
              <a:pathLst>
                <a:path w="453" h="454" extrusionOk="0">
                  <a:moveTo>
                    <a:pt x="226" y="1"/>
                  </a:moveTo>
                  <a:cubicBezTo>
                    <a:pt x="107" y="1"/>
                    <a:pt x="0" y="108"/>
                    <a:pt x="0" y="227"/>
                  </a:cubicBezTo>
                  <a:cubicBezTo>
                    <a:pt x="0" y="346"/>
                    <a:pt x="107" y="453"/>
                    <a:pt x="226" y="453"/>
                  </a:cubicBezTo>
                  <a:cubicBezTo>
                    <a:pt x="345" y="453"/>
                    <a:pt x="453" y="346"/>
                    <a:pt x="453" y="227"/>
                  </a:cubicBezTo>
                  <a:cubicBezTo>
                    <a:pt x="453" y="108"/>
                    <a:pt x="345" y="1"/>
                    <a:pt x="22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50" name="Picture 49"/>
          <p:cNvPicPr>
            <a:picLocks noChangeAspect="1"/>
          </p:cNvPicPr>
          <p:nvPr/>
        </p:nvPicPr>
        <p:blipFill>
          <a:blip r:embed="rId3"/>
          <a:stretch>
            <a:fillRect/>
          </a:stretch>
        </p:blipFill>
        <p:spPr>
          <a:xfrm>
            <a:off x="-52916" y="-876300"/>
            <a:ext cx="18440399" cy="11430000"/>
          </a:xfrm>
          <a:prstGeom prst="rect">
            <a:avLst/>
          </a:prstGeom>
        </p:spPr>
      </p:pic>
      <p:grpSp>
        <p:nvGrpSpPr>
          <p:cNvPr id="2" name="Group 2"/>
          <p:cNvGrpSpPr/>
          <p:nvPr/>
        </p:nvGrpSpPr>
        <p:grpSpPr>
          <a:xfrm>
            <a:off x="6246328" y="4818041"/>
            <a:ext cx="7532938" cy="5140952"/>
            <a:chOff x="0" y="0"/>
            <a:chExt cx="7518017" cy="5130769"/>
          </a:xfrm>
        </p:grpSpPr>
        <p:sp>
          <p:nvSpPr>
            <p:cNvPr id="3" name="Freeform 3"/>
            <p:cNvSpPr/>
            <p:nvPr/>
          </p:nvSpPr>
          <p:spPr>
            <a:xfrm>
              <a:off x="57150" y="58420"/>
              <a:ext cx="7448167" cy="5059649"/>
            </a:xfrm>
            <a:custGeom>
              <a:avLst/>
              <a:gdLst/>
              <a:ahLst/>
              <a:cxnLst/>
              <a:rect l="l" t="t" r="r" b="b"/>
              <a:pathLst>
                <a:path w="7448167" h="5059649">
                  <a:moveTo>
                    <a:pt x="7363077" y="5029169"/>
                  </a:moveTo>
                  <a:lnTo>
                    <a:pt x="0" y="5029169"/>
                  </a:lnTo>
                  <a:cubicBezTo>
                    <a:pt x="5080" y="5046949"/>
                    <a:pt x="21590" y="5059649"/>
                    <a:pt x="40640" y="5059649"/>
                  </a:cubicBezTo>
                  <a:lnTo>
                    <a:pt x="7404988" y="5059649"/>
                  </a:lnTo>
                  <a:cubicBezTo>
                    <a:pt x="7429117" y="5059649"/>
                    <a:pt x="7448167" y="5040599"/>
                    <a:pt x="7448167" y="5016469"/>
                  </a:cubicBezTo>
                  <a:lnTo>
                    <a:pt x="7448167" y="40640"/>
                  </a:lnTo>
                  <a:cubicBezTo>
                    <a:pt x="7448167" y="21590"/>
                    <a:pt x="7435467" y="6350"/>
                    <a:pt x="7418957" y="0"/>
                  </a:cubicBezTo>
                  <a:lnTo>
                    <a:pt x="7418957" y="4973289"/>
                  </a:lnTo>
                  <a:cubicBezTo>
                    <a:pt x="7418957" y="5003769"/>
                    <a:pt x="7393557" y="5029169"/>
                    <a:pt x="7363077" y="5029169"/>
                  </a:cubicBezTo>
                  <a:close/>
                </a:path>
              </a:pathLst>
            </a:custGeom>
          </p:spPr>
          <p:style>
            <a:lnRef idx="2">
              <a:schemeClr val="accent6"/>
            </a:lnRef>
            <a:fillRef idx="1">
              <a:schemeClr val="lt1"/>
            </a:fillRef>
            <a:effectRef idx="0">
              <a:schemeClr val="accent6"/>
            </a:effectRef>
            <a:fontRef idx="minor">
              <a:schemeClr val="dk1"/>
            </a:fontRef>
          </p:style>
        </p:sp>
        <p:sp>
          <p:nvSpPr>
            <p:cNvPr id="4" name="Freeform 4"/>
            <p:cNvSpPr/>
            <p:nvPr/>
          </p:nvSpPr>
          <p:spPr>
            <a:xfrm>
              <a:off x="12700" y="12700"/>
              <a:ext cx="7450707" cy="5062189"/>
            </a:xfrm>
            <a:custGeom>
              <a:avLst/>
              <a:gdLst/>
              <a:ahLst/>
              <a:cxnLst/>
              <a:rect l="l" t="t" r="r" b="b"/>
              <a:pathLst>
                <a:path w="7450707" h="5062189">
                  <a:moveTo>
                    <a:pt x="43180" y="5062189"/>
                  </a:moveTo>
                  <a:lnTo>
                    <a:pt x="7407527" y="5062189"/>
                  </a:lnTo>
                  <a:cubicBezTo>
                    <a:pt x="7431657" y="5062189"/>
                    <a:pt x="7450707" y="5043139"/>
                    <a:pt x="7450707" y="5019009"/>
                  </a:cubicBezTo>
                  <a:lnTo>
                    <a:pt x="7450707" y="43180"/>
                  </a:lnTo>
                  <a:cubicBezTo>
                    <a:pt x="7450707" y="19050"/>
                    <a:pt x="7431657" y="0"/>
                    <a:pt x="7407527" y="0"/>
                  </a:cubicBezTo>
                  <a:lnTo>
                    <a:pt x="43180" y="0"/>
                  </a:lnTo>
                  <a:cubicBezTo>
                    <a:pt x="19050" y="0"/>
                    <a:pt x="0" y="19050"/>
                    <a:pt x="0" y="43180"/>
                  </a:cubicBezTo>
                  <a:lnTo>
                    <a:pt x="0" y="5019009"/>
                  </a:lnTo>
                  <a:cubicBezTo>
                    <a:pt x="0" y="5043139"/>
                    <a:pt x="19050" y="5062189"/>
                    <a:pt x="43180" y="5062189"/>
                  </a:cubicBezTo>
                  <a:close/>
                </a:path>
              </a:pathLst>
            </a:custGeom>
          </p:spPr>
          <p:style>
            <a:lnRef idx="2">
              <a:schemeClr val="accent6"/>
            </a:lnRef>
            <a:fillRef idx="1">
              <a:schemeClr val="lt1"/>
            </a:fillRef>
            <a:effectRef idx="0">
              <a:schemeClr val="accent6"/>
            </a:effectRef>
            <a:fontRef idx="minor">
              <a:schemeClr val="dk1"/>
            </a:fontRef>
          </p:style>
        </p:sp>
        <p:sp>
          <p:nvSpPr>
            <p:cNvPr id="5" name="Freeform 5"/>
            <p:cNvSpPr/>
            <p:nvPr/>
          </p:nvSpPr>
          <p:spPr>
            <a:xfrm>
              <a:off x="0" y="0"/>
              <a:ext cx="7518017" cy="5130769"/>
            </a:xfrm>
            <a:custGeom>
              <a:avLst/>
              <a:gdLst/>
              <a:ahLst/>
              <a:cxnLst/>
              <a:rect l="l" t="t" r="r" b="b"/>
              <a:pathLst>
                <a:path w="7518017" h="5130769">
                  <a:moveTo>
                    <a:pt x="7474837" y="44450"/>
                  </a:moveTo>
                  <a:cubicBezTo>
                    <a:pt x="7469757" y="19050"/>
                    <a:pt x="7446897" y="0"/>
                    <a:pt x="7420227" y="0"/>
                  </a:cubicBezTo>
                  <a:lnTo>
                    <a:pt x="55880" y="0"/>
                  </a:lnTo>
                  <a:cubicBezTo>
                    <a:pt x="25400" y="0"/>
                    <a:pt x="0" y="25400"/>
                    <a:pt x="0" y="55880"/>
                  </a:cubicBezTo>
                  <a:lnTo>
                    <a:pt x="0" y="5031709"/>
                  </a:lnTo>
                  <a:cubicBezTo>
                    <a:pt x="0" y="5058379"/>
                    <a:pt x="17780" y="5079969"/>
                    <a:pt x="43180" y="5086319"/>
                  </a:cubicBezTo>
                  <a:cubicBezTo>
                    <a:pt x="48260" y="5111719"/>
                    <a:pt x="71120" y="5130769"/>
                    <a:pt x="97790" y="5130769"/>
                  </a:cubicBezTo>
                  <a:lnTo>
                    <a:pt x="7462138" y="5130769"/>
                  </a:lnTo>
                  <a:cubicBezTo>
                    <a:pt x="7492617" y="5130769"/>
                    <a:pt x="7518017" y="5105369"/>
                    <a:pt x="7518017" y="5074889"/>
                  </a:cubicBezTo>
                  <a:lnTo>
                    <a:pt x="7518017" y="99060"/>
                  </a:lnTo>
                  <a:cubicBezTo>
                    <a:pt x="7518017" y="72390"/>
                    <a:pt x="7500237" y="50800"/>
                    <a:pt x="7474837" y="44450"/>
                  </a:cubicBezTo>
                  <a:close/>
                  <a:moveTo>
                    <a:pt x="12700" y="5031709"/>
                  </a:moveTo>
                  <a:lnTo>
                    <a:pt x="12700" y="55880"/>
                  </a:lnTo>
                  <a:cubicBezTo>
                    <a:pt x="12700" y="31750"/>
                    <a:pt x="31750" y="12700"/>
                    <a:pt x="55880" y="12700"/>
                  </a:cubicBezTo>
                  <a:lnTo>
                    <a:pt x="7420227" y="12700"/>
                  </a:lnTo>
                  <a:cubicBezTo>
                    <a:pt x="7444357" y="12700"/>
                    <a:pt x="7463407" y="31750"/>
                    <a:pt x="7463407" y="55880"/>
                  </a:cubicBezTo>
                  <a:lnTo>
                    <a:pt x="7463407" y="5031709"/>
                  </a:lnTo>
                  <a:cubicBezTo>
                    <a:pt x="7463407" y="5055839"/>
                    <a:pt x="7444357" y="5074889"/>
                    <a:pt x="7420227" y="5074889"/>
                  </a:cubicBezTo>
                  <a:lnTo>
                    <a:pt x="55880" y="5074889"/>
                  </a:lnTo>
                  <a:cubicBezTo>
                    <a:pt x="31750" y="5074889"/>
                    <a:pt x="12700" y="5055839"/>
                    <a:pt x="12700" y="5031709"/>
                  </a:cubicBezTo>
                  <a:close/>
                  <a:moveTo>
                    <a:pt x="7505317" y="5074889"/>
                  </a:moveTo>
                  <a:cubicBezTo>
                    <a:pt x="7505317" y="5099019"/>
                    <a:pt x="7486267" y="5118069"/>
                    <a:pt x="7462138" y="5118069"/>
                  </a:cubicBezTo>
                  <a:lnTo>
                    <a:pt x="97790" y="5118069"/>
                  </a:lnTo>
                  <a:cubicBezTo>
                    <a:pt x="78740" y="5118069"/>
                    <a:pt x="62230" y="5105369"/>
                    <a:pt x="57150" y="5087589"/>
                  </a:cubicBezTo>
                  <a:lnTo>
                    <a:pt x="7420227" y="5087589"/>
                  </a:lnTo>
                  <a:cubicBezTo>
                    <a:pt x="7450707" y="5087589"/>
                    <a:pt x="7476107" y="5062189"/>
                    <a:pt x="7476107" y="5031709"/>
                  </a:cubicBezTo>
                  <a:lnTo>
                    <a:pt x="7476107" y="58420"/>
                  </a:lnTo>
                  <a:cubicBezTo>
                    <a:pt x="7492617" y="64770"/>
                    <a:pt x="7505317" y="80010"/>
                    <a:pt x="7505317" y="99060"/>
                  </a:cubicBezTo>
                  <a:lnTo>
                    <a:pt x="7505317" y="5074889"/>
                  </a:lnTo>
                  <a:close/>
                </a:path>
              </a:pathLst>
            </a:custGeom>
          </p:spPr>
          <p:style>
            <a:lnRef idx="2">
              <a:schemeClr val="accent6"/>
            </a:lnRef>
            <a:fillRef idx="1">
              <a:schemeClr val="lt1"/>
            </a:fillRef>
            <a:effectRef idx="0">
              <a:schemeClr val="accent6"/>
            </a:effectRef>
            <a:fontRef idx="minor">
              <a:schemeClr val="dk1"/>
            </a:fontRef>
          </p:style>
        </p:sp>
      </p:grpSp>
      <p:grpSp>
        <p:nvGrpSpPr>
          <p:cNvPr id="6" name="Group 6"/>
          <p:cNvGrpSpPr/>
          <p:nvPr/>
        </p:nvGrpSpPr>
        <p:grpSpPr>
          <a:xfrm>
            <a:off x="6262363" y="3746884"/>
            <a:ext cx="7532938" cy="1100425"/>
            <a:chOff x="0" y="0"/>
            <a:chExt cx="9943862" cy="1452617"/>
          </a:xfrm>
        </p:grpSpPr>
        <p:sp>
          <p:nvSpPr>
            <p:cNvPr id="7" name="Freeform 7"/>
            <p:cNvSpPr/>
            <p:nvPr/>
          </p:nvSpPr>
          <p:spPr>
            <a:xfrm>
              <a:off x="57150" y="58420"/>
              <a:ext cx="9874012" cy="1381497"/>
            </a:xfrm>
            <a:custGeom>
              <a:avLst/>
              <a:gdLst/>
              <a:ahLst/>
              <a:cxnLst/>
              <a:rect l="l" t="t" r="r" b="b"/>
              <a:pathLst>
                <a:path w="9874012" h="1381497">
                  <a:moveTo>
                    <a:pt x="9788922" y="1351017"/>
                  </a:moveTo>
                  <a:lnTo>
                    <a:pt x="0" y="1351017"/>
                  </a:lnTo>
                  <a:cubicBezTo>
                    <a:pt x="5080" y="1368797"/>
                    <a:pt x="21590" y="1381497"/>
                    <a:pt x="40640" y="1381497"/>
                  </a:cubicBezTo>
                  <a:lnTo>
                    <a:pt x="9830832" y="1381497"/>
                  </a:lnTo>
                  <a:cubicBezTo>
                    <a:pt x="9854962" y="1381497"/>
                    <a:pt x="9874012" y="1362447"/>
                    <a:pt x="9874012" y="1338317"/>
                  </a:cubicBezTo>
                  <a:lnTo>
                    <a:pt x="9874012" y="40640"/>
                  </a:lnTo>
                  <a:cubicBezTo>
                    <a:pt x="9874012" y="21590"/>
                    <a:pt x="9861312" y="6350"/>
                    <a:pt x="9844801" y="0"/>
                  </a:cubicBezTo>
                  <a:lnTo>
                    <a:pt x="9844801" y="1295137"/>
                  </a:lnTo>
                  <a:cubicBezTo>
                    <a:pt x="9844801" y="1325617"/>
                    <a:pt x="9819401" y="1351017"/>
                    <a:pt x="9788922" y="1351017"/>
                  </a:cubicBezTo>
                  <a:close/>
                </a:path>
              </a:pathLst>
            </a:custGeom>
          </p:spPr>
          <p:style>
            <a:lnRef idx="2">
              <a:schemeClr val="accent6"/>
            </a:lnRef>
            <a:fillRef idx="1">
              <a:schemeClr val="lt1"/>
            </a:fillRef>
            <a:effectRef idx="0">
              <a:schemeClr val="accent6"/>
            </a:effectRef>
            <a:fontRef idx="minor">
              <a:schemeClr val="dk1"/>
            </a:fontRef>
          </p:style>
        </p:sp>
        <p:sp>
          <p:nvSpPr>
            <p:cNvPr id="8" name="Freeform 8"/>
            <p:cNvSpPr/>
            <p:nvPr/>
          </p:nvSpPr>
          <p:spPr>
            <a:xfrm>
              <a:off x="12700" y="12700"/>
              <a:ext cx="9876551" cy="1384037"/>
            </a:xfrm>
            <a:custGeom>
              <a:avLst/>
              <a:gdLst/>
              <a:ahLst/>
              <a:cxnLst/>
              <a:rect l="l" t="t" r="r" b="b"/>
              <a:pathLst>
                <a:path w="9876551" h="1384037">
                  <a:moveTo>
                    <a:pt x="43180" y="1384037"/>
                  </a:moveTo>
                  <a:lnTo>
                    <a:pt x="9833372" y="1384037"/>
                  </a:lnTo>
                  <a:cubicBezTo>
                    <a:pt x="9857501" y="1384037"/>
                    <a:pt x="9876551" y="1364987"/>
                    <a:pt x="9876551" y="1340857"/>
                  </a:cubicBezTo>
                  <a:lnTo>
                    <a:pt x="9876551" y="43180"/>
                  </a:lnTo>
                  <a:cubicBezTo>
                    <a:pt x="9876551" y="19050"/>
                    <a:pt x="9857501" y="0"/>
                    <a:pt x="9833372" y="0"/>
                  </a:cubicBezTo>
                  <a:lnTo>
                    <a:pt x="43180" y="0"/>
                  </a:lnTo>
                  <a:cubicBezTo>
                    <a:pt x="19050" y="0"/>
                    <a:pt x="0" y="19050"/>
                    <a:pt x="0" y="43180"/>
                  </a:cubicBezTo>
                  <a:lnTo>
                    <a:pt x="0" y="1340857"/>
                  </a:lnTo>
                  <a:cubicBezTo>
                    <a:pt x="0" y="1364987"/>
                    <a:pt x="19050" y="1384037"/>
                    <a:pt x="43180" y="1384037"/>
                  </a:cubicBezTo>
                  <a:close/>
                </a:path>
              </a:pathLst>
            </a:custGeom>
          </p:spPr>
          <p:style>
            <a:lnRef idx="2">
              <a:schemeClr val="accent6"/>
            </a:lnRef>
            <a:fillRef idx="1">
              <a:schemeClr val="lt1"/>
            </a:fillRef>
            <a:effectRef idx="0">
              <a:schemeClr val="accent6"/>
            </a:effectRef>
            <a:fontRef idx="minor">
              <a:schemeClr val="dk1"/>
            </a:fontRef>
          </p:style>
        </p:sp>
        <p:sp>
          <p:nvSpPr>
            <p:cNvPr id="9" name="Freeform 9"/>
            <p:cNvSpPr/>
            <p:nvPr/>
          </p:nvSpPr>
          <p:spPr>
            <a:xfrm>
              <a:off x="0" y="0"/>
              <a:ext cx="9943862" cy="1452617"/>
            </a:xfrm>
            <a:custGeom>
              <a:avLst/>
              <a:gdLst/>
              <a:ahLst/>
              <a:cxnLst/>
              <a:rect l="l" t="t" r="r" b="b"/>
              <a:pathLst>
                <a:path w="9943862" h="1452617">
                  <a:moveTo>
                    <a:pt x="9900682" y="44450"/>
                  </a:moveTo>
                  <a:cubicBezTo>
                    <a:pt x="9895601" y="19050"/>
                    <a:pt x="9872742" y="0"/>
                    <a:pt x="9846072"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9887982" y="1452617"/>
                  </a:lnTo>
                  <a:cubicBezTo>
                    <a:pt x="9918462" y="1452617"/>
                    <a:pt x="9943862" y="1427217"/>
                    <a:pt x="9943862" y="1396737"/>
                  </a:cubicBezTo>
                  <a:lnTo>
                    <a:pt x="9943862" y="99060"/>
                  </a:lnTo>
                  <a:cubicBezTo>
                    <a:pt x="9943862" y="72390"/>
                    <a:pt x="9926082" y="50800"/>
                    <a:pt x="9900682" y="44450"/>
                  </a:cubicBezTo>
                  <a:close/>
                  <a:moveTo>
                    <a:pt x="12700" y="1353557"/>
                  </a:moveTo>
                  <a:lnTo>
                    <a:pt x="12700" y="55880"/>
                  </a:lnTo>
                  <a:cubicBezTo>
                    <a:pt x="12700" y="31750"/>
                    <a:pt x="31750" y="12700"/>
                    <a:pt x="55880" y="12700"/>
                  </a:cubicBezTo>
                  <a:lnTo>
                    <a:pt x="9846072" y="12700"/>
                  </a:lnTo>
                  <a:cubicBezTo>
                    <a:pt x="9870201" y="12700"/>
                    <a:pt x="9889251" y="31750"/>
                    <a:pt x="9889251" y="55880"/>
                  </a:cubicBezTo>
                  <a:lnTo>
                    <a:pt x="9889251" y="1353557"/>
                  </a:lnTo>
                  <a:cubicBezTo>
                    <a:pt x="9889251" y="1377687"/>
                    <a:pt x="9870201" y="1396737"/>
                    <a:pt x="9846072" y="1396737"/>
                  </a:cubicBezTo>
                  <a:lnTo>
                    <a:pt x="55880" y="1396737"/>
                  </a:lnTo>
                  <a:cubicBezTo>
                    <a:pt x="31750" y="1396737"/>
                    <a:pt x="12700" y="1377687"/>
                    <a:pt x="12700" y="1353557"/>
                  </a:cubicBezTo>
                  <a:close/>
                  <a:moveTo>
                    <a:pt x="9931162" y="1396737"/>
                  </a:moveTo>
                  <a:cubicBezTo>
                    <a:pt x="9931162" y="1420867"/>
                    <a:pt x="9912112" y="1439917"/>
                    <a:pt x="9887982" y="1439917"/>
                  </a:cubicBezTo>
                  <a:lnTo>
                    <a:pt x="97790" y="1439917"/>
                  </a:lnTo>
                  <a:cubicBezTo>
                    <a:pt x="78740" y="1439917"/>
                    <a:pt x="62230" y="1427217"/>
                    <a:pt x="57150" y="1409437"/>
                  </a:cubicBezTo>
                  <a:lnTo>
                    <a:pt x="9846072" y="1409437"/>
                  </a:lnTo>
                  <a:cubicBezTo>
                    <a:pt x="9876551" y="1409437"/>
                    <a:pt x="9901951" y="1384037"/>
                    <a:pt x="9901951" y="1353557"/>
                  </a:cubicBezTo>
                  <a:lnTo>
                    <a:pt x="9901951" y="58420"/>
                  </a:lnTo>
                  <a:cubicBezTo>
                    <a:pt x="9918462" y="64770"/>
                    <a:pt x="9931162" y="80010"/>
                    <a:pt x="9931162" y="99060"/>
                  </a:cubicBezTo>
                  <a:lnTo>
                    <a:pt x="9931162" y="1396737"/>
                  </a:lnTo>
                  <a:close/>
                </a:path>
              </a:pathLst>
            </a:custGeom>
          </p:spPr>
          <p:style>
            <a:lnRef idx="2">
              <a:schemeClr val="accent6"/>
            </a:lnRef>
            <a:fillRef idx="1">
              <a:schemeClr val="lt1"/>
            </a:fillRef>
            <a:effectRef idx="0">
              <a:schemeClr val="accent6"/>
            </a:effectRef>
            <a:fontRef idx="minor">
              <a:schemeClr val="dk1"/>
            </a:fontRef>
          </p:style>
        </p:sp>
      </p:grpSp>
      <p:grpSp>
        <p:nvGrpSpPr>
          <p:cNvPr id="10" name="Group 10"/>
          <p:cNvGrpSpPr/>
          <p:nvPr/>
        </p:nvGrpSpPr>
        <p:grpSpPr>
          <a:xfrm>
            <a:off x="6761459" y="4103268"/>
            <a:ext cx="301129" cy="301129"/>
            <a:chOff x="0" y="0"/>
            <a:chExt cx="812800" cy="812800"/>
          </a:xfrm>
        </p:grpSpPr>
        <p:sp>
          <p:nvSpPr>
            <p:cNvPr id="11" name="Freeform 11"/>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9E5E"/>
            </a:solidFill>
          </p:spPr>
        </p:sp>
        <p:sp>
          <p:nvSpPr>
            <p:cNvPr id="12" name="TextBox 12"/>
            <p:cNvSpPr txBox="1"/>
            <p:nvPr/>
          </p:nvSpPr>
          <p:spPr>
            <a:xfrm>
              <a:off x="76200" y="19050"/>
              <a:ext cx="660400" cy="717550"/>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234453" y="2905740"/>
            <a:ext cx="5985866" cy="4085133"/>
            <a:chOff x="0" y="0"/>
            <a:chExt cx="7518017" cy="5130769"/>
          </a:xfrm>
        </p:grpSpPr>
        <p:sp>
          <p:nvSpPr>
            <p:cNvPr id="14" name="Freeform 14"/>
            <p:cNvSpPr/>
            <p:nvPr/>
          </p:nvSpPr>
          <p:spPr>
            <a:xfrm>
              <a:off x="57150" y="58420"/>
              <a:ext cx="7448167" cy="5059649"/>
            </a:xfrm>
            <a:custGeom>
              <a:avLst/>
              <a:gdLst/>
              <a:ahLst/>
              <a:cxnLst/>
              <a:rect l="l" t="t" r="r" b="b"/>
              <a:pathLst>
                <a:path w="7448167" h="5059649">
                  <a:moveTo>
                    <a:pt x="7363077" y="5029169"/>
                  </a:moveTo>
                  <a:lnTo>
                    <a:pt x="0" y="5029169"/>
                  </a:lnTo>
                  <a:cubicBezTo>
                    <a:pt x="5080" y="5046949"/>
                    <a:pt x="21590" y="5059649"/>
                    <a:pt x="40640" y="5059649"/>
                  </a:cubicBezTo>
                  <a:lnTo>
                    <a:pt x="7404988" y="5059649"/>
                  </a:lnTo>
                  <a:cubicBezTo>
                    <a:pt x="7429117" y="5059649"/>
                    <a:pt x="7448167" y="5040599"/>
                    <a:pt x="7448167" y="5016469"/>
                  </a:cubicBezTo>
                  <a:lnTo>
                    <a:pt x="7448167" y="40640"/>
                  </a:lnTo>
                  <a:cubicBezTo>
                    <a:pt x="7448167" y="21590"/>
                    <a:pt x="7435467" y="6350"/>
                    <a:pt x="7418957" y="0"/>
                  </a:cubicBezTo>
                  <a:lnTo>
                    <a:pt x="7418957" y="4973289"/>
                  </a:lnTo>
                  <a:cubicBezTo>
                    <a:pt x="7418957" y="5003769"/>
                    <a:pt x="7393557" y="5029169"/>
                    <a:pt x="7363077" y="5029169"/>
                  </a:cubicBezTo>
                  <a:close/>
                </a:path>
              </a:pathLst>
            </a:custGeom>
          </p:spPr>
          <p:style>
            <a:lnRef idx="2">
              <a:schemeClr val="accent1"/>
            </a:lnRef>
            <a:fillRef idx="1">
              <a:schemeClr val="lt1"/>
            </a:fillRef>
            <a:effectRef idx="0">
              <a:schemeClr val="accent1"/>
            </a:effectRef>
            <a:fontRef idx="minor">
              <a:schemeClr val="dk1"/>
            </a:fontRef>
          </p:style>
        </p:sp>
        <p:sp>
          <p:nvSpPr>
            <p:cNvPr id="15" name="Freeform 15"/>
            <p:cNvSpPr/>
            <p:nvPr/>
          </p:nvSpPr>
          <p:spPr>
            <a:xfrm>
              <a:off x="12700" y="12700"/>
              <a:ext cx="7450707" cy="5062189"/>
            </a:xfrm>
            <a:custGeom>
              <a:avLst/>
              <a:gdLst/>
              <a:ahLst/>
              <a:cxnLst/>
              <a:rect l="l" t="t" r="r" b="b"/>
              <a:pathLst>
                <a:path w="7450707" h="5062189">
                  <a:moveTo>
                    <a:pt x="43180" y="5062189"/>
                  </a:moveTo>
                  <a:lnTo>
                    <a:pt x="7407527" y="5062189"/>
                  </a:lnTo>
                  <a:cubicBezTo>
                    <a:pt x="7431657" y="5062189"/>
                    <a:pt x="7450707" y="5043139"/>
                    <a:pt x="7450707" y="5019009"/>
                  </a:cubicBezTo>
                  <a:lnTo>
                    <a:pt x="7450707" y="43180"/>
                  </a:lnTo>
                  <a:cubicBezTo>
                    <a:pt x="7450707" y="19050"/>
                    <a:pt x="7431657" y="0"/>
                    <a:pt x="7407527" y="0"/>
                  </a:cubicBezTo>
                  <a:lnTo>
                    <a:pt x="43180" y="0"/>
                  </a:lnTo>
                  <a:cubicBezTo>
                    <a:pt x="19050" y="0"/>
                    <a:pt x="0" y="19050"/>
                    <a:pt x="0" y="43180"/>
                  </a:cubicBezTo>
                  <a:lnTo>
                    <a:pt x="0" y="5019009"/>
                  </a:lnTo>
                  <a:cubicBezTo>
                    <a:pt x="0" y="5043139"/>
                    <a:pt x="19050" y="5062189"/>
                    <a:pt x="43180" y="5062189"/>
                  </a:cubicBezTo>
                  <a:close/>
                </a:path>
              </a:pathLst>
            </a:custGeom>
          </p:spPr>
          <p:style>
            <a:lnRef idx="2">
              <a:schemeClr val="accent1"/>
            </a:lnRef>
            <a:fillRef idx="1">
              <a:schemeClr val="lt1"/>
            </a:fillRef>
            <a:effectRef idx="0">
              <a:schemeClr val="accent1"/>
            </a:effectRef>
            <a:fontRef idx="minor">
              <a:schemeClr val="dk1"/>
            </a:fontRef>
          </p:style>
        </p:sp>
        <p:sp>
          <p:nvSpPr>
            <p:cNvPr id="16" name="Freeform 16"/>
            <p:cNvSpPr/>
            <p:nvPr/>
          </p:nvSpPr>
          <p:spPr>
            <a:xfrm>
              <a:off x="0" y="0"/>
              <a:ext cx="7518017" cy="5130769"/>
            </a:xfrm>
            <a:custGeom>
              <a:avLst/>
              <a:gdLst/>
              <a:ahLst/>
              <a:cxnLst/>
              <a:rect l="l" t="t" r="r" b="b"/>
              <a:pathLst>
                <a:path w="7518017" h="5130769">
                  <a:moveTo>
                    <a:pt x="7474837" y="44450"/>
                  </a:moveTo>
                  <a:cubicBezTo>
                    <a:pt x="7469757" y="19050"/>
                    <a:pt x="7446897" y="0"/>
                    <a:pt x="7420227" y="0"/>
                  </a:cubicBezTo>
                  <a:lnTo>
                    <a:pt x="55880" y="0"/>
                  </a:lnTo>
                  <a:cubicBezTo>
                    <a:pt x="25400" y="0"/>
                    <a:pt x="0" y="25400"/>
                    <a:pt x="0" y="55880"/>
                  </a:cubicBezTo>
                  <a:lnTo>
                    <a:pt x="0" y="5031709"/>
                  </a:lnTo>
                  <a:cubicBezTo>
                    <a:pt x="0" y="5058379"/>
                    <a:pt x="17780" y="5079969"/>
                    <a:pt x="43180" y="5086319"/>
                  </a:cubicBezTo>
                  <a:cubicBezTo>
                    <a:pt x="48260" y="5111719"/>
                    <a:pt x="71120" y="5130769"/>
                    <a:pt x="97790" y="5130769"/>
                  </a:cubicBezTo>
                  <a:lnTo>
                    <a:pt x="7462138" y="5130769"/>
                  </a:lnTo>
                  <a:cubicBezTo>
                    <a:pt x="7492617" y="5130769"/>
                    <a:pt x="7518017" y="5105369"/>
                    <a:pt x="7518017" y="5074889"/>
                  </a:cubicBezTo>
                  <a:lnTo>
                    <a:pt x="7518017" y="99060"/>
                  </a:lnTo>
                  <a:cubicBezTo>
                    <a:pt x="7518017" y="72390"/>
                    <a:pt x="7500237" y="50800"/>
                    <a:pt x="7474837" y="44450"/>
                  </a:cubicBezTo>
                  <a:close/>
                  <a:moveTo>
                    <a:pt x="12700" y="5031709"/>
                  </a:moveTo>
                  <a:lnTo>
                    <a:pt x="12700" y="55880"/>
                  </a:lnTo>
                  <a:cubicBezTo>
                    <a:pt x="12700" y="31750"/>
                    <a:pt x="31750" y="12700"/>
                    <a:pt x="55880" y="12700"/>
                  </a:cubicBezTo>
                  <a:lnTo>
                    <a:pt x="7420227" y="12700"/>
                  </a:lnTo>
                  <a:cubicBezTo>
                    <a:pt x="7444357" y="12700"/>
                    <a:pt x="7463407" y="31750"/>
                    <a:pt x="7463407" y="55880"/>
                  </a:cubicBezTo>
                  <a:lnTo>
                    <a:pt x="7463407" y="5031709"/>
                  </a:lnTo>
                  <a:cubicBezTo>
                    <a:pt x="7463407" y="5055839"/>
                    <a:pt x="7444357" y="5074889"/>
                    <a:pt x="7420227" y="5074889"/>
                  </a:cubicBezTo>
                  <a:lnTo>
                    <a:pt x="55880" y="5074889"/>
                  </a:lnTo>
                  <a:cubicBezTo>
                    <a:pt x="31750" y="5074889"/>
                    <a:pt x="12700" y="5055839"/>
                    <a:pt x="12700" y="5031709"/>
                  </a:cubicBezTo>
                  <a:close/>
                  <a:moveTo>
                    <a:pt x="7505317" y="5074889"/>
                  </a:moveTo>
                  <a:cubicBezTo>
                    <a:pt x="7505317" y="5099019"/>
                    <a:pt x="7486267" y="5118069"/>
                    <a:pt x="7462138" y="5118069"/>
                  </a:cubicBezTo>
                  <a:lnTo>
                    <a:pt x="97790" y="5118069"/>
                  </a:lnTo>
                  <a:cubicBezTo>
                    <a:pt x="78740" y="5118069"/>
                    <a:pt x="62230" y="5105369"/>
                    <a:pt x="57150" y="5087589"/>
                  </a:cubicBezTo>
                  <a:lnTo>
                    <a:pt x="7420227" y="5087589"/>
                  </a:lnTo>
                  <a:cubicBezTo>
                    <a:pt x="7450707" y="5087589"/>
                    <a:pt x="7476107" y="5062189"/>
                    <a:pt x="7476107" y="5031709"/>
                  </a:cubicBezTo>
                  <a:lnTo>
                    <a:pt x="7476107" y="58420"/>
                  </a:lnTo>
                  <a:cubicBezTo>
                    <a:pt x="7492617" y="64770"/>
                    <a:pt x="7505317" y="80010"/>
                    <a:pt x="7505317" y="99060"/>
                  </a:cubicBezTo>
                  <a:lnTo>
                    <a:pt x="7505317" y="5074889"/>
                  </a:lnTo>
                  <a:close/>
                </a:path>
              </a:pathLst>
            </a:custGeom>
          </p:spPr>
          <p:style>
            <a:lnRef idx="2">
              <a:schemeClr val="accent1"/>
            </a:lnRef>
            <a:fillRef idx="1">
              <a:schemeClr val="lt1"/>
            </a:fillRef>
            <a:effectRef idx="0">
              <a:schemeClr val="accent1"/>
            </a:effectRef>
            <a:fontRef idx="minor">
              <a:schemeClr val="dk1"/>
            </a:fontRef>
          </p:style>
        </p:sp>
      </p:grpSp>
      <p:grpSp>
        <p:nvGrpSpPr>
          <p:cNvPr id="17" name="Group 17"/>
          <p:cNvGrpSpPr/>
          <p:nvPr/>
        </p:nvGrpSpPr>
        <p:grpSpPr>
          <a:xfrm>
            <a:off x="233017" y="2003792"/>
            <a:ext cx="5985866" cy="874426"/>
            <a:chOff x="0" y="0"/>
            <a:chExt cx="9943862" cy="1452617"/>
          </a:xfrm>
        </p:grpSpPr>
        <p:sp>
          <p:nvSpPr>
            <p:cNvPr id="18" name="Freeform 18"/>
            <p:cNvSpPr/>
            <p:nvPr/>
          </p:nvSpPr>
          <p:spPr>
            <a:xfrm>
              <a:off x="57150" y="58420"/>
              <a:ext cx="9874012" cy="1381497"/>
            </a:xfrm>
            <a:custGeom>
              <a:avLst/>
              <a:gdLst/>
              <a:ahLst/>
              <a:cxnLst/>
              <a:rect l="l" t="t" r="r" b="b"/>
              <a:pathLst>
                <a:path w="9874012" h="1381497">
                  <a:moveTo>
                    <a:pt x="9788922" y="1351017"/>
                  </a:moveTo>
                  <a:lnTo>
                    <a:pt x="0" y="1351017"/>
                  </a:lnTo>
                  <a:cubicBezTo>
                    <a:pt x="5080" y="1368797"/>
                    <a:pt x="21590" y="1381497"/>
                    <a:pt x="40640" y="1381497"/>
                  </a:cubicBezTo>
                  <a:lnTo>
                    <a:pt x="9830832" y="1381497"/>
                  </a:lnTo>
                  <a:cubicBezTo>
                    <a:pt x="9854962" y="1381497"/>
                    <a:pt x="9874012" y="1362447"/>
                    <a:pt x="9874012" y="1338317"/>
                  </a:cubicBezTo>
                  <a:lnTo>
                    <a:pt x="9874012" y="40640"/>
                  </a:lnTo>
                  <a:cubicBezTo>
                    <a:pt x="9874012" y="21590"/>
                    <a:pt x="9861312" y="6350"/>
                    <a:pt x="9844801" y="0"/>
                  </a:cubicBezTo>
                  <a:lnTo>
                    <a:pt x="9844801" y="1295137"/>
                  </a:lnTo>
                  <a:cubicBezTo>
                    <a:pt x="9844801" y="1325617"/>
                    <a:pt x="9819401" y="1351017"/>
                    <a:pt x="9788922" y="1351017"/>
                  </a:cubicBezTo>
                  <a:close/>
                </a:path>
              </a:pathLst>
            </a:custGeom>
          </p:spPr>
          <p:style>
            <a:lnRef idx="2">
              <a:schemeClr val="accent4"/>
            </a:lnRef>
            <a:fillRef idx="1">
              <a:schemeClr val="lt1"/>
            </a:fillRef>
            <a:effectRef idx="0">
              <a:schemeClr val="accent4"/>
            </a:effectRef>
            <a:fontRef idx="minor">
              <a:schemeClr val="dk1"/>
            </a:fontRef>
          </p:style>
        </p:sp>
        <p:sp>
          <p:nvSpPr>
            <p:cNvPr id="19" name="Freeform 19"/>
            <p:cNvSpPr/>
            <p:nvPr/>
          </p:nvSpPr>
          <p:spPr>
            <a:xfrm>
              <a:off x="12700" y="12700"/>
              <a:ext cx="9876551" cy="1384037"/>
            </a:xfrm>
            <a:custGeom>
              <a:avLst/>
              <a:gdLst/>
              <a:ahLst/>
              <a:cxnLst/>
              <a:rect l="l" t="t" r="r" b="b"/>
              <a:pathLst>
                <a:path w="9876551" h="1384037">
                  <a:moveTo>
                    <a:pt x="43180" y="1384037"/>
                  </a:moveTo>
                  <a:lnTo>
                    <a:pt x="9833372" y="1384037"/>
                  </a:lnTo>
                  <a:cubicBezTo>
                    <a:pt x="9857501" y="1384037"/>
                    <a:pt x="9876551" y="1364987"/>
                    <a:pt x="9876551" y="1340857"/>
                  </a:cubicBezTo>
                  <a:lnTo>
                    <a:pt x="9876551" y="43180"/>
                  </a:lnTo>
                  <a:cubicBezTo>
                    <a:pt x="9876551" y="19050"/>
                    <a:pt x="9857501" y="0"/>
                    <a:pt x="9833372" y="0"/>
                  </a:cubicBezTo>
                  <a:lnTo>
                    <a:pt x="43180" y="0"/>
                  </a:lnTo>
                  <a:cubicBezTo>
                    <a:pt x="19050" y="0"/>
                    <a:pt x="0" y="19050"/>
                    <a:pt x="0" y="43180"/>
                  </a:cubicBezTo>
                  <a:lnTo>
                    <a:pt x="0" y="1340857"/>
                  </a:lnTo>
                  <a:cubicBezTo>
                    <a:pt x="0" y="1364987"/>
                    <a:pt x="19050" y="1384037"/>
                    <a:pt x="43180" y="1384037"/>
                  </a:cubicBezTo>
                  <a:close/>
                </a:path>
              </a:pathLst>
            </a:custGeom>
          </p:spPr>
          <p:style>
            <a:lnRef idx="2">
              <a:schemeClr val="accent4"/>
            </a:lnRef>
            <a:fillRef idx="1">
              <a:schemeClr val="lt1"/>
            </a:fillRef>
            <a:effectRef idx="0">
              <a:schemeClr val="accent4"/>
            </a:effectRef>
            <a:fontRef idx="minor">
              <a:schemeClr val="dk1"/>
            </a:fontRef>
          </p:style>
        </p:sp>
        <p:sp>
          <p:nvSpPr>
            <p:cNvPr id="20" name="Freeform 20"/>
            <p:cNvSpPr/>
            <p:nvPr/>
          </p:nvSpPr>
          <p:spPr>
            <a:xfrm>
              <a:off x="0" y="0"/>
              <a:ext cx="9943862" cy="1452617"/>
            </a:xfrm>
            <a:custGeom>
              <a:avLst/>
              <a:gdLst/>
              <a:ahLst/>
              <a:cxnLst/>
              <a:rect l="l" t="t" r="r" b="b"/>
              <a:pathLst>
                <a:path w="9943862" h="1452617">
                  <a:moveTo>
                    <a:pt x="9900682" y="44450"/>
                  </a:moveTo>
                  <a:cubicBezTo>
                    <a:pt x="9895601" y="19050"/>
                    <a:pt x="9872742" y="0"/>
                    <a:pt x="9846072"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9887982" y="1452617"/>
                  </a:lnTo>
                  <a:cubicBezTo>
                    <a:pt x="9918462" y="1452617"/>
                    <a:pt x="9943862" y="1427217"/>
                    <a:pt x="9943862" y="1396737"/>
                  </a:cubicBezTo>
                  <a:lnTo>
                    <a:pt x="9943862" y="99060"/>
                  </a:lnTo>
                  <a:cubicBezTo>
                    <a:pt x="9943862" y="72390"/>
                    <a:pt x="9926082" y="50800"/>
                    <a:pt x="9900682" y="44450"/>
                  </a:cubicBezTo>
                  <a:close/>
                  <a:moveTo>
                    <a:pt x="12700" y="1353557"/>
                  </a:moveTo>
                  <a:lnTo>
                    <a:pt x="12700" y="55880"/>
                  </a:lnTo>
                  <a:cubicBezTo>
                    <a:pt x="12700" y="31750"/>
                    <a:pt x="31750" y="12700"/>
                    <a:pt x="55880" y="12700"/>
                  </a:cubicBezTo>
                  <a:lnTo>
                    <a:pt x="9846072" y="12700"/>
                  </a:lnTo>
                  <a:cubicBezTo>
                    <a:pt x="9870201" y="12700"/>
                    <a:pt x="9889251" y="31750"/>
                    <a:pt x="9889251" y="55880"/>
                  </a:cubicBezTo>
                  <a:lnTo>
                    <a:pt x="9889251" y="1353557"/>
                  </a:lnTo>
                  <a:cubicBezTo>
                    <a:pt x="9889251" y="1377687"/>
                    <a:pt x="9870201" y="1396737"/>
                    <a:pt x="9846072" y="1396737"/>
                  </a:cubicBezTo>
                  <a:lnTo>
                    <a:pt x="55880" y="1396737"/>
                  </a:lnTo>
                  <a:cubicBezTo>
                    <a:pt x="31750" y="1396737"/>
                    <a:pt x="12700" y="1377687"/>
                    <a:pt x="12700" y="1353557"/>
                  </a:cubicBezTo>
                  <a:close/>
                  <a:moveTo>
                    <a:pt x="9931162" y="1396737"/>
                  </a:moveTo>
                  <a:cubicBezTo>
                    <a:pt x="9931162" y="1420867"/>
                    <a:pt x="9912112" y="1439917"/>
                    <a:pt x="9887982" y="1439917"/>
                  </a:cubicBezTo>
                  <a:lnTo>
                    <a:pt x="97790" y="1439917"/>
                  </a:lnTo>
                  <a:cubicBezTo>
                    <a:pt x="78740" y="1439917"/>
                    <a:pt x="62230" y="1427217"/>
                    <a:pt x="57150" y="1409437"/>
                  </a:cubicBezTo>
                  <a:lnTo>
                    <a:pt x="9846072" y="1409437"/>
                  </a:lnTo>
                  <a:cubicBezTo>
                    <a:pt x="9876551" y="1409437"/>
                    <a:pt x="9901951" y="1384037"/>
                    <a:pt x="9901951" y="1353557"/>
                  </a:cubicBezTo>
                  <a:lnTo>
                    <a:pt x="9901951" y="58420"/>
                  </a:lnTo>
                  <a:cubicBezTo>
                    <a:pt x="9918462" y="64770"/>
                    <a:pt x="9931162" y="80010"/>
                    <a:pt x="9931162" y="99060"/>
                  </a:cubicBezTo>
                  <a:lnTo>
                    <a:pt x="9931162" y="1396737"/>
                  </a:lnTo>
                  <a:close/>
                </a:path>
              </a:pathLst>
            </a:custGeom>
          </p:spPr>
          <p:style>
            <a:lnRef idx="2">
              <a:schemeClr val="accent4"/>
            </a:lnRef>
            <a:fillRef idx="1">
              <a:schemeClr val="lt1"/>
            </a:fillRef>
            <a:effectRef idx="0">
              <a:schemeClr val="accent4"/>
            </a:effectRef>
            <a:fontRef idx="minor">
              <a:schemeClr val="dk1"/>
            </a:fontRef>
          </p:style>
        </p:sp>
      </p:grpSp>
      <p:sp>
        <p:nvSpPr>
          <p:cNvPr id="21" name="TextBox 21"/>
          <p:cNvSpPr txBox="1"/>
          <p:nvPr/>
        </p:nvSpPr>
        <p:spPr>
          <a:xfrm>
            <a:off x="1074540" y="2195856"/>
            <a:ext cx="4460721" cy="613637"/>
          </a:xfrm>
          <a:prstGeom prst="rect">
            <a:avLst/>
          </a:prstGeom>
        </p:spPr>
        <p:txBody>
          <a:bodyPr lIns="0" tIns="0" rIns="0" bIns="0" rtlCol="0" anchor="t">
            <a:spAutoFit/>
          </a:bodyPr>
          <a:lstStyle/>
          <a:p>
            <a:pPr marL="0" lvl="0" indent="0" algn="l">
              <a:lnSpc>
                <a:spcPts val="4857"/>
              </a:lnSpc>
              <a:spcBef>
                <a:spcPct val="0"/>
              </a:spcBef>
            </a:pPr>
            <a:r>
              <a:rPr lang="en-US" sz="4116" dirty="0" err="1">
                <a:solidFill>
                  <a:srgbClr val="000000"/>
                </a:solidFill>
                <a:latin typeface="Caudex Bold"/>
              </a:rPr>
              <a:t>Bước</a:t>
            </a:r>
            <a:r>
              <a:rPr lang="en-US" sz="4116" dirty="0">
                <a:solidFill>
                  <a:srgbClr val="000000"/>
                </a:solidFill>
                <a:latin typeface="Caudex Bold"/>
              </a:rPr>
              <a:t> 1:</a:t>
            </a:r>
          </a:p>
        </p:txBody>
      </p:sp>
      <p:grpSp>
        <p:nvGrpSpPr>
          <p:cNvPr id="22" name="Group 22"/>
          <p:cNvGrpSpPr/>
          <p:nvPr/>
        </p:nvGrpSpPr>
        <p:grpSpPr>
          <a:xfrm>
            <a:off x="11403704" y="698666"/>
            <a:ext cx="6548796" cy="4469312"/>
            <a:chOff x="0" y="0"/>
            <a:chExt cx="7518017" cy="5130769"/>
          </a:xfrm>
        </p:grpSpPr>
        <p:sp>
          <p:nvSpPr>
            <p:cNvPr id="23" name="Freeform 23"/>
            <p:cNvSpPr/>
            <p:nvPr/>
          </p:nvSpPr>
          <p:spPr>
            <a:xfrm>
              <a:off x="57150" y="58420"/>
              <a:ext cx="7448167" cy="5059649"/>
            </a:xfrm>
            <a:custGeom>
              <a:avLst/>
              <a:gdLst/>
              <a:ahLst/>
              <a:cxnLst/>
              <a:rect l="l" t="t" r="r" b="b"/>
              <a:pathLst>
                <a:path w="7448167" h="5059649">
                  <a:moveTo>
                    <a:pt x="7363077" y="5029169"/>
                  </a:moveTo>
                  <a:lnTo>
                    <a:pt x="0" y="5029169"/>
                  </a:lnTo>
                  <a:cubicBezTo>
                    <a:pt x="5080" y="5046949"/>
                    <a:pt x="21590" y="5059649"/>
                    <a:pt x="40640" y="5059649"/>
                  </a:cubicBezTo>
                  <a:lnTo>
                    <a:pt x="7404988" y="5059649"/>
                  </a:lnTo>
                  <a:cubicBezTo>
                    <a:pt x="7429117" y="5059649"/>
                    <a:pt x="7448167" y="5040599"/>
                    <a:pt x="7448167" y="5016469"/>
                  </a:cubicBezTo>
                  <a:lnTo>
                    <a:pt x="7448167" y="40640"/>
                  </a:lnTo>
                  <a:cubicBezTo>
                    <a:pt x="7448167" y="21590"/>
                    <a:pt x="7435467" y="6350"/>
                    <a:pt x="7418957" y="0"/>
                  </a:cubicBezTo>
                  <a:lnTo>
                    <a:pt x="7418957" y="4973289"/>
                  </a:lnTo>
                  <a:cubicBezTo>
                    <a:pt x="7418957" y="5003769"/>
                    <a:pt x="7393557" y="5029169"/>
                    <a:pt x="7363077" y="5029169"/>
                  </a:cubicBezTo>
                  <a:close/>
                </a:path>
              </a:pathLst>
            </a:custGeom>
          </p:spPr>
          <p:style>
            <a:lnRef idx="2">
              <a:schemeClr val="accent1"/>
            </a:lnRef>
            <a:fillRef idx="1">
              <a:schemeClr val="lt1"/>
            </a:fillRef>
            <a:effectRef idx="0">
              <a:schemeClr val="accent1"/>
            </a:effectRef>
            <a:fontRef idx="minor">
              <a:schemeClr val="dk1"/>
            </a:fontRef>
          </p:style>
        </p:sp>
        <p:sp>
          <p:nvSpPr>
            <p:cNvPr id="24" name="Freeform 24"/>
            <p:cNvSpPr/>
            <p:nvPr/>
          </p:nvSpPr>
          <p:spPr>
            <a:xfrm>
              <a:off x="12700" y="12700"/>
              <a:ext cx="7450707" cy="5062189"/>
            </a:xfrm>
            <a:custGeom>
              <a:avLst/>
              <a:gdLst/>
              <a:ahLst/>
              <a:cxnLst/>
              <a:rect l="l" t="t" r="r" b="b"/>
              <a:pathLst>
                <a:path w="7450707" h="5062189">
                  <a:moveTo>
                    <a:pt x="43180" y="5062189"/>
                  </a:moveTo>
                  <a:lnTo>
                    <a:pt x="7407527" y="5062189"/>
                  </a:lnTo>
                  <a:cubicBezTo>
                    <a:pt x="7431657" y="5062189"/>
                    <a:pt x="7450707" y="5043139"/>
                    <a:pt x="7450707" y="5019009"/>
                  </a:cubicBezTo>
                  <a:lnTo>
                    <a:pt x="7450707" y="43180"/>
                  </a:lnTo>
                  <a:cubicBezTo>
                    <a:pt x="7450707" y="19050"/>
                    <a:pt x="7431657" y="0"/>
                    <a:pt x="7407527" y="0"/>
                  </a:cubicBezTo>
                  <a:lnTo>
                    <a:pt x="43180" y="0"/>
                  </a:lnTo>
                  <a:cubicBezTo>
                    <a:pt x="19050" y="0"/>
                    <a:pt x="0" y="19050"/>
                    <a:pt x="0" y="43180"/>
                  </a:cubicBezTo>
                  <a:lnTo>
                    <a:pt x="0" y="5019009"/>
                  </a:lnTo>
                  <a:cubicBezTo>
                    <a:pt x="0" y="5043139"/>
                    <a:pt x="19050" y="5062189"/>
                    <a:pt x="43180" y="5062189"/>
                  </a:cubicBezTo>
                  <a:close/>
                </a:path>
              </a:pathLst>
            </a:custGeom>
          </p:spPr>
          <p:style>
            <a:lnRef idx="2">
              <a:schemeClr val="accent1"/>
            </a:lnRef>
            <a:fillRef idx="1">
              <a:schemeClr val="lt1"/>
            </a:fillRef>
            <a:effectRef idx="0">
              <a:schemeClr val="accent1"/>
            </a:effectRef>
            <a:fontRef idx="minor">
              <a:schemeClr val="dk1"/>
            </a:fontRef>
          </p:style>
        </p:sp>
        <p:sp>
          <p:nvSpPr>
            <p:cNvPr id="25" name="Freeform 25"/>
            <p:cNvSpPr/>
            <p:nvPr/>
          </p:nvSpPr>
          <p:spPr>
            <a:xfrm>
              <a:off x="0" y="0"/>
              <a:ext cx="7518017" cy="5130769"/>
            </a:xfrm>
            <a:custGeom>
              <a:avLst/>
              <a:gdLst/>
              <a:ahLst/>
              <a:cxnLst/>
              <a:rect l="l" t="t" r="r" b="b"/>
              <a:pathLst>
                <a:path w="7518017" h="5130769">
                  <a:moveTo>
                    <a:pt x="7474837" y="44450"/>
                  </a:moveTo>
                  <a:cubicBezTo>
                    <a:pt x="7469757" y="19050"/>
                    <a:pt x="7446897" y="0"/>
                    <a:pt x="7420227" y="0"/>
                  </a:cubicBezTo>
                  <a:lnTo>
                    <a:pt x="55880" y="0"/>
                  </a:lnTo>
                  <a:cubicBezTo>
                    <a:pt x="25400" y="0"/>
                    <a:pt x="0" y="25400"/>
                    <a:pt x="0" y="55880"/>
                  </a:cubicBezTo>
                  <a:lnTo>
                    <a:pt x="0" y="5031709"/>
                  </a:lnTo>
                  <a:cubicBezTo>
                    <a:pt x="0" y="5058379"/>
                    <a:pt x="17780" y="5079969"/>
                    <a:pt x="43180" y="5086319"/>
                  </a:cubicBezTo>
                  <a:cubicBezTo>
                    <a:pt x="48260" y="5111719"/>
                    <a:pt x="71120" y="5130769"/>
                    <a:pt x="97790" y="5130769"/>
                  </a:cubicBezTo>
                  <a:lnTo>
                    <a:pt x="7462138" y="5130769"/>
                  </a:lnTo>
                  <a:cubicBezTo>
                    <a:pt x="7492617" y="5130769"/>
                    <a:pt x="7518017" y="5105369"/>
                    <a:pt x="7518017" y="5074889"/>
                  </a:cubicBezTo>
                  <a:lnTo>
                    <a:pt x="7518017" y="99060"/>
                  </a:lnTo>
                  <a:cubicBezTo>
                    <a:pt x="7518017" y="72390"/>
                    <a:pt x="7500237" y="50800"/>
                    <a:pt x="7474837" y="44450"/>
                  </a:cubicBezTo>
                  <a:close/>
                  <a:moveTo>
                    <a:pt x="12700" y="5031709"/>
                  </a:moveTo>
                  <a:lnTo>
                    <a:pt x="12700" y="55880"/>
                  </a:lnTo>
                  <a:cubicBezTo>
                    <a:pt x="12700" y="31750"/>
                    <a:pt x="31750" y="12700"/>
                    <a:pt x="55880" y="12700"/>
                  </a:cubicBezTo>
                  <a:lnTo>
                    <a:pt x="7420227" y="12700"/>
                  </a:lnTo>
                  <a:cubicBezTo>
                    <a:pt x="7444357" y="12700"/>
                    <a:pt x="7463407" y="31750"/>
                    <a:pt x="7463407" y="55880"/>
                  </a:cubicBezTo>
                  <a:lnTo>
                    <a:pt x="7463407" y="5031709"/>
                  </a:lnTo>
                  <a:cubicBezTo>
                    <a:pt x="7463407" y="5055839"/>
                    <a:pt x="7444357" y="5074889"/>
                    <a:pt x="7420227" y="5074889"/>
                  </a:cubicBezTo>
                  <a:lnTo>
                    <a:pt x="55880" y="5074889"/>
                  </a:lnTo>
                  <a:cubicBezTo>
                    <a:pt x="31750" y="5074889"/>
                    <a:pt x="12700" y="5055839"/>
                    <a:pt x="12700" y="5031709"/>
                  </a:cubicBezTo>
                  <a:close/>
                  <a:moveTo>
                    <a:pt x="7505317" y="5074889"/>
                  </a:moveTo>
                  <a:cubicBezTo>
                    <a:pt x="7505317" y="5099019"/>
                    <a:pt x="7486267" y="5118069"/>
                    <a:pt x="7462138" y="5118069"/>
                  </a:cubicBezTo>
                  <a:lnTo>
                    <a:pt x="97790" y="5118069"/>
                  </a:lnTo>
                  <a:cubicBezTo>
                    <a:pt x="78740" y="5118069"/>
                    <a:pt x="62230" y="5105369"/>
                    <a:pt x="57150" y="5087589"/>
                  </a:cubicBezTo>
                  <a:lnTo>
                    <a:pt x="7420227" y="5087589"/>
                  </a:lnTo>
                  <a:cubicBezTo>
                    <a:pt x="7450707" y="5087589"/>
                    <a:pt x="7476107" y="5062189"/>
                    <a:pt x="7476107" y="5031709"/>
                  </a:cubicBezTo>
                  <a:lnTo>
                    <a:pt x="7476107" y="58420"/>
                  </a:lnTo>
                  <a:cubicBezTo>
                    <a:pt x="7492617" y="64770"/>
                    <a:pt x="7505317" y="80010"/>
                    <a:pt x="7505317" y="99060"/>
                  </a:cubicBezTo>
                  <a:lnTo>
                    <a:pt x="7505317" y="5074889"/>
                  </a:lnTo>
                  <a:close/>
                </a:path>
              </a:pathLst>
            </a:custGeom>
          </p:spPr>
          <p:style>
            <a:lnRef idx="2">
              <a:schemeClr val="accent1"/>
            </a:lnRef>
            <a:fillRef idx="1">
              <a:schemeClr val="lt1"/>
            </a:fillRef>
            <a:effectRef idx="0">
              <a:schemeClr val="accent1"/>
            </a:effectRef>
            <a:fontRef idx="minor">
              <a:schemeClr val="dk1"/>
            </a:fontRef>
          </p:style>
        </p:sp>
      </p:grpSp>
      <p:sp>
        <p:nvSpPr>
          <p:cNvPr id="26" name="TextBox 26"/>
          <p:cNvSpPr txBox="1"/>
          <p:nvPr/>
        </p:nvSpPr>
        <p:spPr>
          <a:xfrm>
            <a:off x="2378021" y="270828"/>
            <a:ext cx="5334691" cy="1431417"/>
          </a:xfrm>
          <a:prstGeom prst="rect">
            <a:avLst/>
          </a:prstGeom>
        </p:spPr>
        <p:txBody>
          <a:bodyPr lIns="0" tIns="0" rIns="0" bIns="0" rtlCol="0" anchor="t">
            <a:spAutoFit/>
          </a:bodyPr>
          <a:lstStyle/>
          <a:p>
            <a:pPr marL="0" lvl="0" indent="0" algn="l">
              <a:lnSpc>
                <a:spcPts val="5664"/>
              </a:lnSpc>
              <a:spcBef>
                <a:spcPct val="0"/>
              </a:spcBef>
            </a:pPr>
            <a:r>
              <a:rPr lang="en-US" sz="4800" dirty="0" err="1">
                <a:solidFill>
                  <a:srgbClr val="000000"/>
                </a:solidFill>
                <a:latin typeface="Caudex Bold"/>
              </a:rPr>
              <a:t>Phân</a:t>
            </a:r>
            <a:r>
              <a:rPr lang="en-US" sz="4800" dirty="0">
                <a:solidFill>
                  <a:srgbClr val="000000"/>
                </a:solidFill>
                <a:latin typeface="Caudex Bold"/>
              </a:rPr>
              <a:t> </a:t>
            </a:r>
            <a:r>
              <a:rPr lang="en-US" sz="4800" dirty="0" err="1">
                <a:solidFill>
                  <a:srgbClr val="000000"/>
                </a:solidFill>
                <a:latin typeface="Caudex Bold"/>
              </a:rPr>
              <a:t>tích</a:t>
            </a:r>
            <a:r>
              <a:rPr lang="en-US" sz="4800" dirty="0">
                <a:solidFill>
                  <a:srgbClr val="000000"/>
                </a:solidFill>
                <a:latin typeface="Caudex Bold"/>
              </a:rPr>
              <a:t> </a:t>
            </a:r>
            <a:r>
              <a:rPr lang="en-US" sz="4800" dirty="0" err="1">
                <a:solidFill>
                  <a:srgbClr val="000000"/>
                </a:solidFill>
                <a:latin typeface="Caudex Bold"/>
              </a:rPr>
              <a:t>nguyên</a:t>
            </a:r>
            <a:r>
              <a:rPr lang="en-US" sz="4800" dirty="0">
                <a:solidFill>
                  <a:srgbClr val="000000"/>
                </a:solidFill>
                <a:latin typeface="Caudex Bold"/>
              </a:rPr>
              <a:t> </a:t>
            </a:r>
            <a:r>
              <a:rPr lang="en-US" sz="4800" dirty="0" err="1">
                <a:solidFill>
                  <a:srgbClr val="000000"/>
                </a:solidFill>
                <a:latin typeface="Caudex Bold"/>
              </a:rPr>
              <a:t>lý</a:t>
            </a:r>
            <a:r>
              <a:rPr lang="en-US" sz="4800" dirty="0">
                <a:solidFill>
                  <a:srgbClr val="000000"/>
                </a:solidFill>
                <a:latin typeface="Caudex Bold"/>
              </a:rPr>
              <a:t> </a:t>
            </a:r>
            <a:r>
              <a:rPr lang="en-US" sz="4800" dirty="0" err="1">
                <a:solidFill>
                  <a:srgbClr val="000000"/>
                </a:solidFill>
                <a:latin typeface="Caudex Bold"/>
              </a:rPr>
              <a:t>hoạt</a:t>
            </a:r>
            <a:r>
              <a:rPr lang="en-US" sz="4800" dirty="0">
                <a:solidFill>
                  <a:srgbClr val="000000"/>
                </a:solidFill>
                <a:latin typeface="Caudex Bold"/>
              </a:rPr>
              <a:t> </a:t>
            </a:r>
            <a:r>
              <a:rPr lang="en-US" sz="4800" dirty="0" err="1">
                <a:solidFill>
                  <a:srgbClr val="000000"/>
                </a:solidFill>
                <a:latin typeface="Caudex Bold"/>
              </a:rPr>
              <a:t>động</a:t>
            </a:r>
            <a:endParaRPr lang="en-US" sz="4800" dirty="0">
              <a:solidFill>
                <a:srgbClr val="000000"/>
              </a:solidFill>
              <a:latin typeface="Caudex Bold"/>
            </a:endParaRPr>
          </a:p>
        </p:txBody>
      </p:sp>
      <p:pic>
        <p:nvPicPr>
          <p:cNvPr id="27" name="Picture 2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3704962">
            <a:off x="-3036" y="252080"/>
            <a:ext cx="2242513" cy="1394436"/>
          </a:xfrm>
          <a:prstGeom prst="rect">
            <a:avLst/>
          </a:prstGeom>
        </p:spPr>
      </p:pic>
      <p:grpSp>
        <p:nvGrpSpPr>
          <p:cNvPr id="28" name="Group 28"/>
          <p:cNvGrpSpPr/>
          <p:nvPr/>
        </p:nvGrpSpPr>
        <p:grpSpPr>
          <a:xfrm>
            <a:off x="590822" y="504327"/>
            <a:ext cx="1054796" cy="1054796"/>
            <a:chOff x="0" y="0"/>
            <a:chExt cx="6350000" cy="6350000"/>
          </a:xfrm>
          <a:solidFill>
            <a:schemeClr val="accent5">
              <a:lumMod val="75000"/>
            </a:schemeClr>
          </a:solidFill>
        </p:grpSpPr>
        <p:sp>
          <p:nvSpPr>
            <p:cNvPr id="29" name="Freeform 2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grpFill/>
          </p:spPr>
        </p:sp>
      </p:grpSp>
      <p:sp>
        <p:nvSpPr>
          <p:cNvPr id="30" name="TextBox 30"/>
          <p:cNvSpPr txBox="1"/>
          <p:nvPr/>
        </p:nvSpPr>
        <p:spPr>
          <a:xfrm>
            <a:off x="785103" y="516513"/>
            <a:ext cx="666234" cy="939736"/>
          </a:xfrm>
          <a:prstGeom prst="rect">
            <a:avLst/>
          </a:prstGeom>
        </p:spPr>
        <p:txBody>
          <a:bodyPr lIns="0" tIns="0" rIns="0" bIns="0" rtlCol="0" anchor="t">
            <a:spAutoFit/>
          </a:bodyPr>
          <a:lstStyle/>
          <a:p>
            <a:pPr marL="0" lvl="0" indent="0" algn="ctr">
              <a:lnSpc>
                <a:spcPts val="7758"/>
              </a:lnSpc>
              <a:spcBef>
                <a:spcPct val="0"/>
              </a:spcBef>
            </a:pPr>
            <a:r>
              <a:rPr lang="en-US" sz="5541" dirty="0">
                <a:solidFill>
                  <a:srgbClr val="FFFFFF"/>
                </a:solidFill>
                <a:latin typeface="Caudex Bold"/>
              </a:rPr>
              <a:t>3</a:t>
            </a:r>
          </a:p>
        </p:txBody>
      </p:sp>
      <p:pic>
        <p:nvPicPr>
          <p:cNvPr id="31" name="Picture 3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532966">
            <a:off x="-54809" y="363282"/>
            <a:ext cx="2279423" cy="1394436"/>
          </a:xfrm>
          <a:prstGeom prst="rect">
            <a:avLst/>
          </a:prstGeom>
        </p:spPr>
      </p:pic>
      <p:grpSp>
        <p:nvGrpSpPr>
          <p:cNvPr id="32" name="Group 32"/>
          <p:cNvGrpSpPr/>
          <p:nvPr/>
        </p:nvGrpSpPr>
        <p:grpSpPr>
          <a:xfrm>
            <a:off x="615023" y="2371512"/>
            <a:ext cx="252800" cy="252800"/>
            <a:chOff x="0" y="0"/>
            <a:chExt cx="812800" cy="812800"/>
          </a:xfrm>
        </p:grpSpPr>
        <p:sp>
          <p:nvSpPr>
            <p:cNvPr id="33" name="Freeform 33"/>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9E5E"/>
            </a:solidFill>
          </p:spPr>
        </p:sp>
        <p:sp>
          <p:nvSpPr>
            <p:cNvPr id="34" name="TextBox 34"/>
            <p:cNvSpPr txBox="1"/>
            <p:nvPr/>
          </p:nvSpPr>
          <p:spPr>
            <a:xfrm>
              <a:off x="76200" y="19050"/>
              <a:ext cx="660400" cy="717550"/>
            </a:xfrm>
            <a:prstGeom prst="rect">
              <a:avLst/>
            </a:prstGeom>
          </p:spPr>
          <p:txBody>
            <a:bodyPr lIns="50800" tIns="50800" rIns="50800" bIns="50800" rtlCol="0" anchor="ctr"/>
            <a:lstStyle/>
            <a:p>
              <a:pPr algn="ctr">
                <a:lnSpc>
                  <a:spcPts val="3359"/>
                </a:lnSpc>
              </a:pPr>
              <a:endParaRPr/>
            </a:p>
          </p:txBody>
        </p:sp>
      </p:grpSp>
      <p:grpSp>
        <p:nvGrpSpPr>
          <p:cNvPr id="35" name="Group 35"/>
          <p:cNvGrpSpPr/>
          <p:nvPr/>
        </p:nvGrpSpPr>
        <p:grpSpPr>
          <a:xfrm>
            <a:off x="11403704" y="504327"/>
            <a:ext cx="6516357" cy="951921"/>
            <a:chOff x="0" y="0"/>
            <a:chExt cx="9943862" cy="1452617"/>
          </a:xfrm>
        </p:grpSpPr>
        <p:sp>
          <p:nvSpPr>
            <p:cNvPr id="36" name="Freeform 36"/>
            <p:cNvSpPr/>
            <p:nvPr/>
          </p:nvSpPr>
          <p:spPr>
            <a:xfrm>
              <a:off x="57150" y="58420"/>
              <a:ext cx="9874012" cy="1381497"/>
            </a:xfrm>
            <a:custGeom>
              <a:avLst/>
              <a:gdLst/>
              <a:ahLst/>
              <a:cxnLst/>
              <a:rect l="l" t="t" r="r" b="b"/>
              <a:pathLst>
                <a:path w="9874012" h="1381497">
                  <a:moveTo>
                    <a:pt x="9788922" y="1351017"/>
                  </a:moveTo>
                  <a:lnTo>
                    <a:pt x="0" y="1351017"/>
                  </a:lnTo>
                  <a:cubicBezTo>
                    <a:pt x="5080" y="1368797"/>
                    <a:pt x="21590" y="1381497"/>
                    <a:pt x="40640" y="1381497"/>
                  </a:cubicBezTo>
                  <a:lnTo>
                    <a:pt x="9830832" y="1381497"/>
                  </a:lnTo>
                  <a:cubicBezTo>
                    <a:pt x="9854962" y="1381497"/>
                    <a:pt x="9874012" y="1362447"/>
                    <a:pt x="9874012" y="1338317"/>
                  </a:cubicBezTo>
                  <a:lnTo>
                    <a:pt x="9874012" y="40640"/>
                  </a:lnTo>
                  <a:cubicBezTo>
                    <a:pt x="9874012" y="21590"/>
                    <a:pt x="9861312" y="6350"/>
                    <a:pt x="9844801" y="0"/>
                  </a:cubicBezTo>
                  <a:lnTo>
                    <a:pt x="9844801" y="1295137"/>
                  </a:lnTo>
                  <a:cubicBezTo>
                    <a:pt x="9844801" y="1325617"/>
                    <a:pt x="9819401" y="1351017"/>
                    <a:pt x="9788922" y="1351017"/>
                  </a:cubicBezTo>
                  <a:close/>
                </a:path>
              </a:pathLst>
            </a:custGeom>
          </p:spPr>
          <p:style>
            <a:lnRef idx="2">
              <a:schemeClr val="accent1"/>
            </a:lnRef>
            <a:fillRef idx="1">
              <a:schemeClr val="lt1"/>
            </a:fillRef>
            <a:effectRef idx="0">
              <a:schemeClr val="accent1"/>
            </a:effectRef>
            <a:fontRef idx="minor">
              <a:schemeClr val="dk1"/>
            </a:fontRef>
          </p:style>
        </p:sp>
        <p:sp>
          <p:nvSpPr>
            <p:cNvPr id="37" name="Freeform 37"/>
            <p:cNvSpPr/>
            <p:nvPr/>
          </p:nvSpPr>
          <p:spPr>
            <a:xfrm>
              <a:off x="12700" y="12700"/>
              <a:ext cx="9876551" cy="1384037"/>
            </a:xfrm>
            <a:custGeom>
              <a:avLst/>
              <a:gdLst/>
              <a:ahLst/>
              <a:cxnLst/>
              <a:rect l="l" t="t" r="r" b="b"/>
              <a:pathLst>
                <a:path w="9876551" h="1384037">
                  <a:moveTo>
                    <a:pt x="43180" y="1384037"/>
                  </a:moveTo>
                  <a:lnTo>
                    <a:pt x="9833372" y="1384037"/>
                  </a:lnTo>
                  <a:cubicBezTo>
                    <a:pt x="9857501" y="1384037"/>
                    <a:pt x="9876551" y="1364987"/>
                    <a:pt x="9876551" y="1340857"/>
                  </a:cubicBezTo>
                  <a:lnTo>
                    <a:pt x="9876551" y="43180"/>
                  </a:lnTo>
                  <a:cubicBezTo>
                    <a:pt x="9876551" y="19050"/>
                    <a:pt x="9857501" y="0"/>
                    <a:pt x="9833372" y="0"/>
                  </a:cubicBezTo>
                  <a:lnTo>
                    <a:pt x="43180" y="0"/>
                  </a:lnTo>
                  <a:cubicBezTo>
                    <a:pt x="19050" y="0"/>
                    <a:pt x="0" y="19050"/>
                    <a:pt x="0" y="43180"/>
                  </a:cubicBezTo>
                  <a:lnTo>
                    <a:pt x="0" y="1340857"/>
                  </a:lnTo>
                  <a:cubicBezTo>
                    <a:pt x="0" y="1364987"/>
                    <a:pt x="19050" y="1384037"/>
                    <a:pt x="43180" y="1384037"/>
                  </a:cubicBezTo>
                  <a:close/>
                </a:path>
              </a:pathLst>
            </a:custGeom>
          </p:spPr>
          <p:style>
            <a:lnRef idx="2">
              <a:schemeClr val="accent1"/>
            </a:lnRef>
            <a:fillRef idx="1">
              <a:schemeClr val="lt1"/>
            </a:fillRef>
            <a:effectRef idx="0">
              <a:schemeClr val="accent1"/>
            </a:effectRef>
            <a:fontRef idx="minor">
              <a:schemeClr val="dk1"/>
            </a:fontRef>
          </p:style>
        </p:sp>
        <p:sp>
          <p:nvSpPr>
            <p:cNvPr id="38" name="Freeform 38"/>
            <p:cNvSpPr/>
            <p:nvPr/>
          </p:nvSpPr>
          <p:spPr>
            <a:xfrm>
              <a:off x="0" y="0"/>
              <a:ext cx="9943862" cy="1452617"/>
            </a:xfrm>
            <a:custGeom>
              <a:avLst/>
              <a:gdLst/>
              <a:ahLst/>
              <a:cxnLst/>
              <a:rect l="l" t="t" r="r" b="b"/>
              <a:pathLst>
                <a:path w="9943862" h="1452617">
                  <a:moveTo>
                    <a:pt x="9900682" y="44450"/>
                  </a:moveTo>
                  <a:cubicBezTo>
                    <a:pt x="9895601" y="19050"/>
                    <a:pt x="9872742" y="0"/>
                    <a:pt x="9846072"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9887982" y="1452617"/>
                  </a:lnTo>
                  <a:cubicBezTo>
                    <a:pt x="9918462" y="1452617"/>
                    <a:pt x="9943862" y="1427217"/>
                    <a:pt x="9943862" y="1396737"/>
                  </a:cubicBezTo>
                  <a:lnTo>
                    <a:pt x="9943862" y="99060"/>
                  </a:lnTo>
                  <a:cubicBezTo>
                    <a:pt x="9943862" y="72390"/>
                    <a:pt x="9926082" y="50800"/>
                    <a:pt x="9900682" y="44450"/>
                  </a:cubicBezTo>
                  <a:close/>
                  <a:moveTo>
                    <a:pt x="12700" y="1353557"/>
                  </a:moveTo>
                  <a:lnTo>
                    <a:pt x="12700" y="55880"/>
                  </a:lnTo>
                  <a:cubicBezTo>
                    <a:pt x="12700" y="31750"/>
                    <a:pt x="31750" y="12700"/>
                    <a:pt x="55880" y="12700"/>
                  </a:cubicBezTo>
                  <a:lnTo>
                    <a:pt x="9846072" y="12700"/>
                  </a:lnTo>
                  <a:cubicBezTo>
                    <a:pt x="9870201" y="12700"/>
                    <a:pt x="9889251" y="31750"/>
                    <a:pt x="9889251" y="55880"/>
                  </a:cubicBezTo>
                  <a:lnTo>
                    <a:pt x="9889251" y="1353557"/>
                  </a:lnTo>
                  <a:cubicBezTo>
                    <a:pt x="9889251" y="1377687"/>
                    <a:pt x="9870201" y="1396737"/>
                    <a:pt x="9846072" y="1396737"/>
                  </a:cubicBezTo>
                  <a:lnTo>
                    <a:pt x="55880" y="1396737"/>
                  </a:lnTo>
                  <a:cubicBezTo>
                    <a:pt x="31750" y="1396737"/>
                    <a:pt x="12700" y="1377687"/>
                    <a:pt x="12700" y="1353557"/>
                  </a:cubicBezTo>
                  <a:close/>
                  <a:moveTo>
                    <a:pt x="9931162" y="1396737"/>
                  </a:moveTo>
                  <a:cubicBezTo>
                    <a:pt x="9931162" y="1420867"/>
                    <a:pt x="9912112" y="1439917"/>
                    <a:pt x="9887982" y="1439917"/>
                  </a:cubicBezTo>
                  <a:lnTo>
                    <a:pt x="97790" y="1439917"/>
                  </a:lnTo>
                  <a:cubicBezTo>
                    <a:pt x="78740" y="1439917"/>
                    <a:pt x="62230" y="1427217"/>
                    <a:pt x="57150" y="1409437"/>
                  </a:cubicBezTo>
                  <a:lnTo>
                    <a:pt x="9846072" y="1409437"/>
                  </a:lnTo>
                  <a:cubicBezTo>
                    <a:pt x="9876551" y="1409437"/>
                    <a:pt x="9901951" y="1384037"/>
                    <a:pt x="9901951" y="1353557"/>
                  </a:cubicBezTo>
                  <a:lnTo>
                    <a:pt x="9901951" y="58420"/>
                  </a:lnTo>
                  <a:cubicBezTo>
                    <a:pt x="9918462" y="64770"/>
                    <a:pt x="9931162" y="80010"/>
                    <a:pt x="9931162" y="99060"/>
                  </a:cubicBezTo>
                  <a:lnTo>
                    <a:pt x="9931162" y="1396737"/>
                  </a:lnTo>
                  <a:close/>
                </a:path>
              </a:pathLst>
            </a:custGeom>
          </p:spPr>
          <p:style>
            <a:lnRef idx="2">
              <a:schemeClr val="accent1"/>
            </a:lnRef>
            <a:fillRef idx="1">
              <a:schemeClr val="lt1"/>
            </a:fillRef>
            <a:effectRef idx="0">
              <a:schemeClr val="accent1"/>
            </a:effectRef>
            <a:fontRef idx="minor">
              <a:schemeClr val="dk1"/>
            </a:fontRef>
          </p:style>
        </p:sp>
      </p:grpSp>
      <p:grpSp>
        <p:nvGrpSpPr>
          <p:cNvPr id="39" name="Group 39"/>
          <p:cNvGrpSpPr/>
          <p:nvPr/>
        </p:nvGrpSpPr>
        <p:grpSpPr>
          <a:xfrm>
            <a:off x="11819783" y="767748"/>
            <a:ext cx="275204" cy="275204"/>
            <a:chOff x="0" y="0"/>
            <a:chExt cx="812800" cy="812800"/>
          </a:xfrm>
        </p:grpSpPr>
        <p:sp>
          <p:nvSpPr>
            <p:cNvPr id="40" name="Freeform 40"/>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9E5E"/>
            </a:solidFill>
          </p:spPr>
        </p:sp>
        <p:sp>
          <p:nvSpPr>
            <p:cNvPr id="41" name="TextBox 41"/>
            <p:cNvSpPr txBox="1"/>
            <p:nvPr/>
          </p:nvSpPr>
          <p:spPr>
            <a:xfrm>
              <a:off x="76200" y="19050"/>
              <a:ext cx="660400" cy="717550"/>
            </a:xfrm>
            <a:prstGeom prst="rect">
              <a:avLst/>
            </a:prstGeom>
          </p:spPr>
          <p:txBody>
            <a:bodyPr lIns="50800" tIns="50800" rIns="50800" bIns="50800" rtlCol="0" anchor="ctr"/>
            <a:lstStyle/>
            <a:p>
              <a:pPr algn="ctr">
                <a:lnSpc>
                  <a:spcPts val="3359"/>
                </a:lnSpc>
              </a:pPr>
              <a:endParaRPr/>
            </a:p>
          </p:txBody>
        </p:sp>
      </p:grpSp>
      <p:pic>
        <p:nvPicPr>
          <p:cNvPr id="42" name="Picture 42"/>
          <p:cNvPicPr>
            <a:picLocks noChangeAspect="1"/>
          </p:cNvPicPr>
          <p:nvPr/>
        </p:nvPicPr>
        <p:blipFill>
          <a:blip r:embed="rId6"/>
          <a:srcRect/>
          <a:stretch>
            <a:fillRect/>
          </a:stretch>
        </p:blipFill>
        <p:spPr>
          <a:xfrm rot="10320990" flipH="1">
            <a:off x="3490759" y="7053816"/>
            <a:ext cx="2423494" cy="2338672"/>
          </a:xfrm>
          <a:prstGeom prst="rect">
            <a:avLst/>
          </a:prstGeom>
        </p:spPr>
      </p:pic>
      <p:sp>
        <p:nvSpPr>
          <p:cNvPr id="44" name="TextBox 44"/>
          <p:cNvSpPr txBox="1"/>
          <p:nvPr/>
        </p:nvSpPr>
        <p:spPr>
          <a:xfrm>
            <a:off x="443848" y="3057649"/>
            <a:ext cx="5563804" cy="3911327"/>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lIns="0" tIns="0" rIns="0" bIns="0" rtlCol="0" anchor="t">
            <a:spAutoFit/>
          </a:bodyPr>
          <a:lstStyle/>
          <a:p>
            <a:pPr algn="just">
              <a:lnSpc>
                <a:spcPts val="6123"/>
              </a:lnSpc>
            </a:pPr>
            <a:r>
              <a:rPr lang="vi-VN" sz="4374" dirty="0" smtClean="0">
                <a:solidFill>
                  <a:srgbClr val="000000"/>
                </a:solidFill>
                <a:latin typeface="Josefin Sans Regular"/>
              </a:rPr>
              <a:t>G</a:t>
            </a:r>
            <a:r>
              <a:rPr lang="en-US" sz="4374" dirty="0">
                <a:solidFill>
                  <a:srgbClr val="000000"/>
                </a:solidFill>
                <a:latin typeface="Josefin Sans Regular"/>
              </a:rPr>
              <a:t>as </a:t>
            </a:r>
            <a:r>
              <a:rPr lang="vi-VN" sz="4374" dirty="0">
                <a:solidFill>
                  <a:srgbClr val="000000"/>
                </a:solidFill>
                <a:latin typeface="Josefin Sans Regular"/>
              </a:rPr>
              <a:t>được bơm </a:t>
            </a:r>
            <a:r>
              <a:rPr lang="en-US" sz="4374" dirty="0">
                <a:solidFill>
                  <a:srgbClr val="000000"/>
                </a:solidFill>
                <a:latin typeface="Josefin Sans Regular"/>
              </a:rPr>
              <a:t>qua van </a:t>
            </a:r>
            <a:r>
              <a:rPr lang="en-US" sz="4374" dirty="0" err="1">
                <a:solidFill>
                  <a:srgbClr val="000000"/>
                </a:solidFill>
                <a:latin typeface="Josefin Sans Regular"/>
              </a:rPr>
              <a:t>tiết</a:t>
            </a:r>
            <a:r>
              <a:rPr lang="en-US" sz="4374" dirty="0">
                <a:solidFill>
                  <a:srgbClr val="000000"/>
                </a:solidFill>
                <a:latin typeface="Josefin Sans Regular"/>
              </a:rPr>
              <a:t> </a:t>
            </a:r>
            <a:r>
              <a:rPr lang="en-US" sz="4374" dirty="0" err="1">
                <a:solidFill>
                  <a:srgbClr val="000000"/>
                </a:solidFill>
                <a:latin typeface="Josefin Sans Regular"/>
              </a:rPr>
              <a:t>lưu</a:t>
            </a:r>
            <a:r>
              <a:rPr lang="en-US" sz="4374" dirty="0">
                <a:solidFill>
                  <a:srgbClr val="000000"/>
                </a:solidFill>
                <a:latin typeface="Josefin Sans Regular"/>
              </a:rPr>
              <a:t>,</a:t>
            </a:r>
            <a:r>
              <a:rPr lang="vi-VN" sz="4374" dirty="0">
                <a:solidFill>
                  <a:srgbClr val="000000"/>
                </a:solidFill>
                <a:latin typeface="Josefin Sans Regular"/>
              </a:rPr>
              <a:t> khiến</a:t>
            </a:r>
            <a:r>
              <a:rPr lang="en-US" sz="4374" dirty="0">
                <a:solidFill>
                  <a:srgbClr val="000000"/>
                </a:solidFill>
                <a:latin typeface="Josefin Sans Regular"/>
              </a:rPr>
              <a:t> gas (</a:t>
            </a:r>
            <a:r>
              <a:rPr lang="en-US" sz="4374" dirty="0" err="1">
                <a:solidFill>
                  <a:srgbClr val="000000"/>
                </a:solidFill>
                <a:latin typeface="Josefin Sans Regular"/>
              </a:rPr>
              <a:t>môi</a:t>
            </a:r>
            <a:r>
              <a:rPr lang="en-US" sz="4374" dirty="0">
                <a:solidFill>
                  <a:srgbClr val="000000"/>
                </a:solidFill>
                <a:latin typeface="Josefin Sans Regular"/>
              </a:rPr>
              <a:t> </a:t>
            </a:r>
            <a:r>
              <a:rPr lang="en-US" sz="4374" dirty="0" err="1">
                <a:solidFill>
                  <a:srgbClr val="000000"/>
                </a:solidFill>
                <a:latin typeface="Josefin Sans Regular"/>
              </a:rPr>
              <a:t>chất</a:t>
            </a:r>
            <a:r>
              <a:rPr lang="en-US" sz="4374" dirty="0">
                <a:solidFill>
                  <a:srgbClr val="000000"/>
                </a:solidFill>
                <a:latin typeface="Josefin Sans Regular"/>
              </a:rPr>
              <a:t> </a:t>
            </a:r>
            <a:r>
              <a:rPr lang="en-US" sz="4374" dirty="0" err="1">
                <a:solidFill>
                  <a:srgbClr val="000000"/>
                </a:solidFill>
                <a:latin typeface="Josefin Sans Regular"/>
              </a:rPr>
              <a:t>làm</a:t>
            </a:r>
            <a:r>
              <a:rPr lang="en-US" sz="4374" dirty="0">
                <a:solidFill>
                  <a:srgbClr val="000000"/>
                </a:solidFill>
                <a:latin typeface="Josefin Sans Regular"/>
              </a:rPr>
              <a:t> </a:t>
            </a:r>
            <a:r>
              <a:rPr lang="en-US" sz="4374" dirty="0" err="1">
                <a:solidFill>
                  <a:srgbClr val="000000"/>
                </a:solidFill>
                <a:latin typeface="Josefin Sans Regular"/>
              </a:rPr>
              <a:t>lạnh</a:t>
            </a:r>
            <a:r>
              <a:rPr lang="en-US" sz="4374" dirty="0">
                <a:solidFill>
                  <a:srgbClr val="000000"/>
                </a:solidFill>
                <a:latin typeface="Josefin Sans Regular"/>
              </a:rPr>
              <a:t>) </a:t>
            </a:r>
            <a:r>
              <a:rPr lang="en-US" sz="4374" dirty="0" err="1">
                <a:solidFill>
                  <a:srgbClr val="000000"/>
                </a:solidFill>
                <a:latin typeface="Josefin Sans Regular"/>
              </a:rPr>
              <a:t>sẽ</a:t>
            </a:r>
            <a:r>
              <a:rPr lang="en-US" sz="4374" dirty="0">
                <a:solidFill>
                  <a:srgbClr val="000000"/>
                </a:solidFill>
                <a:latin typeface="Josefin Sans Regular"/>
              </a:rPr>
              <a:t> </a:t>
            </a:r>
            <a:r>
              <a:rPr lang="en-US" sz="4374" dirty="0" err="1">
                <a:solidFill>
                  <a:srgbClr val="000000"/>
                </a:solidFill>
                <a:latin typeface="Josefin Sans Regular"/>
              </a:rPr>
              <a:t>có</a:t>
            </a:r>
            <a:r>
              <a:rPr lang="en-US" sz="4374" dirty="0">
                <a:solidFill>
                  <a:srgbClr val="000000"/>
                </a:solidFill>
                <a:latin typeface="Josefin Sans Regular"/>
              </a:rPr>
              <a:t> </a:t>
            </a:r>
            <a:r>
              <a:rPr lang="en-US" sz="4374" dirty="0" err="1">
                <a:solidFill>
                  <a:srgbClr val="000000"/>
                </a:solidFill>
                <a:latin typeface="Josefin Sans Regular"/>
              </a:rPr>
              <a:t>áp</a:t>
            </a:r>
            <a:r>
              <a:rPr lang="en-US" sz="4374" dirty="0">
                <a:solidFill>
                  <a:srgbClr val="000000"/>
                </a:solidFill>
                <a:latin typeface="Josefin Sans Regular"/>
              </a:rPr>
              <a:t> </a:t>
            </a:r>
            <a:r>
              <a:rPr lang="en-US" sz="4374" dirty="0" err="1">
                <a:solidFill>
                  <a:srgbClr val="000000"/>
                </a:solidFill>
                <a:latin typeface="Josefin Sans Regular"/>
              </a:rPr>
              <a:t>suất</a:t>
            </a:r>
            <a:r>
              <a:rPr lang="en-US" sz="4374" dirty="0">
                <a:solidFill>
                  <a:srgbClr val="000000"/>
                </a:solidFill>
                <a:latin typeface="Josefin Sans Regular"/>
              </a:rPr>
              <a:t>  </a:t>
            </a:r>
            <a:r>
              <a:rPr lang="en-US" sz="4374" dirty="0" err="1">
                <a:solidFill>
                  <a:srgbClr val="000000"/>
                </a:solidFill>
                <a:latin typeface="Josefin Sans Regular"/>
              </a:rPr>
              <a:t>thấp</a:t>
            </a:r>
            <a:r>
              <a:rPr lang="en-US" sz="4374" dirty="0">
                <a:solidFill>
                  <a:srgbClr val="000000"/>
                </a:solidFill>
                <a:latin typeface="Josefin Sans Regular"/>
              </a:rPr>
              <a:t>, </a:t>
            </a:r>
            <a:r>
              <a:rPr lang="en-US" sz="4374" dirty="0" err="1">
                <a:solidFill>
                  <a:srgbClr val="000000"/>
                </a:solidFill>
                <a:latin typeface="Josefin Sans Regular"/>
              </a:rPr>
              <a:t>nhiệt</a:t>
            </a:r>
            <a:r>
              <a:rPr lang="en-US" sz="4374" dirty="0">
                <a:solidFill>
                  <a:srgbClr val="000000"/>
                </a:solidFill>
                <a:latin typeface="Josefin Sans Regular"/>
              </a:rPr>
              <a:t> </a:t>
            </a:r>
            <a:r>
              <a:rPr lang="en-US" sz="4374" dirty="0" err="1">
                <a:solidFill>
                  <a:srgbClr val="000000"/>
                </a:solidFill>
                <a:latin typeface="Josefin Sans Regular"/>
              </a:rPr>
              <a:t>độ</a:t>
            </a:r>
            <a:r>
              <a:rPr lang="en-US" sz="4374" dirty="0">
                <a:solidFill>
                  <a:srgbClr val="000000"/>
                </a:solidFill>
                <a:latin typeface="Josefin Sans Regular"/>
              </a:rPr>
              <a:t> </a:t>
            </a:r>
            <a:r>
              <a:rPr lang="en-US" sz="4374" dirty="0" err="1">
                <a:solidFill>
                  <a:srgbClr val="000000"/>
                </a:solidFill>
                <a:latin typeface="Josefin Sans Regular"/>
              </a:rPr>
              <a:t>thấp</a:t>
            </a:r>
            <a:endParaRPr lang="en-US" sz="4374" dirty="0">
              <a:solidFill>
                <a:srgbClr val="000000"/>
              </a:solidFill>
              <a:latin typeface="Josefin Sans Regular"/>
            </a:endParaRPr>
          </a:p>
        </p:txBody>
      </p:sp>
      <p:sp>
        <p:nvSpPr>
          <p:cNvPr id="45" name="TextBox 45"/>
          <p:cNvSpPr txBox="1"/>
          <p:nvPr/>
        </p:nvSpPr>
        <p:spPr>
          <a:xfrm>
            <a:off x="7466883" y="3904413"/>
            <a:ext cx="5313500" cy="736356"/>
          </a:xfrm>
          <a:prstGeom prst="rect">
            <a:avLst/>
          </a:prstGeom>
        </p:spPr>
        <p:txBody>
          <a:bodyPr lIns="0" tIns="0" rIns="0" bIns="0" rtlCol="0" anchor="t">
            <a:spAutoFit/>
          </a:bodyPr>
          <a:lstStyle/>
          <a:p>
            <a:pPr marL="0" lvl="0" indent="0" algn="just">
              <a:lnSpc>
                <a:spcPts val="5786"/>
              </a:lnSpc>
              <a:spcBef>
                <a:spcPct val="0"/>
              </a:spcBef>
            </a:pPr>
            <a:r>
              <a:rPr lang="en-US" sz="4903" dirty="0" err="1">
                <a:solidFill>
                  <a:srgbClr val="000000"/>
                </a:solidFill>
                <a:latin typeface="Caudex Bold"/>
              </a:rPr>
              <a:t>Bước</a:t>
            </a:r>
            <a:r>
              <a:rPr lang="en-US" sz="4903" dirty="0">
                <a:solidFill>
                  <a:srgbClr val="000000"/>
                </a:solidFill>
                <a:latin typeface="Caudex Bold"/>
              </a:rPr>
              <a:t> 2:</a:t>
            </a:r>
          </a:p>
        </p:txBody>
      </p:sp>
      <p:sp>
        <p:nvSpPr>
          <p:cNvPr id="46" name="TextBox 46"/>
          <p:cNvSpPr txBox="1"/>
          <p:nvPr/>
        </p:nvSpPr>
        <p:spPr>
          <a:xfrm>
            <a:off x="6601399" y="5267382"/>
            <a:ext cx="7044468" cy="4282070"/>
          </a:xfrm>
          <a:prstGeom prst="rect">
            <a:avLst/>
          </a:prstGeom>
        </p:spPr>
        <p:txBody>
          <a:bodyPr lIns="0" tIns="0" rIns="0" bIns="0" rtlCol="0" anchor="t">
            <a:spAutoFit/>
          </a:bodyPr>
          <a:lstStyle/>
          <a:p>
            <a:pPr algn="just">
              <a:lnSpc>
                <a:spcPts val="5559"/>
              </a:lnSpc>
            </a:pPr>
            <a:r>
              <a:rPr lang="en-US" sz="3970" dirty="0" err="1">
                <a:solidFill>
                  <a:srgbClr val="000000"/>
                </a:solidFill>
                <a:latin typeface="Josefin Sans Regular"/>
              </a:rPr>
              <a:t>Môi</a:t>
            </a:r>
            <a:r>
              <a:rPr lang="en-US" sz="3970" dirty="0">
                <a:solidFill>
                  <a:srgbClr val="000000"/>
                </a:solidFill>
                <a:latin typeface="Josefin Sans Regular"/>
              </a:rPr>
              <a:t> </a:t>
            </a:r>
            <a:r>
              <a:rPr lang="en-US" sz="3970" dirty="0" err="1">
                <a:solidFill>
                  <a:srgbClr val="000000"/>
                </a:solidFill>
                <a:latin typeface="Josefin Sans Regular"/>
              </a:rPr>
              <a:t>chất</a:t>
            </a:r>
            <a:r>
              <a:rPr lang="en-US" sz="3970" dirty="0">
                <a:solidFill>
                  <a:srgbClr val="000000"/>
                </a:solidFill>
                <a:latin typeface="Josefin Sans Regular"/>
              </a:rPr>
              <a:t> </a:t>
            </a:r>
            <a:r>
              <a:rPr lang="en-US" sz="3970" dirty="0" err="1">
                <a:solidFill>
                  <a:srgbClr val="000000"/>
                </a:solidFill>
                <a:latin typeface="Josefin Sans Regular"/>
              </a:rPr>
              <a:t>lạnh</a:t>
            </a:r>
            <a:r>
              <a:rPr lang="en-US" sz="3970" dirty="0">
                <a:solidFill>
                  <a:srgbClr val="000000"/>
                </a:solidFill>
                <a:latin typeface="Josefin Sans Regular"/>
              </a:rPr>
              <a:t> </a:t>
            </a:r>
            <a:r>
              <a:rPr lang="en-US" sz="3970" dirty="0" err="1">
                <a:solidFill>
                  <a:srgbClr val="000000"/>
                </a:solidFill>
                <a:latin typeface="Josefin Sans Regular"/>
              </a:rPr>
              <a:t>đi</a:t>
            </a:r>
            <a:r>
              <a:rPr lang="en-US" sz="3970" dirty="0">
                <a:solidFill>
                  <a:srgbClr val="000000"/>
                </a:solidFill>
                <a:latin typeface="Josefin Sans Regular"/>
              </a:rPr>
              <a:t> qua </a:t>
            </a:r>
            <a:r>
              <a:rPr lang="en-US" sz="3970" dirty="0" err="1">
                <a:solidFill>
                  <a:srgbClr val="000000"/>
                </a:solidFill>
                <a:latin typeface="Josefin Sans Regular"/>
              </a:rPr>
              <a:t>dàn</a:t>
            </a:r>
            <a:r>
              <a:rPr lang="en-US" sz="3970" dirty="0">
                <a:solidFill>
                  <a:srgbClr val="000000"/>
                </a:solidFill>
                <a:latin typeface="Josefin Sans Regular"/>
              </a:rPr>
              <a:t> </a:t>
            </a:r>
            <a:r>
              <a:rPr lang="en-US" sz="3970" dirty="0" err="1">
                <a:solidFill>
                  <a:srgbClr val="000000"/>
                </a:solidFill>
                <a:latin typeface="Josefin Sans Regular"/>
              </a:rPr>
              <a:t>lạnh</a:t>
            </a:r>
            <a:r>
              <a:rPr lang="en-US" sz="3970" dirty="0">
                <a:solidFill>
                  <a:srgbClr val="000000"/>
                </a:solidFill>
                <a:latin typeface="Josefin Sans Regular"/>
              </a:rPr>
              <a:t> </a:t>
            </a:r>
            <a:r>
              <a:rPr lang="en-US" sz="3970" dirty="0" err="1">
                <a:solidFill>
                  <a:srgbClr val="000000"/>
                </a:solidFill>
                <a:latin typeface="Josefin Sans Regular"/>
              </a:rPr>
              <a:t>sẽ</a:t>
            </a:r>
            <a:r>
              <a:rPr lang="en-US" sz="3970" dirty="0">
                <a:solidFill>
                  <a:srgbClr val="000000"/>
                </a:solidFill>
                <a:latin typeface="Josefin Sans Regular"/>
              </a:rPr>
              <a:t> </a:t>
            </a:r>
            <a:r>
              <a:rPr lang="en-US" sz="3970" dirty="0" err="1">
                <a:solidFill>
                  <a:srgbClr val="000000"/>
                </a:solidFill>
                <a:latin typeface="Josefin Sans Regular"/>
              </a:rPr>
              <a:t>hấp</a:t>
            </a:r>
            <a:r>
              <a:rPr lang="en-US" sz="3970" dirty="0">
                <a:solidFill>
                  <a:srgbClr val="000000"/>
                </a:solidFill>
                <a:latin typeface="Josefin Sans Regular"/>
              </a:rPr>
              <a:t> </a:t>
            </a:r>
            <a:r>
              <a:rPr lang="en-US" sz="3970" dirty="0" err="1">
                <a:solidFill>
                  <a:srgbClr val="000000"/>
                </a:solidFill>
                <a:latin typeface="Josefin Sans Regular"/>
              </a:rPr>
              <a:t>thụ</a:t>
            </a:r>
            <a:r>
              <a:rPr lang="en-US" sz="3970" dirty="0">
                <a:solidFill>
                  <a:srgbClr val="000000"/>
                </a:solidFill>
                <a:latin typeface="Josefin Sans Regular"/>
              </a:rPr>
              <a:t> </a:t>
            </a:r>
            <a:r>
              <a:rPr lang="en-US" sz="3970" dirty="0" err="1">
                <a:solidFill>
                  <a:srgbClr val="000000"/>
                </a:solidFill>
                <a:latin typeface="Josefin Sans Regular"/>
              </a:rPr>
              <a:t>nhiệt</a:t>
            </a:r>
            <a:r>
              <a:rPr lang="en-US" sz="3970" dirty="0">
                <a:solidFill>
                  <a:srgbClr val="000000"/>
                </a:solidFill>
                <a:latin typeface="Josefin Sans Regular"/>
              </a:rPr>
              <a:t> </a:t>
            </a:r>
            <a:r>
              <a:rPr lang="en-US" sz="3970" dirty="0" err="1">
                <a:solidFill>
                  <a:srgbClr val="000000"/>
                </a:solidFill>
                <a:latin typeface="Josefin Sans Regular"/>
              </a:rPr>
              <a:t>từ</a:t>
            </a:r>
            <a:r>
              <a:rPr lang="en-US" sz="3970" dirty="0">
                <a:solidFill>
                  <a:srgbClr val="000000"/>
                </a:solidFill>
                <a:latin typeface="Josefin Sans Regular"/>
              </a:rPr>
              <a:t> </a:t>
            </a:r>
            <a:r>
              <a:rPr lang="en-US" sz="3970" dirty="0" err="1">
                <a:solidFill>
                  <a:srgbClr val="000000"/>
                </a:solidFill>
                <a:latin typeface="Josefin Sans Regular"/>
              </a:rPr>
              <a:t>môi</a:t>
            </a:r>
            <a:r>
              <a:rPr lang="en-US" sz="3970" dirty="0">
                <a:solidFill>
                  <a:srgbClr val="000000"/>
                </a:solidFill>
                <a:latin typeface="Josefin Sans Regular"/>
              </a:rPr>
              <a:t> </a:t>
            </a:r>
            <a:r>
              <a:rPr lang="en-US" sz="3970" dirty="0" err="1">
                <a:solidFill>
                  <a:srgbClr val="000000"/>
                </a:solidFill>
                <a:latin typeface="Josefin Sans Regular"/>
              </a:rPr>
              <a:t>trường</a:t>
            </a:r>
            <a:r>
              <a:rPr lang="en-US" sz="3970" dirty="0">
                <a:solidFill>
                  <a:srgbClr val="000000"/>
                </a:solidFill>
                <a:latin typeface="Josefin Sans Regular"/>
              </a:rPr>
              <a:t> </a:t>
            </a:r>
            <a:r>
              <a:rPr lang="en-US" sz="3970" dirty="0" err="1">
                <a:solidFill>
                  <a:srgbClr val="000000"/>
                </a:solidFill>
                <a:latin typeface="Josefin Sans Regular"/>
              </a:rPr>
              <a:t>xung</a:t>
            </a:r>
            <a:r>
              <a:rPr lang="en-US" sz="3970" dirty="0">
                <a:solidFill>
                  <a:srgbClr val="000000"/>
                </a:solidFill>
                <a:latin typeface="Josefin Sans Regular"/>
              </a:rPr>
              <a:t> </a:t>
            </a:r>
            <a:r>
              <a:rPr lang="vi-VN" sz="3970" dirty="0" smtClean="0">
                <a:solidFill>
                  <a:srgbClr val="000000"/>
                </a:solidFill>
                <a:latin typeface="Josefin Sans Regular"/>
              </a:rPr>
              <a:t>quanh</a:t>
            </a:r>
            <a:r>
              <a:rPr lang="en-US" sz="3970" dirty="0" smtClean="0">
                <a:solidFill>
                  <a:srgbClr val="000000"/>
                </a:solidFill>
                <a:latin typeface="Josefin Sans Regular"/>
              </a:rPr>
              <a:t>. </a:t>
            </a:r>
            <a:r>
              <a:rPr lang="en-US" sz="3970" dirty="0" err="1">
                <a:solidFill>
                  <a:srgbClr val="000000"/>
                </a:solidFill>
                <a:latin typeface="Josefin Sans Regular"/>
              </a:rPr>
              <a:t>Quạt</a:t>
            </a:r>
            <a:r>
              <a:rPr lang="en-US" sz="3970" dirty="0">
                <a:solidFill>
                  <a:srgbClr val="000000"/>
                </a:solidFill>
                <a:latin typeface="Josefin Sans Regular"/>
              </a:rPr>
              <a:t> </a:t>
            </a:r>
            <a:r>
              <a:rPr lang="en-US" sz="3970" dirty="0" err="1">
                <a:solidFill>
                  <a:srgbClr val="000000"/>
                </a:solidFill>
                <a:latin typeface="Josefin Sans Regular"/>
              </a:rPr>
              <a:t>gió</a:t>
            </a:r>
            <a:r>
              <a:rPr lang="en-US" sz="3970" dirty="0">
                <a:solidFill>
                  <a:srgbClr val="000000"/>
                </a:solidFill>
                <a:latin typeface="Josefin Sans Regular"/>
              </a:rPr>
              <a:t> </a:t>
            </a:r>
            <a:r>
              <a:rPr lang="en-US" sz="3970" dirty="0" err="1">
                <a:solidFill>
                  <a:srgbClr val="000000"/>
                </a:solidFill>
                <a:latin typeface="Josefin Sans Regular"/>
              </a:rPr>
              <a:t>trong</a:t>
            </a:r>
            <a:r>
              <a:rPr lang="en-US" sz="3970" dirty="0">
                <a:solidFill>
                  <a:srgbClr val="000000"/>
                </a:solidFill>
                <a:latin typeface="Josefin Sans Regular"/>
              </a:rPr>
              <a:t> </a:t>
            </a:r>
            <a:r>
              <a:rPr lang="vi-VN" sz="3970" dirty="0">
                <a:solidFill>
                  <a:srgbClr val="000000"/>
                </a:solidFill>
                <a:latin typeface="Josefin Sans Regular"/>
              </a:rPr>
              <a:t>cục</a:t>
            </a:r>
            <a:r>
              <a:rPr lang="en-US" sz="3970" dirty="0" smtClean="0">
                <a:solidFill>
                  <a:srgbClr val="000000"/>
                </a:solidFill>
                <a:latin typeface="Josefin Sans Regular"/>
              </a:rPr>
              <a:t> </a:t>
            </a:r>
            <a:r>
              <a:rPr lang="en-US" sz="3970" dirty="0" err="1">
                <a:solidFill>
                  <a:srgbClr val="000000"/>
                </a:solidFill>
                <a:latin typeface="Josefin Sans Regular"/>
              </a:rPr>
              <a:t>lạnh</a:t>
            </a:r>
            <a:r>
              <a:rPr lang="en-US" sz="3970" dirty="0">
                <a:solidFill>
                  <a:srgbClr val="000000"/>
                </a:solidFill>
                <a:latin typeface="Josefin Sans Regular"/>
              </a:rPr>
              <a:t> </a:t>
            </a:r>
            <a:r>
              <a:rPr lang="en-US" sz="3970" dirty="0" err="1">
                <a:solidFill>
                  <a:srgbClr val="000000"/>
                </a:solidFill>
                <a:latin typeface="Josefin Sans Regular"/>
              </a:rPr>
              <a:t>hút</a:t>
            </a:r>
            <a:r>
              <a:rPr lang="en-US" sz="3970" dirty="0">
                <a:solidFill>
                  <a:srgbClr val="000000"/>
                </a:solidFill>
                <a:latin typeface="Josefin Sans Regular"/>
              </a:rPr>
              <a:t> </a:t>
            </a:r>
            <a:r>
              <a:rPr lang="en-US" sz="3970" dirty="0" err="1">
                <a:solidFill>
                  <a:srgbClr val="000000"/>
                </a:solidFill>
                <a:latin typeface="Josefin Sans Regular"/>
              </a:rPr>
              <a:t>không</a:t>
            </a:r>
            <a:r>
              <a:rPr lang="en-US" sz="3970" dirty="0">
                <a:solidFill>
                  <a:srgbClr val="000000"/>
                </a:solidFill>
                <a:latin typeface="Josefin Sans Regular"/>
              </a:rPr>
              <a:t> </a:t>
            </a:r>
            <a:r>
              <a:rPr lang="en-US" sz="3970" dirty="0" err="1">
                <a:solidFill>
                  <a:srgbClr val="000000"/>
                </a:solidFill>
                <a:latin typeface="Josefin Sans Regular"/>
              </a:rPr>
              <a:t>khí</a:t>
            </a:r>
            <a:r>
              <a:rPr lang="en-US" sz="3970" dirty="0">
                <a:solidFill>
                  <a:srgbClr val="000000"/>
                </a:solidFill>
                <a:latin typeface="Josefin Sans Regular"/>
              </a:rPr>
              <a:t> </a:t>
            </a:r>
            <a:r>
              <a:rPr lang="en-US" sz="3970" dirty="0" err="1">
                <a:solidFill>
                  <a:srgbClr val="000000"/>
                </a:solidFill>
                <a:latin typeface="Josefin Sans Regular"/>
              </a:rPr>
              <a:t>trong</a:t>
            </a:r>
            <a:r>
              <a:rPr lang="en-US" sz="3970" dirty="0">
                <a:solidFill>
                  <a:srgbClr val="000000"/>
                </a:solidFill>
                <a:latin typeface="Josefin Sans Regular"/>
              </a:rPr>
              <a:t> </a:t>
            </a:r>
            <a:r>
              <a:rPr lang="en-US" sz="3970" dirty="0" err="1">
                <a:solidFill>
                  <a:srgbClr val="000000"/>
                </a:solidFill>
                <a:latin typeface="Josefin Sans Regular"/>
              </a:rPr>
              <a:t>phòng</a:t>
            </a:r>
            <a:r>
              <a:rPr lang="en-US" sz="3970" dirty="0">
                <a:solidFill>
                  <a:srgbClr val="000000"/>
                </a:solidFill>
                <a:latin typeface="Josefin Sans Regular"/>
              </a:rPr>
              <a:t>, </a:t>
            </a:r>
            <a:r>
              <a:rPr lang="en-US" sz="3970" dirty="0" err="1">
                <a:solidFill>
                  <a:srgbClr val="000000"/>
                </a:solidFill>
                <a:latin typeface="Josefin Sans Regular"/>
              </a:rPr>
              <a:t>đẩy</a:t>
            </a:r>
            <a:r>
              <a:rPr lang="en-US" sz="3970" dirty="0">
                <a:solidFill>
                  <a:srgbClr val="000000"/>
                </a:solidFill>
                <a:latin typeface="Josefin Sans Regular"/>
              </a:rPr>
              <a:t> qua </a:t>
            </a:r>
            <a:r>
              <a:rPr lang="en-US" sz="3970" dirty="0" err="1">
                <a:solidFill>
                  <a:srgbClr val="000000"/>
                </a:solidFill>
                <a:latin typeface="Josefin Sans Regular"/>
              </a:rPr>
              <a:t>dàn</a:t>
            </a:r>
            <a:r>
              <a:rPr lang="en-US" sz="3970" dirty="0">
                <a:solidFill>
                  <a:srgbClr val="000000"/>
                </a:solidFill>
                <a:latin typeface="Josefin Sans Regular"/>
              </a:rPr>
              <a:t> </a:t>
            </a:r>
            <a:r>
              <a:rPr lang="en-US" sz="3970" dirty="0" err="1">
                <a:solidFill>
                  <a:srgbClr val="000000"/>
                </a:solidFill>
                <a:latin typeface="Josefin Sans Regular"/>
              </a:rPr>
              <a:t>lạnh</a:t>
            </a:r>
            <a:r>
              <a:rPr lang="en-US" sz="3970" dirty="0">
                <a:solidFill>
                  <a:srgbClr val="000000"/>
                </a:solidFill>
                <a:latin typeface="Josefin Sans Regular"/>
              </a:rPr>
              <a:t> </a:t>
            </a:r>
            <a:r>
              <a:rPr lang="en-US" sz="3970" dirty="0" err="1">
                <a:solidFill>
                  <a:srgbClr val="000000"/>
                </a:solidFill>
                <a:latin typeface="Josefin Sans Regular"/>
              </a:rPr>
              <a:t>để</a:t>
            </a:r>
            <a:r>
              <a:rPr lang="en-US" sz="3970" dirty="0">
                <a:solidFill>
                  <a:srgbClr val="000000"/>
                </a:solidFill>
                <a:latin typeface="Josefin Sans Regular"/>
              </a:rPr>
              <a:t> </a:t>
            </a:r>
            <a:r>
              <a:rPr lang="en-US" sz="3970" dirty="0" err="1">
                <a:solidFill>
                  <a:srgbClr val="000000"/>
                </a:solidFill>
                <a:latin typeface="Josefin Sans Regular"/>
              </a:rPr>
              <a:t>làm</a:t>
            </a:r>
            <a:r>
              <a:rPr lang="en-US" sz="3970" dirty="0">
                <a:solidFill>
                  <a:srgbClr val="000000"/>
                </a:solidFill>
                <a:latin typeface="Josefin Sans Regular"/>
              </a:rPr>
              <a:t> </a:t>
            </a:r>
            <a:r>
              <a:rPr lang="en-US" sz="3970" dirty="0" err="1">
                <a:solidFill>
                  <a:srgbClr val="000000"/>
                </a:solidFill>
                <a:latin typeface="Josefin Sans Regular"/>
              </a:rPr>
              <a:t>lạnh</a:t>
            </a:r>
            <a:r>
              <a:rPr lang="en-US" sz="3970" dirty="0">
                <a:solidFill>
                  <a:srgbClr val="000000"/>
                </a:solidFill>
                <a:latin typeface="Josefin Sans Regular"/>
              </a:rPr>
              <a:t> </a:t>
            </a:r>
            <a:r>
              <a:rPr lang="en-US" sz="3970" dirty="0" err="1">
                <a:solidFill>
                  <a:srgbClr val="000000"/>
                </a:solidFill>
                <a:latin typeface="Josefin Sans Regular"/>
              </a:rPr>
              <a:t>rồi</a:t>
            </a:r>
            <a:r>
              <a:rPr lang="en-US" sz="3970" dirty="0">
                <a:solidFill>
                  <a:srgbClr val="000000"/>
                </a:solidFill>
                <a:latin typeface="Josefin Sans Regular"/>
              </a:rPr>
              <a:t> </a:t>
            </a:r>
            <a:r>
              <a:rPr lang="en-US" sz="3970" dirty="0" err="1">
                <a:solidFill>
                  <a:srgbClr val="000000"/>
                </a:solidFill>
                <a:latin typeface="Josefin Sans Regular"/>
              </a:rPr>
              <a:t>đưa</a:t>
            </a:r>
            <a:r>
              <a:rPr lang="en-US" sz="3970" dirty="0">
                <a:solidFill>
                  <a:srgbClr val="000000"/>
                </a:solidFill>
                <a:latin typeface="Josefin Sans Regular"/>
              </a:rPr>
              <a:t> </a:t>
            </a:r>
            <a:r>
              <a:rPr lang="en-US" sz="3970" dirty="0" err="1">
                <a:solidFill>
                  <a:srgbClr val="000000"/>
                </a:solidFill>
                <a:latin typeface="Josefin Sans Regular"/>
              </a:rPr>
              <a:t>trở</a:t>
            </a:r>
            <a:r>
              <a:rPr lang="en-US" sz="3970" dirty="0">
                <a:solidFill>
                  <a:srgbClr val="000000"/>
                </a:solidFill>
                <a:latin typeface="Josefin Sans Regular"/>
              </a:rPr>
              <a:t> </a:t>
            </a:r>
            <a:r>
              <a:rPr lang="en-US" sz="3970" dirty="0" err="1">
                <a:solidFill>
                  <a:srgbClr val="000000"/>
                </a:solidFill>
                <a:latin typeface="Josefin Sans Regular"/>
              </a:rPr>
              <a:t>lại</a:t>
            </a:r>
            <a:r>
              <a:rPr lang="en-US" sz="3970" dirty="0">
                <a:solidFill>
                  <a:srgbClr val="000000"/>
                </a:solidFill>
                <a:latin typeface="Josefin Sans Regular"/>
              </a:rPr>
              <a:t> </a:t>
            </a:r>
            <a:r>
              <a:rPr lang="en-US" sz="3970" dirty="0" err="1">
                <a:solidFill>
                  <a:srgbClr val="000000"/>
                </a:solidFill>
                <a:latin typeface="Josefin Sans Regular"/>
              </a:rPr>
              <a:t>phòng</a:t>
            </a:r>
            <a:endParaRPr lang="en-US" sz="3970" dirty="0">
              <a:solidFill>
                <a:srgbClr val="000000"/>
              </a:solidFill>
              <a:latin typeface="Josefin Sans Regular"/>
            </a:endParaRPr>
          </a:p>
        </p:txBody>
      </p:sp>
      <p:sp>
        <p:nvSpPr>
          <p:cNvPr id="47" name="TextBox 47"/>
          <p:cNvSpPr txBox="1"/>
          <p:nvPr/>
        </p:nvSpPr>
        <p:spPr>
          <a:xfrm>
            <a:off x="12320024" y="585205"/>
            <a:ext cx="4856047" cy="659339"/>
          </a:xfrm>
          <a:prstGeom prst="rect">
            <a:avLst/>
          </a:prstGeom>
        </p:spPr>
        <p:txBody>
          <a:bodyPr lIns="0" tIns="0" rIns="0" bIns="0" rtlCol="0" anchor="t">
            <a:spAutoFit/>
          </a:bodyPr>
          <a:lstStyle/>
          <a:p>
            <a:pPr marL="0" lvl="0" indent="0" algn="l">
              <a:lnSpc>
                <a:spcPts val="5288"/>
              </a:lnSpc>
              <a:spcBef>
                <a:spcPct val="0"/>
              </a:spcBef>
            </a:pPr>
            <a:r>
              <a:rPr lang="en-US" sz="4481">
                <a:solidFill>
                  <a:srgbClr val="000000"/>
                </a:solidFill>
                <a:latin typeface="Caudex Bold"/>
              </a:rPr>
              <a:t>Bước 3:</a:t>
            </a:r>
          </a:p>
        </p:txBody>
      </p:sp>
      <p:sp>
        <p:nvSpPr>
          <p:cNvPr id="48" name="TextBox 48"/>
          <p:cNvSpPr txBox="1"/>
          <p:nvPr/>
        </p:nvSpPr>
        <p:spPr>
          <a:xfrm>
            <a:off x="11558387" y="1620841"/>
            <a:ext cx="6293582" cy="3034092"/>
          </a:xfrm>
          <a:prstGeom prst="rect">
            <a:avLst/>
          </a:prstGeom>
        </p:spPr>
        <p:txBody>
          <a:bodyPr lIns="0" tIns="0" rIns="0" bIns="0" rtlCol="0" anchor="t">
            <a:spAutoFit/>
          </a:bodyPr>
          <a:lstStyle/>
          <a:p>
            <a:pPr algn="just">
              <a:lnSpc>
                <a:spcPts val="6016"/>
              </a:lnSpc>
            </a:pPr>
            <a:r>
              <a:rPr lang="en-US" sz="4297" dirty="0" err="1">
                <a:solidFill>
                  <a:srgbClr val="000000"/>
                </a:solidFill>
                <a:latin typeface="Josefin Sans Regular"/>
              </a:rPr>
              <a:t>Môi</a:t>
            </a:r>
            <a:r>
              <a:rPr lang="en-US" sz="4297" dirty="0">
                <a:solidFill>
                  <a:srgbClr val="000000"/>
                </a:solidFill>
                <a:latin typeface="Josefin Sans Regular"/>
              </a:rPr>
              <a:t> </a:t>
            </a:r>
            <a:r>
              <a:rPr lang="en-US" sz="4297" dirty="0" err="1">
                <a:solidFill>
                  <a:srgbClr val="000000"/>
                </a:solidFill>
                <a:latin typeface="Josefin Sans Regular"/>
              </a:rPr>
              <a:t>chất</a:t>
            </a:r>
            <a:r>
              <a:rPr lang="en-US" sz="4297" dirty="0">
                <a:solidFill>
                  <a:srgbClr val="000000"/>
                </a:solidFill>
                <a:latin typeface="Josefin Sans Regular"/>
              </a:rPr>
              <a:t> </a:t>
            </a:r>
            <a:r>
              <a:rPr lang="en-US" sz="4297" dirty="0" err="1">
                <a:solidFill>
                  <a:srgbClr val="000000"/>
                </a:solidFill>
                <a:latin typeface="Josefin Sans Regular"/>
              </a:rPr>
              <a:t>mang</a:t>
            </a:r>
            <a:r>
              <a:rPr lang="en-US" sz="4297" dirty="0">
                <a:solidFill>
                  <a:srgbClr val="000000"/>
                </a:solidFill>
                <a:latin typeface="Josefin Sans Regular"/>
              </a:rPr>
              <a:t> </a:t>
            </a:r>
            <a:r>
              <a:rPr lang="en-US" sz="4297" dirty="0" err="1">
                <a:solidFill>
                  <a:srgbClr val="000000"/>
                </a:solidFill>
                <a:latin typeface="Josefin Sans Regular"/>
              </a:rPr>
              <a:t>nhiệt</a:t>
            </a:r>
            <a:r>
              <a:rPr lang="en-US" sz="4297" dirty="0">
                <a:solidFill>
                  <a:srgbClr val="000000"/>
                </a:solidFill>
                <a:latin typeface="Josefin Sans Regular"/>
              </a:rPr>
              <a:t> </a:t>
            </a:r>
            <a:r>
              <a:rPr lang="en-US" sz="4297" dirty="0" err="1">
                <a:solidFill>
                  <a:srgbClr val="000000"/>
                </a:solidFill>
                <a:latin typeface="Josefin Sans Regular"/>
              </a:rPr>
              <a:t>sẽ</a:t>
            </a:r>
            <a:r>
              <a:rPr lang="en-US" sz="4297" dirty="0">
                <a:solidFill>
                  <a:srgbClr val="000000"/>
                </a:solidFill>
                <a:latin typeface="Josefin Sans Regular"/>
              </a:rPr>
              <a:t> </a:t>
            </a:r>
            <a:r>
              <a:rPr lang="en-US" sz="4297" dirty="0" err="1">
                <a:solidFill>
                  <a:srgbClr val="000000"/>
                </a:solidFill>
                <a:latin typeface="Josefin Sans Regular"/>
              </a:rPr>
              <a:t>được</a:t>
            </a:r>
            <a:r>
              <a:rPr lang="en-US" sz="4297" dirty="0">
                <a:solidFill>
                  <a:srgbClr val="000000"/>
                </a:solidFill>
                <a:latin typeface="Josefin Sans Regular"/>
              </a:rPr>
              <a:t> </a:t>
            </a:r>
            <a:r>
              <a:rPr lang="en-US" sz="4297" dirty="0" err="1">
                <a:solidFill>
                  <a:srgbClr val="000000"/>
                </a:solidFill>
                <a:latin typeface="Josefin Sans Regular"/>
              </a:rPr>
              <a:t>đưa</a:t>
            </a:r>
            <a:r>
              <a:rPr lang="en-US" sz="4297" dirty="0">
                <a:solidFill>
                  <a:srgbClr val="000000"/>
                </a:solidFill>
                <a:latin typeface="Josefin Sans Regular"/>
              </a:rPr>
              <a:t> </a:t>
            </a:r>
            <a:r>
              <a:rPr lang="en-US" sz="4297" dirty="0" err="1">
                <a:solidFill>
                  <a:srgbClr val="000000"/>
                </a:solidFill>
                <a:latin typeface="Josefin Sans Regular"/>
              </a:rPr>
              <a:t>đến</a:t>
            </a:r>
            <a:r>
              <a:rPr lang="en-US" sz="4297" dirty="0">
                <a:solidFill>
                  <a:srgbClr val="000000"/>
                </a:solidFill>
                <a:latin typeface="Josefin Sans Regular"/>
              </a:rPr>
              <a:t> </a:t>
            </a:r>
            <a:r>
              <a:rPr lang="en-US" sz="4297" dirty="0" err="1">
                <a:solidFill>
                  <a:srgbClr val="000000"/>
                </a:solidFill>
                <a:latin typeface="Josefin Sans Regular"/>
              </a:rPr>
              <a:t>máy</a:t>
            </a:r>
            <a:r>
              <a:rPr lang="en-US" sz="4297" dirty="0">
                <a:solidFill>
                  <a:srgbClr val="000000"/>
                </a:solidFill>
                <a:latin typeface="Josefin Sans Regular"/>
              </a:rPr>
              <a:t> </a:t>
            </a:r>
            <a:r>
              <a:rPr lang="en-US" sz="4297" dirty="0" err="1">
                <a:solidFill>
                  <a:srgbClr val="000000"/>
                </a:solidFill>
                <a:latin typeface="Josefin Sans Regular"/>
              </a:rPr>
              <a:t>nén</a:t>
            </a:r>
            <a:r>
              <a:rPr lang="en-US" sz="4297" dirty="0">
                <a:solidFill>
                  <a:srgbClr val="000000"/>
                </a:solidFill>
                <a:latin typeface="Josefin Sans Regular"/>
              </a:rPr>
              <a:t>. </a:t>
            </a:r>
            <a:r>
              <a:rPr lang="en-US" sz="4297" dirty="0" err="1">
                <a:solidFill>
                  <a:srgbClr val="000000"/>
                </a:solidFill>
                <a:latin typeface="Josefin Sans Regular"/>
              </a:rPr>
              <a:t>Tại</a:t>
            </a:r>
            <a:r>
              <a:rPr lang="en-US" sz="4297" dirty="0">
                <a:solidFill>
                  <a:srgbClr val="000000"/>
                </a:solidFill>
                <a:latin typeface="Josefin Sans Regular"/>
              </a:rPr>
              <a:t> </a:t>
            </a:r>
            <a:r>
              <a:rPr lang="en-US" sz="4297" dirty="0" err="1">
                <a:solidFill>
                  <a:srgbClr val="000000"/>
                </a:solidFill>
                <a:latin typeface="Josefin Sans Regular"/>
              </a:rPr>
              <a:t>đây</a:t>
            </a:r>
            <a:r>
              <a:rPr lang="en-US" sz="4297" dirty="0">
                <a:solidFill>
                  <a:srgbClr val="000000"/>
                </a:solidFill>
                <a:latin typeface="Josefin Sans Regular"/>
              </a:rPr>
              <a:t>, gas </a:t>
            </a:r>
            <a:r>
              <a:rPr lang="en-US" sz="4297" dirty="0" err="1">
                <a:solidFill>
                  <a:srgbClr val="000000"/>
                </a:solidFill>
                <a:latin typeface="Josefin Sans Regular"/>
              </a:rPr>
              <a:t>sẽ</a:t>
            </a:r>
            <a:r>
              <a:rPr lang="en-US" sz="4297" dirty="0">
                <a:solidFill>
                  <a:srgbClr val="000000"/>
                </a:solidFill>
                <a:latin typeface="Josefin Sans Regular"/>
              </a:rPr>
              <a:t> </a:t>
            </a:r>
            <a:r>
              <a:rPr lang="en-US" sz="4297" dirty="0" err="1">
                <a:solidFill>
                  <a:srgbClr val="000000"/>
                </a:solidFill>
                <a:latin typeface="Josefin Sans Regular"/>
              </a:rPr>
              <a:t>được</a:t>
            </a:r>
            <a:r>
              <a:rPr lang="en-US" sz="4297" dirty="0">
                <a:solidFill>
                  <a:srgbClr val="000000"/>
                </a:solidFill>
                <a:latin typeface="Josefin Sans Regular"/>
              </a:rPr>
              <a:t> </a:t>
            </a:r>
            <a:r>
              <a:rPr lang="en-US" sz="4297" dirty="0" err="1">
                <a:solidFill>
                  <a:srgbClr val="000000"/>
                </a:solidFill>
                <a:latin typeface="Josefin Sans Regular"/>
              </a:rPr>
              <a:t>nén</a:t>
            </a:r>
            <a:r>
              <a:rPr lang="en-US" sz="4297" dirty="0">
                <a:solidFill>
                  <a:srgbClr val="000000"/>
                </a:solidFill>
                <a:latin typeface="Josefin Sans Regular"/>
              </a:rPr>
              <a:t> </a:t>
            </a:r>
            <a:r>
              <a:rPr lang="en-US" sz="4297" dirty="0" err="1">
                <a:solidFill>
                  <a:srgbClr val="000000"/>
                </a:solidFill>
                <a:latin typeface="Josefin Sans Regular"/>
              </a:rPr>
              <a:t>tới</a:t>
            </a:r>
            <a:r>
              <a:rPr lang="en-US" sz="4297" dirty="0">
                <a:solidFill>
                  <a:srgbClr val="000000"/>
                </a:solidFill>
                <a:latin typeface="Josefin Sans Regular"/>
              </a:rPr>
              <a:t> </a:t>
            </a:r>
            <a:r>
              <a:rPr lang="en-US" sz="4297" dirty="0" err="1">
                <a:solidFill>
                  <a:srgbClr val="000000"/>
                </a:solidFill>
                <a:latin typeface="Josefin Sans Regular"/>
              </a:rPr>
              <a:t>áp</a:t>
            </a:r>
            <a:r>
              <a:rPr lang="en-US" sz="4297" dirty="0">
                <a:solidFill>
                  <a:srgbClr val="000000"/>
                </a:solidFill>
                <a:latin typeface="Josefin Sans Regular"/>
              </a:rPr>
              <a:t> </a:t>
            </a:r>
            <a:r>
              <a:rPr lang="en-US" sz="4297" dirty="0" err="1">
                <a:solidFill>
                  <a:srgbClr val="000000"/>
                </a:solidFill>
                <a:latin typeface="Josefin Sans Regular"/>
              </a:rPr>
              <a:t>suất</a:t>
            </a:r>
            <a:r>
              <a:rPr lang="en-US" sz="4297" dirty="0">
                <a:solidFill>
                  <a:srgbClr val="000000"/>
                </a:solidFill>
                <a:latin typeface="Josefin Sans Regular"/>
              </a:rPr>
              <a:t> </a:t>
            </a:r>
            <a:r>
              <a:rPr lang="en-US" sz="4297" dirty="0" err="1">
                <a:solidFill>
                  <a:srgbClr val="000000"/>
                </a:solidFill>
                <a:latin typeface="Josefin Sans Regular"/>
              </a:rPr>
              <a:t>cao</a:t>
            </a:r>
            <a:r>
              <a:rPr lang="en-US" sz="4297" dirty="0">
                <a:solidFill>
                  <a:srgbClr val="000000"/>
                </a:solidFill>
                <a:latin typeface="Josefin Sans Regular"/>
              </a:rPr>
              <a:t> </a:t>
            </a:r>
            <a:r>
              <a:rPr lang="en-US" sz="4297" dirty="0" err="1">
                <a:solidFill>
                  <a:srgbClr val="000000"/>
                </a:solidFill>
                <a:latin typeface="Josefin Sans Regular"/>
              </a:rPr>
              <a:t>hơn</a:t>
            </a:r>
            <a:endParaRPr lang="en-US" sz="4297" dirty="0">
              <a:solidFill>
                <a:srgbClr val="000000"/>
              </a:solidFill>
              <a:latin typeface="Josefin Sans Regular"/>
            </a:endParaRPr>
          </a:p>
        </p:txBody>
      </p:sp>
      <p:grpSp>
        <p:nvGrpSpPr>
          <p:cNvPr id="58" name="Google Shape;9946;p65"/>
          <p:cNvGrpSpPr/>
          <p:nvPr/>
        </p:nvGrpSpPr>
        <p:grpSpPr>
          <a:xfrm>
            <a:off x="8505221" y="1317355"/>
            <a:ext cx="2643772" cy="2204573"/>
            <a:chOff x="4206459" y="1191441"/>
            <a:chExt cx="712557" cy="785901"/>
          </a:xfrm>
          <a:solidFill>
            <a:schemeClr val="accent5">
              <a:lumMod val="40000"/>
              <a:lumOff val="60000"/>
            </a:schemeClr>
          </a:solidFill>
        </p:grpSpPr>
        <p:sp>
          <p:nvSpPr>
            <p:cNvPr id="59" name="Google Shape;9947;p65"/>
            <p:cNvSpPr/>
            <p:nvPr/>
          </p:nvSpPr>
          <p:spPr>
            <a:xfrm>
              <a:off x="4548248" y="1328649"/>
              <a:ext cx="325201" cy="322547"/>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grpFill/>
            <a:ln w="9525"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9948;p65"/>
            <p:cNvSpPr/>
            <p:nvPr/>
          </p:nvSpPr>
          <p:spPr>
            <a:xfrm>
              <a:off x="4557499" y="1656607"/>
              <a:ext cx="306674" cy="306648"/>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grp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9949;p65"/>
            <p:cNvSpPr/>
            <p:nvPr/>
          </p:nvSpPr>
          <p:spPr>
            <a:xfrm>
              <a:off x="4251067" y="1523035"/>
              <a:ext cx="327536" cy="325023"/>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grp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9950;p65"/>
            <p:cNvSpPr/>
            <p:nvPr/>
          </p:nvSpPr>
          <p:spPr>
            <a:xfrm>
              <a:off x="4277366" y="1220917"/>
              <a:ext cx="292242" cy="292217"/>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grpFill/>
            <a:ln w="9525"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9951;p65"/>
            <p:cNvGrpSpPr/>
            <p:nvPr/>
          </p:nvGrpSpPr>
          <p:grpSpPr>
            <a:xfrm>
              <a:off x="4644280" y="1290523"/>
              <a:ext cx="143716" cy="29463"/>
              <a:chOff x="4644280" y="1290523"/>
              <a:chExt cx="143716" cy="29463"/>
            </a:xfrm>
            <a:grpFill/>
          </p:grpSpPr>
          <p:sp>
            <p:nvSpPr>
              <p:cNvPr id="93" name="Google Shape;9952;p65"/>
              <p:cNvSpPr/>
              <p:nvPr/>
            </p:nvSpPr>
            <p:spPr>
              <a:xfrm>
                <a:off x="4736292" y="1294223"/>
                <a:ext cx="51704" cy="25762"/>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953;p65"/>
              <p:cNvSpPr/>
              <p:nvPr/>
            </p:nvSpPr>
            <p:spPr>
              <a:xfrm>
                <a:off x="4700066" y="1290523"/>
                <a:ext cx="32206" cy="7988"/>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954;p65"/>
              <p:cNvSpPr/>
              <p:nvPr/>
            </p:nvSpPr>
            <p:spPr>
              <a:xfrm>
                <a:off x="4644280" y="1300641"/>
                <a:ext cx="20225" cy="13283"/>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955;p65"/>
              <p:cNvSpPr/>
              <p:nvPr/>
            </p:nvSpPr>
            <p:spPr>
              <a:xfrm>
                <a:off x="4667822" y="1291888"/>
                <a:ext cx="27779" cy="11433"/>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9956;p65"/>
            <p:cNvGrpSpPr/>
            <p:nvPr/>
          </p:nvGrpSpPr>
          <p:grpSpPr>
            <a:xfrm>
              <a:off x="4356567" y="1191441"/>
              <a:ext cx="143690" cy="29488"/>
              <a:chOff x="4356567" y="1191441"/>
              <a:chExt cx="143690" cy="29488"/>
            </a:xfrm>
            <a:grpFill/>
          </p:grpSpPr>
          <p:sp>
            <p:nvSpPr>
              <p:cNvPr id="89" name="Google Shape;9957;p65"/>
              <p:cNvSpPr/>
              <p:nvPr/>
            </p:nvSpPr>
            <p:spPr>
              <a:xfrm>
                <a:off x="4448554" y="1195154"/>
                <a:ext cx="51704" cy="25775"/>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958;p65"/>
              <p:cNvSpPr/>
              <p:nvPr/>
            </p:nvSpPr>
            <p:spPr>
              <a:xfrm>
                <a:off x="4412341" y="1191441"/>
                <a:ext cx="32206" cy="8013"/>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959;p65"/>
              <p:cNvSpPr/>
              <p:nvPr/>
            </p:nvSpPr>
            <p:spPr>
              <a:xfrm>
                <a:off x="4356567" y="1201573"/>
                <a:ext cx="20212" cy="1327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960;p65"/>
              <p:cNvSpPr/>
              <p:nvPr/>
            </p:nvSpPr>
            <p:spPr>
              <a:xfrm>
                <a:off x="4380084" y="1192832"/>
                <a:ext cx="27779" cy="11433"/>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9961;p65"/>
            <p:cNvGrpSpPr/>
            <p:nvPr/>
          </p:nvGrpSpPr>
          <p:grpSpPr>
            <a:xfrm>
              <a:off x="4339009" y="1863727"/>
              <a:ext cx="143703" cy="29476"/>
              <a:chOff x="4339009" y="1863727"/>
              <a:chExt cx="143703" cy="29476"/>
            </a:xfrm>
            <a:grpFill/>
          </p:grpSpPr>
          <p:sp>
            <p:nvSpPr>
              <p:cNvPr id="85" name="Google Shape;9962;p65"/>
              <p:cNvSpPr/>
              <p:nvPr/>
            </p:nvSpPr>
            <p:spPr>
              <a:xfrm>
                <a:off x="4339009" y="1863727"/>
                <a:ext cx="51691" cy="25762"/>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9963;p65"/>
              <p:cNvSpPr/>
              <p:nvPr/>
            </p:nvSpPr>
            <p:spPr>
              <a:xfrm>
                <a:off x="4394732" y="1885202"/>
                <a:ext cx="32193" cy="8001"/>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9964;p65"/>
              <p:cNvSpPr/>
              <p:nvPr/>
            </p:nvSpPr>
            <p:spPr>
              <a:xfrm>
                <a:off x="4462488" y="1869814"/>
                <a:ext cx="20225" cy="13258"/>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9965;p65"/>
              <p:cNvSpPr/>
              <p:nvPr/>
            </p:nvSpPr>
            <p:spPr>
              <a:xfrm>
                <a:off x="4431392" y="1880392"/>
                <a:ext cx="27804" cy="11433"/>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 name="Google Shape;9966;p65"/>
            <p:cNvGrpSpPr/>
            <p:nvPr/>
          </p:nvGrpSpPr>
          <p:grpSpPr>
            <a:xfrm>
              <a:off x="4206459" y="1607315"/>
              <a:ext cx="29539" cy="142899"/>
              <a:chOff x="4206459" y="1607315"/>
              <a:chExt cx="29539" cy="142899"/>
            </a:xfrm>
            <a:grpFill/>
          </p:grpSpPr>
          <p:sp>
            <p:nvSpPr>
              <p:cNvPr id="81" name="Google Shape;9967;p65"/>
              <p:cNvSpPr/>
              <p:nvPr/>
            </p:nvSpPr>
            <p:spPr>
              <a:xfrm>
                <a:off x="4209840" y="1607315"/>
                <a:ext cx="26158" cy="50989"/>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9968;p65"/>
              <p:cNvSpPr/>
              <p:nvPr/>
            </p:nvSpPr>
            <p:spPr>
              <a:xfrm>
                <a:off x="4206459" y="1662910"/>
                <a:ext cx="8230" cy="3178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9969;p65"/>
              <p:cNvSpPr/>
              <p:nvPr/>
            </p:nvSpPr>
            <p:spPr>
              <a:xfrm>
                <a:off x="4216194" y="1730768"/>
                <a:ext cx="14227" cy="19446"/>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9970;p65"/>
              <p:cNvSpPr/>
              <p:nvPr/>
            </p:nvSpPr>
            <p:spPr>
              <a:xfrm>
                <a:off x="4207607" y="1699506"/>
                <a:ext cx="12045" cy="27153"/>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9971;p65"/>
            <p:cNvSpPr/>
            <p:nvPr/>
          </p:nvSpPr>
          <p:spPr>
            <a:xfrm>
              <a:off x="4250519" y="1416170"/>
              <a:ext cx="26783" cy="52303"/>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9972;p65"/>
            <p:cNvSpPr/>
            <p:nvPr/>
          </p:nvSpPr>
          <p:spPr>
            <a:xfrm>
              <a:off x="4276166" y="1471370"/>
              <a:ext cx="24359" cy="2529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9973;p65"/>
            <p:cNvSpPr/>
            <p:nvPr/>
          </p:nvSpPr>
          <p:spPr>
            <a:xfrm>
              <a:off x="4330231" y="1513121"/>
              <a:ext cx="21462" cy="10986"/>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9974;p65"/>
            <p:cNvSpPr/>
            <p:nvPr/>
          </p:nvSpPr>
          <p:spPr>
            <a:xfrm>
              <a:off x="4302005" y="1497298"/>
              <a:ext cx="25469" cy="17647"/>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 name="Google Shape;9975;p65"/>
            <p:cNvGrpSpPr/>
            <p:nvPr/>
          </p:nvGrpSpPr>
          <p:grpSpPr>
            <a:xfrm>
              <a:off x="4889463" y="1423737"/>
              <a:ext cx="29552" cy="142899"/>
              <a:chOff x="4889463" y="1423737"/>
              <a:chExt cx="29552" cy="142899"/>
            </a:xfrm>
            <a:grpFill/>
          </p:grpSpPr>
          <p:sp>
            <p:nvSpPr>
              <p:cNvPr id="77" name="Google Shape;9976;p65"/>
              <p:cNvSpPr/>
              <p:nvPr/>
            </p:nvSpPr>
            <p:spPr>
              <a:xfrm>
                <a:off x="4889463" y="1515647"/>
                <a:ext cx="26158" cy="50989"/>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9977;p65"/>
              <p:cNvSpPr/>
              <p:nvPr/>
            </p:nvSpPr>
            <p:spPr>
              <a:xfrm>
                <a:off x="4910772" y="1479256"/>
                <a:ext cx="8243" cy="3178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9978;p65"/>
              <p:cNvSpPr/>
              <p:nvPr/>
            </p:nvSpPr>
            <p:spPr>
              <a:xfrm>
                <a:off x="4895052" y="1423737"/>
                <a:ext cx="14215" cy="19446"/>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9979;p65"/>
              <p:cNvSpPr/>
              <p:nvPr/>
            </p:nvSpPr>
            <p:spPr>
              <a:xfrm>
                <a:off x="4905783" y="1447292"/>
                <a:ext cx="12071" cy="27153"/>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9980;p65"/>
            <p:cNvGrpSpPr/>
            <p:nvPr/>
          </p:nvGrpSpPr>
          <p:grpSpPr>
            <a:xfrm>
              <a:off x="4771663" y="1876896"/>
              <a:ext cx="108651" cy="100447"/>
              <a:chOff x="4771663" y="1876896"/>
              <a:chExt cx="108651" cy="100447"/>
            </a:xfrm>
            <a:grpFill/>
          </p:grpSpPr>
          <p:sp>
            <p:nvSpPr>
              <p:cNvPr id="73" name="Google Shape;9981;p65"/>
              <p:cNvSpPr/>
              <p:nvPr/>
            </p:nvSpPr>
            <p:spPr>
              <a:xfrm>
                <a:off x="4771663" y="1951210"/>
                <a:ext cx="53184" cy="26132"/>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9982;p65"/>
              <p:cNvSpPr/>
              <p:nvPr/>
            </p:nvSpPr>
            <p:spPr>
              <a:xfrm>
                <a:off x="4826850" y="1927897"/>
                <a:ext cx="26081" cy="23529"/>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9983;p65"/>
              <p:cNvSpPr/>
              <p:nvPr/>
            </p:nvSpPr>
            <p:spPr>
              <a:xfrm>
                <a:off x="4868600" y="1876896"/>
                <a:ext cx="11714" cy="20531"/>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9984;p65"/>
              <p:cNvSpPr/>
              <p:nvPr/>
            </p:nvSpPr>
            <p:spPr>
              <a:xfrm>
                <a:off x="4852804" y="1901038"/>
                <a:ext cx="18528" cy="24589"/>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3" name="Picture 4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803424" y="5904074"/>
            <a:ext cx="7627739" cy="4824328"/>
          </a:xfrm>
          <a:prstGeom prst="rect">
            <a:avLst/>
          </a:prstGeom>
        </p:spPr>
      </p:pic>
      <p:sp>
        <p:nvSpPr>
          <p:cNvPr id="132" name="Rectangle 131"/>
          <p:cNvSpPr/>
          <p:nvPr/>
        </p:nvSpPr>
        <p:spPr>
          <a:xfrm rot="787962">
            <a:off x="14714710" y="6332473"/>
            <a:ext cx="5181600" cy="748282"/>
          </a:xfrm>
          <a:prstGeom prst="rect">
            <a:avLst/>
          </a:prstGeom>
        </p:spPr>
        <p:txBody>
          <a:bodyPr wrap="square">
            <a:spAutoFit/>
          </a:bodyPr>
          <a:lstStyle/>
          <a:p>
            <a:pPr algn="just">
              <a:lnSpc>
                <a:spcPts val="6123"/>
              </a:lnSpc>
            </a:pPr>
            <a:r>
              <a:rPr lang="vi-VN" dirty="0" smtClean="0">
                <a:solidFill>
                  <a:srgbClr val="000000"/>
                </a:solidFill>
                <a:latin typeface="Josefin Sans Regular"/>
              </a:rPr>
              <a:t>Học vật lí đi </a:t>
            </a:r>
            <a:endParaRPr lang="en-US" dirty="0">
              <a:solidFill>
                <a:srgbClr val="000000"/>
              </a:solidFill>
              <a:latin typeface="Josefin Sans Regula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66" name="Picture 65"/>
          <p:cNvPicPr>
            <a:picLocks noChangeAspect="1"/>
          </p:cNvPicPr>
          <p:nvPr/>
        </p:nvPicPr>
        <p:blipFill>
          <a:blip r:embed="rId3"/>
          <a:stretch>
            <a:fillRect/>
          </a:stretch>
        </p:blipFill>
        <p:spPr>
          <a:xfrm>
            <a:off x="31680" y="-224172"/>
            <a:ext cx="18440399" cy="11430000"/>
          </a:xfrm>
          <a:prstGeom prst="rect">
            <a:avLst/>
          </a:prstGeom>
        </p:spPr>
      </p:pic>
      <p:grpSp>
        <p:nvGrpSpPr>
          <p:cNvPr id="93" name="Group 2"/>
          <p:cNvGrpSpPr/>
          <p:nvPr/>
        </p:nvGrpSpPr>
        <p:grpSpPr>
          <a:xfrm>
            <a:off x="10142456" y="4111470"/>
            <a:ext cx="7532938" cy="5140952"/>
            <a:chOff x="0" y="0"/>
            <a:chExt cx="7518017" cy="5130769"/>
          </a:xfrm>
        </p:grpSpPr>
        <p:sp>
          <p:nvSpPr>
            <p:cNvPr id="94" name="Freeform 3"/>
            <p:cNvSpPr/>
            <p:nvPr/>
          </p:nvSpPr>
          <p:spPr>
            <a:xfrm>
              <a:off x="57150" y="58420"/>
              <a:ext cx="7448167" cy="5059649"/>
            </a:xfrm>
            <a:custGeom>
              <a:avLst/>
              <a:gdLst/>
              <a:ahLst/>
              <a:cxnLst/>
              <a:rect l="l" t="t" r="r" b="b"/>
              <a:pathLst>
                <a:path w="7448167" h="5059649">
                  <a:moveTo>
                    <a:pt x="7363077" y="5029169"/>
                  </a:moveTo>
                  <a:lnTo>
                    <a:pt x="0" y="5029169"/>
                  </a:lnTo>
                  <a:cubicBezTo>
                    <a:pt x="5080" y="5046949"/>
                    <a:pt x="21590" y="5059649"/>
                    <a:pt x="40640" y="5059649"/>
                  </a:cubicBezTo>
                  <a:lnTo>
                    <a:pt x="7404988" y="5059649"/>
                  </a:lnTo>
                  <a:cubicBezTo>
                    <a:pt x="7429117" y="5059649"/>
                    <a:pt x="7448167" y="5040599"/>
                    <a:pt x="7448167" y="5016469"/>
                  </a:cubicBezTo>
                  <a:lnTo>
                    <a:pt x="7448167" y="40640"/>
                  </a:lnTo>
                  <a:cubicBezTo>
                    <a:pt x="7448167" y="21590"/>
                    <a:pt x="7435467" y="6350"/>
                    <a:pt x="7418957" y="0"/>
                  </a:cubicBezTo>
                  <a:lnTo>
                    <a:pt x="7418957" y="4973289"/>
                  </a:lnTo>
                  <a:cubicBezTo>
                    <a:pt x="7418957" y="5003769"/>
                    <a:pt x="7393557" y="5029169"/>
                    <a:pt x="7363077" y="5029169"/>
                  </a:cubicBezTo>
                  <a:close/>
                </a:path>
              </a:pathLst>
            </a:custGeom>
            <a:ln/>
          </p:spPr>
          <p:style>
            <a:lnRef idx="2">
              <a:schemeClr val="accent4"/>
            </a:lnRef>
            <a:fillRef idx="1">
              <a:schemeClr val="lt1"/>
            </a:fillRef>
            <a:effectRef idx="0">
              <a:schemeClr val="accent4"/>
            </a:effectRef>
            <a:fontRef idx="minor">
              <a:schemeClr val="dk1"/>
            </a:fontRef>
          </p:style>
        </p:sp>
        <p:sp>
          <p:nvSpPr>
            <p:cNvPr id="95" name="Freeform 4"/>
            <p:cNvSpPr/>
            <p:nvPr/>
          </p:nvSpPr>
          <p:spPr>
            <a:xfrm>
              <a:off x="12700" y="12700"/>
              <a:ext cx="7450707" cy="5062189"/>
            </a:xfrm>
            <a:custGeom>
              <a:avLst/>
              <a:gdLst/>
              <a:ahLst/>
              <a:cxnLst/>
              <a:rect l="l" t="t" r="r" b="b"/>
              <a:pathLst>
                <a:path w="7450707" h="5062189">
                  <a:moveTo>
                    <a:pt x="43180" y="5062189"/>
                  </a:moveTo>
                  <a:lnTo>
                    <a:pt x="7407527" y="5062189"/>
                  </a:lnTo>
                  <a:cubicBezTo>
                    <a:pt x="7431657" y="5062189"/>
                    <a:pt x="7450707" y="5043139"/>
                    <a:pt x="7450707" y="5019009"/>
                  </a:cubicBezTo>
                  <a:lnTo>
                    <a:pt x="7450707" y="43180"/>
                  </a:lnTo>
                  <a:cubicBezTo>
                    <a:pt x="7450707" y="19050"/>
                    <a:pt x="7431657" y="0"/>
                    <a:pt x="7407527" y="0"/>
                  </a:cubicBezTo>
                  <a:lnTo>
                    <a:pt x="43180" y="0"/>
                  </a:lnTo>
                  <a:cubicBezTo>
                    <a:pt x="19050" y="0"/>
                    <a:pt x="0" y="19050"/>
                    <a:pt x="0" y="43180"/>
                  </a:cubicBezTo>
                  <a:lnTo>
                    <a:pt x="0" y="5019009"/>
                  </a:lnTo>
                  <a:cubicBezTo>
                    <a:pt x="0" y="5043139"/>
                    <a:pt x="19050" y="5062189"/>
                    <a:pt x="43180" y="5062189"/>
                  </a:cubicBezTo>
                  <a:close/>
                </a:path>
              </a:pathLst>
            </a:custGeom>
            <a:ln/>
          </p:spPr>
          <p:style>
            <a:lnRef idx="2">
              <a:schemeClr val="accent4"/>
            </a:lnRef>
            <a:fillRef idx="1">
              <a:schemeClr val="lt1"/>
            </a:fillRef>
            <a:effectRef idx="0">
              <a:schemeClr val="accent4"/>
            </a:effectRef>
            <a:fontRef idx="minor">
              <a:schemeClr val="dk1"/>
            </a:fontRef>
          </p:style>
        </p:sp>
        <p:sp>
          <p:nvSpPr>
            <p:cNvPr id="96" name="Freeform 5"/>
            <p:cNvSpPr/>
            <p:nvPr/>
          </p:nvSpPr>
          <p:spPr>
            <a:xfrm>
              <a:off x="0" y="0"/>
              <a:ext cx="7518017" cy="5130769"/>
            </a:xfrm>
            <a:custGeom>
              <a:avLst/>
              <a:gdLst/>
              <a:ahLst/>
              <a:cxnLst/>
              <a:rect l="l" t="t" r="r" b="b"/>
              <a:pathLst>
                <a:path w="7518017" h="5130769">
                  <a:moveTo>
                    <a:pt x="7474837" y="44450"/>
                  </a:moveTo>
                  <a:cubicBezTo>
                    <a:pt x="7469757" y="19050"/>
                    <a:pt x="7446897" y="0"/>
                    <a:pt x="7420227" y="0"/>
                  </a:cubicBezTo>
                  <a:lnTo>
                    <a:pt x="55880" y="0"/>
                  </a:lnTo>
                  <a:cubicBezTo>
                    <a:pt x="25400" y="0"/>
                    <a:pt x="0" y="25400"/>
                    <a:pt x="0" y="55880"/>
                  </a:cubicBezTo>
                  <a:lnTo>
                    <a:pt x="0" y="5031709"/>
                  </a:lnTo>
                  <a:cubicBezTo>
                    <a:pt x="0" y="5058379"/>
                    <a:pt x="17780" y="5079969"/>
                    <a:pt x="43180" y="5086319"/>
                  </a:cubicBezTo>
                  <a:cubicBezTo>
                    <a:pt x="48260" y="5111719"/>
                    <a:pt x="71120" y="5130769"/>
                    <a:pt x="97790" y="5130769"/>
                  </a:cubicBezTo>
                  <a:lnTo>
                    <a:pt x="7462138" y="5130769"/>
                  </a:lnTo>
                  <a:cubicBezTo>
                    <a:pt x="7492617" y="5130769"/>
                    <a:pt x="7518017" y="5105369"/>
                    <a:pt x="7518017" y="5074889"/>
                  </a:cubicBezTo>
                  <a:lnTo>
                    <a:pt x="7518017" y="99060"/>
                  </a:lnTo>
                  <a:cubicBezTo>
                    <a:pt x="7518017" y="72390"/>
                    <a:pt x="7500237" y="50800"/>
                    <a:pt x="7474837" y="44450"/>
                  </a:cubicBezTo>
                  <a:close/>
                  <a:moveTo>
                    <a:pt x="12700" y="5031709"/>
                  </a:moveTo>
                  <a:lnTo>
                    <a:pt x="12700" y="55880"/>
                  </a:lnTo>
                  <a:cubicBezTo>
                    <a:pt x="12700" y="31750"/>
                    <a:pt x="31750" y="12700"/>
                    <a:pt x="55880" y="12700"/>
                  </a:cubicBezTo>
                  <a:lnTo>
                    <a:pt x="7420227" y="12700"/>
                  </a:lnTo>
                  <a:cubicBezTo>
                    <a:pt x="7444357" y="12700"/>
                    <a:pt x="7463407" y="31750"/>
                    <a:pt x="7463407" y="55880"/>
                  </a:cubicBezTo>
                  <a:lnTo>
                    <a:pt x="7463407" y="5031709"/>
                  </a:lnTo>
                  <a:cubicBezTo>
                    <a:pt x="7463407" y="5055839"/>
                    <a:pt x="7444357" y="5074889"/>
                    <a:pt x="7420227" y="5074889"/>
                  </a:cubicBezTo>
                  <a:lnTo>
                    <a:pt x="55880" y="5074889"/>
                  </a:lnTo>
                  <a:cubicBezTo>
                    <a:pt x="31750" y="5074889"/>
                    <a:pt x="12700" y="5055839"/>
                    <a:pt x="12700" y="5031709"/>
                  </a:cubicBezTo>
                  <a:close/>
                  <a:moveTo>
                    <a:pt x="7505317" y="5074889"/>
                  </a:moveTo>
                  <a:cubicBezTo>
                    <a:pt x="7505317" y="5099019"/>
                    <a:pt x="7486267" y="5118069"/>
                    <a:pt x="7462138" y="5118069"/>
                  </a:cubicBezTo>
                  <a:lnTo>
                    <a:pt x="97790" y="5118069"/>
                  </a:lnTo>
                  <a:cubicBezTo>
                    <a:pt x="78740" y="5118069"/>
                    <a:pt x="62230" y="5105369"/>
                    <a:pt x="57150" y="5087589"/>
                  </a:cubicBezTo>
                  <a:lnTo>
                    <a:pt x="7420227" y="5087589"/>
                  </a:lnTo>
                  <a:cubicBezTo>
                    <a:pt x="7450707" y="5087589"/>
                    <a:pt x="7476107" y="5062189"/>
                    <a:pt x="7476107" y="5031709"/>
                  </a:cubicBezTo>
                  <a:lnTo>
                    <a:pt x="7476107" y="58420"/>
                  </a:lnTo>
                  <a:cubicBezTo>
                    <a:pt x="7492617" y="64770"/>
                    <a:pt x="7505317" y="80010"/>
                    <a:pt x="7505317" y="99060"/>
                  </a:cubicBezTo>
                  <a:lnTo>
                    <a:pt x="7505317" y="5074889"/>
                  </a:lnTo>
                  <a:close/>
                </a:path>
              </a:pathLst>
            </a:custGeom>
            <a:ln/>
          </p:spPr>
          <p:style>
            <a:lnRef idx="2">
              <a:schemeClr val="accent4"/>
            </a:lnRef>
            <a:fillRef idx="1">
              <a:schemeClr val="lt1"/>
            </a:fillRef>
            <a:effectRef idx="0">
              <a:schemeClr val="accent4"/>
            </a:effectRef>
            <a:fontRef idx="minor">
              <a:schemeClr val="dk1"/>
            </a:fontRef>
          </p:style>
        </p:sp>
      </p:grpSp>
      <p:grpSp>
        <p:nvGrpSpPr>
          <p:cNvPr id="89" name="Group 2"/>
          <p:cNvGrpSpPr/>
          <p:nvPr/>
        </p:nvGrpSpPr>
        <p:grpSpPr>
          <a:xfrm>
            <a:off x="704550" y="4098745"/>
            <a:ext cx="7532938" cy="5140952"/>
            <a:chOff x="0" y="0"/>
            <a:chExt cx="7518017" cy="5130769"/>
          </a:xfrm>
        </p:grpSpPr>
        <p:sp>
          <p:nvSpPr>
            <p:cNvPr id="90" name="Freeform 3"/>
            <p:cNvSpPr/>
            <p:nvPr/>
          </p:nvSpPr>
          <p:spPr>
            <a:xfrm>
              <a:off x="57150" y="58420"/>
              <a:ext cx="7448167" cy="5059649"/>
            </a:xfrm>
            <a:custGeom>
              <a:avLst/>
              <a:gdLst/>
              <a:ahLst/>
              <a:cxnLst/>
              <a:rect l="l" t="t" r="r" b="b"/>
              <a:pathLst>
                <a:path w="7448167" h="5059649">
                  <a:moveTo>
                    <a:pt x="7363077" y="5029169"/>
                  </a:moveTo>
                  <a:lnTo>
                    <a:pt x="0" y="5029169"/>
                  </a:lnTo>
                  <a:cubicBezTo>
                    <a:pt x="5080" y="5046949"/>
                    <a:pt x="21590" y="5059649"/>
                    <a:pt x="40640" y="5059649"/>
                  </a:cubicBezTo>
                  <a:lnTo>
                    <a:pt x="7404988" y="5059649"/>
                  </a:lnTo>
                  <a:cubicBezTo>
                    <a:pt x="7429117" y="5059649"/>
                    <a:pt x="7448167" y="5040599"/>
                    <a:pt x="7448167" y="5016469"/>
                  </a:cubicBezTo>
                  <a:lnTo>
                    <a:pt x="7448167" y="40640"/>
                  </a:lnTo>
                  <a:cubicBezTo>
                    <a:pt x="7448167" y="21590"/>
                    <a:pt x="7435467" y="6350"/>
                    <a:pt x="7418957" y="0"/>
                  </a:cubicBezTo>
                  <a:lnTo>
                    <a:pt x="7418957" y="4973289"/>
                  </a:lnTo>
                  <a:cubicBezTo>
                    <a:pt x="7418957" y="5003769"/>
                    <a:pt x="7393557" y="5029169"/>
                    <a:pt x="7363077" y="5029169"/>
                  </a:cubicBezTo>
                  <a:close/>
                </a:path>
              </a:pathLst>
            </a:custGeom>
            <a:ln/>
          </p:spPr>
          <p:style>
            <a:lnRef idx="2">
              <a:schemeClr val="dk1"/>
            </a:lnRef>
            <a:fillRef idx="1">
              <a:schemeClr val="lt1"/>
            </a:fillRef>
            <a:effectRef idx="0">
              <a:schemeClr val="dk1"/>
            </a:effectRef>
            <a:fontRef idx="minor">
              <a:schemeClr val="dk1"/>
            </a:fontRef>
          </p:style>
        </p:sp>
        <p:sp>
          <p:nvSpPr>
            <p:cNvPr id="91" name="Freeform 4"/>
            <p:cNvSpPr/>
            <p:nvPr/>
          </p:nvSpPr>
          <p:spPr>
            <a:xfrm>
              <a:off x="12700" y="12700"/>
              <a:ext cx="7450707" cy="5062189"/>
            </a:xfrm>
            <a:custGeom>
              <a:avLst/>
              <a:gdLst/>
              <a:ahLst/>
              <a:cxnLst/>
              <a:rect l="l" t="t" r="r" b="b"/>
              <a:pathLst>
                <a:path w="7450707" h="5062189">
                  <a:moveTo>
                    <a:pt x="43180" y="5062189"/>
                  </a:moveTo>
                  <a:lnTo>
                    <a:pt x="7407527" y="5062189"/>
                  </a:lnTo>
                  <a:cubicBezTo>
                    <a:pt x="7431657" y="5062189"/>
                    <a:pt x="7450707" y="5043139"/>
                    <a:pt x="7450707" y="5019009"/>
                  </a:cubicBezTo>
                  <a:lnTo>
                    <a:pt x="7450707" y="43180"/>
                  </a:lnTo>
                  <a:cubicBezTo>
                    <a:pt x="7450707" y="19050"/>
                    <a:pt x="7431657" y="0"/>
                    <a:pt x="7407527" y="0"/>
                  </a:cubicBezTo>
                  <a:lnTo>
                    <a:pt x="43180" y="0"/>
                  </a:lnTo>
                  <a:cubicBezTo>
                    <a:pt x="19050" y="0"/>
                    <a:pt x="0" y="19050"/>
                    <a:pt x="0" y="43180"/>
                  </a:cubicBezTo>
                  <a:lnTo>
                    <a:pt x="0" y="5019009"/>
                  </a:lnTo>
                  <a:cubicBezTo>
                    <a:pt x="0" y="5043139"/>
                    <a:pt x="19050" y="5062189"/>
                    <a:pt x="43180" y="5062189"/>
                  </a:cubicBezTo>
                  <a:close/>
                </a:path>
              </a:pathLst>
            </a:custGeom>
            <a:ln/>
          </p:spPr>
          <p:style>
            <a:lnRef idx="2">
              <a:schemeClr val="dk1"/>
            </a:lnRef>
            <a:fillRef idx="1">
              <a:schemeClr val="lt1"/>
            </a:fillRef>
            <a:effectRef idx="0">
              <a:schemeClr val="dk1"/>
            </a:effectRef>
            <a:fontRef idx="minor">
              <a:schemeClr val="dk1"/>
            </a:fontRef>
          </p:style>
        </p:sp>
        <p:sp>
          <p:nvSpPr>
            <p:cNvPr id="92" name="Freeform 5"/>
            <p:cNvSpPr/>
            <p:nvPr/>
          </p:nvSpPr>
          <p:spPr>
            <a:xfrm>
              <a:off x="0" y="0"/>
              <a:ext cx="7518017" cy="5130769"/>
            </a:xfrm>
            <a:custGeom>
              <a:avLst/>
              <a:gdLst/>
              <a:ahLst/>
              <a:cxnLst/>
              <a:rect l="l" t="t" r="r" b="b"/>
              <a:pathLst>
                <a:path w="7518017" h="5130769">
                  <a:moveTo>
                    <a:pt x="7474837" y="44450"/>
                  </a:moveTo>
                  <a:cubicBezTo>
                    <a:pt x="7469757" y="19050"/>
                    <a:pt x="7446897" y="0"/>
                    <a:pt x="7420227" y="0"/>
                  </a:cubicBezTo>
                  <a:lnTo>
                    <a:pt x="55880" y="0"/>
                  </a:lnTo>
                  <a:cubicBezTo>
                    <a:pt x="25400" y="0"/>
                    <a:pt x="0" y="25400"/>
                    <a:pt x="0" y="55880"/>
                  </a:cubicBezTo>
                  <a:lnTo>
                    <a:pt x="0" y="5031709"/>
                  </a:lnTo>
                  <a:cubicBezTo>
                    <a:pt x="0" y="5058379"/>
                    <a:pt x="17780" y="5079969"/>
                    <a:pt x="43180" y="5086319"/>
                  </a:cubicBezTo>
                  <a:cubicBezTo>
                    <a:pt x="48260" y="5111719"/>
                    <a:pt x="71120" y="5130769"/>
                    <a:pt x="97790" y="5130769"/>
                  </a:cubicBezTo>
                  <a:lnTo>
                    <a:pt x="7462138" y="5130769"/>
                  </a:lnTo>
                  <a:cubicBezTo>
                    <a:pt x="7492617" y="5130769"/>
                    <a:pt x="7518017" y="5105369"/>
                    <a:pt x="7518017" y="5074889"/>
                  </a:cubicBezTo>
                  <a:lnTo>
                    <a:pt x="7518017" y="99060"/>
                  </a:lnTo>
                  <a:cubicBezTo>
                    <a:pt x="7518017" y="72390"/>
                    <a:pt x="7500237" y="50800"/>
                    <a:pt x="7474837" y="44450"/>
                  </a:cubicBezTo>
                  <a:close/>
                  <a:moveTo>
                    <a:pt x="12700" y="5031709"/>
                  </a:moveTo>
                  <a:lnTo>
                    <a:pt x="12700" y="55880"/>
                  </a:lnTo>
                  <a:cubicBezTo>
                    <a:pt x="12700" y="31750"/>
                    <a:pt x="31750" y="12700"/>
                    <a:pt x="55880" y="12700"/>
                  </a:cubicBezTo>
                  <a:lnTo>
                    <a:pt x="7420227" y="12700"/>
                  </a:lnTo>
                  <a:cubicBezTo>
                    <a:pt x="7444357" y="12700"/>
                    <a:pt x="7463407" y="31750"/>
                    <a:pt x="7463407" y="55880"/>
                  </a:cubicBezTo>
                  <a:lnTo>
                    <a:pt x="7463407" y="5031709"/>
                  </a:lnTo>
                  <a:cubicBezTo>
                    <a:pt x="7463407" y="5055839"/>
                    <a:pt x="7444357" y="5074889"/>
                    <a:pt x="7420227" y="5074889"/>
                  </a:cubicBezTo>
                  <a:lnTo>
                    <a:pt x="55880" y="5074889"/>
                  </a:lnTo>
                  <a:cubicBezTo>
                    <a:pt x="31750" y="5074889"/>
                    <a:pt x="12700" y="5055839"/>
                    <a:pt x="12700" y="5031709"/>
                  </a:cubicBezTo>
                  <a:close/>
                  <a:moveTo>
                    <a:pt x="7505317" y="5074889"/>
                  </a:moveTo>
                  <a:cubicBezTo>
                    <a:pt x="7505317" y="5099019"/>
                    <a:pt x="7486267" y="5118069"/>
                    <a:pt x="7462138" y="5118069"/>
                  </a:cubicBezTo>
                  <a:lnTo>
                    <a:pt x="97790" y="5118069"/>
                  </a:lnTo>
                  <a:cubicBezTo>
                    <a:pt x="78740" y="5118069"/>
                    <a:pt x="62230" y="5105369"/>
                    <a:pt x="57150" y="5087589"/>
                  </a:cubicBezTo>
                  <a:lnTo>
                    <a:pt x="7420227" y="5087589"/>
                  </a:lnTo>
                  <a:cubicBezTo>
                    <a:pt x="7450707" y="5087589"/>
                    <a:pt x="7476107" y="5062189"/>
                    <a:pt x="7476107" y="5031709"/>
                  </a:cubicBezTo>
                  <a:lnTo>
                    <a:pt x="7476107" y="58420"/>
                  </a:lnTo>
                  <a:cubicBezTo>
                    <a:pt x="7492617" y="64770"/>
                    <a:pt x="7505317" y="80010"/>
                    <a:pt x="7505317" y="99060"/>
                  </a:cubicBezTo>
                  <a:lnTo>
                    <a:pt x="7505317" y="5074889"/>
                  </a:lnTo>
                  <a:close/>
                </a:path>
              </a:pathLst>
            </a:custGeom>
            <a:ln/>
          </p:spPr>
          <p:style>
            <a:lnRef idx="2">
              <a:schemeClr val="dk1"/>
            </a:lnRef>
            <a:fillRef idx="1">
              <a:schemeClr val="lt1"/>
            </a:fillRef>
            <a:effectRef idx="0">
              <a:schemeClr val="dk1"/>
            </a:effectRef>
            <a:fontRef idx="minor">
              <a:schemeClr val="dk1"/>
            </a:fontRef>
          </p:style>
        </p:sp>
      </p:grpSp>
      <p:grpSp>
        <p:nvGrpSpPr>
          <p:cNvPr id="6" name="Group 6"/>
          <p:cNvGrpSpPr/>
          <p:nvPr/>
        </p:nvGrpSpPr>
        <p:grpSpPr>
          <a:xfrm>
            <a:off x="10152077" y="2966864"/>
            <a:ext cx="7532938" cy="1100425"/>
            <a:chOff x="0" y="0"/>
            <a:chExt cx="9943862" cy="1452617"/>
          </a:xfrm>
        </p:grpSpPr>
        <p:sp>
          <p:nvSpPr>
            <p:cNvPr id="7" name="Freeform 7"/>
            <p:cNvSpPr/>
            <p:nvPr/>
          </p:nvSpPr>
          <p:spPr>
            <a:xfrm>
              <a:off x="57150" y="58420"/>
              <a:ext cx="9874012" cy="1381497"/>
            </a:xfrm>
            <a:custGeom>
              <a:avLst/>
              <a:gdLst/>
              <a:ahLst/>
              <a:cxnLst/>
              <a:rect l="l" t="t" r="r" b="b"/>
              <a:pathLst>
                <a:path w="9874012" h="1381497">
                  <a:moveTo>
                    <a:pt x="9788922" y="1351017"/>
                  </a:moveTo>
                  <a:lnTo>
                    <a:pt x="0" y="1351017"/>
                  </a:lnTo>
                  <a:cubicBezTo>
                    <a:pt x="5080" y="1368797"/>
                    <a:pt x="21590" y="1381497"/>
                    <a:pt x="40640" y="1381497"/>
                  </a:cubicBezTo>
                  <a:lnTo>
                    <a:pt x="9830832" y="1381497"/>
                  </a:lnTo>
                  <a:cubicBezTo>
                    <a:pt x="9854962" y="1381497"/>
                    <a:pt x="9874012" y="1362447"/>
                    <a:pt x="9874012" y="1338317"/>
                  </a:cubicBezTo>
                  <a:lnTo>
                    <a:pt x="9874012" y="40640"/>
                  </a:lnTo>
                  <a:cubicBezTo>
                    <a:pt x="9874012" y="21590"/>
                    <a:pt x="9861312" y="6350"/>
                    <a:pt x="9844801" y="0"/>
                  </a:cubicBezTo>
                  <a:lnTo>
                    <a:pt x="9844801" y="1295137"/>
                  </a:lnTo>
                  <a:cubicBezTo>
                    <a:pt x="9844801" y="1325617"/>
                    <a:pt x="9819401" y="1351017"/>
                    <a:pt x="9788922" y="1351017"/>
                  </a:cubicBezTo>
                  <a:close/>
                </a:path>
              </a:pathLst>
            </a:custGeom>
            <a:ln/>
          </p:spPr>
          <p:style>
            <a:lnRef idx="2">
              <a:schemeClr val="accent4"/>
            </a:lnRef>
            <a:fillRef idx="1">
              <a:schemeClr val="lt1"/>
            </a:fillRef>
            <a:effectRef idx="0">
              <a:schemeClr val="accent4"/>
            </a:effectRef>
            <a:fontRef idx="minor">
              <a:schemeClr val="dk1"/>
            </a:fontRef>
          </p:style>
        </p:sp>
        <p:sp>
          <p:nvSpPr>
            <p:cNvPr id="8" name="Freeform 8"/>
            <p:cNvSpPr/>
            <p:nvPr/>
          </p:nvSpPr>
          <p:spPr>
            <a:xfrm>
              <a:off x="12700" y="12700"/>
              <a:ext cx="9876551" cy="1384037"/>
            </a:xfrm>
            <a:custGeom>
              <a:avLst/>
              <a:gdLst/>
              <a:ahLst/>
              <a:cxnLst/>
              <a:rect l="l" t="t" r="r" b="b"/>
              <a:pathLst>
                <a:path w="9876551" h="1384037">
                  <a:moveTo>
                    <a:pt x="43180" y="1384037"/>
                  </a:moveTo>
                  <a:lnTo>
                    <a:pt x="9833372" y="1384037"/>
                  </a:lnTo>
                  <a:cubicBezTo>
                    <a:pt x="9857501" y="1384037"/>
                    <a:pt x="9876551" y="1364987"/>
                    <a:pt x="9876551" y="1340857"/>
                  </a:cubicBezTo>
                  <a:lnTo>
                    <a:pt x="9876551" y="43180"/>
                  </a:lnTo>
                  <a:cubicBezTo>
                    <a:pt x="9876551" y="19050"/>
                    <a:pt x="9857501" y="0"/>
                    <a:pt x="9833372" y="0"/>
                  </a:cubicBezTo>
                  <a:lnTo>
                    <a:pt x="43180" y="0"/>
                  </a:lnTo>
                  <a:cubicBezTo>
                    <a:pt x="19050" y="0"/>
                    <a:pt x="0" y="19050"/>
                    <a:pt x="0" y="43180"/>
                  </a:cubicBezTo>
                  <a:lnTo>
                    <a:pt x="0" y="1340857"/>
                  </a:lnTo>
                  <a:cubicBezTo>
                    <a:pt x="0" y="1364987"/>
                    <a:pt x="19050" y="1384037"/>
                    <a:pt x="43180" y="1384037"/>
                  </a:cubicBezTo>
                  <a:close/>
                </a:path>
              </a:pathLst>
            </a:custGeom>
            <a:ln/>
          </p:spPr>
          <p:style>
            <a:lnRef idx="2">
              <a:schemeClr val="accent4"/>
            </a:lnRef>
            <a:fillRef idx="1">
              <a:schemeClr val="lt1"/>
            </a:fillRef>
            <a:effectRef idx="0">
              <a:schemeClr val="accent4"/>
            </a:effectRef>
            <a:fontRef idx="minor">
              <a:schemeClr val="dk1"/>
            </a:fontRef>
          </p:style>
        </p:sp>
        <p:sp>
          <p:nvSpPr>
            <p:cNvPr id="9" name="Freeform 9"/>
            <p:cNvSpPr/>
            <p:nvPr/>
          </p:nvSpPr>
          <p:spPr>
            <a:xfrm>
              <a:off x="0" y="0"/>
              <a:ext cx="9943862" cy="1452617"/>
            </a:xfrm>
            <a:custGeom>
              <a:avLst/>
              <a:gdLst/>
              <a:ahLst/>
              <a:cxnLst/>
              <a:rect l="l" t="t" r="r" b="b"/>
              <a:pathLst>
                <a:path w="9943862" h="1452617">
                  <a:moveTo>
                    <a:pt x="9900682" y="44450"/>
                  </a:moveTo>
                  <a:cubicBezTo>
                    <a:pt x="9895601" y="19050"/>
                    <a:pt x="9872742" y="0"/>
                    <a:pt x="9846072"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9887982" y="1452617"/>
                  </a:lnTo>
                  <a:cubicBezTo>
                    <a:pt x="9918462" y="1452617"/>
                    <a:pt x="9943862" y="1427217"/>
                    <a:pt x="9943862" y="1396737"/>
                  </a:cubicBezTo>
                  <a:lnTo>
                    <a:pt x="9943862" y="99060"/>
                  </a:lnTo>
                  <a:cubicBezTo>
                    <a:pt x="9943862" y="72390"/>
                    <a:pt x="9926082" y="50800"/>
                    <a:pt x="9900682" y="44450"/>
                  </a:cubicBezTo>
                  <a:close/>
                  <a:moveTo>
                    <a:pt x="12700" y="1353557"/>
                  </a:moveTo>
                  <a:lnTo>
                    <a:pt x="12700" y="55880"/>
                  </a:lnTo>
                  <a:cubicBezTo>
                    <a:pt x="12700" y="31750"/>
                    <a:pt x="31750" y="12700"/>
                    <a:pt x="55880" y="12700"/>
                  </a:cubicBezTo>
                  <a:lnTo>
                    <a:pt x="9846072" y="12700"/>
                  </a:lnTo>
                  <a:cubicBezTo>
                    <a:pt x="9870201" y="12700"/>
                    <a:pt x="9889251" y="31750"/>
                    <a:pt x="9889251" y="55880"/>
                  </a:cubicBezTo>
                  <a:lnTo>
                    <a:pt x="9889251" y="1353557"/>
                  </a:lnTo>
                  <a:cubicBezTo>
                    <a:pt x="9889251" y="1377687"/>
                    <a:pt x="9870201" y="1396737"/>
                    <a:pt x="9846072" y="1396737"/>
                  </a:cubicBezTo>
                  <a:lnTo>
                    <a:pt x="55880" y="1396737"/>
                  </a:lnTo>
                  <a:cubicBezTo>
                    <a:pt x="31750" y="1396737"/>
                    <a:pt x="12700" y="1377687"/>
                    <a:pt x="12700" y="1353557"/>
                  </a:cubicBezTo>
                  <a:close/>
                  <a:moveTo>
                    <a:pt x="9931162" y="1396737"/>
                  </a:moveTo>
                  <a:cubicBezTo>
                    <a:pt x="9931162" y="1420867"/>
                    <a:pt x="9912112" y="1439917"/>
                    <a:pt x="9887982" y="1439917"/>
                  </a:cubicBezTo>
                  <a:lnTo>
                    <a:pt x="97790" y="1439917"/>
                  </a:lnTo>
                  <a:cubicBezTo>
                    <a:pt x="78740" y="1439917"/>
                    <a:pt x="62230" y="1427217"/>
                    <a:pt x="57150" y="1409437"/>
                  </a:cubicBezTo>
                  <a:lnTo>
                    <a:pt x="9846072" y="1409437"/>
                  </a:lnTo>
                  <a:cubicBezTo>
                    <a:pt x="9876551" y="1409437"/>
                    <a:pt x="9901951" y="1384037"/>
                    <a:pt x="9901951" y="1353557"/>
                  </a:cubicBezTo>
                  <a:lnTo>
                    <a:pt x="9901951" y="58420"/>
                  </a:lnTo>
                  <a:cubicBezTo>
                    <a:pt x="9918462" y="64770"/>
                    <a:pt x="9931162" y="80010"/>
                    <a:pt x="9931162" y="99060"/>
                  </a:cubicBezTo>
                  <a:lnTo>
                    <a:pt x="9931162" y="1396737"/>
                  </a:lnTo>
                  <a:close/>
                </a:path>
              </a:pathLst>
            </a:custGeom>
            <a:ln/>
          </p:spPr>
          <p:style>
            <a:lnRef idx="2">
              <a:schemeClr val="accent4"/>
            </a:lnRef>
            <a:fillRef idx="1">
              <a:schemeClr val="lt1"/>
            </a:fillRef>
            <a:effectRef idx="0">
              <a:schemeClr val="accent4"/>
            </a:effectRef>
            <a:fontRef idx="minor">
              <a:schemeClr val="dk1"/>
            </a:fontRef>
          </p:style>
        </p:sp>
      </p:grpSp>
      <p:grpSp>
        <p:nvGrpSpPr>
          <p:cNvPr id="10" name="Group 10"/>
          <p:cNvGrpSpPr/>
          <p:nvPr/>
        </p:nvGrpSpPr>
        <p:grpSpPr>
          <a:xfrm>
            <a:off x="10556373" y="3352517"/>
            <a:ext cx="301129" cy="301129"/>
            <a:chOff x="0" y="0"/>
            <a:chExt cx="812800" cy="812800"/>
          </a:xfrm>
        </p:grpSpPr>
        <p:sp>
          <p:nvSpPr>
            <p:cNvPr id="11" name="Freeform 11"/>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9E5E"/>
            </a:solidFill>
          </p:spPr>
        </p:sp>
        <p:sp>
          <p:nvSpPr>
            <p:cNvPr id="12" name="TextBox 12"/>
            <p:cNvSpPr txBox="1"/>
            <p:nvPr/>
          </p:nvSpPr>
          <p:spPr>
            <a:xfrm>
              <a:off x="76200" y="19050"/>
              <a:ext cx="660400" cy="717550"/>
            </a:xfrm>
            <a:prstGeom prst="rect">
              <a:avLst/>
            </a:prstGeom>
          </p:spPr>
          <p:txBody>
            <a:bodyPr lIns="50800" tIns="50800" rIns="50800" bIns="50800" rtlCol="0" anchor="ctr"/>
            <a:lstStyle/>
            <a:p>
              <a:pPr algn="ctr">
                <a:lnSpc>
                  <a:spcPts val="3359"/>
                </a:lnSpc>
              </a:pPr>
              <a:endParaRPr/>
            </a:p>
          </p:txBody>
        </p:sp>
      </p:grpSp>
      <p:grpSp>
        <p:nvGrpSpPr>
          <p:cNvPr id="17" name="Group 17"/>
          <p:cNvGrpSpPr/>
          <p:nvPr/>
        </p:nvGrpSpPr>
        <p:grpSpPr>
          <a:xfrm>
            <a:off x="688228" y="2956852"/>
            <a:ext cx="7508171" cy="1122799"/>
            <a:chOff x="0" y="0"/>
            <a:chExt cx="9943862" cy="1452617"/>
          </a:xfrm>
        </p:grpSpPr>
        <p:sp>
          <p:nvSpPr>
            <p:cNvPr id="18" name="Freeform 18"/>
            <p:cNvSpPr/>
            <p:nvPr/>
          </p:nvSpPr>
          <p:spPr>
            <a:xfrm>
              <a:off x="57150" y="58420"/>
              <a:ext cx="9874012" cy="1381497"/>
            </a:xfrm>
            <a:custGeom>
              <a:avLst/>
              <a:gdLst/>
              <a:ahLst/>
              <a:cxnLst/>
              <a:rect l="l" t="t" r="r" b="b"/>
              <a:pathLst>
                <a:path w="9874012" h="1381497">
                  <a:moveTo>
                    <a:pt x="9788922" y="1351017"/>
                  </a:moveTo>
                  <a:lnTo>
                    <a:pt x="0" y="1351017"/>
                  </a:lnTo>
                  <a:cubicBezTo>
                    <a:pt x="5080" y="1368797"/>
                    <a:pt x="21590" y="1381497"/>
                    <a:pt x="40640" y="1381497"/>
                  </a:cubicBezTo>
                  <a:lnTo>
                    <a:pt x="9830832" y="1381497"/>
                  </a:lnTo>
                  <a:cubicBezTo>
                    <a:pt x="9854962" y="1381497"/>
                    <a:pt x="9874012" y="1362447"/>
                    <a:pt x="9874012" y="1338317"/>
                  </a:cubicBezTo>
                  <a:lnTo>
                    <a:pt x="9874012" y="40640"/>
                  </a:lnTo>
                  <a:cubicBezTo>
                    <a:pt x="9874012" y="21590"/>
                    <a:pt x="9861312" y="6350"/>
                    <a:pt x="9844801" y="0"/>
                  </a:cubicBezTo>
                  <a:lnTo>
                    <a:pt x="9844801" y="1295137"/>
                  </a:lnTo>
                  <a:cubicBezTo>
                    <a:pt x="9844801" y="1325617"/>
                    <a:pt x="9819401" y="1351017"/>
                    <a:pt x="9788922" y="1351017"/>
                  </a:cubicBezTo>
                  <a:close/>
                </a:path>
              </a:pathLst>
            </a:custGeom>
            <a:ln/>
          </p:spPr>
          <p:style>
            <a:lnRef idx="2">
              <a:schemeClr val="dk1"/>
            </a:lnRef>
            <a:fillRef idx="1">
              <a:schemeClr val="lt1"/>
            </a:fillRef>
            <a:effectRef idx="0">
              <a:schemeClr val="dk1"/>
            </a:effectRef>
            <a:fontRef idx="minor">
              <a:schemeClr val="dk1"/>
            </a:fontRef>
          </p:style>
        </p:sp>
        <p:sp>
          <p:nvSpPr>
            <p:cNvPr id="19" name="Freeform 19"/>
            <p:cNvSpPr/>
            <p:nvPr/>
          </p:nvSpPr>
          <p:spPr>
            <a:xfrm>
              <a:off x="12700" y="12700"/>
              <a:ext cx="9876551" cy="1384037"/>
            </a:xfrm>
            <a:custGeom>
              <a:avLst/>
              <a:gdLst/>
              <a:ahLst/>
              <a:cxnLst/>
              <a:rect l="l" t="t" r="r" b="b"/>
              <a:pathLst>
                <a:path w="9876551" h="1384037">
                  <a:moveTo>
                    <a:pt x="43180" y="1384037"/>
                  </a:moveTo>
                  <a:lnTo>
                    <a:pt x="9833372" y="1384037"/>
                  </a:lnTo>
                  <a:cubicBezTo>
                    <a:pt x="9857501" y="1384037"/>
                    <a:pt x="9876551" y="1364987"/>
                    <a:pt x="9876551" y="1340857"/>
                  </a:cubicBezTo>
                  <a:lnTo>
                    <a:pt x="9876551" y="43180"/>
                  </a:lnTo>
                  <a:cubicBezTo>
                    <a:pt x="9876551" y="19050"/>
                    <a:pt x="9857501" y="0"/>
                    <a:pt x="9833372" y="0"/>
                  </a:cubicBezTo>
                  <a:lnTo>
                    <a:pt x="43180" y="0"/>
                  </a:lnTo>
                  <a:cubicBezTo>
                    <a:pt x="19050" y="0"/>
                    <a:pt x="0" y="19050"/>
                    <a:pt x="0" y="43180"/>
                  </a:cubicBezTo>
                  <a:lnTo>
                    <a:pt x="0" y="1340857"/>
                  </a:lnTo>
                  <a:cubicBezTo>
                    <a:pt x="0" y="1364987"/>
                    <a:pt x="19050" y="1384037"/>
                    <a:pt x="43180" y="1384037"/>
                  </a:cubicBezTo>
                  <a:close/>
                </a:path>
              </a:pathLst>
            </a:custGeom>
            <a:ln/>
          </p:spPr>
          <p:style>
            <a:lnRef idx="2">
              <a:schemeClr val="dk1"/>
            </a:lnRef>
            <a:fillRef idx="1">
              <a:schemeClr val="lt1"/>
            </a:fillRef>
            <a:effectRef idx="0">
              <a:schemeClr val="dk1"/>
            </a:effectRef>
            <a:fontRef idx="minor">
              <a:schemeClr val="dk1"/>
            </a:fontRef>
          </p:style>
        </p:sp>
        <p:sp>
          <p:nvSpPr>
            <p:cNvPr id="20" name="Freeform 20"/>
            <p:cNvSpPr/>
            <p:nvPr/>
          </p:nvSpPr>
          <p:spPr>
            <a:xfrm>
              <a:off x="0" y="0"/>
              <a:ext cx="9943862" cy="1452617"/>
            </a:xfrm>
            <a:custGeom>
              <a:avLst/>
              <a:gdLst/>
              <a:ahLst/>
              <a:cxnLst/>
              <a:rect l="l" t="t" r="r" b="b"/>
              <a:pathLst>
                <a:path w="9943862" h="1452617">
                  <a:moveTo>
                    <a:pt x="9900682" y="44450"/>
                  </a:moveTo>
                  <a:cubicBezTo>
                    <a:pt x="9895601" y="19050"/>
                    <a:pt x="9872742" y="0"/>
                    <a:pt x="9846072"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9887982" y="1452617"/>
                  </a:lnTo>
                  <a:cubicBezTo>
                    <a:pt x="9918462" y="1452617"/>
                    <a:pt x="9943862" y="1427217"/>
                    <a:pt x="9943862" y="1396737"/>
                  </a:cubicBezTo>
                  <a:lnTo>
                    <a:pt x="9943862" y="99060"/>
                  </a:lnTo>
                  <a:cubicBezTo>
                    <a:pt x="9943862" y="72390"/>
                    <a:pt x="9926082" y="50800"/>
                    <a:pt x="9900682" y="44450"/>
                  </a:cubicBezTo>
                  <a:close/>
                  <a:moveTo>
                    <a:pt x="12700" y="1353557"/>
                  </a:moveTo>
                  <a:lnTo>
                    <a:pt x="12700" y="55880"/>
                  </a:lnTo>
                  <a:cubicBezTo>
                    <a:pt x="12700" y="31750"/>
                    <a:pt x="31750" y="12700"/>
                    <a:pt x="55880" y="12700"/>
                  </a:cubicBezTo>
                  <a:lnTo>
                    <a:pt x="9846072" y="12700"/>
                  </a:lnTo>
                  <a:cubicBezTo>
                    <a:pt x="9870201" y="12700"/>
                    <a:pt x="9889251" y="31750"/>
                    <a:pt x="9889251" y="55880"/>
                  </a:cubicBezTo>
                  <a:lnTo>
                    <a:pt x="9889251" y="1353557"/>
                  </a:lnTo>
                  <a:cubicBezTo>
                    <a:pt x="9889251" y="1377687"/>
                    <a:pt x="9870201" y="1396737"/>
                    <a:pt x="9846072" y="1396737"/>
                  </a:cubicBezTo>
                  <a:lnTo>
                    <a:pt x="55880" y="1396737"/>
                  </a:lnTo>
                  <a:cubicBezTo>
                    <a:pt x="31750" y="1396737"/>
                    <a:pt x="12700" y="1377687"/>
                    <a:pt x="12700" y="1353557"/>
                  </a:cubicBezTo>
                  <a:close/>
                  <a:moveTo>
                    <a:pt x="9931162" y="1396737"/>
                  </a:moveTo>
                  <a:cubicBezTo>
                    <a:pt x="9931162" y="1420867"/>
                    <a:pt x="9912112" y="1439917"/>
                    <a:pt x="9887982" y="1439917"/>
                  </a:cubicBezTo>
                  <a:lnTo>
                    <a:pt x="97790" y="1439917"/>
                  </a:lnTo>
                  <a:cubicBezTo>
                    <a:pt x="78740" y="1439917"/>
                    <a:pt x="62230" y="1427217"/>
                    <a:pt x="57150" y="1409437"/>
                  </a:cubicBezTo>
                  <a:lnTo>
                    <a:pt x="9846072" y="1409437"/>
                  </a:lnTo>
                  <a:cubicBezTo>
                    <a:pt x="9876551" y="1409437"/>
                    <a:pt x="9901951" y="1384037"/>
                    <a:pt x="9901951" y="1353557"/>
                  </a:cubicBezTo>
                  <a:lnTo>
                    <a:pt x="9901951" y="58420"/>
                  </a:lnTo>
                  <a:cubicBezTo>
                    <a:pt x="9918462" y="64770"/>
                    <a:pt x="9931162" y="80010"/>
                    <a:pt x="9931162" y="99060"/>
                  </a:cubicBezTo>
                  <a:lnTo>
                    <a:pt x="9931162" y="1396737"/>
                  </a:lnTo>
                  <a:close/>
                </a:path>
              </a:pathLst>
            </a:custGeom>
            <a:ln/>
          </p:spPr>
          <p:style>
            <a:lnRef idx="2">
              <a:schemeClr val="dk1"/>
            </a:lnRef>
            <a:fillRef idx="1">
              <a:schemeClr val="lt1"/>
            </a:fillRef>
            <a:effectRef idx="0">
              <a:schemeClr val="dk1"/>
            </a:effectRef>
            <a:fontRef idx="minor">
              <a:schemeClr val="dk1"/>
            </a:fontRef>
          </p:style>
        </p:sp>
      </p:grpSp>
      <p:sp>
        <p:nvSpPr>
          <p:cNvPr id="21" name="TextBox 21"/>
          <p:cNvSpPr txBox="1"/>
          <p:nvPr/>
        </p:nvSpPr>
        <p:spPr>
          <a:xfrm>
            <a:off x="2355478" y="516513"/>
            <a:ext cx="5334691" cy="1431417"/>
          </a:xfrm>
          <a:prstGeom prst="rect">
            <a:avLst/>
          </a:prstGeom>
        </p:spPr>
        <p:txBody>
          <a:bodyPr lIns="0" tIns="0" rIns="0" bIns="0" rtlCol="0" anchor="t">
            <a:spAutoFit/>
          </a:bodyPr>
          <a:lstStyle/>
          <a:p>
            <a:pPr marL="0" lvl="0" indent="0" algn="l">
              <a:lnSpc>
                <a:spcPts val="5664"/>
              </a:lnSpc>
              <a:spcBef>
                <a:spcPct val="0"/>
              </a:spcBef>
            </a:pPr>
            <a:r>
              <a:rPr lang="en-US" sz="4800" dirty="0" err="1">
                <a:solidFill>
                  <a:srgbClr val="000000"/>
                </a:solidFill>
                <a:latin typeface="Caudex Bold"/>
              </a:rPr>
              <a:t>Phân</a:t>
            </a:r>
            <a:r>
              <a:rPr lang="en-US" sz="4800" dirty="0">
                <a:solidFill>
                  <a:srgbClr val="000000"/>
                </a:solidFill>
                <a:latin typeface="Caudex Bold"/>
              </a:rPr>
              <a:t> </a:t>
            </a:r>
            <a:r>
              <a:rPr lang="en-US" sz="4800" dirty="0" err="1">
                <a:solidFill>
                  <a:srgbClr val="000000"/>
                </a:solidFill>
                <a:latin typeface="Caudex Bold"/>
              </a:rPr>
              <a:t>tích</a:t>
            </a:r>
            <a:r>
              <a:rPr lang="en-US" sz="4800" dirty="0">
                <a:solidFill>
                  <a:srgbClr val="000000"/>
                </a:solidFill>
                <a:latin typeface="Caudex Bold"/>
              </a:rPr>
              <a:t> </a:t>
            </a:r>
            <a:r>
              <a:rPr lang="en-US" sz="4800" dirty="0" err="1">
                <a:solidFill>
                  <a:srgbClr val="000000"/>
                </a:solidFill>
                <a:latin typeface="Caudex Bold"/>
              </a:rPr>
              <a:t>nguyên</a:t>
            </a:r>
            <a:r>
              <a:rPr lang="en-US" sz="4800" dirty="0">
                <a:solidFill>
                  <a:srgbClr val="000000"/>
                </a:solidFill>
                <a:latin typeface="Caudex Bold"/>
              </a:rPr>
              <a:t> </a:t>
            </a:r>
            <a:r>
              <a:rPr lang="en-US" sz="4800" dirty="0" err="1">
                <a:solidFill>
                  <a:srgbClr val="000000"/>
                </a:solidFill>
                <a:latin typeface="Caudex Bold"/>
              </a:rPr>
              <a:t>lý</a:t>
            </a:r>
            <a:r>
              <a:rPr lang="en-US" sz="4800" dirty="0">
                <a:solidFill>
                  <a:srgbClr val="000000"/>
                </a:solidFill>
                <a:latin typeface="Caudex Bold"/>
              </a:rPr>
              <a:t> </a:t>
            </a:r>
            <a:r>
              <a:rPr lang="en-US" sz="4800" dirty="0" err="1">
                <a:solidFill>
                  <a:srgbClr val="000000"/>
                </a:solidFill>
                <a:latin typeface="Caudex Bold"/>
              </a:rPr>
              <a:t>hoạt</a:t>
            </a:r>
            <a:r>
              <a:rPr lang="en-US" sz="4800" dirty="0">
                <a:solidFill>
                  <a:srgbClr val="000000"/>
                </a:solidFill>
                <a:latin typeface="Caudex Bold"/>
              </a:rPr>
              <a:t> </a:t>
            </a:r>
            <a:r>
              <a:rPr lang="en-US" sz="4800" dirty="0" err="1">
                <a:solidFill>
                  <a:srgbClr val="000000"/>
                </a:solidFill>
                <a:latin typeface="Caudex Bold"/>
              </a:rPr>
              <a:t>động</a:t>
            </a:r>
            <a:endParaRPr lang="en-US" sz="4800" dirty="0">
              <a:solidFill>
                <a:srgbClr val="000000"/>
              </a:solidFill>
              <a:latin typeface="Caudex Bold"/>
            </a:endParaRPr>
          </a:p>
        </p:txBody>
      </p:sp>
      <p:pic>
        <p:nvPicPr>
          <p:cNvPr id="22" name="Picture 2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2505802">
            <a:off x="-3036" y="252080"/>
            <a:ext cx="2242513" cy="1394436"/>
          </a:xfrm>
          <a:prstGeom prst="rect">
            <a:avLst/>
          </a:prstGeom>
        </p:spPr>
      </p:pic>
      <p:grpSp>
        <p:nvGrpSpPr>
          <p:cNvPr id="23" name="Group 23"/>
          <p:cNvGrpSpPr/>
          <p:nvPr/>
        </p:nvGrpSpPr>
        <p:grpSpPr>
          <a:xfrm>
            <a:off x="590822" y="504327"/>
            <a:ext cx="1054796" cy="1054796"/>
            <a:chOff x="0" y="0"/>
            <a:chExt cx="6350000" cy="6350000"/>
          </a:xfrm>
          <a:solidFill>
            <a:schemeClr val="accent4">
              <a:lumMod val="75000"/>
            </a:schemeClr>
          </a:solidFill>
        </p:grpSpPr>
        <p:sp>
          <p:nvSpPr>
            <p:cNvPr id="24" name="Freeform 2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grpFill/>
          </p:spPr>
        </p:sp>
      </p:grpSp>
      <p:sp>
        <p:nvSpPr>
          <p:cNvPr id="25" name="TextBox 25"/>
          <p:cNvSpPr txBox="1"/>
          <p:nvPr/>
        </p:nvSpPr>
        <p:spPr>
          <a:xfrm>
            <a:off x="785103" y="516513"/>
            <a:ext cx="666234" cy="939736"/>
          </a:xfrm>
          <a:prstGeom prst="rect">
            <a:avLst/>
          </a:prstGeom>
        </p:spPr>
        <p:txBody>
          <a:bodyPr lIns="0" tIns="0" rIns="0" bIns="0" rtlCol="0" anchor="t">
            <a:spAutoFit/>
          </a:bodyPr>
          <a:lstStyle/>
          <a:p>
            <a:pPr marL="0" lvl="0" indent="0" algn="ctr">
              <a:lnSpc>
                <a:spcPts val="7758"/>
              </a:lnSpc>
              <a:spcBef>
                <a:spcPct val="0"/>
              </a:spcBef>
            </a:pPr>
            <a:r>
              <a:rPr lang="en-US" sz="5541" dirty="0">
                <a:solidFill>
                  <a:srgbClr val="FFFFFF"/>
                </a:solidFill>
                <a:latin typeface="Caudex Bold"/>
              </a:rPr>
              <a:t>3</a:t>
            </a:r>
          </a:p>
        </p:txBody>
      </p:sp>
      <p:pic>
        <p:nvPicPr>
          <p:cNvPr id="26" name="Picture 2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rot="1909560">
            <a:off x="16582" y="248254"/>
            <a:ext cx="2242513" cy="1394436"/>
          </a:xfrm>
          <a:prstGeom prst="rect">
            <a:avLst/>
          </a:prstGeom>
        </p:spPr>
      </p:pic>
      <p:grpSp>
        <p:nvGrpSpPr>
          <p:cNvPr id="27" name="Group 27"/>
          <p:cNvGrpSpPr/>
          <p:nvPr/>
        </p:nvGrpSpPr>
        <p:grpSpPr>
          <a:xfrm>
            <a:off x="1102478" y="3302638"/>
            <a:ext cx="324605" cy="324605"/>
            <a:chOff x="0" y="0"/>
            <a:chExt cx="812800" cy="812800"/>
          </a:xfrm>
        </p:grpSpPr>
        <p:sp>
          <p:nvSpPr>
            <p:cNvPr id="28" name="Freeform 28"/>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FF9E5E"/>
            </a:solidFill>
          </p:spPr>
        </p:sp>
        <p:sp>
          <p:nvSpPr>
            <p:cNvPr id="29" name="TextBox 29"/>
            <p:cNvSpPr txBox="1"/>
            <p:nvPr/>
          </p:nvSpPr>
          <p:spPr>
            <a:xfrm>
              <a:off x="76200" y="19050"/>
              <a:ext cx="660400" cy="717550"/>
            </a:xfrm>
            <a:prstGeom prst="rect">
              <a:avLst/>
            </a:prstGeom>
          </p:spPr>
          <p:txBody>
            <a:bodyPr lIns="50800" tIns="50800" rIns="50800" bIns="50800" rtlCol="0" anchor="ctr"/>
            <a:lstStyle/>
            <a:p>
              <a:pPr algn="ctr">
                <a:lnSpc>
                  <a:spcPts val="3359"/>
                </a:lnSpc>
              </a:pPr>
              <a:endParaRPr/>
            </a:p>
          </p:txBody>
        </p:sp>
      </p:grpSp>
      <p:pic>
        <p:nvPicPr>
          <p:cNvPr id="30" name="Picture 30"/>
          <p:cNvPicPr>
            <a:picLocks noChangeAspect="1"/>
          </p:cNvPicPr>
          <p:nvPr/>
        </p:nvPicPr>
        <p:blipFill>
          <a:blip r:embed="rId6"/>
          <a:srcRect/>
          <a:stretch>
            <a:fillRect/>
          </a:stretch>
        </p:blipFill>
        <p:spPr>
          <a:xfrm>
            <a:off x="7420263" y="6214572"/>
            <a:ext cx="3286674" cy="706635"/>
          </a:xfrm>
          <a:prstGeom prst="rect">
            <a:avLst/>
          </a:prstGeom>
        </p:spPr>
      </p:pic>
      <p:sp>
        <p:nvSpPr>
          <p:cNvPr id="31" name="TextBox 31"/>
          <p:cNvSpPr txBox="1"/>
          <p:nvPr/>
        </p:nvSpPr>
        <p:spPr>
          <a:xfrm>
            <a:off x="1656690" y="3075389"/>
            <a:ext cx="5727746" cy="790640"/>
          </a:xfrm>
          <a:prstGeom prst="rect">
            <a:avLst/>
          </a:prstGeom>
        </p:spPr>
        <p:txBody>
          <a:bodyPr wrap="square" lIns="0" tIns="0" rIns="0" bIns="0" rtlCol="0" anchor="t">
            <a:spAutoFit/>
          </a:bodyPr>
          <a:lstStyle/>
          <a:p>
            <a:pPr marL="0" lvl="0" indent="0" algn="l">
              <a:lnSpc>
                <a:spcPts val="6237"/>
              </a:lnSpc>
              <a:spcBef>
                <a:spcPct val="0"/>
              </a:spcBef>
            </a:pPr>
            <a:r>
              <a:rPr lang="en-US" sz="5286" dirty="0" err="1">
                <a:solidFill>
                  <a:srgbClr val="000000"/>
                </a:solidFill>
                <a:latin typeface="Caudex Bold"/>
              </a:rPr>
              <a:t>Bước</a:t>
            </a:r>
            <a:r>
              <a:rPr lang="en-US" sz="5286" dirty="0">
                <a:solidFill>
                  <a:srgbClr val="000000"/>
                </a:solidFill>
                <a:latin typeface="Caudex Bold"/>
              </a:rPr>
              <a:t> 4:</a:t>
            </a:r>
          </a:p>
        </p:txBody>
      </p:sp>
      <p:sp>
        <p:nvSpPr>
          <p:cNvPr id="32" name="TextBox 32"/>
          <p:cNvSpPr txBox="1"/>
          <p:nvPr/>
        </p:nvSpPr>
        <p:spPr>
          <a:xfrm>
            <a:off x="977263" y="4166173"/>
            <a:ext cx="7086600" cy="4847481"/>
          </a:xfrm>
          <a:prstGeom prst="rect">
            <a:avLst/>
          </a:prstGeom>
          <a:ln>
            <a:solidFill>
              <a:schemeClr val="bg1"/>
            </a:solidFill>
          </a:ln>
        </p:spPr>
        <p:txBody>
          <a:bodyPr wrap="square" lIns="0" tIns="0" rIns="0" bIns="0" rtlCol="0" anchor="t">
            <a:spAutoFit/>
          </a:bodyPr>
          <a:lstStyle/>
          <a:p>
            <a:pPr>
              <a:lnSpc>
                <a:spcPts val="6263"/>
              </a:lnSpc>
            </a:pPr>
            <a:r>
              <a:rPr lang="en-US" sz="4200" dirty="0">
                <a:solidFill>
                  <a:srgbClr val="000000"/>
                </a:solidFill>
                <a:latin typeface="Josefin Sans Regular"/>
              </a:rPr>
              <a:t>Gas </a:t>
            </a:r>
            <a:r>
              <a:rPr lang="en-US" sz="4200" dirty="0" err="1">
                <a:solidFill>
                  <a:srgbClr val="000000"/>
                </a:solidFill>
                <a:latin typeface="Josefin Sans Regular"/>
              </a:rPr>
              <a:t>có</a:t>
            </a:r>
            <a:r>
              <a:rPr lang="en-US" sz="4200" dirty="0">
                <a:solidFill>
                  <a:srgbClr val="000000"/>
                </a:solidFill>
                <a:latin typeface="Josefin Sans Regular"/>
              </a:rPr>
              <a:t> </a:t>
            </a:r>
            <a:r>
              <a:rPr lang="en-US" sz="4200" dirty="0" err="1">
                <a:solidFill>
                  <a:srgbClr val="000000"/>
                </a:solidFill>
                <a:latin typeface="Josefin Sans Regular"/>
              </a:rPr>
              <a:t>nhiệt</a:t>
            </a:r>
            <a:r>
              <a:rPr lang="en-US" sz="4200" dirty="0">
                <a:solidFill>
                  <a:srgbClr val="000000"/>
                </a:solidFill>
                <a:latin typeface="Josefin Sans Regular"/>
              </a:rPr>
              <a:t> </a:t>
            </a:r>
            <a:r>
              <a:rPr lang="en-US" sz="4200" dirty="0" err="1">
                <a:solidFill>
                  <a:srgbClr val="000000"/>
                </a:solidFill>
                <a:latin typeface="Josefin Sans Regular"/>
              </a:rPr>
              <a:t>độ</a:t>
            </a:r>
            <a:r>
              <a:rPr lang="en-US" sz="4200" dirty="0">
                <a:solidFill>
                  <a:srgbClr val="000000"/>
                </a:solidFill>
                <a:latin typeface="Josefin Sans Regular"/>
              </a:rPr>
              <a:t> </a:t>
            </a:r>
            <a:r>
              <a:rPr lang="en-US" sz="4200" dirty="0" err="1">
                <a:solidFill>
                  <a:srgbClr val="000000"/>
                </a:solidFill>
                <a:latin typeface="Josefin Sans Regular"/>
              </a:rPr>
              <a:t>cao</a:t>
            </a:r>
            <a:r>
              <a:rPr lang="en-US" sz="4200" dirty="0">
                <a:solidFill>
                  <a:srgbClr val="000000"/>
                </a:solidFill>
                <a:latin typeface="Josefin Sans Regular"/>
              </a:rPr>
              <a:t>, </a:t>
            </a:r>
            <a:r>
              <a:rPr lang="en-US" sz="4200" dirty="0" err="1">
                <a:solidFill>
                  <a:srgbClr val="000000"/>
                </a:solidFill>
                <a:latin typeface="Josefin Sans Regular"/>
              </a:rPr>
              <a:t>áp</a:t>
            </a:r>
            <a:r>
              <a:rPr lang="en-US" sz="4200" dirty="0">
                <a:solidFill>
                  <a:srgbClr val="000000"/>
                </a:solidFill>
                <a:latin typeface="Josefin Sans Regular"/>
              </a:rPr>
              <a:t> </a:t>
            </a:r>
            <a:r>
              <a:rPr lang="en-US" sz="4200" dirty="0" err="1">
                <a:solidFill>
                  <a:srgbClr val="000000"/>
                </a:solidFill>
                <a:latin typeface="Josefin Sans Regular"/>
              </a:rPr>
              <a:t>suất</a:t>
            </a:r>
            <a:r>
              <a:rPr lang="en-US" sz="4200" dirty="0">
                <a:solidFill>
                  <a:srgbClr val="000000"/>
                </a:solidFill>
                <a:latin typeface="Josefin Sans Regular"/>
              </a:rPr>
              <a:t> </a:t>
            </a:r>
            <a:r>
              <a:rPr lang="en-US" sz="4200" dirty="0" err="1">
                <a:solidFill>
                  <a:srgbClr val="000000"/>
                </a:solidFill>
                <a:latin typeface="Josefin Sans Regular"/>
              </a:rPr>
              <a:t>cao</a:t>
            </a:r>
            <a:r>
              <a:rPr lang="en-US" sz="4200" dirty="0">
                <a:solidFill>
                  <a:srgbClr val="000000"/>
                </a:solidFill>
                <a:latin typeface="Josefin Sans Regular"/>
              </a:rPr>
              <a:t> </a:t>
            </a:r>
            <a:r>
              <a:rPr lang="en-US" sz="4200" dirty="0" err="1">
                <a:solidFill>
                  <a:srgbClr val="000000"/>
                </a:solidFill>
                <a:latin typeface="Josefin Sans Regular"/>
              </a:rPr>
              <a:t>được</a:t>
            </a:r>
            <a:r>
              <a:rPr lang="en-US" sz="4200" dirty="0">
                <a:solidFill>
                  <a:srgbClr val="000000"/>
                </a:solidFill>
                <a:latin typeface="Josefin Sans Regular"/>
              </a:rPr>
              <a:t> </a:t>
            </a:r>
            <a:r>
              <a:rPr lang="en-US" sz="4200" dirty="0" err="1">
                <a:solidFill>
                  <a:srgbClr val="000000"/>
                </a:solidFill>
                <a:latin typeface="Josefin Sans Regular"/>
              </a:rPr>
              <a:t>đưa</a:t>
            </a:r>
            <a:r>
              <a:rPr lang="en-US" sz="4200" dirty="0">
                <a:solidFill>
                  <a:srgbClr val="000000"/>
                </a:solidFill>
                <a:latin typeface="Josefin Sans Regular"/>
              </a:rPr>
              <a:t> qua </a:t>
            </a:r>
            <a:r>
              <a:rPr lang="en-US" sz="4200" dirty="0" err="1">
                <a:solidFill>
                  <a:srgbClr val="000000"/>
                </a:solidFill>
                <a:latin typeface="Josefin Sans Regular"/>
              </a:rPr>
              <a:t>dàn</a:t>
            </a:r>
            <a:r>
              <a:rPr lang="en-US" sz="4200" dirty="0">
                <a:solidFill>
                  <a:srgbClr val="000000"/>
                </a:solidFill>
                <a:latin typeface="Josefin Sans Regular"/>
              </a:rPr>
              <a:t> </a:t>
            </a:r>
            <a:r>
              <a:rPr lang="en-US" sz="4200" dirty="0" err="1">
                <a:solidFill>
                  <a:srgbClr val="000000"/>
                </a:solidFill>
                <a:latin typeface="Josefin Sans Regular"/>
              </a:rPr>
              <a:t>nóng</a:t>
            </a:r>
            <a:r>
              <a:rPr lang="en-US" sz="4200" dirty="0">
                <a:solidFill>
                  <a:srgbClr val="000000"/>
                </a:solidFill>
                <a:latin typeface="Josefin Sans Regular"/>
              </a:rPr>
              <a:t> </a:t>
            </a:r>
            <a:r>
              <a:rPr lang="en-US" sz="4200" dirty="0" err="1">
                <a:solidFill>
                  <a:srgbClr val="000000"/>
                </a:solidFill>
                <a:latin typeface="Josefin Sans Regular"/>
              </a:rPr>
              <a:t>để</a:t>
            </a:r>
            <a:r>
              <a:rPr lang="en-US" sz="4200" dirty="0">
                <a:solidFill>
                  <a:srgbClr val="000000"/>
                </a:solidFill>
                <a:latin typeface="Josefin Sans Regular"/>
              </a:rPr>
              <a:t> </a:t>
            </a:r>
            <a:r>
              <a:rPr lang="en-US" sz="4200" dirty="0" err="1">
                <a:solidFill>
                  <a:srgbClr val="000000"/>
                </a:solidFill>
                <a:latin typeface="Josefin Sans Regular"/>
              </a:rPr>
              <a:t>làm</a:t>
            </a:r>
            <a:r>
              <a:rPr lang="en-US" sz="4200" dirty="0">
                <a:solidFill>
                  <a:srgbClr val="000000"/>
                </a:solidFill>
                <a:latin typeface="Josefin Sans Regular"/>
              </a:rPr>
              <a:t> </a:t>
            </a:r>
            <a:r>
              <a:rPr lang="en-US" sz="4200" dirty="0" err="1">
                <a:solidFill>
                  <a:srgbClr val="000000"/>
                </a:solidFill>
                <a:latin typeface="Josefin Sans Regular"/>
              </a:rPr>
              <a:t>mát</a:t>
            </a:r>
            <a:r>
              <a:rPr lang="en-US" sz="4200" dirty="0">
                <a:solidFill>
                  <a:srgbClr val="000000"/>
                </a:solidFill>
                <a:latin typeface="Josefin Sans Regular"/>
              </a:rPr>
              <a:t> </a:t>
            </a:r>
            <a:r>
              <a:rPr lang="en-US" sz="4200" dirty="0" err="1">
                <a:solidFill>
                  <a:srgbClr val="000000"/>
                </a:solidFill>
                <a:latin typeface="Josefin Sans Regular"/>
              </a:rPr>
              <a:t>nhờ</a:t>
            </a:r>
            <a:r>
              <a:rPr lang="en-US" sz="4200" dirty="0">
                <a:solidFill>
                  <a:srgbClr val="000000"/>
                </a:solidFill>
                <a:latin typeface="Josefin Sans Regular"/>
              </a:rPr>
              <a:t> </a:t>
            </a:r>
            <a:r>
              <a:rPr lang="en-US" sz="4200" dirty="0" err="1">
                <a:solidFill>
                  <a:srgbClr val="000000"/>
                </a:solidFill>
                <a:latin typeface="Josefin Sans Regular"/>
              </a:rPr>
              <a:t>quạt</a:t>
            </a:r>
            <a:r>
              <a:rPr lang="en-US" sz="4200" dirty="0">
                <a:solidFill>
                  <a:srgbClr val="000000"/>
                </a:solidFill>
                <a:latin typeface="Josefin Sans Regular"/>
              </a:rPr>
              <a:t> </a:t>
            </a:r>
            <a:r>
              <a:rPr lang="en-US" sz="4200" dirty="0" err="1">
                <a:solidFill>
                  <a:srgbClr val="000000"/>
                </a:solidFill>
                <a:latin typeface="Josefin Sans Regular"/>
              </a:rPr>
              <a:t>và</a:t>
            </a:r>
            <a:r>
              <a:rPr lang="en-US" sz="4200" dirty="0">
                <a:solidFill>
                  <a:srgbClr val="000000"/>
                </a:solidFill>
                <a:latin typeface="Josefin Sans Regular"/>
              </a:rPr>
              <a:t> </a:t>
            </a:r>
            <a:r>
              <a:rPr lang="en-US" sz="4200" dirty="0" err="1">
                <a:solidFill>
                  <a:srgbClr val="000000"/>
                </a:solidFill>
                <a:latin typeface="Josefin Sans Regular"/>
              </a:rPr>
              <a:t>dàn</a:t>
            </a:r>
            <a:r>
              <a:rPr lang="en-US" sz="4200" dirty="0">
                <a:solidFill>
                  <a:srgbClr val="000000"/>
                </a:solidFill>
                <a:latin typeface="Josefin Sans Regular"/>
              </a:rPr>
              <a:t> </a:t>
            </a:r>
            <a:r>
              <a:rPr lang="en-US" sz="4200" dirty="0" err="1">
                <a:solidFill>
                  <a:srgbClr val="000000"/>
                </a:solidFill>
                <a:latin typeface="Josefin Sans Regular"/>
              </a:rPr>
              <a:t>lá</a:t>
            </a:r>
            <a:r>
              <a:rPr lang="en-US" sz="4200" dirty="0">
                <a:solidFill>
                  <a:srgbClr val="000000"/>
                </a:solidFill>
                <a:latin typeface="Josefin Sans Regular"/>
              </a:rPr>
              <a:t> </a:t>
            </a:r>
            <a:r>
              <a:rPr lang="vi-VN" sz="4200" dirty="0" smtClean="0">
                <a:solidFill>
                  <a:srgbClr val="000000"/>
                </a:solidFill>
                <a:latin typeface="Josefin Sans Regular"/>
              </a:rPr>
              <a:t>nhôm</a:t>
            </a:r>
            <a:r>
              <a:rPr lang="en-US" sz="4200" dirty="0" smtClean="0">
                <a:solidFill>
                  <a:srgbClr val="000000"/>
                </a:solidFill>
                <a:latin typeface="Josefin Sans Regular"/>
              </a:rPr>
              <a:t> </a:t>
            </a:r>
            <a:r>
              <a:rPr lang="en-US" sz="4200" dirty="0" err="1">
                <a:solidFill>
                  <a:srgbClr val="000000"/>
                </a:solidFill>
                <a:latin typeface="Josefin Sans Regular"/>
              </a:rPr>
              <a:t>tản</a:t>
            </a:r>
            <a:r>
              <a:rPr lang="en-US" sz="4200" dirty="0">
                <a:solidFill>
                  <a:srgbClr val="000000"/>
                </a:solidFill>
                <a:latin typeface="Josefin Sans Regular"/>
              </a:rPr>
              <a:t> </a:t>
            </a:r>
            <a:r>
              <a:rPr lang="en-US" sz="4200" dirty="0" err="1">
                <a:solidFill>
                  <a:srgbClr val="000000"/>
                </a:solidFill>
                <a:latin typeface="Josefin Sans Regular"/>
              </a:rPr>
              <a:t>nhiệt</a:t>
            </a:r>
            <a:r>
              <a:rPr lang="en-US" sz="4200" dirty="0">
                <a:solidFill>
                  <a:srgbClr val="000000"/>
                </a:solidFill>
                <a:latin typeface="Josefin Sans Regular"/>
              </a:rPr>
              <a:t>. </a:t>
            </a:r>
            <a:r>
              <a:rPr lang="en-US" sz="4200" dirty="0" err="1">
                <a:solidFill>
                  <a:srgbClr val="000000"/>
                </a:solidFill>
                <a:latin typeface="Josefin Sans Regular"/>
              </a:rPr>
              <a:t>Khi</a:t>
            </a:r>
            <a:r>
              <a:rPr lang="en-US" sz="4200" dirty="0">
                <a:solidFill>
                  <a:srgbClr val="000000"/>
                </a:solidFill>
                <a:latin typeface="Josefin Sans Regular"/>
              </a:rPr>
              <a:t> </a:t>
            </a:r>
            <a:r>
              <a:rPr lang="en-US" sz="4200" dirty="0" err="1">
                <a:solidFill>
                  <a:srgbClr val="000000"/>
                </a:solidFill>
                <a:latin typeface="Josefin Sans Regular"/>
              </a:rPr>
              <a:t>đi</a:t>
            </a:r>
            <a:r>
              <a:rPr lang="en-US" sz="4200" dirty="0">
                <a:solidFill>
                  <a:srgbClr val="000000"/>
                </a:solidFill>
                <a:latin typeface="Josefin Sans Regular"/>
              </a:rPr>
              <a:t> qua </a:t>
            </a:r>
            <a:r>
              <a:rPr lang="en-US" sz="4200" dirty="0" err="1">
                <a:solidFill>
                  <a:srgbClr val="000000"/>
                </a:solidFill>
                <a:latin typeface="Josefin Sans Regular"/>
              </a:rPr>
              <a:t>dàn</a:t>
            </a:r>
            <a:r>
              <a:rPr lang="en-US" sz="4200" dirty="0">
                <a:solidFill>
                  <a:srgbClr val="000000"/>
                </a:solidFill>
                <a:latin typeface="Josefin Sans Regular"/>
              </a:rPr>
              <a:t> </a:t>
            </a:r>
            <a:r>
              <a:rPr lang="en-US" sz="4200" dirty="0" err="1">
                <a:solidFill>
                  <a:srgbClr val="000000"/>
                </a:solidFill>
                <a:latin typeface="Josefin Sans Regular"/>
              </a:rPr>
              <a:t>nóng</a:t>
            </a:r>
            <a:r>
              <a:rPr lang="en-US" sz="4200" dirty="0">
                <a:solidFill>
                  <a:srgbClr val="000000"/>
                </a:solidFill>
                <a:latin typeface="Josefin Sans Regular"/>
              </a:rPr>
              <a:t>, </a:t>
            </a:r>
            <a:r>
              <a:rPr lang="en-US" sz="4200" dirty="0" err="1">
                <a:solidFill>
                  <a:srgbClr val="000000"/>
                </a:solidFill>
                <a:latin typeface="Josefin Sans Regular"/>
              </a:rPr>
              <a:t>môi</a:t>
            </a:r>
            <a:r>
              <a:rPr lang="en-US" sz="4200" dirty="0">
                <a:solidFill>
                  <a:srgbClr val="000000"/>
                </a:solidFill>
                <a:latin typeface="Josefin Sans Regular"/>
              </a:rPr>
              <a:t> </a:t>
            </a:r>
            <a:r>
              <a:rPr lang="en-US" sz="4200" dirty="0" err="1">
                <a:solidFill>
                  <a:srgbClr val="000000"/>
                </a:solidFill>
                <a:latin typeface="Josefin Sans Regular"/>
              </a:rPr>
              <a:t>chất</a:t>
            </a:r>
            <a:r>
              <a:rPr lang="en-US" sz="4200" dirty="0">
                <a:solidFill>
                  <a:srgbClr val="000000"/>
                </a:solidFill>
                <a:latin typeface="Josefin Sans Regular"/>
              </a:rPr>
              <a:t> </a:t>
            </a:r>
            <a:r>
              <a:rPr lang="en-US" sz="4200" dirty="0" err="1">
                <a:solidFill>
                  <a:srgbClr val="000000"/>
                </a:solidFill>
                <a:latin typeface="Josefin Sans Regular"/>
              </a:rPr>
              <a:t>sẽ</a:t>
            </a:r>
            <a:r>
              <a:rPr lang="en-US" sz="4200" dirty="0">
                <a:solidFill>
                  <a:srgbClr val="000000"/>
                </a:solidFill>
                <a:latin typeface="Josefin Sans Regular"/>
              </a:rPr>
              <a:t> </a:t>
            </a:r>
            <a:r>
              <a:rPr lang="en-US" sz="4200" dirty="0" err="1">
                <a:solidFill>
                  <a:srgbClr val="000000"/>
                </a:solidFill>
                <a:latin typeface="Josefin Sans Regular"/>
              </a:rPr>
              <a:t>có</a:t>
            </a:r>
            <a:r>
              <a:rPr lang="en-US" sz="4200" dirty="0">
                <a:solidFill>
                  <a:srgbClr val="000000"/>
                </a:solidFill>
                <a:latin typeface="Josefin Sans Regular"/>
              </a:rPr>
              <a:t> </a:t>
            </a:r>
            <a:r>
              <a:rPr lang="en-US" sz="4200" dirty="0" err="1">
                <a:solidFill>
                  <a:srgbClr val="000000"/>
                </a:solidFill>
                <a:latin typeface="Josefin Sans Regular"/>
              </a:rPr>
              <a:t>nhiệt</a:t>
            </a:r>
            <a:r>
              <a:rPr lang="en-US" sz="4200" dirty="0">
                <a:solidFill>
                  <a:srgbClr val="000000"/>
                </a:solidFill>
                <a:latin typeface="Josefin Sans Regular"/>
              </a:rPr>
              <a:t> </a:t>
            </a:r>
            <a:r>
              <a:rPr lang="en-US" sz="4200" dirty="0" err="1">
                <a:solidFill>
                  <a:srgbClr val="000000"/>
                </a:solidFill>
                <a:latin typeface="Josefin Sans Regular"/>
              </a:rPr>
              <a:t>độ</a:t>
            </a:r>
            <a:r>
              <a:rPr lang="en-US" sz="4200" dirty="0">
                <a:solidFill>
                  <a:srgbClr val="000000"/>
                </a:solidFill>
                <a:latin typeface="Josefin Sans Regular"/>
              </a:rPr>
              <a:t> </a:t>
            </a:r>
            <a:r>
              <a:rPr lang="en-US" sz="4200" dirty="0" err="1">
                <a:solidFill>
                  <a:srgbClr val="000000"/>
                </a:solidFill>
                <a:latin typeface="Josefin Sans Regular"/>
              </a:rPr>
              <a:t>thấp</a:t>
            </a:r>
            <a:r>
              <a:rPr lang="en-US" sz="4200" dirty="0">
                <a:solidFill>
                  <a:srgbClr val="000000"/>
                </a:solidFill>
                <a:latin typeface="Josefin Sans Regular"/>
              </a:rPr>
              <a:t> </a:t>
            </a:r>
            <a:r>
              <a:rPr lang="en-US" sz="4200" dirty="0" err="1">
                <a:solidFill>
                  <a:srgbClr val="000000"/>
                </a:solidFill>
                <a:latin typeface="Josefin Sans Regular"/>
              </a:rPr>
              <a:t>hơn</a:t>
            </a:r>
            <a:endParaRPr lang="en-US" sz="4200" dirty="0">
              <a:solidFill>
                <a:srgbClr val="000000"/>
              </a:solidFill>
              <a:latin typeface="Josefin Sans Regular"/>
            </a:endParaRPr>
          </a:p>
        </p:txBody>
      </p:sp>
      <p:sp>
        <p:nvSpPr>
          <p:cNvPr id="33" name="TextBox 33"/>
          <p:cNvSpPr txBox="1"/>
          <p:nvPr/>
        </p:nvSpPr>
        <p:spPr>
          <a:xfrm>
            <a:off x="11261796" y="3155454"/>
            <a:ext cx="5313500" cy="732770"/>
          </a:xfrm>
          <a:prstGeom prst="rect">
            <a:avLst/>
          </a:prstGeom>
        </p:spPr>
        <p:txBody>
          <a:bodyPr lIns="0" tIns="0" rIns="0" bIns="0" rtlCol="0" anchor="t">
            <a:spAutoFit/>
          </a:bodyPr>
          <a:lstStyle/>
          <a:p>
            <a:pPr marL="0" lvl="0" indent="0" algn="l">
              <a:lnSpc>
                <a:spcPts val="5786"/>
              </a:lnSpc>
              <a:spcBef>
                <a:spcPct val="0"/>
              </a:spcBef>
            </a:pPr>
            <a:r>
              <a:rPr lang="en-US" sz="4903" dirty="0" err="1">
                <a:solidFill>
                  <a:srgbClr val="000000"/>
                </a:solidFill>
                <a:latin typeface="Caudex Bold"/>
              </a:rPr>
              <a:t>Bước</a:t>
            </a:r>
            <a:r>
              <a:rPr lang="en-US" sz="4903" dirty="0">
                <a:solidFill>
                  <a:srgbClr val="000000"/>
                </a:solidFill>
                <a:latin typeface="Caudex Bold"/>
              </a:rPr>
              <a:t> 5:</a:t>
            </a:r>
          </a:p>
        </p:txBody>
      </p:sp>
      <p:sp>
        <p:nvSpPr>
          <p:cNvPr id="34" name="TextBox 34"/>
          <p:cNvSpPr txBox="1"/>
          <p:nvPr/>
        </p:nvSpPr>
        <p:spPr>
          <a:xfrm>
            <a:off x="10417526" y="4410509"/>
            <a:ext cx="7208947" cy="4314760"/>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lIns="0" tIns="0" rIns="0" bIns="0" rtlCol="0" anchor="t">
            <a:spAutoFit/>
          </a:bodyPr>
          <a:lstStyle/>
          <a:p>
            <a:pPr>
              <a:lnSpc>
                <a:spcPts val="6828"/>
              </a:lnSpc>
            </a:pPr>
            <a:r>
              <a:rPr lang="en-US" sz="4877" dirty="0">
                <a:solidFill>
                  <a:srgbClr val="000000"/>
                </a:solidFill>
                <a:latin typeface="Josefin Sans Regular"/>
              </a:rPr>
              <a:t>Gas </a:t>
            </a:r>
            <a:r>
              <a:rPr lang="en-US" sz="4877" dirty="0" err="1">
                <a:solidFill>
                  <a:srgbClr val="000000"/>
                </a:solidFill>
                <a:latin typeface="Josefin Sans Regular"/>
              </a:rPr>
              <a:t>tiếp</a:t>
            </a:r>
            <a:r>
              <a:rPr lang="en-US" sz="4877" dirty="0">
                <a:solidFill>
                  <a:srgbClr val="000000"/>
                </a:solidFill>
                <a:latin typeface="Josefin Sans Regular"/>
              </a:rPr>
              <a:t> </a:t>
            </a:r>
            <a:r>
              <a:rPr lang="en-US" sz="4877" dirty="0" err="1">
                <a:solidFill>
                  <a:srgbClr val="000000"/>
                </a:solidFill>
                <a:latin typeface="Josefin Sans Regular"/>
              </a:rPr>
              <a:t>tục</a:t>
            </a:r>
            <a:r>
              <a:rPr lang="en-US" sz="4877" dirty="0">
                <a:solidFill>
                  <a:srgbClr val="000000"/>
                </a:solidFill>
                <a:latin typeface="Josefin Sans Regular"/>
              </a:rPr>
              <a:t> </a:t>
            </a:r>
            <a:r>
              <a:rPr lang="en-US" sz="4877" dirty="0" err="1">
                <a:solidFill>
                  <a:srgbClr val="000000"/>
                </a:solidFill>
                <a:latin typeface="Josefin Sans Regular"/>
              </a:rPr>
              <a:t>được</a:t>
            </a:r>
            <a:r>
              <a:rPr lang="en-US" sz="4877" dirty="0">
                <a:solidFill>
                  <a:srgbClr val="000000"/>
                </a:solidFill>
                <a:latin typeface="Josefin Sans Regular"/>
              </a:rPr>
              <a:t> </a:t>
            </a:r>
            <a:r>
              <a:rPr lang="en-US" sz="4877" dirty="0" err="1">
                <a:solidFill>
                  <a:srgbClr val="000000"/>
                </a:solidFill>
                <a:latin typeface="Josefin Sans Regular"/>
              </a:rPr>
              <a:t>đưa</a:t>
            </a:r>
            <a:r>
              <a:rPr lang="en-US" sz="4877" dirty="0">
                <a:solidFill>
                  <a:srgbClr val="000000"/>
                </a:solidFill>
                <a:latin typeface="Josefin Sans Regular"/>
              </a:rPr>
              <a:t> </a:t>
            </a:r>
            <a:r>
              <a:rPr lang="en-US" sz="4877" dirty="0" err="1">
                <a:solidFill>
                  <a:srgbClr val="000000"/>
                </a:solidFill>
                <a:latin typeface="Josefin Sans Regular"/>
              </a:rPr>
              <a:t>đến</a:t>
            </a:r>
            <a:r>
              <a:rPr lang="en-US" sz="4877" dirty="0">
                <a:solidFill>
                  <a:srgbClr val="000000"/>
                </a:solidFill>
                <a:latin typeface="Josefin Sans Regular"/>
              </a:rPr>
              <a:t> van </a:t>
            </a:r>
            <a:r>
              <a:rPr lang="en-US" sz="4877" dirty="0" err="1">
                <a:solidFill>
                  <a:srgbClr val="000000"/>
                </a:solidFill>
                <a:latin typeface="Josefin Sans Regular"/>
              </a:rPr>
              <a:t>tiết</a:t>
            </a:r>
            <a:r>
              <a:rPr lang="en-US" sz="4877" dirty="0">
                <a:solidFill>
                  <a:srgbClr val="000000"/>
                </a:solidFill>
                <a:latin typeface="Josefin Sans Regular"/>
              </a:rPr>
              <a:t> </a:t>
            </a:r>
            <a:r>
              <a:rPr lang="en-US" sz="4877" dirty="0" err="1">
                <a:solidFill>
                  <a:srgbClr val="000000"/>
                </a:solidFill>
                <a:latin typeface="Josefin Sans Regular"/>
              </a:rPr>
              <a:t>lưu</a:t>
            </a:r>
            <a:r>
              <a:rPr lang="en-US" sz="4877" dirty="0">
                <a:solidFill>
                  <a:srgbClr val="000000"/>
                </a:solidFill>
                <a:latin typeface="Josefin Sans Regular"/>
              </a:rPr>
              <a:t> </a:t>
            </a:r>
            <a:r>
              <a:rPr lang="en-US" sz="4877" dirty="0" err="1">
                <a:solidFill>
                  <a:srgbClr val="000000"/>
                </a:solidFill>
                <a:latin typeface="Josefin Sans Regular"/>
              </a:rPr>
              <a:t>để</a:t>
            </a:r>
            <a:r>
              <a:rPr lang="en-US" sz="4877" dirty="0">
                <a:solidFill>
                  <a:srgbClr val="000000"/>
                </a:solidFill>
                <a:latin typeface="Josefin Sans Regular"/>
              </a:rPr>
              <a:t> </a:t>
            </a:r>
            <a:r>
              <a:rPr lang="en-US" sz="4877" dirty="0" err="1">
                <a:solidFill>
                  <a:srgbClr val="000000"/>
                </a:solidFill>
                <a:latin typeface="Josefin Sans Regular"/>
              </a:rPr>
              <a:t>giảm</a:t>
            </a:r>
            <a:r>
              <a:rPr lang="en-US" sz="4877" dirty="0">
                <a:solidFill>
                  <a:srgbClr val="000000"/>
                </a:solidFill>
                <a:latin typeface="Josefin Sans Regular"/>
              </a:rPr>
              <a:t> </a:t>
            </a:r>
            <a:r>
              <a:rPr lang="en-US" sz="4877" dirty="0" err="1">
                <a:solidFill>
                  <a:srgbClr val="000000"/>
                </a:solidFill>
                <a:latin typeface="Josefin Sans Regular"/>
              </a:rPr>
              <a:t>áp</a:t>
            </a:r>
            <a:r>
              <a:rPr lang="en-US" sz="4877" dirty="0">
                <a:solidFill>
                  <a:srgbClr val="000000"/>
                </a:solidFill>
                <a:latin typeface="Josefin Sans Regular"/>
              </a:rPr>
              <a:t> </a:t>
            </a:r>
            <a:r>
              <a:rPr lang="en-US" sz="4877" dirty="0" err="1">
                <a:solidFill>
                  <a:srgbClr val="000000"/>
                </a:solidFill>
                <a:latin typeface="Josefin Sans Regular"/>
              </a:rPr>
              <a:t>suất</a:t>
            </a:r>
            <a:r>
              <a:rPr lang="en-US" sz="4877" dirty="0">
                <a:solidFill>
                  <a:srgbClr val="000000"/>
                </a:solidFill>
                <a:latin typeface="Josefin Sans Regular"/>
              </a:rPr>
              <a:t>, </a:t>
            </a:r>
            <a:r>
              <a:rPr lang="en-US" sz="4877" dirty="0" err="1">
                <a:solidFill>
                  <a:srgbClr val="000000"/>
                </a:solidFill>
                <a:latin typeface="Josefin Sans Regular"/>
              </a:rPr>
              <a:t>giảm</a:t>
            </a:r>
            <a:r>
              <a:rPr lang="en-US" sz="4877" dirty="0">
                <a:solidFill>
                  <a:srgbClr val="000000"/>
                </a:solidFill>
                <a:latin typeface="Josefin Sans Regular"/>
              </a:rPr>
              <a:t> </a:t>
            </a:r>
            <a:r>
              <a:rPr lang="en-US" sz="4877" dirty="0" err="1">
                <a:solidFill>
                  <a:srgbClr val="000000"/>
                </a:solidFill>
                <a:latin typeface="Josefin Sans Regular"/>
              </a:rPr>
              <a:t>nhiệt</a:t>
            </a:r>
            <a:r>
              <a:rPr lang="en-US" sz="4877" dirty="0">
                <a:solidFill>
                  <a:srgbClr val="000000"/>
                </a:solidFill>
                <a:latin typeface="Josefin Sans Regular"/>
              </a:rPr>
              <a:t> </a:t>
            </a:r>
            <a:r>
              <a:rPr lang="en-US" sz="4877" dirty="0" err="1">
                <a:solidFill>
                  <a:srgbClr val="000000"/>
                </a:solidFill>
                <a:latin typeface="Josefin Sans Regular"/>
              </a:rPr>
              <a:t>và</a:t>
            </a:r>
            <a:r>
              <a:rPr lang="en-US" sz="4877" dirty="0">
                <a:solidFill>
                  <a:srgbClr val="000000"/>
                </a:solidFill>
                <a:latin typeface="Josefin Sans Regular"/>
              </a:rPr>
              <a:t> </a:t>
            </a:r>
            <a:r>
              <a:rPr lang="en-US" sz="4877" dirty="0" err="1">
                <a:solidFill>
                  <a:srgbClr val="000000"/>
                </a:solidFill>
                <a:latin typeface="Josefin Sans Regular"/>
              </a:rPr>
              <a:t>bắt</a:t>
            </a:r>
            <a:r>
              <a:rPr lang="en-US" sz="4877" dirty="0">
                <a:solidFill>
                  <a:srgbClr val="000000"/>
                </a:solidFill>
                <a:latin typeface="Josefin Sans Regular"/>
              </a:rPr>
              <a:t> </a:t>
            </a:r>
            <a:r>
              <a:rPr lang="en-US" sz="4877" dirty="0" err="1">
                <a:solidFill>
                  <a:srgbClr val="000000"/>
                </a:solidFill>
                <a:latin typeface="Josefin Sans Regular"/>
              </a:rPr>
              <a:t>đầu</a:t>
            </a:r>
            <a:r>
              <a:rPr lang="en-US" sz="4877" dirty="0">
                <a:solidFill>
                  <a:srgbClr val="000000"/>
                </a:solidFill>
                <a:latin typeface="Josefin Sans Regular"/>
              </a:rPr>
              <a:t> </a:t>
            </a:r>
            <a:r>
              <a:rPr lang="en-US" sz="4877" dirty="0" err="1">
                <a:solidFill>
                  <a:srgbClr val="000000"/>
                </a:solidFill>
                <a:latin typeface="Josefin Sans Regular"/>
              </a:rPr>
              <a:t>một</a:t>
            </a:r>
            <a:r>
              <a:rPr lang="en-US" sz="4877" dirty="0">
                <a:solidFill>
                  <a:srgbClr val="000000"/>
                </a:solidFill>
                <a:latin typeface="Josefin Sans Regular"/>
              </a:rPr>
              <a:t> </a:t>
            </a:r>
            <a:r>
              <a:rPr lang="en-US" sz="4877" dirty="0" err="1">
                <a:solidFill>
                  <a:srgbClr val="000000"/>
                </a:solidFill>
                <a:latin typeface="Josefin Sans Regular"/>
              </a:rPr>
              <a:t>chu</a:t>
            </a:r>
            <a:r>
              <a:rPr lang="en-US" sz="4877" dirty="0">
                <a:solidFill>
                  <a:srgbClr val="000000"/>
                </a:solidFill>
                <a:latin typeface="Josefin Sans Regular"/>
              </a:rPr>
              <a:t> </a:t>
            </a:r>
            <a:r>
              <a:rPr lang="en-US" sz="4877" dirty="0" err="1">
                <a:solidFill>
                  <a:srgbClr val="000000"/>
                </a:solidFill>
                <a:latin typeface="Josefin Sans Regular"/>
              </a:rPr>
              <a:t>trình</a:t>
            </a:r>
            <a:r>
              <a:rPr lang="en-US" sz="4877" dirty="0">
                <a:solidFill>
                  <a:srgbClr val="000000"/>
                </a:solidFill>
                <a:latin typeface="Josefin Sans Regular"/>
              </a:rPr>
              <a:t> </a:t>
            </a:r>
            <a:r>
              <a:rPr lang="en-US" sz="4877" dirty="0" err="1">
                <a:solidFill>
                  <a:srgbClr val="000000"/>
                </a:solidFill>
                <a:latin typeface="Josefin Sans Regular"/>
              </a:rPr>
              <a:t>mới</a:t>
            </a:r>
            <a:endParaRPr lang="en-US" sz="4877" dirty="0">
              <a:solidFill>
                <a:srgbClr val="000000"/>
              </a:solidFill>
              <a:latin typeface="Josefin Sans Regular"/>
            </a:endParaRPr>
          </a:p>
        </p:txBody>
      </p:sp>
      <p:grpSp>
        <p:nvGrpSpPr>
          <p:cNvPr id="67" name="Google Shape;10669;p67"/>
          <p:cNvGrpSpPr/>
          <p:nvPr/>
        </p:nvGrpSpPr>
        <p:grpSpPr>
          <a:xfrm>
            <a:off x="7105434" y="2451357"/>
            <a:ext cx="1525469" cy="1256341"/>
            <a:chOff x="2497275" y="2744159"/>
            <a:chExt cx="370930" cy="370549"/>
          </a:xfrm>
        </p:grpSpPr>
        <p:sp>
          <p:nvSpPr>
            <p:cNvPr id="68" name="Google Shape;10670;p67"/>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0671;p67"/>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0672;p67"/>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0673;p67"/>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0674;p67"/>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0675;p67"/>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 name="Google Shape;10669;p67"/>
          <p:cNvGrpSpPr/>
          <p:nvPr/>
        </p:nvGrpSpPr>
        <p:grpSpPr>
          <a:xfrm rot="5869955">
            <a:off x="16969922" y="8385483"/>
            <a:ext cx="1525469" cy="1256341"/>
            <a:chOff x="2497275" y="2744159"/>
            <a:chExt cx="370930" cy="370549"/>
          </a:xfrm>
        </p:grpSpPr>
        <p:sp>
          <p:nvSpPr>
            <p:cNvPr id="75" name="Google Shape;10670;p67"/>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0671;p67"/>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0672;p67"/>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0673;p67"/>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0674;p67"/>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0675;p67"/>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5" name="Picture 3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947570" y="-1021303"/>
            <a:ext cx="4762500" cy="47625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152400" y="-571500"/>
            <a:ext cx="18440399" cy="11430000"/>
          </a:xfrm>
          <a:prstGeom prst="rect">
            <a:avLst/>
          </a:prstGeom>
        </p:spPr>
      </p:pic>
      <p:pic>
        <p:nvPicPr>
          <p:cNvPr id="2" name="Picture 2"/>
          <p:cNvPicPr>
            <a:picLocks noChangeAspect="1"/>
          </p:cNvPicPr>
          <p:nvPr/>
        </p:nvPicPr>
        <p:blipFill>
          <a:blip r:embed="rId3">
            <a:alphaModFix amt="60000"/>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a:fillRect/>
          </a:stretch>
        </p:blipFill>
        <p:spPr>
          <a:xfrm>
            <a:off x="1133894" y="2343584"/>
            <a:ext cx="9495551" cy="1625039"/>
          </a:xfrm>
          <a:prstGeom prst="rect">
            <a:avLst/>
          </a:prstGeom>
        </p:spPr>
      </p:pic>
      <p:pic>
        <p:nvPicPr>
          <p:cNvPr id="3" name="Picture 3"/>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rcRect t="1224" b="1224"/>
          <a:stretch>
            <a:fillRect/>
          </a:stretch>
        </p:blipFill>
        <p:spPr>
          <a:xfrm>
            <a:off x="1516801" y="2027732"/>
            <a:ext cx="337364" cy="337657"/>
          </a:xfrm>
          <a:prstGeom prst="rect">
            <a:avLst/>
          </a:prstGeom>
        </p:spPr>
      </p:pic>
      <p:sp>
        <p:nvSpPr>
          <p:cNvPr id="5" name="TextBox 5"/>
          <p:cNvSpPr txBox="1"/>
          <p:nvPr/>
        </p:nvSpPr>
        <p:spPr>
          <a:xfrm>
            <a:off x="1476394" y="2454759"/>
            <a:ext cx="9153051" cy="2620959"/>
          </a:xfrm>
          <a:prstGeom prst="rect">
            <a:avLst/>
          </a:prstGeom>
        </p:spPr>
        <p:txBody>
          <a:bodyPr lIns="0" tIns="0" rIns="0" bIns="0" rtlCol="0" anchor="t">
            <a:spAutoFit/>
          </a:bodyPr>
          <a:lstStyle/>
          <a:p>
            <a:pPr algn="just">
              <a:lnSpc>
                <a:spcPts val="5219"/>
              </a:lnSpc>
            </a:pPr>
            <a:r>
              <a:rPr lang="en-US" sz="4423" dirty="0" err="1">
                <a:solidFill>
                  <a:srgbClr val="000000"/>
                </a:solidFill>
                <a:latin typeface="Caudex Bold"/>
              </a:rPr>
              <a:t>Nguyên</a:t>
            </a:r>
            <a:r>
              <a:rPr lang="en-US" sz="4423" dirty="0">
                <a:solidFill>
                  <a:srgbClr val="000000"/>
                </a:solidFill>
                <a:latin typeface="Caudex Bold"/>
              </a:rPr>
              <a:t> </a:t>
            </a:r>
            <a:r>
              <a:rPr lang="en-US" sz="4423" dirty="0" err="1">
                <a:solidFill>
                  <a:srgbClr val="000000"/>
                </a:solidFill>
                <a:latin typeface="Caudex Bold"/>
              </a:rPr>
              <a:t>lý</a:t>
            </a:r>
            <a:r>
              <a:rPr lang="en-US" sz="4423" dirty="0">
                <a:solidFill>
                  <a:srgbClr val="000000"/>
                </a:solidFill>
                <a:latin typeface="Caudex Bold"/>
              </a:rPr>
              <a:t> </a:t>
            </a:r>
            <a:r>
              <a:rPr lang="en-US" sz="4423" dirty="0" err="1">
                <a:solidFill>
                  <a:srgbClr val="000000"/>
                </a:solidFill>
                <a:latin typeface="Caudex Bold"/>
              </a:rPr>
              <a:t>thứ</a:t>
            </a:r>
            <a:r>
              <a:rPr lang="en-US" sz="4423" dirty="0">
                <a:solidFill>
                  <a:srgbClr val="000000"/>
                </a:solidFill>
                <a:latin typeface="Caudex Bold"/>
              </a:rPr>
              <a:t> 2 </a:t>
            </a:r>
            <a:r>
              <a:rPr lang="en-US" sz="4423" dirty="0" err="1">
                <a:solidFill>
                  <a:srgbClr val="000000"/>
                </a:solidFill>
                <a:latin typeface="Caudex Bold"/>
              </a:rPr>
              <a:t>nhiệt</a:t>
            </a:r>
            <a:r>
              <a:rPr lang="en-US" sz="4423" dirty="0">
                <a:solidFill>
                  <a:srgbClr val="000000"/>
                </a:solidFill>
                <a:latin typeface="Caudex Bold"/>
              </a:rPr>
              <a:t> </a:t>
            </a:r>
            <a:r>
              <a:rPr lang="en-US" sz="4423" dirty="0" err="1">
                <a:solidFill>
                  <a:srgbClr val="000000"/>
                </a:solidFill>
                <a:latin typeface="Caudex Bold"/>
              </a:rPr>
              <a:t>động</a:t>
            </a:r>
            <a:r>
              <a:rPr lang="en-US" sz="4423" dirty="0">
                <a:solidFill>
                  <a:srgbClr val="000000"/>
                </a:solidFill>
                <a:latin typeface="Caudex Bold"/>
              </a:rPr>
              <a:t> </a:t>
            </a:r>
            <a:r>
              <a:rPr lang="en-US" sz="4423" dirty="0" err="1">
                <a:solidFill>
                  <a:srgbClr val="000000"/>
                </a:solidFill>
                <a:latin typeface="Caudex Bold"/>
              </a:rPr>
              <a:t>lực</a:t>
            </a:r>
            <a:r>
              <a:rPr lang="en-US" sz="4423" dirty="0">
                <a:solidFill>
                  <a:srgbClr val="000000"/>
                </a:solidFill>
                <a:latin typeface="Caudex Bold"/>
              </a:rPr>
              <a:t> </a:t>
            </a:r>
            <a:r>
              <a:rPr lang="en-US" sz="4423" dirty="0" err="1">
                <a:solidFill>
                  <a:srgbClr val="000000"/>
                </a:solidFill>
                <a:latin typeface="Caudex Bold"/>
              </a:rPr>
              <a:t>học</a:t>
            </a:r>
            <a:r>
              <a:rPr lang="en-US" sz="4423" dirty="0">
                <a:solidFill>
                  <a:srgbClr val="000000"/>
                </a:solidFill>
                <a:latin typeface="Caudex Bold"/>
              </a:rPr>
              <a:t>: </a:t>
            </a:r>
          </a:p>
          <a:p>
            <a:pPr algn="just">
              <a:lnSpc>
                <a:spcPts val="5219"/>
              </a:lnSpc>
            </a:pPr>
            <a:r>
              <a:rPr lang="en-US" sz="4423" dirty="0" err="1">
                <a:solidFill>
                  <a:srgbClr val="000000"/>
                </a:solidFill>
                <a:latin typeface="Caudex Bold"/>
              </a:rPr>
              <a:t>Máy</a:t>
            </a:r>
            <a:r>
              <a:rPr lang="en-US" sz="4423" dirty="0">
                <a:solidFill>
                  <a:srgbClr val="000000"/>
                </a:solidFill>
                <a:latin typeface="Caudex Bold"/>
              </a:rPr>
              <a:t> </a:t>
            </a:r>
            <a:r>
              <a:rPr lang="en-US" sz="4423" dirty="0" err="1">
                <a:solidFill>
                  <a:srgbClr val="000000"/>
                </a:solidFill>
                <a:latin typeface="Caudex Bold"/>
              </a:rPr>
              <a:t>nhiệt</a:t>
            </a:r>
            <a:endParaRPr lang="en-US" sz="4423" dirty="0">
              <a:solidFill>
                <a:srgbClr val="000000"/>
              </a:solidFill>
              <a:latin typeface="Caudex Bold"/>
            </a:endParaRPr>
          </a:p>
          <a:p>
            <a:pPr algn="just">
              <a:lnSpc>
                <a:spcPts val="5219"/>
              </a:lnSpc>
            </a:pPr>
            <a:endParaRPr lang="en-US" sz="4423" dirty="0">
              <a:solidFill>
                <a:srgbClr val="000000"/>
              </a:solidFill>
              <a:latin typeface="Caudex Bold"/>
            </a:endParaRPr>
          </a:p>
          <a:p>
            <a:pPr algn="just">
              <a:lnSpc>
                <a:spcPts val="5101"/>
              </a:lnSpc>
            </a:pPr>
            <a:r>
              <a:rPr lang="en-US" sz="4323" dirty="0">
                <a:solidFill>
                  <a:srgbClr val="000000"/>
                </a:solidFill>
                <a:latin typeface="Josefin Sans Regular"/>
              </a:rPr>
              <a:t>   </a:t>
            </a:r>
          </a:p>
        </p:txBody>
      </p:sp>
      <p:sp>
        <p:nvSpPr>
          <p:cNvPr id="6" name="TextBox 6"/>
          <p:cNvSpPr txBox="1"/>
          <p:nvPr/>
        </p:nvSpPr>
        <p:spPr>
          <a:xfrm>
            <a:off x="1962705" y="-86296"/>
            <a:ext cx="10648037" cy="1641572"/>
          </a:xfrm>
          <a:prstGeom prst="rect">
            <a:avLst/>
          </a:prstGeom>
        </p:spPr>
        <p:txBody>
          <a:bodyPr lIns="0" tIns="0" rIns="0" bIns="0" rtlCol="0" anchor="t">
            <a:spAutoFit/>
          </a:bodyPr>
          <a:lstStyle/>
          <a:p>
            <a:pPr algn="just">
              <a:lnSpc>
                <a:spcPts val="6644"/>
              </a:lnSpc>
            </a:pPr>
            <a:r>
              <a:rPr lang="en-US" sz="4746" dirty="0" err="1">
                <a:solidFill>
                  <a:srgbClr val="000000"/>
                </a:solidFill>
                <a:latin typeface="Caudex Bold"/>
              </a:rPr>
              <a:t>Nguyên</a:t>
            </a:r>
            <a:r>
              <a:rPr lang="en-US" sz="4746" dirty="0">
                <a:solidFill>
                  <a:srgbClr val="000000"/>
                </a:solidFill>
                <a:latin typeface="Caudex Bold"/>
              </a:rPr>
              <a:t> </a:t>
            </a:r>
            <a:r>
              <a:rPr lang="en-US" sz="4746" dirty="0" err="1">
                <a:solidFill>
                  <a:srgbClr val="000000"/>
                </a:solidFill>
                <a:latin typeface="Caudex Bold"/>
              </a:rPr>
              <a:t>lý</a:t>
            </a:r>
            <a:r>
              <a:rPr lang="en-US" sz="4746" dirty="0">
                <a:solidFill>
                  <a:srgbClr val="000000"/>
                </a:solidFill>
                <a:latin typeface="Caudex Bold"/>
              </a:rPr>
              <a:t> </a:t>
            </a:r>
            <a:r>
              <a:rPr lang="en-US" sz="4746" dirty="0" err="1">
                <a:solidFill>
                  <a:srgbClr val="000000"/>
                </a:solidFill>
                <a:latin typeface="Caudex Bold"/>
              </a:rPr>
              <a:t>hoạt</a:t>
            </a:r>
            <a:r>
              <a:rPr lang="en-US" sz="4746" dirty="0">
                <a:solidFill>
                  <a:srgbClr val="000000"/>
                </a:solidFill>
                <a:latin typeface="Caudex Bold"/>
              </a:rPr>
              <a:t> </a:t>
            </a:r>
            <a:r>
              <a:rPr lang="en-US" sz="4746" dirty="0" err="1">
                <a:solidFill>
                  <a:srgbClr val="000000"/>
                </a:solidFill>
                <a:latin typeface="Caudex Bold"/>
              </a:rPr>
              <a:t>động</a:t>
            </a:r>
            <a:r>
              <a:rPr lang="en-US" sz="4746" dirty="0">
                <a:solidFill>
                  <a:srgbClr val="000000"/>
                </a:solidFill>
                <a:latin typeface="Caudex Bold"/>
              </a:rPr>
              <a:t> </a:t>
            </a:r>
            <a:r>
              <a:rPr lang="en-US" sz="4746" dirty="0" err="1">
                <a:solidFill>
                  <a:srgbClr val="000000"/>
                </a:solidFill>
                <a:latin typeface="Caudex Bold"/>
              </a:rPr>
              <a:t>của</a:t>
            </a:r>
            <a:r>
              <a:rPr lang="en-US" sz="4746" dirty="0">
                <a:solidFill>
                  <a:srgbClr val="000000"/>
                </a:solidFill>
                <a:latin typeface="Caudex Bold"/>
              </a:rPr>
              <a:t> </a:t>
            </a:r>
            <a:r>
              <a:rPr lang="en-US" sz="4746" dirty="0" err="1">
                <a:solidFill>
                  <a:srgbClr val="000000"/>
                </a:solidFill>
                <a:latin typeface="Caudex Bold"/>
              </a:rPr>
              <a:t>máy</a:t>
            </a:r>
            <a:r>
              <a:rPr lang="en-US" sz="4746" dirty="0">
                <a:solidFill>
                  <a:srgbClr val="000000"/>
                </a:solidFill>
                <a:latin typeface="Caudex Bold"/>
              </a:rPr>
              <a:t> </a:t>
            </a:r>
            <a:r>
              <a:rPr lang="en-US" sz="4746" dirty="0" err="1">
                <a:solidFill>
                  <a:srgbClr val="000000"/>
                </a:solidFill>
                <a:latin typeface="Caudex Bold"/>
              </a:rPr>
              <a:t>lạnh</a:t>
            </a:r>
            <a:r>
              <a:rPr lang="en-US" sz="4746" dirty="0">
                <a:solidFill>
                  <a:srgbClr val="000000"/>
                </a:solidFill>
                <a:latin typeface="Caudex Bold"/>
              </a:rPr>
              <a:t> </a:t>
            </a:r>
            <a:r>
              <a:rPr lang="en-US" sz="4746" dirty="0" err="1">
                <a:solidFill>
                  <a:srgbClr val="000000"/>
                </a:solidFill>
                <a:latin typeface="Caudex Bold"/>
              </a:rPr>
              <a:t>dựa</a:t>
            </a:r>
            <a:r>
              <a:rPr lang="en-US" sz="4746" dirty="0">
                <a:solidFill>
                  <a:srgbClr val="000000"/>
                </a:solidFill>
                <a:latin typeface="Caudex Bold"/>
              </a:rPr>
              <a:t> </a:t>
            </a:r>
            <a:r>
              <a:rPr lang="en-US" sz="4746" dirty="0" err="1">
                <a:solidFill>
                  <a:srgbClr val="000000"/>
                </a:solidFill>
                <a:latin typeface="Caudex Bold"/>
              </a:rPr>
              <a:t>theo</a:t>
            </a:r>
            <a:r>
              <a:rPr lang="en-US" sz="4746" dirty="0">
                <a:solidFill>
                  <a:srgbClr val="000000"/>
                </a:solidFill>
                <a:latin typeface="Caudex Bold"/>
              </a:rPr>
              <a:t> </a:t>
            </a:r>
            <a:r>
              <a:rPr lang="en-US" sz="4746" dirty="0" err="1">
                <a:solidFill>
                  <a:srgbClr val="000000"/>
                </a:solidFill>
                <a:latin typeface="Caudex Bold"/>
              </a:rPr>
              <a:t>kiến</a:t>
            </a:r>
            <a:r>
              <a:rPr lang="en-US" sz="4746" dirty="0">
                <a:solidFill>
                  <a:srgbClr val="000000"/>
                </a:solidFill>
                <a:latin typeface="Caudex Bold"/>
              </a:rPr>
              <a:t> </a:t>
            </a:r>
            <a:r>
              <a:rPr lang="en-US" sz="4746" dirty="0" err="1">
                <a:solidFill>
                  <a:srgbClr val="000000"/>
                </a:solidFill>
                <a:latin typeface="Caudex Bold"/>
              </a:rPr>
              <a:t>thức</a:t>
            </a:r>
            <a:r>
              <a:rPr lang="en-US" sz="4746" dirty="0">
                <a:solidFill>
                  <a:srgbClr val="000000"/>
                </a:solidFill>
                <a:latin typeface="Caudex Bold"/>
              </a:rPr>
              <a:t> </a:t>
            </a:r>
            <a:r>
              <a:rPr lang="en-US" sz="4746" dirty="0" err="1">
                <a:solidFill>
                  <a:srgbClr val="000000"/>
                </a:solidFill>
                <a:latin typeface="Caudex Bold"/>
              </a:rPr>
              <a:t>Vật</a:t>
            </a:r>
            <a:r>
              <a:rPr lang="en-US" sz="4746" dirty="0">
                <a:solidFill>
                  <a:srgbClr val="000000"/>
                </a:solidFill>
                <a:latin typeface="Caudex Bold"/>
              </a:rPr>
              <a:t> </a:t>
            </a:r>
            <a:r>
              <a:rPr lang="en-US" sz="4746" dirty="0" err="1">
                <a:solidFill>
                  <a:srgbClr val="000000"/>
                </a:solidFill>
                <a:latin typeface="Caudex Bold"/>
              </a:rPr>
              <a:t>Lý</a:t>
            </a:r>
            <a:r>
              <a:rPr lang="en-US" sz="4746" dirty="0">
                <a:solidFill>
                  <a:srgbClr val="000000"/>
                </a:solidFill>
                <a:latin typeface="Caudex Bold"/>
              </a:rPr>
              <a:t> </a:t>
            </a:r>
            <a:r>
              <a:rPr lang="en-US" sz="4746" dirty="0" err="1">
                <a:solidFill>
                  <a:srgbClr val="000000"/>
                </a:solidFill>
                <a:latin typeface="Caudex Bold"/>
              </a:rPr>
              <a:t>nào</a:t>
            </a:r>
            <a:r>
              <a:rPr lang="en-US" sz="4746" dirty="0">
                <a:solidFill>
                  <a:srgbClr val="000000"/>
                </a:solidFill>
                <a:latin typeface="Caudex Bold"/>
              </a:rPr>
              <a:t>?</a:t>
            </a:r>
          </a:p>
        </p:txBody>
      </p:sp>
      <p:sp>
        <p:nvSpPr>
          <p:cNvPr id="7" name="TextBox 7"/>
          <p:cNvSpPr txBox="1"/>
          <p:nvPr/>
        </p:nvSpPr>
        <p:spPr>
          <a:xfrm>
            <a:off x="2024482" y="1808959"/>
            <a:ext cx="3516374" cy="672465"/>
          </a:xfrm>
          <a:prstGeom prst="rect">
            <a:avLst/>
          </a:prstGeom>
        </p:spPr>
        <p:txBody>
          <a:bodyPr lIns="0" tIns="0" rIns="0" bIns="0" rtlCol="0" anchor="t">
            <a:spAutoFit/>
          </a:bodyPr>
          <a:lstStyle/>
          <a:p>
            <a:pPr algn="just">
              <a:lnSpc>
                <a:spcPts val="5459"/>
              </a:lnSpc>
            </a:pPr>
            <a:r>
              <a:rPr lang="en-US" sz="3899" dirty="0" err="1">
                <a:solidFill>
                  <a:srgbClr val="000000"/>
                </a:solidFill>
                <a:latin typeface="Josefin Sans Regular"/>
              </a:rPr>
              <a:t>Trả</a:t>
            </a:r>
            <a:r>
              <a:rPr lang="en-US" sz="3899" dirty="0">
                <a:solidFill>
                  <a:srgbClr val="000000"/>
                </a:solidFill>
                <a:latin typeface="Josefin Sans Regular"/>
              </a:rPr>
              <a:t> </a:t>
            </a:r>
            <a:r>
              <a:rPr lang="en-US" sz="3899" dirty="0" err="1">
                <a:solidFill>
                  <a:srgbClr val="000000"/>
                </a:solidFill>
                <a:latin typeface="Josefin Sans Regular"/>
              </a:rPr>
              <a:t>lời</a:t>
            </a:r>
            <a:r>
              <a:rPr lang="en-US" sz="3899" dirty="0">
                <a:solidFill>
                  <a:srgbClr val="000000"/>
                </a:solidFill>
                <a:latin typeface="Josefin Sans Regular"/>
              </a:rPr>
              <a:t>:</a:t>
            </a:r>
          </a:p>
        </p:txBody>
      </p:sp>
      <p:sp>
        <p:nvSpPr>
          <p:cNvPr id="8" name="TextBox 8"/>
          <p:cNvSpPr txBox="1"/>
          <p:nvPr/>
        </p:nvSpPr>
        <p:spPr>
          <a:xfrm>
            <a:off x="2735017" y="3981346"/>
            <a:ext cx="8125195" cy="5172250"/>
          </a:xfrm>
          <a:prstGeom prst="rect">
            <a:avLst/>
          </a:prstGeom>
        </p:spPr>
        <p:txBody>
          <a:bodyPr lIns="0" tIns="0" rIns="0" bIns="0" rtlCol="0" anchor="t">
            <a:spAutoFit/>
          </a:bodyPr>
          <a:lstStyle/>
          <a:p>
            <a:pPr algn="just">
              <a:lnSpc>
                <a:spcPts val="4469"/>
              </a:lnSpc>
            </a:pPr>
            <a:r>
              <a:rPr lang="en-US" sz="3192" dirty="0">
                <a:solidFill>
                  <a:srgbClr val="000000"/>
                </a:solidFill>
                <a:latin typeface="Josefin Sans Regular"/>
              </a:rPr>
              <a:t>*</a:t>
            </a:r>
            <a:r>
              <a:rPr lang="en-US" sz="3192" dirty="0" err="1">
                <a:solidFill>
                  <a:srgbClr val="000000"/>
                </a:solidFill>
                <a:latin typeface="Josefin Sans Regular Bold"/>
              </a:rPr>
              <a:t>Máy</a:t>
            </a:r>
            <a:r>
              <a:rPr lang="en-US" sz="3192" dirty="0">
                <a:solidFill>
                  <a:srgbClr val="000000"/>
                </a:solidFill>
                <a:latin typeface="Josefin Sans Regular Bold"/>
              </a:rPr>
              <a:t> </a:t>
            </a:r>
            <a:r>
              <a:rPr lang="en-US" sz="3192" dirty="0" err="1">
                <a:solidFill>
                  <a:srgbClr val="000000"/>
                </a:solidFill>
                <a:latin typeface="Josefin Sans Regular Bold"/>
              </a:rPr>
              <a:t>làm</a:t>
            </a:r>
            <a:r>
              <a:rPr lang="en-US" sz="3192" dirty="0">
                <a:solidFill>
                  <a:srgbClr val="000000"/>
                </a:solidFill>
                <a:latin typeface="Josefin Sans Regular Bold"/>
              </a:rPr>
              <a:t> </a:t>
            </a:r>
            <a:r>
              <a:rPr lang="en-US" sz="3192" dirty="0" err="1">
                <a:solidFill>
                  <a:srgbClr val="000000"/>
                </a:solidFill>
                <a:latin typeface="Josefin Sans Regular Bold"/>
              </a:rPr>
              <a:t>lạnh</a:t>
            </a:r>
            <a:r>
              <a:rPr lang="en-US" sz="3192" dirty="0">
                <a:solidFill>
                  <a:srgbClr val="000000"/>
                </a:solidFill>
                <a:latin typeface="Josefin Sans Regular Bold"/>
              </a:rPr>
              <a:t>: </a:t>
            </a:r>
            <a:r>
              <a:rPr lang="en-US" sz="3192" dirty="0" err="1">
                <a:solidFill>
                  <a:srgbClr val="000000"/>
                </a:solidFill>
                <a:latin typeface="Josefin Sans Regular"/>
              </a:rPr>
              <a:t>Là</a:t>
            </a:r>
            <a:r>
              <a:rPr lang="en-US" sz="3192" dirty="0">
                <a:solidFill>
                  <a:srgbClr val="000000"/>
                </a:solidFill>
                <a:latin typeface="Josefin Sans Regular"/>
              </a:rPr>
              <a:t> </a:t>
            </a:r>
            <a:r>
              <a:rPr lang="en-US" sz="3192" dirty="0" err="1">
                <a:solidFill>
                  <a:srgbClr val="000000"/>
                </a:solidFill>
                <a:latin typeface="Josefin Sans Regular"/>
              </a:rPr>
              <a:t>một</a:t>
            </a:r>
            <a:r>
              <a:rPr lang="en-US" sz="3192" dirty="0">
                <a:solidFill>
                  <a:srgbClr val="000000"/>
                </a:solidFill>
                <a:latin typeface="Josefin Sans Regular"/>
              </a:rPr>
              <a:t> </a:t>
            </a:r>
            <a:r>
              <a:rPr lang="en-US" sz="3192" dirty="0" err="1">
                <a:solidFill>
                  <a:srgbClr val="000000"/>
                </a:solidFill>
                <a:latin typeface="Josefin Sans Regular"/>
              </a:rPr>
              <a:t>loại</a:t>
            </a:r>
            <a:r>
              <a:rPr lang="en-US" sz="3192" dirty="0">
                <a:solidFill>
                  <a:srgbClr val="000000"/>
                </a:solidFill>
                <a:latin typeface="Josefin Sans Regular"/>
              </a:rPr>
              <a:t> </a:t>
            </a:r>
            <a:r>
              <a:rPr lang="en-US" sz="3192" dirty="0" err="1">
                <a:solidFill>
                  <a:srgbClr val="000000"/>
                </a:solidFill>
                <a:latin typeface="Josefin Sans Regular"/>
              </a:rPr>
              <a:t>máy</a:t>
            </a:r>
            <a:r>
              <a:rPr lang="en-US" sz="3192" dirty="0">
                <a:solidFill>
                  <a:srgbClr val="000000"/>
                </a:solidFill>
                <a:latin typeface="Josefin Sans Regular"/>
              </a:rPr>
              <a:t> </a:t>
            </a:r>
            <a:r>
              <a:rPr lang="en-US" sz="3192" dirty="0" err="1">
                <a:solidFill>
                  <a:srgbClr val="000000"/>
                </a:solidFill>
                <a:latin typeface="Josefin Sans Regular"/>
              </a:rPr>
              <a:t>nhiệt</a:t>
            </a:r>
            <a:r>
              <a:rPr lang="en-US" sz="3192" dirty="0">
                <a:solidFill>
                  <a:srgbClr val="000000"/>
                </a:solidFill>
                <a:latin typeface="Josefin Sans Regular"/>
              </a:rPr>
              <a:t> </a:t>
            </a:r>
            <a:r>
              <a:rPr lang="vi-VN" sz="3192" dirty="0" smtClean="0">
                <a:solidFill>
                  <a:srgbClr val="000000"/>
                </a:solidFill>
                <a:latin typeface="Josefin Sans Regular"/>
              </a:rPr>
              <a:t>nhận </a:t>
            </a:r>
            <a:r>
              <a:rPr lang="en-US" sz="3192" dirty="0" err="1" smtClean="0">
                <a:solidFill>
                  <a:srgbClr val="000000"/>
                </a:solidFill>
                <a:latin typeface="Josefin Sans Regular"/>
              </a:rPr>
              <a:t>công</a:t>
            </a:r>
            <a:r>
              <a:rPr lang="en-US" sz="3192" dirty="0" smtClean="0">
                <a:solidFill>
                  <a:srgbClr val="000000"/>
                </a:solidFill>
                <a:latin typeface="Josefin Sans Regular"/>
              </a:rPr>
              <a:t> </a:t>
            </a:r>
            <a:r>
              <a:rPr lang="en-US" sz="3192" dirty="0" err="1">
                <a:solidFill>
                  <a:srgbClr val="000000"/>
                </a:solidFill>
                <a:latin typeface="Josefin Sans Regular"/>
              </a:rPr>
              <a:t>để</a:t>
            </a:r>
            <a:r>
              <a:rPr lang="en-US" sz="3192" dirty="0">
                <a:solidFill>
                  <a:srgbClr val="000000"/>
                </a:solidFill>
                <a:latin typeface="Josefin Sans Regular"/>
              </a:rPr>
              <a:t> </a:t>
            </a:r>
            <a:r>
              <a:rPr lang="en-US" sz="3192" dirty="0" err="1">
                <a:solidFill>
                  <a:srgbClr val="000000"/>
                </a:solidFill>
                <a:latin typeface="Josefin Sans Regular"/>
              </a:rPr>
              <a:t>vận</a:t>
            </a:r>
            <a:r>
              <a:rPr lang="en-US" sz="3192" dirty="0">
                <a:solidFill>
                  <a:srgbClr val="000000"/>
                </a:solidFill>
                <a:latin typeface="Josefin Sans Regular"/>
              </a:rPr>
              <a:t> </a:t>
            </a:r>
            <a:r>
              <a:rPr lang="en-US" sz="3192" dirty="0" err="1">
                <a:solidFill>
                  <a:srgbClr val="000000"/>
                </a:solidFill>
                <a:latin typeface="Josefin Sans Regular"/>
              </a:rPr>
              <a:t>chuyển</a:t>
            </a:r>
            <a:r>
              <a:rPr lang="en-US" sz="3192" dirty="0">
                <a:solidFill>
                  <a:srgbClr val="000000"/>
                </a:solidFill>
                <a:latin typeface="Josefin Sans Regular"/>
              </a:rPr>
              <a:t> </a:t>
            </a:r>
            <a:r>
              <a:rPr lang="en-US" sz="3192" dirty="0" err="1">
                <a:solidFill>
                  <a:srgbClr val="000000"/>
                </a:solidFill>
                <a:latin typeface="Josefin Sans Regular"/>
              </a:rPr>
              <a:t>nhiệt</a:t>
            </a:r>
            <a:r>
              <a:rPr lang="en-US" sz="3192" dirty="0">
                <a:solidFill>
                  <a:srgbClr val="000000"/>
                </a:solidFill>
                <a:latin typeface="Josefin Sans Regular"/>
              </a:rPr>
              <a:t> </a:t>
            </a:r>
            <a:r>
              <a:rPr lang="en-US" sz="3192" dirty="0" err="1">
                <a:solidFill>
                  <a:srgbClr val="000000"/>
                </a:solidFill>
                <a:latin typeface="Josefin Sans Regular"/>
              </a:rPr>
              <a:t>từ</a:t>
            </a:r>
            <a:r>
              <a:rPr lang="en-US" sz="3192" dirty="0">
                <a:solidFill>
                  <a:srgbClr val="000000"/>
                </a:solidFill>
                <a:latin typeface="Josefin Sans Regular"/>
              </a:rPr>
              <a:t> </a:t>
            </a:r>
            <a:r>
              <a:rPr lang="en-US" sz="3192" dirty="0" err="1">
                <a:solidFill>
                  <a:srgbClr val="000000"/>
                </a:solidFill>
                <a:latin typeface="Josefin Sans Regular"/>
              </a:rPr>
              <a:t>nguồn</a:t>
            </a:r>
            <a:r>
              <a:rPr lang="en-US" sz="3192" dirty="0">
                <a:solidFill>
                  <a:srgbClr val="000000"/>
                </a:solidFill>
                <a:latin typeface="Josefin Sans Regular"/>
              </a:rPr>
              <a:t> </a:t>
            </a:r>
            <a:r>
              <a:rPr lang="en-US" sz="3192" dirty="0" err="1">
                <a:solidFill>
                  <a:srgbClr val="000000"/>
                </a:solidFill>
                <a:latin typeface="Josefin Sans Regular"/>
              </a:rPr>
              <a:t>nóng</a:t>
            </a:r>
            <a:r>
              <a:rPr lang="en-US" sz="3192" dirty="0">
                <a:solidFill>
                  <a:srgbClr val="000000"/>
                </a:solidFill>
                <a:latin typeface="Josefin Sans Regular"/>
              </a:rPr>
              <a:t> sang </a:t>
            </a:r>
            <a:r>
              <a:rPr lang="vi-VN" sz="3192" dirty="0" smtClean="0">
                <a:solidFill>
                  <a:srgbClr val="000000"/>
                </a:solidFill>
                <a:latin typeface="Josefin Sans Regular"/>
              </a:rPr>
              <a:t>nguồn lạnh:</a:t>
            </a:r>
            <a:endParaRPr lang="en-US" sz="3192" dirty="0">
              <a:solidFill>
                <a:srgbClr val="000000"/>
              </a:solidFill>
              <a:latin typeface="Josefin Sans Regular"/>
            </a:endParaRPr>
          </a:p>
          <a:p>
            <a:pPr marL="689256" lvl="1" indent="-344628" algn="just">
              <a:lnSpc>
                <a:spcPts val="4469"/>
              </a:lnSpc>
              <a:buFont typeface="Arial"/>
              <a:buChar char="•"/>
            </a:pPr>
            <a:r>
              <a:rPr lang="en-US" sz="3192" dirty="0" err="1">
                <a:solidFill>
                  <a:srgbClr val="000000"/>
                </a:solidFill>
                <a:latin typeface="Josefin Sans Regular Bold"/>
              </a:rPr>
              <a:t>Nguồn</a:t>
            </a:r>
            <a:r>
              <a:rPr lang="en-US" sz="3192" dirty="0">
                <a:solidFill>
                  <a:srgbClr val="000000"/>
                </a:solidFill>
                <a:latin typeface="Josefin Sans Regular Bold"/>
              </a:rPr>
              <a:t> </a:t>
            </a:r>
            <a:r>
              <a:rPr lang="en-US" sz="3192" dirty="0" err="1">
                <a:solidFill>
                  <a:srgbClr val="000000"/>
                </a:solidFill>
                <a:latin typeface="Josefin Sans Regular Bold"/>
              </a:rPr>
              <a:t>nóng</a:t>
            </a:r>
            <a:r>
              <a:rPr lang="en-US" sz="3192" dirty="0">
                <a:solidFill>
                  <a:srgbClr val="000000"/>
                </a:solidFill>
                <a:latin typeface="Josefin Sans Regular Bold"/>
              </a:rPr>
              <a:t> (T1</a:t>
            </a:r>
            <a:r>
              <a:rPr lang="en-US" sz="3192" dirty="0" smtClean="0">
                <a:solidFill>
                  <a:srgbClr val="000000"/>
                </a:solidFill>
                <a:latin typeface="Josefin Sans Regular Bold"/>
              </a:rPr>
              <a:t>):</a:t>
            </a:r>
            <a:r>
              <a:rPr lang="vi-VN" sz="3192" dirty="0">
                <a:solidFill>
                  <a:srgbClr val="000000"/>
                </a:solidFill>
                <a:latin typeface="Josefin Sans Regular"/>
              </a:rPr>
              <a:t> </a:t>
            </a:r>
            <a:r>
              <a:rPr lang="vi-VN" sz="3192" dirty="0" smtClean="0">
                <a:solidFill>
                  <a:srgbClr val="000000"/>
                </a:solidFill>
                <a:latin typeface="Josefin Sans Regular"/>
              </a:rPr>
              <a:t>Bình ngưng.</a:t>
            </a:r>
          </a:p>
          <a:p>
            <a:pPr marL="689256" lvl="1" indent="-344628" algn="just">
              <a:lnSpc>
                <a:spcPts val="4469"/>
              </a:lnSpc>
              <a:buFont typeface="Arial"/>
              <a:buChar char="•"/>
            </a:pPr>
            <a:endParaRPr lang="vi-VN" sz="3192" dirty="0" smtClean="0">
              <a:solidFill>
                <a:srgbClr val="000000"/>
              </a:solidFill>
              <a:latin typeface="Josefin Sans Regular"/>
            </a:endParaRPr>
          </a:p>
          <a:p>
            <a:pPr marL="689256" lvl="1" indent="-344628" algn="just">
              <a:lnSpc>
                <a:spcPts val="4469"/>
              </a:lnSpc>
              <a:buFont typeface="Arial"/>
              <a:buChar char="•"/>
            </a:pPr>
            <a:r>
              <a:rPr lang="en-US" sz="3192" dirty="0" err="1" smtClean="0">
                <a:solidFill>
                  <a:srgbClr val="000000"/>
                </a:solidFill>
                <a:latin typeface="Josefin Sans Regular Bold"/>
              </a:rPr>
              <a:t>Nguồn</a:t>
            </a:r>
            <a:r>
              <a:rPr lang="en-US" sz="3192" dirty="0" smtClean="0">
                <a:solidFill>
                  <a:srgbClr val="000000"/>
                </a:solidFill>
                <a:latin typeface="Josefin Sans Regular Bold"/>
              </a:rPr>
              <a:t> </a:t>
            </a:r>
            <a:r>
              <a:rPr lang="en-US" sz="3192" dirty="0" err="1">
                <a:solidFill>
                  <a:srgbClr val="000000"/>
                </a:solidFill>
                <a:latin typeface="Josefin Sans Regular Bold"/>
              </a:rPr>
              <a:t>lạnh</a:t>
            </a:r>
            <a:r>
              <a:rPr lang="en-US" sz="3192" dirty="0">
                <a:solidFill>
                  <a:srgbClr val="000000"/>
                </a:solidFill>
                <a:latin typeface="Josefin Sans Regular Bold"/>
              </a:rPr>
              <a:t> (T2):</a:t>
            </a:r>
            <a:r>
              <a:rPr lang="en-US" sz="3192" dirty="0">
                <a:solidFill>
                  <a:srgbClr val="000000"/>
                </a:solidFill>
                <a:latin typeface="Josefin Sans Regular"/>
              </a:rPr>
              <a:t> </a:t>
            </a:r>
            <a:r>
              <a:rPr lang="vi-VN" sz="3192" dirty="0" smtClean="0">
                <a:solidFill>
                  <a:srgbClr val="000000"/>
                </a:solidFill>
                <a:latin typeface="Josefin Sans Regular"/>
              </a:rPr>
              <a:t>Dàn lạnh.</a:t>
            </a:r>
          </a:p>
          <a:p>
            <a:pPr marL="689256" lvl="1" indent="-344628" algn="just">
              <a:lnSpc>
                <a:spcPts val="4469"/>
              </a:lnSpc>
              <a:buFont typeface="Arial"/>
              <a:buChar char="•"/>
            </a:pPr>
            <a:endParaRPr lang="vi-VN" sz="3192" dirty="0" smtClean="0">
              <a:solidFill>
                <a:srgbClr val="000000"/>
              </a:solidFill>
              <a:latin typeface="Josefin Sans Regular"/>
            </a:endParaRPr>
          </a:p>
          <a:p>
            <a:pPr marL="689256" lvl="1" indent="-344628" algn="just">
              <a:lnSpc>
                <a:spcPts val="4469"/>
              </a:lnSpc>
              <a:buFont typeface="Arial"/>
              <a:buChar char="•"/>
            </a:pPr>
            <a:r>
              <a:rPr lang="en-US" sz="3192" dirty="0" err="1" smtClean="0">
                <a:solidFill>
                  <a:srgbClr val="000000"/>
                </a:solidFill>
                <a:latin typeface="Josefin Sans Regular Bold"/>
              </a:rPr>
              <a:t>Tác</a:t>
            </a:r>
            <a:r>
              <a:rPr lang="en-US" sz="3192" dirty="0" smtClean="0">
                <a:solidFill>
                  <a:srgbClr val="000000"/>
                </a:solidFill>
                <a:latin typeface="Josefin Sans Regular Bold"/>
              </a:rPr>
              <a:t> </a:t>
            </a:r>
            <a:r>
              <a:rPr lang="en-US" sz="3192" dirty="0" err="1">
                <a:solidFill>
                  <a:srgbClr val="000000"/>
                </a:solidFill>
                <a:latin typeface="Josefin Sans Regular Bold"/>
              </a:rPr>
              <a:t>nhân</a:t>
            </a:r>
            <a:r>
              <a:rPr lang="en-US" sz="3192" dirty="0">
                <a:solidFill>
                  <a:srgbClr val="000000"/>
                </a:solidFill>
                <a:latin typeface="Josefin Sans Regular Bold"/>
              </a:rPr>
              <a:t>: </a:t>
            </a:r>
            <a:r>
              <a:rPr lang="en-US" sz="3192" dirty="0" err="1">
                <a:solidFill>
                  <a:srgbClr val="000000"/>
                </a:solidFill>
                <a:latin typeface="Josefin Sans Regular"/>
              </a:rPr>
              <a:t>Khí</a:t>
            </a:r>
            <a:r>
              <a:rPr lang="en-US" sz="3192" dirty="0">
                <a:solidFill>
                  <a:srgbClr val="000000"/>
                </a:solidFill>
                <a:latin typeface="Josefin Sans Regular"/>
              </a:rPr>
              <a:t> </a:t>
            </a:r>
            <a:r>
              <a:rPr lang="en-US" sz="3192" dirty="0" err="1">
                <a:solidFill>
                  <a:srgbClr val="000000"/>
                </a:solidFill>
                <a:latin typeface="Josefin Sans Regular"/>
              </a:rPr>
              <a:t>hóa</a:t>
            </a:r>
            <a:r>
              <a:rPr lang="en-US" sz="3192" dirty="0">
                <a:solidFill>
                  <a:srgbClr val="000000"/>
                </a:solidFill>
                <a:latin typeface="Josefin Sans Regular"/>
              </a:rPr>
              <a:t> </a:t>
            </a:r>
            <a:r>
              <a:rPr lang="en-US" sz="3192" dirty="0" err="1">
                <a:solidFill>
                  <a:srgbClr val="000000"/>
                </a:solidFill>
                <a:latin typeface="Josefin Sans Regular"/>
              </a:rPr>
              <a:t>lỏng</a:t>
            </a:r>
            <a:r>
              <a:rPr lang="en-US" sz="3192" dirty="0">
                <a:solidFill>
                  <a:srgbClr val="000000"/>
                </a:solidFill>
                <a:latin typeface="Josefin Sans Regular"/>
              </a:rPr>
              <a:t> </a:t>
            </a:r>
          </a:p>
          <a:p>
            <a:pPr algn="just">
              <a:lnSpc>
                <a:spcPts val="4469"/>
              </a:lnSpc>
            </a:pPr>
            <a:endParaRPr lang="en-US" sz="3192" dirty="0">
              <a:solidFill>
                <a:srgbClr val="000000"/>
              </a:solidFill>
              <a:latin typeface="Josefin Sans Regular"/>
            </a:endParaRPr>
          </a:p>
        </p:txBody>
      </p:sp>
      <p:sp>
        <p:nvSpPr>
          <p:cNvPr id="9" name="TextBox 9"/>
          <p:cNvSpPr txBox="1"/>
          <p:nvPr/>
        </p:nvSpPr>
        <p:spPr>
          <a:xfrm>
            <a:off x="1167024" y="8820618"/>
            <a:ext cx="15181356" cy="1962076"/>
          </a:xfrm>
          <a:prstGeom prst="rect">
            <a:avLst/>
          </a:prstGeom>
        </p:spPr>
        <p:txBody>
          <a:bodyPr lIns="0" tIns="0" rIns="0" bIns="0" rtlCol="0" anchor="t">
            <a:spAutoFit/>
          </a:bodyPr>
          <a:lstStyle/>
          <a:p>
            <a:pPr algn="just">
              <a:lnSpc>
                <a:spcPts val="5179"/>
              </a:lnSpc>
            </a:pPr>
            <a:r>
              <a:rPr lang="en-US" sz="3699" dirty="0">
                <a:solidFill>
                  <a:schemeClr val="accent2"/>
                </a:solidFill>
                <a:latin typeface="Josefin Sans Regular Bold"/>
              </a:rPr>
              <a:t>*</a:t>
            </a:r>
            <a:r>
              <a:rPr lang="en-US" sz="3699" dirty="0" err="1">
                <a:solidFill>
                  <a:schemeClr val="accent2"/>
                </a:solidFill>
                <a:latin typeface="Josefin Sans Regular Bold"/>
              </a:rPr>
              <a:t>Nguyên</a:t>
            </a:r>
            <a:r>
              <a:rPr lang="en-US" sz="3699" dirty="0">
                <a:solidFill>
                  <a:schemeClr val="accent2"/>
                </a:solidFill>
                <a:latin typeface="Josefin Sans Regular Bold"/>
              </a:rPr>
              <a:t> </a:t>
            </a:r>
            <a:r>
              <a:rPr lang="en-US" sz="3699" dirty="0" err="1">
                <a:solidFill>
                  <a:schemeClr val="accent2"/>
                </a:solidFill>
                <a:latin typeface="Josefin Sans Regular Bold"/>
              </a:rPr>
              <a:t>tắc</a:t>
            </a:r>
            <a:r>
              <a:rPr lang="en-US" sz="3699" dirty="0">
                <a:solidFill>
                  <a:schemeClr val="accent2"/>
                </a:solidFill>
                <a:latin typeface="Josefin Sans Regular Bold"/>
              </a:rPr>
              <a:t>: </a:t>
            </a:r>
            <a:r>
              <a:rPr lang="en-US" sz="3699" dirty="0" err="1">
                <a:solidFill>
                  <a:schemeClr val="accent2"/>
                </a:solidFill>
                <a:latin typeface="Josefin Sans Regular Bold"/>
              </a:rPr>
              <a:t>Trong</a:t>
            </a:r>
            <a:r>
              <a:rPr lang="en-US" sz="3699" dirty="0">
                <a:solidFill>
                  <a:schemeClr val="accent2"/>
                </a:solidFill>
                <a:latin typeface="Josefin Sans Regular Bold"/>
              </a:rPr>
              <a:t> </a:t>
            </a:r>
            <a:r>
              <a:rPr lang="en-US" sz="3699" dirty="0" err="1">
                <a:solidFill>
                  <a:schemeClr val="accent2"/>
                </a:solidFill>
                <a:latin typeface="Josefin Sans Regular Bold"/>
              </a:rPr>
              <a:t>chu</a:t>
            </a:r>
            <a:r>
              <a:rPr lang="en-US" sz="3699" dirty="0">
                <a:solidFill>
                  <a:schemeClr val="accent2"/>
                </a:solidFill>
                <a:latin typeface="Josefin Sans Regular Bold"/>
              </a:rPr>
              <a:t> </a:t>
            </a:r>
            <a:r>
              <a:rPr lang="en-US" sz="3699" dirty="0" err="1">
                <a:solidFill>
                  <a:schemeClr val="accent2"/>
                </a:solidFill>
                <a:latin typeface="Josefin Sans Regular Bold"/>
              </a:rPr>
              <a:t>trình</a:t>
            </a:r>
            <a:r>
              <a:rPr lang="en-US" sz="3699" dirty="0">
                <a:solidFill>
                  <a:schemeClr val="accent2"/>
                </a:solidFill>
                <a:latin typeface="Josefin Sans Regular Bold"/>
              </a:rPr>
              <a:t> </a:t>
            </a:r>
            <a:r>
              <a:rPr lang="en-US" sz="3699" dirty="0" err="1">
                <a:solidFill>
                  <a:schemeClr val="accent2"/>
                </a:solidFill>
                <a:latin typeface="Josefin Sans Regular Bold"/>
              </a:rPr>
              <a:t>tác</a:t>
            </a:r>
            <a:r>
              <a:rPr lang="en-US" sz="3699" dirty="0">
                <a:solidFill>
                  <a:schemeClr val="accent2"/>
                </a:solidFill>
                <a:latin typeface="Josefin Sans Regular Bold"/>
              </a:rPr>
              <a:t> </a:t>
            </a:r>
            <a:r>
              <a:rPr lang="en-US" sz="3699" dirty="0" err="1">
                <a:solidFill>
                  <a:schemeClr val="accent2"/>
                </a:solidFill>
                <a:latin typeface="Josefin Sans Regular Bold"/>
              </a:rPr>
              <a:t>nhân</a:t>
            </a:r>
            <a:r>
              <a:rPr lang="en-US" sz="3699" dirty="0">
                <a:solidFill>
                  <a:schemeClr val="accent2"/>
                </a:solidFill>
                <a:latin typeface="Josefin Sans Regular Bold"/>
              </a:rPr>
              <a:t> </a:t>
            </a:r>
            <a:r>
              <a:rPr lang="en-US" sz="3699" dirty="0" err="1">
                <a:solidFill>
                  <a:schemeClr val="accent2"/>
                </a:solidFill>
                <a:latin typeface="Josefin Sans Regular Bold"/>
              </a:rPr>
              <a:t>tiêu</a:t>
            </a:r>
            <a:r>
              <a:rPr lang="en-US" sz="3699" dirty="0">
                <a:solidFill>
                  <a:schemeClr val="accent2"/>
                </a:solidFill>
                <a:latin typeface="Josefin Sans Regular Bold"/>
              </a:rPr>
              <a:t> </a:t>
            </a:r>
            <a:r>
              <a:rPr lang="en-US" sz="3699" dirty="0" err="1">
                <a:solidFill>
                  <a:schemeClr val="accent2"/>
                </a:solidFill>
                <a:latin typeface="Josefin Sans Regular Bold"/>
              </a:rPr>
              <a:t>thụ</a:t>
            </a:r>
            <a:r>
              <a:rPr lang="en-US" sz="3699" dirty="0">
                <a:solidFill>
                  <a:schemeClr val="accent2"/>
                </a:solidFill>
                <a:latin typeface="Josefin Sans Regular Bold"/>
              </a:rPr>
              <a:t> </a:t>
            </a:r>
            <a:r>
              <a:rPr lang="en-US" sz="3699" dirty="0" err="1">
                <a:solidFill>
                  <a:schemeClr val="accent2"/>
                </a:solidFill>
                <a:latin typeface="Josefin Sans Regular Bold"/>
              </a:rPr>
              <a:t>công</a:t>
            </a:r>
            <a:r>
              <a:rPr lang="en-US" sz="3699" dirty="0">
                <a:solidFill>
                  <a:schemeClr val="accent2"/>
                </a:solidFill>
                <a:latin typeface="Josefin Sans Regular Bold"/>
              </a:rPr>
              <a:t> A </a:t>
            </a:r>
            <a:r>
              <a:rPr lang="en-US" sz="3699" dirty="0" err="1">
                <a:solidFill>
                  <a:schemeClr val="accent2"/>
                </a:solidFill>
                <a:latin typeface="Josefin Sans Regular Bold"/>
              </a:rPr>
              <a:t>và</a:t>
            </a:r>
            <a:r>
              <a:rPr lang="en-US" sz="3699" dirty="0">
                <a:solidFill>
                  <a:schemeClr val="accent2"/>
                </a:solidFill>
                <a:latin typeface="Josefin Sans Regular Bold"/>
              </a:rPr>
              <a:t> </a:t>
            </a:r>
            <a:r>
              <a:rPr lang="en-US" sz="3699" dirty="0" err="1">
                <a:solidFill>
                  <a:schemeClr val="accent2"/>
                </a:solidFill>
                <a:latin typeface="Josefin Sans Regular Bold"/>
              </a:rPr>
              <a:t>lấy</a:t>
            </a:r>
            <a:r>
              <a:rPr lang="en-US" sz="3699" dirty="0">
                <a:solidFill>
                  <a:schemeClr val="accent2"/>
                </a:solidFill>
                <a:latin typeface="Josefin Sans Regular Bold"/>
              </a:rPr>
              <a:t> </a:t>
            </a:r>
            <a:r>
              <a:rPr lang="en-US" sz="3699" dirty="0" err="1">
                <a:solidFill>
                  <a:schemeClr val="accent2"/>
                </a:solidFill>
                <a:latin typeface="Josefin Sans Regular Bold"/>
              </a:rPr>
              <a:t>một</a:t>
            </a:r>
            <a:r>
              <a:rPr lang="en-US" sz="3699" dirty="0">
                <a:solidFill>
                  <a:schemeClr val="accent2"/>
                </a:solidFill>
                <a:latin typeface="Josefin Sans Regular Bold"/>
              </a:rPr>
              <a:t> </a:t>
            </a:r>
            <a:r>
              <a:rPr lang="en-US" sz="3699" dirty="0" err="1">
                <a:solidFill>
                  <a:schemeClr val="accent2"/>
                </a:solidFill>
                <a:latin typeface="Josefin Sans Regular Bold"/>
              </a:rPr>
              <a:t>nhiệt</a:t>
            </a:r>
            <a:r>
              <a:rPr lang="en-US" sz="3699" dirty="0">
                <a:solidFill>
                  <a:schemeClr val="accent2"/>
                </a:solidFill>
                <a:latin typeface="Josefin Sans Regular Bold"/>
              </a:rPr>
              <a:t> </a:t>
            </a:r>
            <a:r>
              <a:rPr lang="en-US" sz="3699" dirty="0" err="1">
                <a:solidFill>
                  <a:schemeClr val="accent2"/>
                </a:solidFill>
                <a:latin typeface="Josefin Sans Regular Bold"/>
              </a:rPr>
              <a:t>lượng</a:t>
            </a:r>
            <a:r>
              <a:rPr lang="en-US" sz="3699" dirty="0">
                <a:solidFill>
                  <a:schemeClr val="accent2"/>
                </a:solidFill>
                <a:latin typeface="Josefin Sans Regular Bold"/>
              </a:rPr>
              <a:t> Q2 </a:t>
            </a:r>
            <a:r>
              <a:rPr lang="en-US" sz="3699" dirty="0" err="1">
                <a:solidFill>
                  <a:schemeClr val="accent2"/>
                </a:solidFill>
                <a:latin typeface="Josefin Sans Regular Bold"/>
              </a:rPr>
              <a:t>từ</a:t>
            </a:r>
            <a:r>
              <a:rPr lang="en-US" sz="3699" dirty="0">
                <a:solidFill>
                  <a:schemeClr val="accent2"/>
                </a:solidFill>
                <a:latin typeface="Josefin Sans Regular Bold"/>
              </a:rPr>
              <a:t> </a:t>
            </a:r>
            <a:r>
              <a:rPr lang="en-US" sz="3699" dirty="0" err="1">
                <a:solidFill>
                  <a:schemeClr val="accent2"/>
                </a:solidFill>
                <a:latin typeface="Josefin Sans Regular Bold"/>
              </a:rPr>
              <a:t>nguồn</a:t>
            </a:r>
            <a:r>
              <a:rPr lang="en-US" sz="3699" dirty="0">
                <a:solidFill>
                  <a:schemeClr val="accent2"/>
                </a:solidFill>
                <a:latin typeface="Josefin Sans Regular Bold"/>
              </a:rPr>
              <a:t> </a:t>
            </a:r>
            <a:r>
              <a:rPr lang="en-US" sz="3699" dirty="0" err="1">
                <a:solidFill>
                  <a:schemeClr val="accent2"/>
                </a:solidFill>
                <a:latin typeface="Josefin Sans Regular Bold"/>
              </a:rPr>
              <a:t>lạnh</a:t>
            </a:r>
            <a:r>
              <a:rPr lang="en-US" sz="3699" dirty="0">
                <a:solidFill>
                  <a:schemeClr val="accent2"/>
                </a:solidFill>
                <a:latin typeface="Josefin Sans Regular Bold"/>
              </a:rPr>
              <a:t> </a:t>
            </a:r>
            <a:r>
              <a:rPr lang="en-US" sz="3699" dirty="0" err="1">
                <a:solidFill>
                  <a:schemeClr val="accent2"/>
                </a:solidFill>
                <a:latin typeface="Josefin Sans Regular Bold"/>
              </a:rPr>
              <a:t>có</a:t>
            </a:r>
            <a:r>
              <a:rPr lang="en-US" sz="3699" dirty="0">
                <a:solidFill>
                  <a:schemeClr val="accent2"/>
                </a:solidFill>
                <a:latin typeface="Josefin Sans Regular Bold"/>
              </a:rPr>
              <a:t> T2 </a:t>
            </a:r>
            <a:r>
              <a:rPr lang="en-US" sz="3699" dirty="0" err="1">
                <a:solidFill>
                  <a:schemeClr val="accent2"/>
                </a:solidFill>
                <a:latin typeface="Josefin Sans Regular Bold"/>
              </a:rPr>
              <a:t>và</a:t>
            </a:r>
            <a:r>
              <a:rPr lang="en-US" sz="3699" dirty="0">
                <a:solidFill>
                  <a:schemeClr val="accent2"/>
                </a:solidFill>
                <a:latin typeface="Josefin Sans Regular Bold"/>
              </a:rPr>
              <a:t> </a:t>
            </a:r>
            <a:r>
              <a:rPr lang="en-US" sz="3699" dirty="0" err="1">
                <a:solidFill>
                  <a:schemeClr val="accent2"/>
                </a:solidFill>
                <a:latin typeface="Josefin Sans Regular Bold"/>
              </a:rPr>
              <a:t>truyền</a:t>
            </a:r>
            <a:r>
              <a:rPr lang="en-US" sz="3699" dirty="0">
                <a:solidFill>
                  <a:schemeClr val="accent2"/>
                </a:solidFill>
                <a:latin typeface="Josefin Sans Regular Bold"/>
              </a:rPr>
              <a:t> </a:t>
            </a:r>
            <a:r>
              <a:rPr lang="en-US" sz="3699" dirty="0" err="1">
                <a:solidFill>
                  <a:schemeClr val="accent2"/>
                </a:solidFill>
                <a:latin typeface="Josefin Sans Regular Bold"/>
              </a:rPr>
              <a:t>cho</a:t>
            </a:r>
            <a:r>
              <a:rPr lang="en-US" sz="3699" dirty="0">
                <a:solidFill>
                  <a:schemeClr val="accent2"/>
                </a:solidFill>
                <a:latin typeface="Josefin Sans Regular Bold"/>
              </a:rPr>
              <a:t> </a:t>
            </a:r>
            <a:r>
              <a:rPr lang="en-US" sz="3699" dirty="0" err="1" smtClean="0">
                <a:solidFill>
                  <a:schemeClr val="accent2"/>
                </a:solidFill>
                <a:latin typeface="Josefin Sans Regular Bold"/>
              </a:rPr>
              <a:t>nguồn</a:t>
            </a:r>
            <a:r>
              <a:rPr lang="vi-VN" sz="3699" dirty="0" smtClean="0">
                <a:solidFill>
                  <a:schemeClr val="accent2"/>
                </a:solidFill>
                <a:latin typeface="Josefin Sans Regular Bold"/>
              </a:rPr>
              <a:t> nóng.</a:t>
            </a:r>
            <a:endParaRPr lang="en-US" sz="3699" dirty="0">
              <a:solidFill>
                <a:schemeClr val="accent2"/>
              </a:solidFill>
              <a:latin typeface="Josefin Sans Regular Bold"/>
            </a:endParaRPr>
          </a:p>
          <a:p>
            <a:pPr algn="just">
              <a:lnSpc>
                <a:spcPts val="4899"/>
              </a:lnSpc>
            </a:pPr>
            <a:endParaRPr lang="en-US" sz="3699" dirty="0">
              <a:solidFill>
                <a:schemeClr val="accent2"/>
              </a:solidFill>
              <a:latin typeface="Josefin Sans Regular Bold"/>
            </a:endParaRPr>
          </a:p>
        </p:txBody>
      </p:sp>
      <p:grpSp>
        <p:nvGrpSpPr>
          <p:cNvPr id="10" name="Group 10"/>
          <p:cNvGrpSpPr/>
          <p:nvPr/>
        </p:nvGrpSpPr>
        <p:grpSpPr>
          <a:xfrm>
            <a:off x="419930" y="173741"/>
            <a:ext cx="1056768" cy="1056768"/>
            <a:chOff x="0" y="0"/>
            <a:chExt cx="6350000" cy="6350000"/>
          </a:xfrm>
        </p:grpSpPr>
        <p:sp>
          <p:nvSpPr>
            <p:cNvPr id="11" name="Freeform 11"/>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p:spPr>
        </p:sp>
      </p:grpSp>
      <p:sp>
        <p:nvSpPr>
          <p:cNvPr id="12" name="TextBox 12"/>
          <p:cNvSpPr txBox="1"/>
          <p:nvPr/>
        </p:nvSpPr>
        <p:spPr>
          <a:xfrm>
            <a:off x="577700" y="184021"/>
            <a:ext cx="667480" cy="935308"/>
          </a:xfrm>
          <a:prstGeom prst="rect">
            <a:avLst/>
          </a:prstGeom>
        </p:spPr>
        <p:txBody>
          <a:bodyPr lIns="0" tIns="0" rIns="0" bIns="0" rtlCol="0" anchor="t">
            <a:spAutoFit/>
          </a:bodyPr>
          <a:lstStyle/>
          <a:p>
            <a:pPr marL="0" lvl="0" indent="0" algn="ctr">
              <a:lnSpc>
                <a:spcPts val="7772"/>
              </a:lnSpc>
              <a:spcBef>
                <a:spcPct val="0"/>
              </a:spcBef>
            </a:pPr>
            <a:r>
              <a:rPr lang="en-US" sz="5551" dirty="0">
                <a:solidFill>
                  <a:srgbClr val="FFFFFF"/>
                </a:solidFill>
                <a:latin typeface="Caudex Bold"/>
              </a:rPr>
              <a:t>4</a:t>
            </a:r>
          </a:p>
        </p:txBody>
      </p:sp>
      <p:pic>
        <p:nvPicPr>
          <p:cNvPr id="17" name="Picture 16"/>
          <p:cNvPicPr>
            <a:picLocks noChangeAspect="1"/>
          </p:cNvPicPr>
          <p:nvPr/>
        </p:nvPicPr>
        <p:blipFill rotWithShape="1">
          <a:blip r:embed="rId7">
            <a:extLst>
              <a:ext uri="{28A0092B-C50C-407E-A947-70E740481C1C}">
                <a14:useLocalDpi xmlns:a14="http://schemas.microsoft.com/office/drawing/2010/main" val="0"/>
              </a:ext>
            </a:extLst>
          </a:blip>
          <a:srcRect l="14057" r="8719"/>
          <a:stretch/>
        </p:blipFill>
        <p:spPr>
          <a:xfrm>
            <a:off x="11582400" y="1227466"/>
            <a:ext cx="4724400" cy="713080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a:fillRect/>
          </a:stretch>
        </p:blipFill>
        <p:spPr>
          <a:xfrm>
            <a:off x="308284" y="-190500"/>
            <a:ext cx="18440399" cy="11430000"/>
          </a:xfrm>
          <a:prstGeom prst="rect">
            <a:avLst/>
          </a:prstGeom>
        </p:spPr>
      </p:pic>
      <p:grpSp>
        <p:nvGrpSpPr>
          <p:cNvPr id="11" name="Group 2"/>
          <p:cNvGrpSpPr/>
          <p:nvPr/>
        </p:nvGrpSpPr>
        <p:grpSpPr>
          <a:xfrm>
            <a:off x="1207822" y="266182"/>
            <a:ext cx="16694987" cy="2017959"/>
            <a:chOff x="0" y="0"/>
            <a:chExt cx="13038520" cy="1452617"/>
          </a:xfrm>
          <a:solidFill>
            <a:srgbClr val="EAEAEA"/>
          </a:solidFill>
        </p:grpSpPr>
        <p:sp>
          <p:nvSpPr>
            <p:cNvPr id="12" name="Freeform 3"/>
            <p:cNvSpPr/>
            <p:nvPr/>
          </p:nvSpPr>
          <p:spPr>
            <a:xfrm>
              <a:off x="57150" y="58420"/>
              <a:ext cx="12968670" cy="1381497"/>
            </a:xfrm>
            <a:custGeom>
              <a:avLst/>
              <a:gdLst/>
              <a:ahLst/>
              <a:cxnLst/>
              <a:rect l="l" t="t" r="r" b="b"/>
              <a:pathLst>
                <a:path w="12968670" h="1381497">
                  <a:moveTo>
                    <a:pt x="12883580" y="1351017"/>
                  </a:moveTo>
                  <a:lnTo>
                    <a:pt x="0" y="1351017"/>
                  </a:lnTo>
                  <a:cubicBezTo>
                    <a:pt x="5080" y="1368797"/>
                    <a:pt x="21590" y="1381497"/>
                    <a:pt x="40640" y="1381497"/>
                  </a:cubicBezTo>
                  <a:lnTo>
                    <a:pt x="12925490" y="1381497"/>
                  </a:lnTo>
                  <a:cubicBezTo>
                    <a:pt x="12949620" y="1381497"/>
                    <a:pt x="12968670" y="1362447"/>
                    <a:pt x="12968670" y="1338317"/>
                  </a:cubicBezTo>
                  <a:lnTo>
                    <a:pt x="12968670" y="40640"/>
                  </a:lnTo>
                  <a:cubicBezTo>
                    <a:pt x="12968670" y="21590"/>
                    <a:pt x="12955970" y="6350"/>
                    <a:pt x="12939460" y="0"/>
                  </a:cubicBezTo>
                  <a:lnTo>
                    <a:pt x="12939460" y="1295137"/>
                  </a:lnTo>
                  <a:cubicBezTo>
                    <a:pt x="12939460" y="1325617"/>
                    <a:pt x="12914060" y="1351017"/>
                    <a:pt x="12883580" y="135101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13" name="Freeform 4"/>
            <p:cNvSpPr/>
            <p:nvPr/>
          </p:nvSpPr>
          <p:spPr>
            <a:xfrm>
              <a:off x="12700" y="12700"/>
              <a:ext cx="12971210" cy="1384037"/>
            </a:xfrm>
            <a:custGeom>
              <a:avLst/>
              <a:gdLst/>
              <a:ahLst/>
              <a:cxnLst/>
              <a:rect l="l" t="t" r="r" b="b"/>
              <a:pathLst>
                <a:path w="12971210" h="1384037">
                  <a:moveTo>
                    <a:pt x="43180" y="1384037"/>
                  </a:moveTo>
                  <a:lnTo>
                    <a:pt x="12928030" y="1384037"/>
                  </a:lnTo>
                  <a:cubicBezTo>
                    <a:pt x="12952160" y="1384037"/>
                    <a:pt x="12971210" y="1364987"/>
                    <a:pt x="12971210" y="1340857"/>
                  </a:cubicBezTo>
                  <a:lnTo>
                    <a:pt x="12971210" y="43180"/>
                  </a:lnTo>
                  <a:cubicBezTo>
                    <a:pt x="12971210" y="19050"/>
                    <a:pt x="12952160" y="0"/>
                    <a:pt x="12928030" y="0"/>
                  </a:cubicBezTo>
                  <a:lnTo>
                    <a:pt x="43180" y="0"/>
                  </a:lnTo>
                  <a:cubicBezTo>
                    <a:pt x="19050" y="0"/>
                    <a:pt x="0" y="19050"/>
                    <a:pt x="0" y="43180"/>
                  </a:cubicBezTo>
                  <a:lnTo>
                    <a:pt x="0" y="1340857"/>
                  </a:lnTo>
                  <a:cubicBezTo>
                    <a:pt x="0" y="1364987"/>
                    <a:pt x="19050" y="1384037"/>
                    <a:pt x="43180" y="1384037"/>
                  </a:cubicBez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sp>
          <p:nvSpPr>
            <p:cNvPr id="14" name="Freeform 5"/>
            <p:cNvSpPr/>
            <p:nvPr/>
          </p:nvSpPr>
          <p:spPr>
            <a:xfrm>
              <a:off x="0" y="0"/>
              <a:ext cx="13038520" cy="1452617"/>
            </a:xfrm>
            <a:custGeom>
              <a:avLst/>
              <a:gdLst/>
              <a:ahLst/>
              <a:cxnLst/>
              <a:rect l="l" t="t" r="r" b="b"/>
              <a:pathLst>
                <a:path w="13038520" h="1452617">
                  <a:moveTo>
                    <a:pt x="12995340" y="44450"/>
                  </a:moveTo>
                  <a:cubicBezTo>
                    <a:pt x="12990260" y="19050"/>
                    <a:pt x="12967400" y="0"/>
                    <a:pt x="12940730"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12982640" y="1452617"/>
                  </a:lnTo>
                  <a:cubicBezTo>
                    <a:pt x="13013120" y="1452617"/>
                    <a:pt x="13038520" y="1427217"/>
                    <a:pt x="13038520" y="1396737"/>
                  </a:cubicBezTo>
                  <a:lnTo>
                    <a:pt x="13038520" y="99060"/>
                  </a:lnTo>
                  <a:cubicBezTo>
                    <a:pt x="13038520" y="72390"/>
                    <a:pt x="13020740" y="50800"/>
                    <a:pt x="12995340" y="44450"/>
                  </a:cubicBezTo>
                  <a:close/>
                  <a:moveTo>
                    <a:pt x="12700" y="1353557"/>
                  </a:moveTo>
                  <a:lnTo>
                    <a:pt x="12700" y="55880"/>
                  </a:lnTo>
                  <a:cubicBezTo>
                    <a:pt x="12700" y="31750"/>
                    <a:pt x="31750" y="12700"/>
                    <a:pt x="55880" y="12700"/>
                  </a:cubicBezTo>
                  <a:lnTo>
                    <a:pt x="12940730" y="12700"/>
                  </a:lnTo>
                  <a:cubicBezTo>
                    <a:pt x="12964860" y="12700"/>
                    <a:pt x="12983910" y="31750"/>
                    <a:pt x="12983910" y="55880"/>
                  </a:cubicBezTo>
                  <a:lnTo>
                    <a:pt x="12983910" y="1353557"/>
                  </a:lnTo>
                  <a:cubicBezTo>
                    <a:pt x="12983910" y="1377687"/>
                    <a:pt x="12964860" y="1396737"/>
                    <a:pt x="12940730" y="1396737"/>
                  </a:cubicBezTo>
                  <a:lnTo>
                    <a:pt x="55880" y="1396737"/>
                  </a:lnTo>
                  <a:cubicBezTo>
                    <a:pt x="31750" y="1396737"/>
                    <a:pt x="12700" y="1377687"/>
                    <a:pt x="12700" y="1353557"/>
                  </a:cubicBezTo>
                  <a:close/>
                  <a:moveTo>
                    <a:pt x="13025820" y="1396737"/>
                  </a:moveTo>
                  <a:cubicBezTo>
                    <a:pt x="13025820" y="1420867"/>
                    <a:pt x="13006770" y="1439917"/>
                    <a:pt x="12982640" y="1439917"/>
                  </a:cubicBezTo>
                  <a:lnTo>
                    <a:pt x="97790" y="1439917"/>
                  </a:lnTo>
                  <a:cubicBezTo>
                    <a:pt x="78740" y="1439917"/>
                    <a:pt x="62230" y="1427217"/>
                    <a:pt x="57150" y="1409437"/>
                  </a:cubicBezTo>
                  <a:lnTo>
                    <a:pt x="12940730" y="1409437"/>
                  </a:lnTo>
                  <a:cubicBezTo>
                    <a:pt x="12971210" y="1409437"/>
                    <a:pt x="12996610" y="1384037"/>
                    <a:pt x="12996610" y="1353557"/>
                  </a:cubicBezTo>
                  <a:lnTo>
                    <a:pt x="12996610" y="58420"/>
                  </a:lnTo>
                  <a:cubicBezTo>
                    <a:pt x="13013120" y="64770"/>
                    <a:pt x="13025820" y="80010"/>
                    <a:pt x="13025820" y="99060"/>
                  </a:cubicBezTo>
                  <a:lnTo>
                    <a:pt x="13025820" y="1396737"/>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p>
      </p:grpSp>
      <p:sp>
        <p:nvSpPr>
          <p:cNvPr id="2" name="TextBox 2"/>
          <p:cNvSpPr txBox="1"/>
          <p:nvPr/>
        </p:nvSpPr>
        <p:spPr>
          <a:xfrm>
            <a:off x="1561227" y="510418"/>
            <a:ext cx="16490756" cy="1615537"/>
          </a:xfrm>
          <a:prstGeom prst="rect">
            <a:avLst/>
          </a:prstGeom>
        </p:spPr>
        <p:txBody>
          <a:bodyPr lIns="0" tIns="0" rIns="0" bIns="0" rtlCol="0" anchor="t">
            <a:spAutoFit/>
          </a:bodyPr>
          <a:lstStyle/>
          <a:p>
            <a:pPr>
              <a:lnSpc>
                <a:spcPts val="6504"/>
              </a:lnSpc>
            </a:pPr>
            <a:r>
              <a:rPr lang="en-US" sz="3800" dirty="0" err="1" smtClean="0">
                <a:solidFill>
                  <a:srgbClr val="000000"/>
                </a:solidFill>
                <a:latin typeface="Caudex Bold"/>
              </a:rPr>
              <a:t>Khi</a:t>
            </a:r>
            <a:r>
              <a:rPr lang="en-US" sz="3800" dirty="0" smtClean="0">
                <a:solidFill>
                  <a:srgbClr val="000000"/>
                </a:solidFill>
                <a:latin typeface="Caudex Bold"/>
              </a:rPr>
              <a:t> </a:t>
            </a:r>
            <a:r>
              <a:rPr lang="en-US" sz="3800" dirty="0" err="1">
                <a:solidFill>
                  <a:srgbClr val="000000"/>
                </a:solidFill>
                <a:latin typeface="Caudex Bold"/>
              </a:rPr>
              <a:t>điều</a:t>
            </a:r>
            <a:r>
              <a:rPr lang="en-US" sz="3800" dirty="0">
                <a:solidFill>
                  <a:srgbClr val="000000"/>
                </a:solidFill>
                <a:latin typeface="Caudex Bold"/>
              </a:rPr>
              <a:t> </a:t>
            </a:r>
            <a:r>
              <a:rPr lang="en-US" sz="3800" dirty="0" err="1">
                <a:solidFill>
                  <a:srgbClr val="000000"/>
                </a:solidFill>
                <a:latin typeface="Caudex Bold"/>
              </a:rPr>
              <a:t>hòa</a:t>
            </a:r>
            <a:r>
              <a:rPr lang="en-US" sz="3800" dirty="0">
                <a:solidFill>
                  <a:srgbClr val="000000"/>
                </a:solidFill>
                <a:latin typeface="Caudex Bold"/>
              </a:rPr>
              <a:t> </a:t>
            </a:r>
            <a:r>
              <a:rPr lang="en-US" sz="3800" dirty="0" err="1">
                <a:solidFill>
                  <a:srgbClr val="000000"/>
                </a:solidFill>
                <a:latin typeface="Caudex Bold"/>
              </a:rPr>
              <a:t>chạy</a:t>
            </a:r>
            <a:r>
              <a:rPr lang="en-US" sz="3800" dirty="0">
                <a:solidFill>
                  <a:srgbClr val="000000"/>
                </a:solidFill>
                <a:latin typeface="Caudex Bold"/>
              </a:rPr>
              <a:t> </a:t>
            </a:r>
            <a:r>
              <a:rPr lang="en-US" sz="3800" dirty="0" err="1">
                <a:solidFill>
                  <a:srgbClr val="000000"/>
                </a:solidFill>
                <a:latin typeface="Caudex Bold"/>
              </a:rPr>
              <a:t>bạn</a:t>
            </a:r>
            <a:r>
              <a:rPr lang="en-US" sz="3800" dirty="0">
                <a:solidFill>
                  <a:srgbClr val="000000"/>
                </a:solidFill>
                <a:latin typeface="Caudex Bold"/>
              </a:rPr>
              <a:t> </a:t>
            </a:r>
            <a:r>
              <a:rPr lang="en-US" sz="3800" dirty="0" err="1">
                <a:solidFill>
                  <a:srgbClr val="000000"/>
                </a:solidFill>
                <a:latin typeface="Caudex Bold"/>
              </a:rPr>
              <a:t>sẽ</a:t>
            </a:r>
            <a:r>
              <a:rPr lang="en-US" sz="3800" dirty="0">
                <a:solidFill>
                  <a:srgbClr val="000000"/>
                </a:solidFill>
                <a:latin typeface="Caudex Bold"/>
              </a:rPr>
              <a:t> </a:t>
            </a:r>
            <a:r>
              <a:rPr lang="en-US" sz="3800" dirty="0" err="1">
                <a:solidFill>
                  <a:srgbClr val="000000"/>
                </a:solidFill>
                <a:latin typeface="Caudex Bold"/>
              </a:rPr>
              <a:t>thấy</a:t>
            </a:r>
            <a:r>
              <a:rPr lang="en-US" sz="3800" dirty="0">
                <a:solidFill>
                  <a:srgbClr val="000000"/>
                </a:solidFill>
                <a:latin typeface="Caudex Bold"/>
              </a:rPr>
              <a:t> </a:t>
            </a:r>
            <a:r>
              <a:rPr lang="en-US" sz="3800" dirty="0" err="1">
                <a:solidFill>
                  <a:srgbClr val="000000"/>
                </a:solidFill>
                <a:latin typeface="Caudex Bold"/>
              </a:rPr>
              <a:t>nước</a:t>
            </a:r>
            <a:r>
              <a:rPr lang="en-US" sz="3800" dirty="0">
                <a:solidFill>
                  <a:srgbClr val="000000"/>
                </a:solidFill>
                <a:latin typeface="Caudex Bold"/>
              </a:rPr>
              <a:t> </a:t>
            </a:r>
            <a:r>
              <a:rPr lang="en-US" sz="3800" dirty="0" err="1">
                <a:solidFill>
                  <a:srgbClr val="000000"/>
                </a:solidFill>
                <a:latin typeface="Caudex Bold"/>
              </a:rPr>
              <a:t>điều</a:t>
            </a:r>
            <a:r>
              <a:rPr lang="en-US" sz="3800" dirty="0">
                <a:solidFill>
                  <a:srgbClr val="000000"/>
                </a:solidFill>
                <a:latin typeface="Caudex Bold"/>
              </a:rPr>
              <a:t> </a:t>
            </a:r>
            <a:r>
              <a:rPr lang="en-US" sz="3800" dirty="0" err="1">
                <a:solidFill>
                  <a:srgbClr val="000000"/>
                </a:solidFill>
                <a:latin typeface="Caudex Bold"/>
              </a:rPr>
              <a:t>hòa</a:t>
            </a:r>
            <a:r>
              <a:rPr lang="en-US" sz="3800" dirty="0">
                <a:solidFill>
                  <a:srgbClr val="000000"/>
                </a:solidFill>
                <a:latin typeface="Caudex Bold"/>
              </a:rPr>
              <a:t> </a:t>
            </a:r>
            <a:r>
              <a:rPr lang="en-US" sz="3800" dirty="0" err="1">
                <a:solidFill>
                  <a:srgbClr val="000000"/>
                </a:solidFill>
                <a:latin typeface="Caudex Bold"/>
              </a:rPr>
              <a:t>chảy</a:t>
            </a:r>
            <a:r>
              <a:rPr lang="en-US" sz="3800" dirty="0">
                <a:solidFill>
                  <a:srgbClr val="000000"/>
                </a:solidFill>
                <a:latin typeface="Caudex Bold"/>
              </a:rPr>
              <a:t> </a:t>
            </a:r>
            <a:r>
              <a:rPr lang="en-US" sz="3800" dirty="0" err="1">
                <a:solidFill>
                  <a:srgbClr val="000000"/>
                </a:solidFill>
                <a:latin typeface="Caudex Bold"/>
              </a:rPr>
              <a:t>ra</a:t>
            </a:r>
            <a:r>
              <a:rPr lang="en-US" sz="3800" dirty="0">
                <a:solidFill>
                  <a:srgbClr val="000000"/>
                </a:solidFill>
                <a:latin typeface="Caudex Bold"/>
              </a:rPr>
              <a:t>, </a:t>
            </a:r>
            <a:r>
              <a:rPr lang="en-US" sz="3800" dirty="0" err="1">
                <a:solidFill>
                  <a:srgbClr val="000000"/>
                </a:solidFill>
                <a:latin typeface="Caudex Bold"/>
              </a:rPr>
              <a:t>vậy</a:t>
            </a:r>
            <a:r>
              <a:rPr lang="en-US" sz="3800" dirty="0">
                <a:solidFill>
                  <a:srgbClr val="000000"/>
                </a:solidFill>
                <a:latin typeface="Caudex Bold"/>
              </a:rPr>
              <a:t> </a:t>
            </a:r>
            <a:r>
              <a:rPr lang="en-US" sz="3800" dirty="0" err="1">
                <a:solidFill>
                  <a:srgbClr val="000000"/>
                </a:solidFill>
                <a:latin typeface="Caudex Bold"/>
              </a:rPr>
              <a:t>có</a:t>
            </a:r>
            <a:r>
              <a:rPr lang="en-US" sz="3800" dirty="0">
                <a:solidFill>
                  <a:srgbClr val="000000"/>
                </a:solidFill>
                <a:latin typeface="Caudex Bold"/>
              </a:rPr>
              <a:t> </a:t>
            </a:r>
            <a:r>
              <a:rPr lang="en-US" sz="3800" dirty="0" err="1">
                <a:solidFill>
                  <a:srgbClr val="000000"/>
                </a:solidFill>
                <a:latin typeface="Caudex Bold"/>
              </a:rPr>
              <a:t>phải</a:t>
            </a:r>
            <a:r>
              <a:rPr lang="en-US" sz="3800" dirty="0">
                <a:solidFill>
                  <a:srgbClr val="000000"/>
                </a:solidFill>
                <a:latin typeface="Caudex Bold"/>
              </a:rPr>
              <a:t> </a:t>
            </a:r>
            <a:r>
              <a:rPr lang="en-US" sz="3800" dirty="0" err="1">
                <a:solidFill>
                  <a:srgbClr val="000000"/>
                </a:solidFill>
                <a:latin typeface="Caudex Bold"/>
              </a:rPr>
              <a:t>nước</a:t>
            </a:r>
            <a:r>
              <a:rPr lang="en-US" sz="3800" dirty="0">
                <a:solidFill>
                  <a:srgbClr val="000000"/>
                </a:solidFill>
                <a:latin typeface="Caudex Bold"/>
              </a:rPr>
              <a:t> </a:t>
            </a:r>
            <a:r>
              <a:rPr lang="en-US" sz="3800" dirty="0" err="1">
                <a:solidFill>
                  <a:srgbClr val="000000"/>
                </a:solidFill>
                <a:latin typeface="Caudex Bold"/>
              </a:rPr>
              <a:t>đó</a:t>
            </a:r>
            <a:r>
              <a:rPr lang="en-US" sz="3800" dirty="0">
                <a:solidFill>
                  <a:srgbClr val="000000"/>
                </a:solidFill>
                <a:latin typeface="Caudex Bold"/>
              </a:rPr>
              <a:t> </a:t>
            </a:r>
            <a:r>
              <a:rPr lang="en-US" sz="3800" dirty="0" err="1">
                <a:solidFill>
                  <a:srgbClr val="000000"/>
                </a:solidFill>
                <a:latin typeface="Caudex Bold"/>
              </a:rPr>
              <a:t>người</a:t>
            </a:r>
            <a:r>
              <a:rPr lang="en-US" sz="3800" dirty="0">
                <a:solidFill>
                  <a:srgbClr val="000000"/>
                </a:solidFill>
                <a:latin typeface="Caudex Bold"/>
              </a:rPr>
              <a:t> ta </a:t>
            </a:r>
            <a:r>
              <a:rPr lang="en-US" sz="3800" dirty="0" err="1">
                <a:solidFill>
                  <a:srgbClr val="000000"/>
                </a:solidFill>
                <a:latin typeface="Caudex Bold"/>
              </a:rPr>
              <a:t>đào</a:t>
            </a:r>
            <a:r>
              <a:rPr lang="en-US" sz="3800" dirty="0">
                <a:solidFill>
                  <a:srgbClr val="000000"/>
                </a:solidFill>
                <a:latin typeface="Caudex Bold"/>
              </a:rPr>
              <a:t> </a:t>
            </a:r>
            <a:r>
              <a:rPr lang="en-US" sz="3800" dirty="0" err="1">
                <a:solidFill>
                  <a:srgbClr val="000000"/>
                </a:solidFill>
                <a:latin typeface="Caudex Bold"/>
              </a:rPr>
              <a:t>để</a:t>
            </a:r>
            <a:r>
              <a:rPr lang="en-US" sz="3800" dirty="0">
                <a:solidFill>
                  <a:srgbClr val="000000"/>
                </a:solidFill>
                <a:latin typeface="Caudex Bold"/>
              </a:rPr>
              <a:t> </a:t>
            </a:r>
            <a:r>
              <a:rPr lang="en-US" sz="3800" dirty="0" err="1">
                <a:solidFill>
                  <a:srgbClr val="000000"/>
                </a:solidFill>
                <a:latin typeface="Caudex Bold"/>
              </a:rPr>
              <a:t>làm</a:t>
            </a:r>
            <a:r>
              <a:rPr lang="en-US" sz="3800" dirty="0">
                <a:solidFill>
                  <a:srgbClr val="000000"/>
                </a:solidFill>
                <a:latin typeface="Caudex Bold"/>
              </a:rPr>
              <a:t> </a:t>
            </a:r>
            <a:r>
              <a:rPr lang="en-US" sz="3800" dirty="0" err="1">
                <a:solidFill>
                  <a:srgbClr val="000000"/>
                </a:solidFill>
                <a:latin typeface="Caudex Bold"/>
              </a:rPr>
              <a:t>mát</a:t>
            </a:r>
            <a:r>
              <a:rPr lang="en-US" sz="3800" dirty="0">
                <a:solidFill>
                  <a:srgbClr val="000000"/>
                </a:solidFill>
                <a:latin typeface="Caudex Bold"/>
              </a:rPr>
              <a:t> </a:t>
            </a:r>
            <a:r>
              <a:rPr lang="en-US" sz="3800" dirty="0" err="1">
                <a:solidFill>
                  <a:srgbClr val="000000"/>
                </a:solidFill>
                <a:latin typeface="Caudex Bold"/>
              </a:rPr>
              <a:t>điều</a:t>
            </a:r>
            <a:r>
              <a:rPr lang="en-US" sz="3800" dirty="0">
                <a:solidFill>
                  <a:srgbClr val="000000"/>
                </a:solidFill>
                <a:latin typeface="Caudex Bold"/>
              </a:rPr>
              <a:t> </a:t>
            </a:r>
            <a:r>
              <a:rPr lang="en-US" sz="3800" dirty="0" err="1">
                <a:solidFill>
                  <a:srgbClr val="000000"/>
                </a:solidFill>
                <a:latin typeface="Caudex Bold"/>
              </a:rPr>
              <a:t>hòa</a:t>
            </a:r>
            <a:r>
              <a:rPr lang="en-US" sz="3800" dirty="0">
                <a:solidFill>
                  <a:srgbClr val="000000"/>
                </a:solidFill>
                <a:latin typeface="Caudex Bold"/>
              </a:rPr>
              <a:t> hay </a:t>
            </a:r>
            <a:r>
              <a:rPr lang="en-US" sz="3800" dirty="0" err="1">
                <a:solidFill>
                  <a:srgbClr val="000000"/>
                </a:solidFill>
                <a:latin typeface="Caudex Bold"/>
              </a:rPr>
              <a:t>không</a:t>
            </a:r>
            <a:r>
              <a:rPr lang="en-US" sz="3800" dirty="0">
                <a:solidFill>
                  <a:srgbClr val="000000"/>
                </a:solidFill>
                <a:latin typeface="Caudex Bold"/>
              </a:rPr>
              <a:t>?</a:t>
            </a:r>
          </a:p>
        </p:txBody>
      </p:sp>
      <p:grpSp>
        <p:nvGrpSpPr>
          <p:cNvPr id="3" name="Group 3"/>
          <p:cNvGrpSpPr/>
          <p:nvPr/>
        </p:nvGrpSpPr>
        <p:grpSpPr>
          <a:xfrm>
            <a:off x="6478" y="746777"/>
            <a:ext cx="1056768" cy="1056768"/>
            <a:chOff x="0" y="0"/>
            <a:chExt cx="6350000" cy="6350000"/>
          </a:xfrm>
        </p:grpSpPr>
        <p:sp>
          <p:nvSpPr>
            <p:cNvPr id="4" name="Freeform 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00000"/>
            </a:solidFill>
          </p:spPr>
        </p:sp>
      </p:grpSp>
      <p:sp>
        <p:nvSpPr>
          <p:cNvPr id="6" name="TextBox 6"/>
          <p:cNvSpPr txBox="1"/>
          <p:nvPr/>
        </p:nvSpPr>
        <p:spPr>
          <a:xfrm>
            <a:off x="161902" y="745747"/>
            <a:ext cx="667480" cy="941314"/>
          </a:xfrm>
          <a:prstGeom prst="rect">
            <a:avLst/>
          </a:prstGeom>
        </p:spPr>
        <p:txBody>
          <a:bodyPr lIns="0" tIns="0" rIns="0" bIns="0" rtlCol="0" anchor="t">
            <a:spAutoFit/>
          </a:bodyPr>
          <a:lstStyle/>
          <a:p>
            <a:pPr marL="0" lvl="0" indent="0" algn="ctr">
              <a:lnSpc>
                <a:spcPts val="7772"/>
              </a:lnSpc>
              <a:spcBef>
                <a:spcPct val="0"/>
              </a:spcBef>
            </a:pPr>
            <a:r>
              <a:rPr lang="en-US" sz="5551" dirty="0">
                <a:solidFill>
                  <a:srgbClr val="FFFFFF"/>
                </a:solidFill>
                <a:latin typeface="Caudex Bold"/>
              </a:rPr>
              <a:t>4</a:t>
            </a:r>
          </a:p>
        </p:txBody>
      </p:sp>
      <p:sp>
        <p:nvSpPr>
          <p:cNvPr id="7" name="TextBox 7"/>
          <p:cNvSpPr txBox="1"/>
          <p:nvPr/>
        </p:nvSpPr>
        <p:spPr>
          <a:xfrm>
            <a:off x="5939348" y="2832138"/>
            <a:ext cx="12182704" cy="5424562"/>
          </a:xfrm>
          <a:prstGeom prst="rect">
            <a:avLst/>
          </a:prstGeom>
        </p:spPr>
        <p:txBody>
          <a:bodyPr wrap="square" lIns="0" tIns="0" rIns="0" bIns="0" rtlCol="0" anchor="t">
            <a:spAutoFit/>
          </a:bodyPr>
          <a:lstStyle/>
          <a:p>
            <a:pPr>
              <a:lnSpc>
                <a:spcPts val="4660"/>
              </a:lnSpc>
            </a:pPr>
            <a:r>
              <a:rPr lang="vi-VN" sz="3329" dirty="0" smtClean="0">
                <a:solidFill>
                  <a:srgbClr val="000000"/>
                </a:solidFill>
                <a:latin typeface="Josefin Sans Regular"/>
              </a:rPr>
              <a:t> </a:t>
            </a:r>
            <a:r>
              <a:rPr lang="vi-VN" sz="2700" dirty="0" smtClean="0">
                <a:solidFill>
                  <a:srgbClr val="000000"/>
                </a:solidFill>
                <a:latin typeface="Josefin Sans Regular"/>
              </a:rPr>
              <a:t>+  Theo nguyên lí bão hòa hơi nước trong không khí, khi hơi nước đạt đến trạng thái bão hòa sẽ chuyển sang thể lỏng, khi nhiệt độ thấp mức bão hòa sẽ giảm đi. </a:t>
            </a:r>
          </a:p>
          <a:p>
            <a:pPr>
              <a:lnSpc>
                <a:spcPts val="4660"/>
              </a:lnSpc>
            </a:pPr>
            <a:endParaRPr lang="vi-VN" sz="2700" dirty="0" smtClean="0">
              <a:solidFill>
                <a:srgbClr val="000000"/>
              </a:solidFill>
              <a:latin typeface="Josefin Sans Regular"/>
            </a:endParaRPr>
          </a:p>
          <a:p>
            <a:pPr>
              <a:lnSpc>
                <a:spcPts val="4660"/>
              </a:lnSpc>
            </a:pPr>
            <a:r>
              <a:rPr lang="vi-VN" sz="2700" dirty="0">
                <a:solidFill>
                  <a:srgbClr val="000000"/>
                </a:solidFill>
                <a:latin typeface="Josefin Sans Regular"/>
              </a:rPr>
              <a:t> </a:t>
            </a:r>
            <a:r>
              <a:rPr lang="vi-VN" sz="2700" dirty="0" smtClean="0">
                <a:solidFill>
                  <a:srgbClr val="000000"/>
                </a:solidFill>
                <a:latin typeface="Josefin Sans Regular"/>
              </a:rPr>
              <a:t>- Với điều hòa, phần </a:t>
            </a:r>
            <a:r>
              <a:rPr lang="en-US" sz="2700" dirty="0" err="1" smtClean="0">
                <a:solidFill>
                  <a:srgbClr val="000000"/>
                </a:solidFill>
                <a:latin typeface="Josefin Sans Regular" panose="020B0604020202020204" charset="0"/>
              </a:rPr>
              <a:t>không</a:t>
            </a:r>
            <a:r>
              <a:rPr lang="en-US" sz="2700" dirty="0" smtClean="0">
                <a:solidFill>
                  <a:srgbClr val="000000"/>
                </a:solidFill>
                <a:latin typeface="Josefin Sans Regular" panose="020B0604020202020204" charset="0"/>
              </a:rPr>
              <a:t> </a:t>
            </a:r>
            <a:r>
              <a:rPr lang="vi-VN" sz="2700" dirty="0" smtClean="0">
                <a:solidFill>
                  <a:srgbClr val="000000"/>
                </a:solidFill>
                <a:latin typeface="Josefin Sans Regular" panose="020B0604020202020204" charset="0"/>
              </a:rPr>
              <a:t>khí tiếp xúc </a:t>
            </a:r>
            <a:r>
              <a:rPr lang="en-US" sz="2700" dirty="0" err="1" smtClean="0">
                <a:solidFill>
                  <a:srgbClr val="000000"/>
                </a:solidFill>
                <a:latin typeface="Josefin Sans Regular" panose="020B0604020202020204" charset="0"/>
              </a:rPr>
              <a:t>ống</a:t>
            </a:r>
            <a:r>
              <a:rPr lang="en-US" sz="2700" dirty="0" smtClean="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đồng</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có</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chứa</a:t>
            </a:r>
            <a:r>
              <a:rPr lang="en-US" sz="2700" dirty="0">
                <a:solidFill>
                  <a:srgbClr val="000000"/>
                </a:solidFill>
                <a:latin typeface="Josefin Sans Regular" panose="020B0604020202020204" charset="0"/>
              </a:rPr>
              <a:t> gas </a:t>
            </a:r>
            <a:r>
              <a:rPr lang="en-US" sz="2700" dirty="0" err="1">
                <a:solidFill>
                  <a:srgbClr val="000000"/>
                </a:solidFill>
                <a:latin typeface="Josefin Sans Regular" panose="020B0604020202020204" charset="0"/>
              </a:rPr>
              <a:t>lạnh</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sẽ</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bị</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làm</a:t>
            </a:r>
            <a:r>
              <a:rPr lang="en-US" sz="2700" dirty="0">
                <a:solidFill>
                  <a:srgbClr val="000000"/>
                </a:solidFill>
                <a:latin typeface="Josefin Sans Regular" panose="020B0604020202020204" charset="0"/>
              </a:rPr>
              <a:t> </a:t>
            </a:r>
            <a:r>
              <a:rPr lang="en-US" sz="2700" dirty="0" err="1" smtClean="0">
                <a:solidFill>
                  <a:srgbClr val="000000"/>
                </a:solidFill>
                <a:latin typeface="Josefin Sans Regular" panose="020B0604020202020204" charset="0"/>
              </a:rPr>
              <a:t>lạnh</a:t>
            </a:r>
            <a:r>
              <a:rPr lang="vi-VN" sz="2700" dirty="0">
                <a:solidFill>
                  <a:srgbClr val="000000"/>
                </a:solidFill>
                <a:latin typeface="Josefin Sans Regular" panose="020B0604020202020204" charset="0"/>
              </a:rPr>
              <a:t> </a:t>
            </a:r>
            <a:r>
              <a:rPr lang="vi-VN" sz="2700" dirty="0" smtClean="0">
                <a:solidFill>
                  <a:srgbClr val="000000"/>
                </a:solidFill>
                <a:latin typeface="Josefin Sans Regular" panose="020B0604020202020204" charset="0"/>
              </a:rPr>
              <a:t>dẫn đến giảm mức bão hòa.</a:t>
            </a:r>
            <a:r>
              <a:rPr lang="en-US" sz="2700" dirty="0" smtClean="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Hơi</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nước</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bị</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bão</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hoà</a:t>
            </a:r>
            <a:r>
              <a:rPr lang="en-US" sz="2700" dirty="0">
                <a:solidFill>
                  <a:srgbClr val="000000"/>
                </a:solidFill>
                <a:latin typeface="Josefin Sans Regular" panose="020B0604020202020204" charset="0"/>
              </a:rPr>
              <a:t> ở </a:t>
            </a:r>
            <a:r>
              <a:rPr lang="en-US" sz="2700" dirty="0" err="1">
                <a:solidFill>
                  <a:srgbClr val="000000"/>
                </a:solidFill>
                <a:latin typeface="Josefin Sans Regular" panose="020B0604020202020204" charset="0"/>
              </a:rPr>
              <a:t>khu</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vực</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này</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sẽ</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trở</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về</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dạng</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lỏng</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và</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bám</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trên</a:t>
            </a:r>
            <a:r>
              <a:rPr lang="en-US" sz="2700" dirty="0">
                <a:solidFill>
                  <a:srgbClr val="000000"/>
                </a:solidFill>
                <a:latin typeface="Josefin Sans Regular" panose="020B0604020202020204" charset="0"/>
              </a:rPr>
              <a:t> </a:t>
            </a:r>
            <a:r>
              <a:rPr lang="en-US" sz="2700" dirty="0" err="1" smtClean="0">
                <a:solidFill>
                  <a:srgbClr val="000000"/>
                </a:solidFill>
                <a:latin typeface="Josefin Sans Regular" panose="020B0604020202020204" charset="0"/>
              </a:rPr>
              <a:t>ống</a:t>
            </a:r>
            <a:r>
              <a:rPr lang="vi-VN" sz="2700" dirty="0" smtClean="0">
                <a:solidFill>
                  <a:srgbClr val="000000"/>
                </a:solidFill>
                <a:latin typeface="Josefin Sans Regular" panose="020B0604020202020204" charset="0"/>
              </a:rPr>
              <a:t> </a:t>
            </a:r>
            <a:r>
              <a:rPr lang="en-US" sz="2700" dirty="0" err="1" smtClean="0">
                <a:solidFill>
                  <a:srgbClr val="000000"/>
                </a:solidFill>
                <a:latin typeface="Josefin Sans Regular" panose="020B0604020202020204" charset="0"/>
              </a:rPr>
              <a:t>đồng</a:t>
            </a:r>
            <a:r>
              <a:rPr lang="en-US" sz="2700" dirty="0" smtClean="0">
                <a:solidFill>
                  <a:srgbClr val="000000"/>
                </a:solidFill>
                <a:latin typeface="Josefin Sans Regular" panose="020B0604020202020204" charset="0"/>
              </a:rPr>
              <a:t>.</a:t>
            </a:r>
            <a:r>
              <a:rPr lang="vi-VN" sz="2700" dirty="0" smtClean="0">
                <a:solidFill>
                  <a:srgbClr val="000000"/>
                </a:solidFill>
                <a:latin typeface="Josefin Sans Regular" panose="020B0604020202020204" charset="0"/>
              </a:rPr>
              <a:t> </a:t>
            </a:r>
            <a:r>
              <a:rPr lang="en-US" sz="2700" dirty="0" err="1" smtClean="0">
                <a:solidFill>
                  <a:srgbClr val="000000"/>
                </a:solidFill>
                <a:latin typeface="Josefin Sans Regular" panose="020B0604020202020204" charset="0"/>
              </a:rPr>
              <a:t>Nước</a:t>
            </a:r>
            <a:r>
              <a:rPr lang="en-US" sz="2700" dirty="0" smtClean="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này</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sẽ</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nhỏ</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xuống</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khay</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dẫn</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nước</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và</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chảy</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ra</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bên</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ngoài</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theo</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ống</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thoát</a:t>
            </a:r>
            <a:r>
              <a:rPr lang="en-US" sz="2700" dirty="0">
                <a:solidFill>
                  <a:srgbClr val="000000"/>
                </a:solidFill>
                <a:latin typeface="Josefin Sans Regular" panose="020B0604020202020204" charset="0"/>
              </a:rPr>
              <a:t> </a:t>
            </a:r>
            <a:r>
              <a:rPr lang="en-US" sz="2700" dirty="0" err="1">
                <a:solidFill>
                  <a:srgbClr val="000000"/>
                </a:solidFill>
                <a:latin typeface="Josefin Sans Regular" panose="020B0604020202020204" charset="0"/>
              </a:rPr>
              <a:t>nước</a:t>
            </a:r>
            <a:r>
              <a:rPr lang="en-US" sz="2700" dirty="0">
                <a:solidFill>
                  <a:srgbClr val="000000"/>
                </a:solidFill>
                <a:latin typeface="Josefin Sans Regular" panose="020B0604020202020204" charset="0"/>
              </a:rPr>
              <a:t>. </a:t>
            </a:r>
          </a:p>
          <a:p>
            <a:pPr>
              <a:lnSpc>
                <a:spcPts val="4660"/>
              </a:lnSpc>
            </a:pPr>
            <a:endParaRPr lang="vi-VN" sz="2500" dirty="0">
              <a:solidFill>
                <a:srgbClr val="000000"/>
              </a:solidFill>
              <a:latin typeface="Josefin Sans Regular" panose="020B0604020202020204" charset="0"/>
            </a:endParaRPr>
          </a:p>
        </p:txBody>
      </p:sp>
      <p:sp>
        <p:nvSpPr>
          <p:cNvPr id="8" name="Rectangle 7"/>
          <p:cNvSpPr/>
          <p:nvPr/>
        </p:nvSpPr>
        <p:spPr>
          <a:xfrm>
            <a:off x="3681788" y="7311513"/>
            <a:ext cx="4191000" cy="604781"/>
          </a:xfrm>
          <a:prstGeom prst="rect">
            <a:avLst/>
          </a:prstGeom>
        </p:spPr>
        <p:txBody>
          <a:bodyPr wrap="square">
            <a:spAutoFit/>
          </a:bodyPr>
          <a:lstStyle/>
          <a:p>
            <a:r>
              <a:rPr lang="vi-VN" dirty="0">
                <a:solidFill>
                  <a:srgbClr val="000000"/>
                </a:solidFill>
                <a:latin typeface="Josefin Sans Regular"/>
              </a:rPr>
              <a:t> </a:t>
            </a:r>
            <a:r>
              <a:rPr lang="vi-VN" sz="3330" dirty="0" smtClean="0">
                <a:solidFill>
                  <a:srgbClr val="000000"/>
                </a:solidFill>
                <a:latin typeface="Josefin Sans Regular"/>
              </a:rPr>
              <a:t> </a:t>
            </a:r>
            <a:endParaRPr lang="en-US" sz="2000" dirty="0"/>
          </a:p>
        </p:txBody>
      </p:sp>
      <p:sp>
        <p:nvSpPr>
          <p:cNvPr id="10" name="Rectangle 9"/>
          <p:cNvSpPr/>
          <p:nvPr/>
        </p:nvSpPr>
        <p:spPr>
          <a:xfrm>
            <a:off x="2134496" y="8967521"/>
            <a:ext cx="7609704" cy="746358"/>
          </a:xfrm>
          <a:prstGeom prst="rect">
            <a:avLst/>
          </a:prstGeom>
        </p:spPr>
        <p:txBody>
          <a:bodyPr wrap="square">
            <a:spAutoFit/>
          </a:bodyPr>
          <a:lstStyle/>
          <a:p>
            <a:pPr>
              <a:lnSpc>
                <a:spcPts val="5075"/>
              </a:lnSpc>
            </a:pPr>
            <a:r>
              <a:rPr lang="vi-VN" sz="4000" dirty="0" smtClean="0">
                <a:solidFill>
                  <a:srgbClr val="000000"/>
                </a:solidFill>
                <a:latin typeface="Josefin Sans Regular Bold"/>
              </a:rPr>
              <a:t>-&gt; Câu </a:t>
            </a:r>
            <a:r>
              <a:rPr lang="vi-VN" sz="4000" dirty="0">
                <a:solidFill>
                  <a:srgbClr val="000000"/>
                </a:solidFill>
                <a:latin typeface="Josefin Sans Regular Bold"/>
              </a:rPr>
              <a:t>trả lời là </a:t>
            </a:r>
            <a:r>
              <a:rPr lang="vi-VN" sz="4000" dirty="0">
                <a:solidFill>
                  <a:schemeClr val="accent6">
                    <a:lumMod val="75000"/>
                  </a:schemeClr>
                </a:solidFill>
                <a:latin typeface="Josefin Sans Regular Bold"/>
              </a:rPr>
              <a:t>KHÔNG </a:t>
            </a:r>
            <a:endParaRPr lang="en-US" sz="4000" dirty="0">
              <a:solidFill>
                <a:schemeClr val="accent6">
                  <a:lumMod val="75000"/>
                </a:schemeClr>
              </a:solidFill>
              <a:latin typeface="Josefin Sans Regular"/>
            </a:endParaRPr>
          </a:p>
        </p:txBody>
      </p:sp>
      <p:grpSp>
        <p:nvGrpSpPr>
          <p:cNvPr id="18" name="Group 17"/>
          <p:cNvGrpSpPr/>
          <p:nvPr/>
        </p:nvGrpSpPr>
        <p:grpSpPr>
          <a:xfrm>
            <a:off x="4200084" y="2470731"/>
            <a:ext cx="1554550" cy="983618"/>
            <a:chOff x="10898518" y="301187"/>
            <a:chExt cx="1554550" cy="983618"/>
          </a:xfrm>
        </p:grpSpPr>
        <p:sp>
          <p:nvSpPr>
            <p:cNvPr id="20" name="Google Shape;12393;p70"/>
            <p:cNvSpPr/>
            <p:nvPr/>
          </p:nvSpPr>
          <p:spPr>
            <a:xfrm>
              <a:off x="10898518" y="301187"/>
              <a:ext cx="1554550" cy="983618"/>
            </a:xfrm>
            <a:custGeom>
              <a:avLst/>
              <a:gdLst/>
              <a:ahLst/>
              <a:cxnLst/>
              <a:rect l="l" t="t" r="r" b="b"/>
              <a:pathLst>
                <a:path w="4883" h="5186" extrusionOk="0">
                  <a:moveTo>
                    <a:pt x="2526" y="0"/>
                  </a:moveTo>
                  <a:cubicBezTo>
                    <a:pt x="1765" y="0"/>
                    <a:pt x="1017" y="368"/>
                    <a:pt x="560" y="1042"/>
                  </a:cubicBezTo>
                  <a:cubicBezTo>
                    <a:pt x="1" y="1875"/>
                    <a:pt x="24" y="2959"/>
                    <a:pt x="632" y="3768"/>
                  </a:cubicBezTo>
                  <a:lnTo>
                    <a:pt x="572" y="5006"/>
                  </a:lnTo>
                  <a:cubicBezTo>
                    <a:pt x="572" y="5066"/>
                    <a:pt x="608" y="5126"/>
                    <a:pt x="655" y="5149"/>
                  </a:cubicBezTo>
                  <a:cubicBezTo>
                    <a:pt x="679" y="5161"/>
                    <a:pt x="715" y="5185"/>
                    <a:pt x="739" y="5185"/>
                  </a:cubicBezTo>
                  <a:cubicBezTo>
                    <a:pt x="774" y="5185"/>
                    <a:pt x="786" y="5185"/>
                    <a:pt x="810" y="5161"/>
                  </a:cubicBezTo>
                  <a:lnTo>
                    <a:pt x="1929" y="4649"/>
                  </a:lnTo>
                  <a:cubicBezTo>
                    <a:pt x="2120" y="4685"/>
                    <a:pt x="2334" y="4721"/>
                    <a:pt x="2525" y="4721"/>
                  </a:cubicBezTo>
                  <a:cubicBezTo>
                    <a:pt x="3299" y="4721"/>
                    <a:pt x="4049" y="4328"/>
                    <a:pt x="4489" y="3673"/>
                  </a:cubicBezTo>
                  <a:cubicBezTo>
                    <a:pt x="4703" y="3363"/>
                    <a:pt x="4834" y="3006"/>
                    <a:pt x="4882" y="2637"/>
                  </a:cubicBezTo>
                  <a:cubicBezTo>
                    <a:pt x="4882" y="2518"/>
                    <a:pt x="4811" y="2447"/>
                    <a:pt x="4715" y="2423"/>
                  </a:cubicBezTo>
                  <a:cubicBezTo>
                    <a:pt x="4709" y="2422"/>
                    <a:pt x="4703" y="2422"/>
                    <a:pt x="4697" y="2422"/>
                  </a:cubicBezTo>
                  <a:cubicBezTo>
                    <a:pt x="4619" y="2422"/>
                    <a:pt x="4536" y="2489"/>
                    <a:pt x="4525" y="2578"/>
                  </a:cubicBezTo>
                  <a:cubicBezTo>
                    <a:pt x="4489" y="2899"/>
                    <a:pt x="4370" y="3197"/>
                    <a:pt x="4192" y="3471"/>
                  </a:cubicBezTo>
                  <a:cubicBezTo>
                    <a:pt x="3809" y="4040"/>
                    <a:pt x="3177" y="4368"/>
                    <a:pt x="2514" y="4368"/>
                  </a:cubicBezTo>
                  <a:cubicBezTo>
                    <a:pt x="2332" y="4368"/>
                    <a:pt x="2147" y="4343"/>
                    <a:pt x="1965" y="4292"/>
                  </a:cubicBezTo>
                  <a:cubicBezTo>
                    <a:pt x="1944" y="4281"/>
                    <a:pt x="1927" y="4275"/>
                    <a:pt x="1911" y="4275"/>
                  </a:cubicBezTo>
                  <a:cubicBezTo>
                    <a:pt x="1891" y="4275"/>
                    <a:pt x="1872" y="4284"/>
                    <a:pt x="1846" y="4304"/>
                  </a:cubicBezTo>
                  <a:lnTo>
                    <a:pt x="917" y="4733"/>
                  </a:lnTo>
                  <a:lnTo>
                    <a:pt x="965" y="3721"/>
                  </a:lnTo>
                  <a:cubicBezTo>
                    <a:pt x="965" y="3673"/>
                    <a:pt x="953" y="3649"/>
                    <a:pt x="929" y="3602"/>
                  </a:cubicBezTo>
                  <a:cubicBezTo>
                    <a:pt x="382" y="2923"/>
                    <a:pt x="358" y="1947"/>
                    <a:pt x="846" y="1220"/>
                  </a:cubicBezTo>
                  <a:cubicBezTo>
                    <a:pt x="1235" y="644"/>
                    <a:pt x="1873" y="327"/>
                    <a:pt x="2524" y="327"/>
                  </a:cubicBezTo>
                  <a:cubicBezTo>
                    <a:pt x="2909" y="327"/>
                    <a:pt x="3299" y="438"/>
                    <a:pt x="3644" y="673"/>
                  </a:cubicBezTo>
                  <a:cubicBezTo>
                    <a:pt x="4084" y="970"/>
                    <a:pt x="4406" y="1435"/>
                    <a:pt x="4501" y="1970"/>
                  </a:cubicBezTo>
                  <a:cubicBezTo>
                    <a:pt x="4523" y="2047"/>
                    <a:pt x="4594" y="2103"/>
                    <a:pt x="4679" y="2103"/>
                  </a:cubicBezTo>
                  <a:cubicBezTo>
                    <a:pt x="4687" y="2103"/>
                    <a:pt x="4695" y="2102"/>
                    <a:pt x="4703" y="2101"/>
                  </a:cubicBezTo>
                  <a:cubicBezTo>
                    <a:pt x="4787" y="2089"/>
                    <a:pt x="4846" y="1994"/>
                    <a:pt x="4834" y="1911"/>
                  </a:cubicBezTo>
                  <a:cubicBezTo>
                    <a:pt x="4715" y="1280"/>
                    <a:pt x="4358" y="744"/>
                    <a:pt x="3834" y="399"/>
                  </a:cubicBezTo>
                  <a:cubicBezTo>
                    <a:pt x="3432" y="129"/>
                    <a:pt x="2977" y="0"/>
                    <a:pt x="252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396;p70"/>
            <p:cNvSpPr/>
            <p:nvPr/>
          </p:nvSpPr>
          <p:spPr>
            <a:xfrm>
              <a:off x="11477780" y="442997"/>
              <a:ext cx="497859" cy="431518"/>
            </a:xfrm>
            <a:custGeom>
              <a:avLst/>
              <a:gdLst/>
              <a:ahLst/>
              <a:cxnLst/>
              <a:rect l="l" t="t" r="r" b="b"/>
              <a:pathLst>
                <a:path w="1418" h="2054" extrusionOk="0">
                  <a:moveTo>
                    <a:pt x="664" y="1"/>
                  </a:moveTo>
                  <a:cubicBezTo>
                    <a:pt x="396" y="1"/>
                    <a:pt x="158" y="171"/>
                    <a:pt x="49" y="422"/>
                  </a:cubicBezTo>
                  <a:cubicBezTo>
                    <a:pt x="1" y="505"/>
                    <a:pt x="49" y="612"/>
                    <a:pt x="132" y="648"/>
                  </a:cubicBezTo>
                  <a:cubicBezTo>
                    <a:pt x="156" y="657"/>
                    <a:pt x="181" y="662"/>
                    <a:pt x="204" y="662"/>
                  </a:cubicBezTo>
                  <a:cubicBezTo>
                    <a:pt x="272" y="662"/>
                    <a:pt x="332" y="624"/>
                    <a:pt x="358" y="553"/>
                  </a:cubicBezTo>
                  <a:cubicBezTo>
                    <a:pt x="412" y="436"/>
                    <a:pt x="532" y="347"/>
                    <a:pt x="668" y="347"/>
                  </a:cubicBezTo>
                  <a:cubicBezTo>
                    <a:pt x="683" y="347"/>
                    <a:pt x="699" y="348"/>
                    <a:pt x="715" y="351"/>
                  </a:cubicBezTo>
                  <a:cubicBezTo>
                    <a:pt x="894" y="362"/>
                    <a:pt x="1037" y="505"/>
                    <a:pt x="1049" y="684"/>
                  </a:cubicBezTo>
                  <a:cubicBezTo>
                    <a:pt x="1049" y="767"/>
                    <a:pt x="1037" y="851"/>
                    <a:pt x="1001" y="910"/>
                  </a:cubicBezTo>
                  <a:cubicBezTo>
                    <a:pt x="953" y="982"/>
                    <a:pt x="882" y="1029"/>
                    <a:pt x="799" y="1065"/>
                  </a:cubicBezTo>
                  <a:cubicBezTo>
                    <a:pt x="561" y="1136"/>
                    <a:pt x="406" y="1208"/>
                    <a:pt x="406" y="1374"/>
                  </a:cubicBezTo>
                  <a:lnTo>
                    <a:pt x="406" y="1898"/>
                  </a:lnTo>
                  <a:cubicBezTo>
                    <a:pt x="406" y="1982"/>
                    <a:pt x="477" y="2053"/>
                    <a:pt x="561" y="2053"/>
                  </a:cubicBezTo>
                  <a:cubicBezTo>
                    <a:pt x="656" y="2053"/>
                    <a:pt x="727" y="1982"/>
                    <a:pt x="727" y="1898"/>
                  </a:cubicBezTo>
                  <a:lnTo>
                    <a:pt x="727" y="1446"/>
                  </a:lnTo>
                  <a:cubicBezTo>
                    <a:pt x="763" y="1434"/>
                    <a:pt x="799" y="1422"/>
                    <a:pt x="882" y="1386"/>
                  </a:cubicBezTo>
                  <a:cubicBezTo>
                    <a:pt x="1037" y="1339"/>
                    <a:pt x="1180" y="1243"/>
                    <a:pt x="1263" y="1101"/>
                  </a:cubicBezTo>
                  <a:cubicBezTo>
                    <a:pt x="1370" y="958"/>
                    <a:pt x="1418" y="803"/>
                    <a:pt x="1394" y="660"/>
                  </a:cubicBezTo>
                  <a:cubicBezTo>
                    <a:pt x="1370" y="315"/>
                    <a:pt x="1096" y="29"/>
                    <a:pt x="739" y="5"/>
                  </a:cubicBezTo>
                  <a:cubicBezTo>
                    <a:pt x="714" y="2"/>
                    <a:pt x="689" y="1"/>
                    <a:pt x="66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2397;p70"/>
            <p:cNvSpPr/>
            <p:nvPr/>
          </p:nvSpPr>
          <p:spPr>
            <a:xfrm>
              <a:off x="11616788" y="905616"/>
              <a:ext cx="118011" cy="111667"/>
            </a:xfrm>
            <a:custGeom>
              <a:avLst/>
              <a:gdLst/>
              <a:ahLst/>
              <a:cxnLst/>
              <a:rect l="l" t="t" r="r" b="b"/>
              <a:pathLst>
                <a:path w="453" h="454" extrusionOk="0">
                  <a:moveTo>
                    <a:pt x="226" y="1"/>
                  </a:moveTo>
                  <a:cubicBezTo>
                    <a:pt x="107" y="1"/>
                    <a:pt x="0" y="108"/>
                    <a:pt x="0" y="227"/>
                  </a:cubicBezTo>
                  <a:cubicBezTo>
                    <a:pt x="0" y="346"/>
                    <a:pt x="107" y="453"/>
                    <a:pt x="226" y="453"/>
                  </a:cubicBezTo>
                  <a:cubicBezTo>
                    <a:pt x="345" y="453"/>
                    <a:pt x="453" y="346"/>
                    <a:pt x="453" y="227"/>
                  </a:cubicBezTo>
                  <a:cubicBezTo>
                    <a:pt x="453" y="108"/>
                    <a:pt x="345" y="1"/>
                    <a:pt x="22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236" y="3224512"/>
            <a:ext cx="7162800" cy="5890172"/>
          </a:xfrm>
          <a:prstGeom prst="rect">
            <a:avLst/>
          </a:prstGeom>
        </p:spPr>
      </p:pic>
      <p:pic>
        <p:nvPicPr>
          <p:cNvPr id="23" name="Picture 5"/>
          <p:cNvPicPr>
            <a:picLocks noChangeAspect="1"/>
          </p:cNvPicPr>
          <p:nvPr/>
        </p:nvPicPr>
        <p:blipFill>
          <a:blip r:embed="rId5"/>
          <a:srcRect/>
          <a:stretch>
            <a:fillRect/>
          </a:stretch>
        </p:blipFill>
        <p:spPr>
          <a:xfrm>
            <a:off x="11811000" y="7760711"/>
            <a:ext cx="4020640" cy="240434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152400" y="-460664"/>
            <a:ext cx="18440399" cy="11430000"/>
          </a:xfrm>
          <a:prstGeom prst="rect">
            <a:avLst/>
          </a:prstGeom>
        </p:spPr>
      </p:pic>
      <p:pic>
        <p:nvPicPr>
          <p:cNvPr id="2" name="Picture 2"/>
          <p:cNvPicPr>
            <a:picLocks noChangeAspect="1"/>
          </p:cNvPicPr>
          <p:nvPr/>
        </p:nvPicPr>
        <p:blipFill>
          <a:blip r:embed="rId4"/>
          <a:srcRect/>
          <a:stretch>
            <a:fillRect/>
          </a:stretch>
        </p:blipFill>
        <p:spPr>
          <a:xfrm>
            <a:off x="229553" y="1495182"/>
            <a:ext cx="9391697" cy="5213596"/>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3" name="TextBox 3"/>
          <p:cNvSpPr txBox="1"/>
          <p:nvPr/>
        </p:nvSpPr>
        <p:spPr>
          <a:xfrm>
            <a:off x="2551907" y="528002"/>
            <a:ext cx="12273662" cy="953135"/>
          </a:xfrm>
          <a:prstGeom prst="rect">
            <a:avLst/>
          </a:prstGeom>
        </p:spPr>
        <p:txBody>
          <a:bodyPr lIns="0" tIns="0" rIns="0" bIns="0" rtlCol="0" anchor="t">
            <a:spAutoFit/>
          </a:bodyPr>
          <a:lstStyle/>
          <a:p>
            <a:pPr algn="ctr">
              <a:lnSpc>
                <a:spcPts val="7839"/>
              </a:lnSpc>
            </a:pPr>
            <a:r>
              <a:rPr lang="en-US" sz="5599">
                <a:solidFill>
                  <a:srgbClr val="000000"/>
                </a:solidFill>
                <a:latin typeface="Caudex Bold"/>
              </a:rPr>
              <a:t>Công Nghệ Inverter</a:t>
            </a:r>
          </a:p>
        </p:txBody>
      </p:sp>
      <p:sp>
        <p:nvSpPr>
          <p:cNvPr id="4" name="TextBox 4"/>
          <p:cNvSpPr txBox="1"/>
          <p:nvPr/>
        </p:nvSpPr>
        <p:spPr>
          <a:xfrm>
            <a:off x="10058621" y="1732835"/>
            <a:ext cx="4766949" cy="774066"/>
          </a:xfrm>
          <a:prstGeom prst="rect">
            <a:avLst/>
          </a:prstGeom>
        </p:spPr>
        <p:txBody>
          <a:bodyPr lIns="0" tIns="0" rIns="0" bIns="0" rtlCol="0" anchor="t">
            <a:spAutoFit/>
          </a:bodyPr>
          <a:lstStyle/>
          <a:p>
            <a:pPr marL="949954" lvl="1" indent="-474977">
              <a:lnSpc>
                <a:spcPts val="6159"/>
              </a:lnSpc>
              <a:buFont typeface="Arial"/>
              <a:buChar char="•"/>
            </a:pPr>
            <a:r>
              <a:rPr lang="en-US" sz="4399" dirty="0" err="1">
                <a:solidFill>
                  <a:srgbClr val="000000"/>
                </a:solidFill>
                <a:latin typeface="Josefin Sans Regular Bold"/>
              </a:rPr>
              <a:t>Khái</a:t>
            </a:r>
            <a:r>
              <a:rPr lang="en-US" sz="4399" dirty="0">
                <a:solidFill>
                  <a:srgbClr val="000000"/>
                </a:solidFill>
                <a:latin typeface="Josefin Sans Regular Bold"/>
              </a:rPr>
              <a:t> </a:t>
            </a:r>
            <a:r>
              <a:rPr lang="en-US" sz="4399" dirty="0" err="1">
                <a:solidFill>
                  <a:srgbClr val="000000"/>
                </a:solidFill>
                <a:latin typeface="Josefin Sans Regular Bold"/>
              </a:rPr>
              <a:t>niệm</a:t>
            </a:r>
            <a:r>
              <a:rPr lang="en-US" sz="4399" dirty="0">
                <a:solidFill>
                  <a:srgbClr val="000000"/>
                </a:solidFill>
                <a:latin typeface="Josefin Sans Regular Bold"/>
              </a:rPr>
              <a:t>:</a:t>
            </a:r>
          </a:p>
        </p:txBody>
      </p:sp>
      <p:sp>
        <p:nvSpPr>
          <p:cNvPr id="5" name="TextBox 5"/>
          <p:cNvSpPr txBox="1"/>
          <p:nvPr/>
        </p:nvSpPr>
        <p:spPr>
          <a:xfrm>
            <a:off x="10482804" y="2783126"/>
            <a:ext cx="7536706" cy="4667945"/>
          </a:xfrm>
          <a:prstGeom prst="rect">
            <a:avLst/>
          </a:prstGeom>
        </p:spPr>
        <p:txBody>
          <a:bodyPr lIns="0" tIns="0" rIns="0" bIns="0" rtlCol="0" anchor="t">
            <a:spAutoFit/>
          </a:bodyPr>
          <a:lstStyle/>
          <a:p>
            <a:pPr>
              <a:lnSpc>
                <a:spcPts val="5175"/>
              </a:lnSpc>
            </a:pPr>
            <a:r>
              <a:rPr lang="en-US" sz="3696" dirty="0" smtClean="0">
                <a:solidFill>
                  <a:srgbClr val="000000"/>
                </a:solidFill>
                <a:latin typeface="Josefin Sans Regular"/>
              </a:rPr>
              <a:t>Inverter </a:t>
            </a:r>
            <a:r>
              <a:rPr lang="en-US" sz="3696" dirty="0" err="1">
                <a:solidFill>
                  <a:srgbClr val="000000"/>
                </a:solidFill>
                <a:latin typeface="Josefin Sans Regular"/>
              </a:rPr>
              <a:t>là</a:t>
            </a:r>
            <a:r>
              <a:rPr lang="en-US" sz="3696" dirty="0">
                <a:solidFill>
                  <a:srgbClr val="000000"/>
                </a:solidFill>
                <a:latin typeface="Josefin Sans Regular"/>
              </a:rPr>
              <a:t> </a:t>
            </a:r>
            <a:r>
              <a:rPr lang="en-US" sz="3696" dirty="0" err="1">
                <a:solidFill>
                  <a:srgbClr val="000000"/>
                </a:solidFill>
                <a:latin typeface="Josefin Sans Regular"/>
              </a:rPr>
              <a:t>thiết</a:t>
            </a:r>
            <a:r>
              <a:rPr lang="en-US" sz="3696" dirty="0">
                <a:solidFill>
                  <a:srgbClr val="000000"/>
                </a:solidFill>
                <a:latin typeface="Josefin Sans Regular"/>
              </a:rPr>
              <a:t> </a:t>
            </a:r>
            <a:r>
              <a:rPr lang="en-US" sz="3696" dirty="0" err="1">
                <a:solidFill>
                  <a:srgbClr val="000000"/>
                </a:solidFill>
                <a:latin typeface="Josefin Sans Regular"/>
              </a:rPr>
              <a:t>bị</a:t>
            </a:r>
            <a:r>
              <a:rPr lang="en-US" sz="3696" dirty="0">
                <a:solidFill>
                  <a:srgbClr val="000000"/>
                </a:solidFill>
                <a:latin typeface="Josefin Sans Regular"/>
              </a:rPr>
              <a:t> </a:t>
            </a:r>
            <a:r>
              <a:rPr lang="en-US" sz="3696" dirty="0" err="1">
                <a:solidFill>
                  <a:srgbClr val="000000"/>
                </a:solidFill>
                <a:latin typeface="Josefin Sans Regular"/>
              </a:rPr>
              <a:t>có</a:t>
            </a:r>
            <a:r>
              <a:rPr lang="en-US" sz="3696" dirty="0">
                <a:solidFill>
                  <a:srgbClr val="000000"/>
                </a:solidFill>
                <a:latin typeface="Josefin Sans Regular"/>
              </a:rPr>
              <a:t> </a:t>
            </a:r>
            <a:r>
              <a:rPr lang="en-US" sz="3696" dirty="0" err="1">
                <a:solidFill>
                  <a:srgbClr val="000000"/>
                </a:solidFill>
                <a:latin typeface="Josefin Sans Regular"/>
              </a:rPr>
              <a:t>khả</a:t>
            </a:r>
            <a:r>
              <a:rPr lang="en-US" sz="3696" dirty="0">
                <a:solidFill>
                  <a:srgbClr val="000000"/>
                </a:solidFill>
                <a:latin typeface="Josefin Sans Regular"/>
              </a:rPr>
              <a:t> </a:t>
            </a:r>
            <a:r>
              <a:rPr lang="en-US" sz="3696" dirty="0" err="1">
                <a:solidFill>
                  <a:srgbClr val="000000"/>
                </a:solidFill>
                <a:latin typeface="Josefin Sans Regular"/>
              </a:rPr>
              <a:t>năng</a:t>
            </a:r>
            <a:r>
              <a:rPr lang="en-US" sz="3696" dirty="0">
                <a:solidFill>
                  <a:srgbClr val="000000"/>
                </a:solidFill>
                <a:latin typeface="Josefin Sans Regular"/>
              </a:rPr>
              <a:t> </a:t>
            </a:r>
            <a:r>
              <a:rPr lang="en-US" sz="3696" dirty="0" err="1">
                <a:solidFill>
                  <a:srgbClr val="000000"/>
                </a:solidFill>
                <a:latin typeface="Josefin Sans Regular"/>
              </a:rPr>
              <a:t>tiết</a:t>
            </a:r>
            <a:r>
              <a:rPr lang="en-US" sz="3696" dirty="0">
                <a:solidFill>
                  <a:srgbClr val="000000"/>
                </a:solidFill>
                <a:latin typeface="Josefin Sans Regular"/>
              </a:rPr>
              <a:t> </a:t>
            </a:r>
            <a:r>
              <a:rPr lang="en-US" sz="3696" dirty="0" err="1">
                <a:solidFill>
                  <a:srgbClr val="000000"/>
                </a:solidFill>
                <a:latin typeface="Josefin Sans Regular"/>
              </a:rPr>
              <a:t>kiệm</a:t>
            </a:r>
            <a:r>
              <a:rPr lang="en-US" sz="3696" dirty="0">
                <a:solidFill>
                  <a:srgbClr val="000000"/>
                </a:solidFill>
                <a:latin typeface="Josefin Sans Regular"/>
              </a:rPr>
              <a:t> </a:t>
            </a:r>
            <a:r>
              <a:rPr lang="en-US" sz="3696" dirty="0" err="1">
                <a:solidFill>
                  <a:srgbClr val="000000"/>
                </a:solidFill>
                <a:latin typeface="Josefin Sans Regular"/>
              </a:rPr>
              <a:t>điện</a:t>
            </a:r>
            <a:r>
              <a:rPr lang="en-US" sz="3696" dirty="0">
                <a:solidFill>
                  <a:srgbClr val="000000"/>
                </a:solidFill>
                <a:latin typeface="Josefin Sans Regular"/>
              </a:rPr>
              <a:t> </a:t>
            </a:r>
            <a:r>
              <a:rPr lang="en-US" sz="3696" dirty="0" err="1">
                <a:solidFill>
                  <a:srgbClr val="000000"/>
                </a:solidFill>
                <a:latin typeface="Josefin Sans Regular"/>
              </a:rPr>
              <a:t>nhằm</a:t>
            </a:r>
            <a:r>
              <a:rPr lang="en-US" sz="3696" dirty="0">
                <a:solidFill>
                  <a:srgbClr val="000000"/>
                </a:solidFill>
                <a:latin typeface="Josefin Sans Regular"/>
              </a:rPr>
              <a:t> </a:t>
            </a:r>
            <a:r>
              <a:rPr lang="en-US" sz="3696" dirty="0" err="1">
                <a:solidFill>
                  <a:srgbClr val="000000"/>
                </a:solidFill>
                <a:latin typeface="Josefin Sans Regular"/>
              </a:rPr>
              <a:t>tránh</a:t>
            </a:r>
            <a:r>
              <a:rPr lang="en-US" sz="3696" dirty="0">
                <a:solidFill>
                  <a:srgbClr val="000000"/>
                </a:solidFill>
                <a:latin typeface="Josefin Sans Regular"/>
              </a:rPr>
              <a:t> </a:t>
            </a:r>
            <a:r>
              <a:rPr lang="en-US" sz="3696" dirty="0" err="1">
                <a:solidFill>
                  <a:srgbClr val="000000"/>
                </a:solidFill>
                <a:latin typeface="Josefin Sans Regular"/>
              </a:rPr>
              <a:t>những</a:t>
            </a:r>
            <a:r>
              <a:rPr lang="en-US" sz="3696" dirty="0">
                <a:solidFill>
                  <a:srgbClr val="000000"/>
                </a:solidFill>
                <a:latin typeface="Josefin Sans Regular"/>
              </a:rPr>
              <a:t> </a:t>
            </a:r>
            <a:r>
              <a:rPr lang="en-US" sz="3696" dirty="0" err="1">
                <a:solidFill>
                  <a:srgbClr val="000000"/>
                </a:solidFill>
                <a:latin typeface="Josefin Sans Regular"/>
              </a:rPr>
              <a:t>hao</a:t>
            </a:r>
            <a:r>
              <a:rPr lang="en-US" sz="3696" dirty="0">
                <a:solidFill>
                  <a:srgbClr val="000000"/>
                </a:solidFill>
                <a:latin typeface="Josefin Sans Regular"/>
              </a:rPr>
              <a:t> </a:t>
            </a:r>
            <a:r>
              <a:rPr lang="en-US" sz="3696" dirty="0" err="1">
                <a:solidFill>
                  <a:srgbClr val="000000"/>
                </a:solidFill>
                <a:latin typeface="Josefin Sans Regular"/>
              </a:rPr>
              <a:t>phí</a:t>
            </a:r>
            <a:r>
              <a:rPr lang="en-US" sz="3696" dirty="0">
                <a:solidFill>
                  <a:srgbClr val="000000"/>
                </a:solidFill>
                <a:latin typeface="Josefin Sans Regular"/>
              </a:rPr>
              <a:t> </a:t>
            </a:r>
            <a:r>
              <a:rPr lang="en-US" sz="3696" dirty="0" err="1">
                <a:solidFill>
                  <a:srgbClr val="000000"/>
                </a:solidFill>
                <a:latin typeface="Josefin Sans Regular"/>
              </a:rPr>
              <a:t>không</a:t>
            </a:r>
            <a:r>
              <a:rPr lang="en-US" sz="3696" dirty="0">
                <a:solidFill>
                  <a:srgbClr val="000000"/>
                </a:solidFill>
                <a:latin typeface="Josefin Sans Regular"/>
              </a:rPr>
              <a:t> </a:t>
            </a:r>
            <a:r>
              <a:rPr lang="en-US" sz="3696" dirty="0" err="1">
                <a:solidFill>
                  <a:srgbClr val="000000"/>
                </a:solidFill>
                <a:latin typeface="Josefin Sans Regular"/>
              </a:rPr>
              <a:t>đáng</a:t>
            </a:r>
            <a:r>
              <a:rPr lang="en-US" sz="3696" dirty="0">
                <a:solidFill>
                  <a:srgbClr val="000000"/>
                </a:solidFill>
                <a:latin typeface="Josefin Sans Regular"/>
              </a:rPr>
              <a:t> </a:t>
            </a:r>
            <a:r>
              <a:rPr lang="en-US" sz="3696" dirty="0" err="1">
                <a:solidFill>
                  <a:srgbClr val="000000"/>
                </a:solidFill>
                <a:latin typeface="Josefin Sans Regular"/>
              </a:rPr>
              <a:t>khi</a:t>
            </a:r>
            <a:r>
              <a:rPr lang="en-US" sz="3696" dirty="0">
                <a:solidFill>
                  <a:srgbClr val="000000"/>
                </a:solidFill>
                <a:latin typeface="Josefin Sans Regular"/>
              </a:rPr>
              <a:t> </a:t>
            </a:r>
            <a:r>
              <a:rPr lang="en-US" sz="3696" dirty="0" err="1">
                <a:solidFill>
                  <a:srgbClr val="000000"/>
                </a:solidFill>
                <a:latin typeface="Josefin Sans Regular"/>
              </a:rPr>
              <a:t>sử</a:t>
            </a:r>
            <a:r>
              <a:rPr lang="en-US" sz="3696" dirty="0">
                <a:solidFill>
                  <a:srgbClr val="000000"/>
                </a:solidFill>
                <a:latin typeface="Josefin Sans Regular"/>
              </a:rPr>
              <a:t> </a:t>
            </a:r>
            <a:r>
              <a:rPr lang="en-US" sz="3696" dirty="0" err="1">
                <a:solidFill>
                  <a:srgbClr val="000000"/>
                </a:solidFill>
                <a:latin typeface="Josefin Sans Regular"/>
              </a:rPr>
              <a:t>dụng</a:t>
            </a:r>
            <a:r>
              <a:rPr lang="en-US" sz="3696" dirty="0">
                <a:solidFill>
                  <a:srgbClr val="000000"/>
                </a:solidFill>
                <a:latin typeface="Josefin Sans Regular"/>
              </a:rPr>
              <a:t>. </a:t>
            </a:r>
            <a:endParaRPr lang="vi-VN" sz="3696" dirty="0" smtClean="0">
              <a:solidFill>
                <a:srgbClr val="000000"/>
              </a:solidFill>
              <a:latin typeface="Josefin Sans Regular"/>
            </a:endParaRPr>
          </a:p>
          <a:p>
            <a:pPr>
              <a:lnSpc>
                <a:spcPts val="5175"/>
              </a:lnSpc>
            </a:pPr>
            <a:endParaRPr lang="vi-VN" sz="3696" dirty="0">
              <a:solidFill>
                <a:srgbClr val="000000"/>
              </a:solidFill>
              <a:latin typeface="Josefin Sans Regular"/>
            </a:endParaRPr>
          </a:p>
          <a:p>
            <a:pPr>
              <a:lnSpc>
                <a:spcPts val="5175"/>
              </a:lnSpc>
            </a:pPr>
            <a:r>
              <a:rPr lang="en-US" sz="3696" dirty="0" err="1" smtClean="0">
                <a:solidFill>
                  <a:srgbClr val="000000"/>
                </a:solidFill>
                <a:latin typeface="Josefin Sans Regular"/>
              </a:rPr>
              <a:t>Toàn</a:t>
            </a:r>
            <a:r>
              <a:rPr lang="en-US" sz="3696" dirty="0" smtClean="0">
                <a:solidFill>
                  <a:srgbClr val="000000"/>
                </a:solidFill>
                <a:latin typeface="Josefin Sans Regular"/>
              </a:rPr>
              <a:t> </a:t>
            </a:r>
            <a:r>
              <a:rPr lang="en-US" sz="3696" dirty="0" err="1">
                <a:solidFill>
                  <a:srgbClr val="000000"/>
                </a:solidFill>
                <a:latin typeface="Josefin Sans Regular"/>
              </a:rPr>
              <a:t>bộ</a:t>
            </a:r>
            <a:r>
              <a:rPr lang="en-US" sz="3696" dirty="0">
                <a:solidFill>
                  <a:srgbClr val="000000"/>
                </a:solidFill>
                <a:latin typeface="Josefin Sans Regular"/>
              </a:rPr>
              <a:t> </a:t>
            </a:r>
            <a:r>
              <a:rPr lang="en-US" sz="3696" dirty="0" err="1">
                <a:solidFill>
                  <a:srgbClr val="000000"/>
                </a:solidFill>
                <a:latin typeface="Josefin Sans Regular"/>
              </a:rPr>
              <a:t>thiết</a:t>
            </a:r>
            <a:r>
              <a:rPr lang="en-US" sz="3696" dirty="0">
                <a:solidFill>
                  <a:srgbClr val="000000"/>
                </a:solidFill>
                <a:latin typeface="Josefin Sans Regular"/>
              </a:rPr>
              <a:t> </a:t>
            </a:r>
            <a:r>
              <a:rPr lang="en-US" sz="3696" dirty="0" err="1">
                <a:solidFill>
                  <a:srgbClr val="000000"/>
                </a:solidFill>
                <a:latin typeface="Josefin Sans Regular"/>
              </a:rPr>
              <a:t>bị</a:t>
            </a:r>
            <a:r>
              <a:rPr lang="en-US" sz="3696" dirty="0">
                <a:solidFill>
                  <a:srgbClr val="000000"/>
                </a:solidFill>
                <a:latin typeface="Josefin Sans Regular"/>
              </a:rPr>
              <a:t> </a:t>
            </a:r>
            <a:r>
              <a:rPr lang="en-US" sz="3696" dirty="0" err="1">
                <a:solidFill>
                  <a:srgbClr val="000000"/>
                </a:solidFill>
                <a:latin typeface="Josefin Sans Regular"/>
              </a:rPr>
              <a:t>được</a:t>
            </a:r>
            <a:r>
              <a:rPr lang="en-US" sz="3696" dirty="0">
                <a:solidFill>
                  <a:srgbClr val="000000"/>
                </a:solidFill>
                <a:latin typeface="Josefin Sans Regular"/>
              </a:rPr>
              <a:t> </a:t>
            </a:r>
            <a:r>
              <a:rPr lang="en-US" sz="3696" dirty="0" err="1">
                <a:solidFill>
                  <a:srgbClr val="000000"/>
                </a:solidFill>
                <a:latin typeface="Josefin Sans Regular"/>
              </a:rPr>
              <a:t>kiểm</a:t>
            </a:r>
            <a:r>
              <a:rPr lang="en-US" sz="3696" dirty="0">
                <a:solidFill>
                  <a:srgbClr val="000000"/>
                </a:solidFill>
                <a:latin typeface="Josefin Sans Regular"/>
              </a:rPr>
              <a:t> </a:t>
            </a:r>
            <a:r>
              <a:rPr lang="en-US" sz="3696" dirty="0" err="1">
                <a:solidFill>
                  <a:srgbClr val="000000"/>
                </a:solidFill>
                <a:latin typeface="Josefin Sans Regular"/>
              </a:rPr>
              <a:t>soát</a:t>
            </a:r>
            <a:r>
              <a:rPr lang="en-US" sz="3696" dirty="0">
                <a:solidFill>
                  <a:srgbClr val="000000"/>
                </a:solidFill>
                <a:latin typeface="Josefin Sans Regular"/>
              </a:rPr>
              <a:t> </a:t>
            </a:r>
            <a:r>
              <a:rPr lang="en-US" sz="3696" dirty="0" err="1">
                <a:solidFill>
                  <a:srgbClr val="000000"/>
                </a:solidFill>
                <a:latin typeface="Josefin Sans Regular"/>
              </a:rPr>
              <a:t>bằng</a:t>
            </a:r>
            <a:r>
              <a:rPr lang="en-US" sz="3696" dirty="0">
                <a:solidFill>
                  <a:srgbClr val="000000"/>
                </a:solidFill>
                <a:latin typeface="Josefin Sans Regular"/>
              </a:rPr>
              <a:t> board </a:t>
            </a:r>
            <a:r>
              <a:rPr lang="en-US" sz="3696" dirty="0" err="1">
                <a:solidFill>
                  <a:srgbClr val="000000"/>
                </a:solidFill>
                <a:latin typeface="Josefin Sans Regular"/>
              </a:rPr>
              <a:t>mạch</a:t>
            </a:r>
            <a:r>
              <a:rPr lang="en-US" sz="3696" dirty="0">
                <a:solidFill>
                  <a:srgbClr val="000000"/>
                </a:solidFill>
                <a:latin typeface="Josefin Sans Regular"/>
              </a:rPr>
              <a:t> </a:t>
            </a:r>
            <a:r>
              <a:rPr lang="en-US" sz="3696" dirty="0" err="1">
                <a:solidFill>
                  <a:srgbClr val="000000"/>
                </a:solidFill>
                <a:latin typeface="Josefin Sans Regular"/>
              </a:rPr>
              <a:t>sử</a:t>
            </a:r>
            <a:r>
              <a:rPr lang="en-US" sz="3696" dirty="0">
                <a:solidFill>
                  <a:srgbClr val="000000"/>
                </a:solidFill>
                <a:latin typeface="Josefin Sans Regular"/>
              </a:rPr>
              <a:t> </a:t>
            </a:r>
            <a:r>
              <a:rPr lang="en-US" sz="3696" dirty="0" err="1">
                <a:solidFill>
                  <a:srgbClr val="000000"/>
                </a:solidFill>
                <a:latin typeface="Josefin Sans Regular"/>
              </a:rPr>
              <a:t>dụng</a:t>
            </a:r>
            <a:r>
              <a:rPr lang="en-US" sz="3696" dirty="0">
                <a:solidFill>
                  <a:srgbClr val="000000"/>
                </a:solidFill>
                <a:latin typeface="Josefin Sans Regular"/>
              </a:rPr>
              <a:t> </a:t>
            </a:r>
            <a:r>
              <a:rPr lang="en-US" sz="3696" dirty="0" err="1">
                <a:solidFill>
                  <a:srgbClr val="000000"/>
                </a:solidFill>
                <a:latin typeface="Josefin Sans Regular"/>
              </a:rPr>
              <a:t>công</a:t>
            </a:r>
            <a:r>
              <a:rPr lang="en-US" sz="3696" dirty="0">
                <a:solidFill>
                  <a:srgbClr val="000000"/>
                </a:solidFill>
                <a:latin typeface="Josefin Sans Regular"/>
              </a:rPr>
              <a:t> </a:t>
            </a:r>
            <a:r>
              <a:rPr lang="en-US" sz="3696" dirty="0" err="1">
                <a:solidFill>
                  <a:srgbClr val="000000"/>
                </a:solidFill>
                <a:latin typeface="Josefin Sans Regular"/>
              </a:rPr>
              <a:t>nghệ</a:t>
            </a:r>
            <a:r>
              <a:rPr lang="en-US" sz="3696" dirty="0">
                <a:solidFill>
                  <a:srgbClr val="000000"/>
                </a:solidFill>
                <a:latin typeface="Josefin Sans Regular"/>
              </a:rPr>
              <a:t> </a:t>
            </a:r>
            <a:r>
              <a:rPr lang="en-US" sz="3696" dirty="0" err="1">
                <a:solidFill>
                  <a:srgbClr val="000000"/>
                </a:solidFill>
                <a:latin typeface="Josefin Sans Regular"/>
              </a:rPr>
              <a:t>biến</a:t>
            </a:r>
            <a:r>
              <a:rPr lang="en-US" sz="3696" dirty="0">
                <a:solidFill>
                  <a:srgbClr val="000000"/>
                </a:solidFill>
                <a:latin typeface="Josefin Sans Regular"/>
              </a:rPr>
              <a:t> </a:t>
            </a:r>
            <a:r>
              <a:rPr lang="vi-VN" sz="3696" dirty="0" smtClean="0">
                <a:solidFill>
                  <a:srgbClr val="000000"/>
                </a:solidFill>
                <a:latin typeface="Josefin Sans Regular"/>
              </a:rPr>
              <a:t>tầng.</a:t>
            </a:r>
            <a:endParaRPr lang="en-US" sz="3696" dirty="0">
              <a:solidFill>
                <a:srgbClr val="000000"/>
              </a:solidFill>
              <a:latin typeface="Josefin Sans Regular"/>
            </a:endParaRPr>
          </a:p>
        </p:txBody>
      </p:sp>
      <p:sp>
        <p:nvSpPr>
          <p:cNvPr id="6" name="TextBox 6"/>
          <p:cNvSpPr txBox="1"/>
          <p:nvPr/>
        </p:nvSpPr>
        <p:spPr>
          <a:xfrm>
            <a:off x="1143000" y="8010767"/>
            <a:ext cx="12273662" cy="2462213"/>
          </a:xfrm>
          <a:prstGeom prst="rect">
            <a:avLst/>
          </a:prstGeom>
        </p:spPr>
        <p:txBody>
          <a:bodyPr lIns="0" tIns="0" rIns="0" bIns="0" rtlCol="0" anchor="t">
            <a:spAutoFit/>
          </a:bodyPr>
          <a:lstStyle/>
          <a:p>
            <a:pPr>
              <a:lnSpc>
                <a:spcPts val="4759"/>
              </a:lnSpc>
            </a:pPr>
            <a:r>
              <a:rPr lang="vi-VN" sz="3399" dirty="0">
                <a:solidFill>
                  <a:srgbClr val="000000"/>
                </a:solidFill>
                <a:latin typeface="Josefin Sans Regular"/>
              </a:rPr>
              <a:t> </a:t>
            </a:r>
            <a:r>
              <a:rPr lang="en-US" sz="3399" dirty="0" err="1" smtClean="0">
                <a:solidFill>
                  <a:srgbClr val="000000"/>
                </a:solidFill>
                <a:latin typeface="Josefin Sans Regular"/>
              </a:rPr>
              <a:t>Nói</a:t>
            </a:r>
            <a:r>
              <a:rPr lang="en-US" sz="3399" dirty="0" smtClean="0">
                <a:solidFill>
                  <a:srgbClr val="000000"/>
                </a:solidFill>
                <a:latin typeface="Josefin Sans Regular"/>
              </a:rPr>
              <a:t> </a:t>
            </a:r>
            <a:r>
              <a:rPr lang="en-US" sz="3399" dirty="0" err="1">
                <a:solidFill>
                  <a:srgbClr val="000000"/>
                </a:solidFill>
                <a:latin typeface="Josefin Sans Regular"/>
              </a:rPr>
              <a:t>chính</a:t>
            </a:r>
            <a:r>
              <a:rPr lang="en-US" sz="3399" dirty="0">
                <a:solidFill>
                  <a:srgbClr val="000000"/>
                </a:solidFill>
                <a:latin typeface="Josefin Sans Regular"/>
              </a:rPr>
              <a:t> </a:t>
            </a:r>
            <a:r>
              <a:rPr lang="en-US" sz="3399" dirty="0" err="1">
                <a:solidFill>
                  <a:srgbClr val="000000"/>
                </a:solidFill>
                <a:latin typeface="Josefin Sans Regular"/>
              </a:rPr>
              <a:t>xác</a:t>
            </a:r>
            <a:r>
              <a:rPr lang="en-US" sz="3399" dirty="0">
                <a:solidFill>
                  <a:srgbClr val="000000"/>
                </a:solidFill>
                <a:latin typeface="Josefin Sans Regular"/>
              </a:rPr>
              <a:t> </a:t>
            </a:r>
            <a:r>
              <a:rPr lang="en-US" sz="3399" dirty="0" err="1">
                <a:solidFill>
                  <a:srgbClr val="000000"/>
                </a:solidFill>
                <a:latin typeface="Josefin Sans Regular"/>
              </a:rPr>
              <a:t>hơn</a:t>
            </a:r>
            <a:r>
              <a:rPr lang="en-US" sz="3399" dirty="0">
                <a:solidFill>
                  <a:srgbClr val="000000"/>
                </a:solidFill>
                <a:latin typeface="Josefin Sans Regular"/>
              </a:rPr>
              <a:t> </a:t>
            </a:r>
            <a:r>
              <a:rPr lang="en-US" sz="3399" dirty="0" err="1">
                <a:solidFill>
                  <a:srgbClr val="000000"/>
                </a:solidFill>
                <a:latin typeface="Josefin Sans Regular"/>
              </a:rPr>
              <a:t>là</a:t>
            </a:r>
            <a:r>
              <a:rPr lang="en-US" sz="3399" dirty="0">
                <a:solidFill>
                  <a:srgbClr val="000000"/>
                </a:solidFill>
                <a:latin typeface="Josefin Sans Regular"/>
              </a:rPr>
              <a:t> board </a:t>
            </a:r>
            <a:r>
              <a:rPr lang="en-US" sz="3399" dirty="0" err="1">
                <a:solidFill>
                  <a:srgbClr val="000000"/>
                </a:solidFill>
                <a:latin typeface="Josefin Sans Regular"/>
              </a:rPr>
              <a:t>mạch</a:t>
            </a:r>
            <a:r>
              <a:rPr lang="en-US" sz="3399" dirty="0">
                <a:solidFill>
                  <a:srgbClr val="000000"/>
                </a:solidFill>
                <a:latin typeface="Josefin Sans Regular"/>
              </a:rPr>
              <a:t> </a:t>
            </a:r>
            <a:r>
              <a:rPr lang="en-US" sz="3399" dirty="0" err="1">
                <a:solidFill>
                  <a:srgbClr val="000000"/>
                </a:solidFill>
                <a:latin typeface="Josefin Sans Regular"/>
              </a:rPr>
              <a:t>điều</a:t>
            </a:r>
            <a:r>
              <a:rPr lang="en-US" sz="3399" dirty="0">
                <a:solidFill>
                  <a:srgbClr val="000000"/>
                </a:solidFill>
                <a:latin typeface="Josefin Sans Regular"/>
              </a:rPr>
              <a:t> </a:t>
            </a:r>
            <a:r>
              <a:rPr lang="en-US" sz="3399" dirty="0" err="1">
                <a:solidFill>
                  <a:srgbClr val="000000"/>
                </a:solidFill>
                <a:latin typeface="Josefin Sans Regular"/>
              </a:rPr>
              <a:t>khiển</a:t>
            </a:r>
            <a:r>
              <a:rPr lang="en-US" sz="3399" dirty="0">
                <a:solidFill>
                  <a:srgbClr val="000000"/>
                </a:solidFill>
                <a:latin typeface="Josefin Sans Regular"/>
              </a:rPr>
              <a:t> </a:t>
            </a:r>
            <a:r>
              <a:rPr lang="en-US" sz="3399" dirty="0" err="1">
                <a:solidFill>
                  <a:srgbClr val="000000"/>
                </a:solidFill>
                <a:latin typeface="Josefin Sans Regular"/>
              </a:rPr>
              <a:t>tầng</a:t>
            </a:r>
            <a:r>
              <a:rPr lang="en-US" sz="3399" dirty="0">
                <a:solidFill>
                  <a:srgbClr val="000000"/>
                </a:solidFill>
                <a:latin typeface="Josefin Sans Regular"/>
              </a:rPr>
              <a:t> </a:t>
            </a:r>
            <a:r>
              <a:rPr lang="en-US" sz="3399" dirty="0" err="1">
                <a:solidFill>
                  <a:srgbClr val="000000"/>
                </a:solidFill>
                <a:latin typeface="Josefin Sans Regular"/>
              </a:rPr>
              <a:t>số</a:t>
            </a:r>
            <a:r>
              <a:rPr lang="en-US" sz="3399" dirty="0">
                <a:solidFill>
                  <a:srgbClr val="000000"/>
                </a:solidFill>
                <a:latin typeface="Josefin Sans Regular"/>
              </a:rPr>
              <a:t> Hz (50Hz – 60Hz) ở </a:t>
            </a:r>
            <a:r>
              <a:rPr lang="en-US" sz="3399" dirty="0" err="1">
                <a:solidFill>
                  <a:srgbClr val="000000"/>
                </a:solidFill>
                <a:latin typeface="Josefin Sans Regular"/>
              </a:rPr>
              <a:t>mức</a:t>
            </a:r>
            <a:r>
              <a:rPr lang="en-US" sz="3399" dirty="0">
                <a:solidFill>
                  <a:srgbClr val="000000"/>
                </a:solidFill>
                <a:latin typeface="Josefin Sans Regular"/>
              </a:rPr>
              <a:t> </a:t>
            </a:r>
            <a:r>
              <a:rPr lang="en-US" sz="3399" dirty="0" err="1">
                <a:solidFill>
                  <a:srgbClr val="000000"/>
                </a:solidFill>
                <a:latin typeface="Josefin Sans Regular"/>
              </a:rPr>
              <a:t>dao</a:t>
            </a:r>
            <a:r>
              <a:rPr lang="en-US" sz="3399" dirty="0">
                <a:solidFill>
                  <a:srgbClr val="000000"/>
                </a:solidFill>
                <a:latin typeface="Josefin Sans Regular"/>
              </a:rPr>
              <a:t> </a:t>
            </a:r>
            <a:r>
              <a:rPr lang="en-US" sz="3399" dirty="0" err="1">
                <a:solidFill>
                  <a:srgbClr val="000000"/>
                </a:solidFill>
                <a:latin typeface="Josefin Sans Regular"/>
              </a:rPr>
              <a:t>động</a:t>
            </a:r>
            <a:r>
              <a:rPr lang="en-US" sz="3399" dirty="0">
                <a:solidFill>
                  <a:srgbClr val="000000"/>
                </a:solidFill>
                <a:latin typeface="Josefin Sans Regular"/>
              </a:rPr>
              <a:t> </a:t>
            </a:r>
            <a:r>
              <a:rPr lang="en-US" sz="3399" dirty="0" err="1">
                <a:solidFill>
                  <a:srgbClr val="000000"/>
                </a:solidFill>
                <a:latin typeface="Josefin Sans Regular"/>
              </a:rPr>
              <a:t>từ</a:t>
            </a:r>
            <a:r>
              <a:rPr lang="en-US" sz="3399" dirty="0">
                <a:solidFill>
                  <a:srgbClr val="000000"/>
                </a:solidFill>
                <a:latin typeface="Josefin Sans Regular"/>
              </a:rPr>
              <a:t> 30-90% </a:t>
            </a:r>
            <a:r>
              <a:rPr lang="en-US" sz="3399" dirty="0" err="1">
                <a:solidFill>
                  <a:srgbClr val="000000"/>
                </a:solidFill>
                <a:latin typeface="Josefin Sans Regular"/>
              </a:rPr>
              <a:t>khả</a:t>
            </a:r>
            <a:r>
              <a:rPr lang="en-US" sz="3399" dirty="0">
                <a:solidFill>
                  <a:srgbClr val="000000"/>
                </a:solidFill>
                <a:latin typeface="Josefin Sans Regular"/>
              </a:rPr>
              <a:t> </a:t>
            </a:r>
            <a:r>
              <a:rPr lang="en-US" sz="3399" dirty="0" err="1">
                <a:solidFill>
                  <a:srgbClr val="000000"/>
                </a:solidFill>
                <a:latin typeface="Josefin Sans Regular"/>
              </a:rPr>
              <a:t>năng</a:t>
            </a:r>
            <a:r>
              <a:rPr lang="en-US" sz="3399" dirty="0">
                <a:solidFill>
                  <a:srgbClr val="000000"/>
                </a:solidFill>
                <a:latin typeface="Josefin Sans Regular"/>
              </a:rPr>
              <a:t> </a:t>
            </a:r>
            <a:r>
              <a:rPr lang="en-US" sz="3399" dirty="0" err="1">
                <a:solidFill>
                  <a:srgbClr val="000000"/>
                </a:solidFill>
                <a:latin typeface="Josefin Sans Regular"/>
              </a:rPr>
              <a:t>vận</a:t>
            </a:r>
            <a:r>
              <a:rPr lang="en-US" sz="3399" dirty="0">
                <a:solidFill>
                  <a:srgbClr val="000000"/>
                </a:solidFill>
                <a:latin typeface="Josefin Sans Regular"/>
              </a:rPr>
              <a:t> </a:t>
            </a:r>
            <a:r>
              <a:rPr lang="en-US" sz="3399" dirty="0" err="1">
                <a:solidFill>
                  <a:srgbClr val="000000"/>
                </a:solidFill>
                <a:latin typeface="Josefin Sans Regular"/>
              </a:rPr>
              <a:t>hành</a:t>
            </a:r>
            <a:r>
              <a:rPr lang="en-US" sz="3399" dirty="0">
                <a:solidFill>
                  <a:srgbClr val="000000"/>
                </a:solidFill>
                <a:latin typeface="Josefin Sans Regular"/>
              </a:rPr>
              <a:t> </a:t>
            </a:r>
            <a:r>
              <a:rPr lang="en-US" sz="3399" dirty="0" err="1">
                <a:solidFill>
                  <a:srgbClr val="000000"/>
                </a:solidFill>
                <a:latin typeface="Josefin Sans Regular"/>
              </a:rPr>
              <a:t>của</a:t>
            </a:r>
            <a:r>
              <a:rPr lang="en-US" sz="3399" dirty="0">
                <a:solidFill>
                  <a:srgbClr val="000000"/>
                </a:solidFill>
                <a:latin typeface="Josefin Sans Regular"/>
              </a:rPr>
              <a:t> </a:t>
            </a:r>
            <a:r>
              <a:rPr lang="en-US" sz="3399" dirty="0" err="1">
                <a:solidFill>
                  <a:srgbClr val="000000"/>
                </a:solidFill>
                <a:latin typeface="Josefin Sans Regular"/>
              </a:rPr>
              <a:t>máy</a:t>
            </a:r>
            <a:r>
              <a:rPr lang="en-US" sz="3399" dirty="0">
                <a:solidFill>
                  <a:srgbClr val="000000"/>
                </a:solidFill>
                <a:latin typeface="Josefin Sans Regular"/>
              </a:rPr>
              <a:t>. </a:t>
            </a:r>
          </a:p>
          <a:p>
            <a:pPr>
              <a:lnSpc>
                <a:spcPts val="4759"/>
              </a:lnSpc>
            </a:pPr>
            <a:endParaRPr lang="en-US" sz="3399" dirty="0">
              <a:solidFill>
                <a:srgbClr val="000000"/>
              </a:solidFill>
              <a:latin typeface="Josefin Sans Regular"/>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stretch>
            <a:fillRect/>
          </a:stretch>
        </p:blipFill>
        <p:spPr>
          <a:xfrm>
            <a:off x="-72887" y="-10091"/>
            <a:ext cx="18440399" cy="11430000"/>
          </a:xfrm>
          <a:prstGeom prst="rect">
            <a:avLst/>
          </a:prstGeom>
        </p:spPr>
      </p:pic>
      <p:sp>
        <p:nvSpPr>
          <p:cNvPr id="2" name="TextBox 2"/>
          <p:cNvSpPr txBox="1"/>
          <p:nvPr/>
        </p:nvSpPr>
        <p:spPr>
          <a:xfrm>
            <a:off x="2551907" y="528002"/>
            <a:ext cx="12273662" cy="953135"/>
          </a:xfrm>
          <a:prstGeom prst="rect">
            <a:avLst/>
          </a:prstGeom>
        </p:spPr>
        <p:txBody>
          <a:bodyPr lIns="0" tIns="0" rIns="0" bIns="0" rtlCol="0" anchor="t">
            <a:spAutoFit/>
          </a:bodyPr>
          <a:lstStyle/>
          <a:p>
            <a:pPr algn="ctr">
              <a:lnSpc>
                <a:spcPts val="7839"/>
              </a:lnSpc>
            </a:pPr>
            <a:endParaRPr lang="en-US" sz="5599" dirty="0">
              <a:solidFill>
                <a:srgbClr val="000000"/>
              </a:solidFill>
              <a:latin typeface="Caudex Bold"/>
            </a:endParaRPr>
          </a:p>
        </p:txBody>
      </p:sp>
      <p:sp>
        <p:nvSpPr>
          <p:cNvPr id="3" name="TextBox 3"/>
          <p:cNvSpPr txBox="1"/>
          <p:nvPr/>
        </p:nvSpPr>
        <p:spPr>
          <a:xfrm>
            <a:off x="0" y="1091033"/>
            <a:ext cx="3047405" cy="688975"/>
          </a:xfrm>
          <a:prstGeom prst="rect">
            <a:avLst/>
          </a:prstGeom>
        </p:spPr>
        <p:txBody>
          <a:bodyPr lIns="0" tIns="0" rIns="0" bIns="0" rtlCol="0" anchor="t">
            <a:spAutoFit/>
          </a:bodyPr>
          <a:lstStyle/>
          <a:p>
            <a:pPr marL="863596" lvl="1" indent="-431798" algn="ctr">
              <a:lnSpc>
                <a:spcPts val="5599"/>
              </a:lnSpc>
              <a:buFont typeface="Arial"/>
              <a:buChar char="•"/>
            </a:pPr>
            <a:r>
              <a:rPr lang="en-US" sz="3999" dirty="0" err="1">
                <a:solidFill>
                  <a:srgbClr val="000000"/>
                </a:solidFill>
                <a:latin typeface="Josefin Sans Regular"/>
              </a:rPr>
              <a:t>Ưu</a:t>
            </a:r>
            <a:r>
              <a:rPr lang="en-US" sz="3999" dirty="0">
                <a:solidFill>
                  <a:srgbClr val="000000"/>
                </a:solidFill>
                <a:latin typeface="Josefin Sans Regular"/>
              </a:rPr>
              <a:t> </a:t>
            </a:r>
            <a:r>
              <a:rPr lang="en-US" sz="3999" dirty="0" err="1">
                <a:solidFill>
                  <a:srgbClr val="000000"/>
                </a:solidFill>
                <a:latin typeface="Josefin Sans Regular"/>
              </a:rPr>
              <a:t>điểm</a:t>
            </a:r>
            <a:r>
              <a:rPr lang="en-US" sz="3999" dirty="0">
                <a:solidFill>
                  <a:srgbClr val="000000"/>
                </a:solidFill>
                <a:latin typeface="Josefin Sans Regular"/>
              </a:rPr>
              <a:t>: </a:t>
            </a:r>
          </a:p>
        </p:txBody>
      </p:sp>
      <p:sp>
        <p:nvSpPr>
          <p:cNvPr id="4" name="TextBox 4"/>
          <p:cNvSpPr txBox="1"/>
          <p:nvPr/>
        </p:nvSpPr>
        <p:spPr>
          <a:xfrm>
            <a:off x="355449" y="2229846"/>
            <a:ext cx="7903917" cy="3077766"/>
          </a:xfrm>
          <a:prstGeom prst="rect">
            <a:avLst/>
          </a:prstGeom>
        </p:spPr>
        <p:txBody>
          <a:bodyPr wrap="square" lIns="0" tIns="0" rIns="0" bIns="0" rtlCol="0" anchor="t">
            <a:spAutoFit/>
          </a:bodyPr>
          <a:lstStyle/>
          <a:p>
            <a:pPr>
              <a:lnSpc>
                <a:spcPts val="4759"/>
              </a:lnSpc>
            </a:pPr>
            <a:r>
              <a:rPr lang="vi-VN" sz="3399" dirty="0">
                <a:solidFill>
                  <a:srgbClr val="000000"/>
                </a:solidFill>
                <a:latin typeface="Josefin Sans Regular"/>
              </a:rPr>
              <a:t> </a:t>
            </a:r>
            <a:r>
              <a:rPr lang="vi-VN" sz="3399" dirty="0" smtClean="0">
                <a:solidFill>
                  <a:srgbClr val="000000"/>
                </a:solidFill>
                <a:latin typeface="Josefin Sans Regular"/>
              </a:rPr>
              <a:t>   </a:t>
            </a:r>
            <a:r>
              <a:rPr lang="en-US" sz="3399" dirty="0" err="1" smtClean="0">
                <a:solidFill>
                  <a:srgbClr val="000000"/>
                </a:solidFill>
                <a:latin typeface="Josefin Sans Regular"/>
              </a:rPr>
              <a:t>Tiết</a:t>
            </a:r>
            <a:r>
              <a:rPr lang="en-US" sz="3399" dirty="0" smtClean="0">
                <a:solidFill>
                  <a:srgbClr val="000000"/>
                </a:solidFill>
                <a:latin typeface="Josefin Sans Regular"/>
              </a:rPr>
              <a:t> </a:t>
            </a:r>
            <a:r>
              <a:rPr lang="en-US" sz="3399" dirty="0" err="1">
                <a:solidFill>
                  <a:srgbClr val="000000"/>
                </a:solidFill>
                <a:latin typeface="Josefin Sans Regular"/>
              </a:rPr>
              <a:t>kiệm</a:t>
            </a:r>
            <a:r>
              <a:rPr lang="en-US" sz="3399" dirty="0">
                <a:solidFill>
                  <a:srgbClr val="000000"/>
                </a:solidFill>
                <a:latin typeface="Josefin Sans Regular"/>
              </a:rPr>
              <a:t> </a:t>
            </a:r>
            <a:r>
              <a:rPr lang="en-US" sz="3399" dirty="0" err="1" smtClean="0">
                <a:solidFill>
                  <a:srgbClr val="000000"/>
                </a:solidFill>
                <a:latin typeface="Josefin Sans Regular"/>
              </a:rPr>
              <a:t>điện</a:t>
            </a:r>
            <a:r>
              <a:rPr lang="en-US" sz="3399" dirty="0" smtClean="0">
                <a:solidFill>
                  <a:srgbClr val="000000"/>
                </a:solidFill>
                <a:latin typeface="Josefin Sans Regular"/>
              </a:rPr>
              <a:t>: </a:t>
            </a:r>
            <a:r>
              <a:rPr lang="en-US" sz="3399" dirty="0" err="1" smtClean="0">
                <a:solidFill>
                  <a:srgbClr val="000000"/>
                </a:solidFill>
                <a:latin typeface="Josefin Sans Regular"/>
              </a:rPr>
              <a:t>Mức</a:t>
            </a:r>
            <a:r>
              <a:rPr lang="en-US" sz="3399" dirty="0" smtClean="0">
                <a:solidFill>
                  <a:srgbClr val="000000"/>
                </a:solidFill>
                <a:latin typeface="Josefin Sans Regular"/>
              </a:rPr>
              <a:t> </a:t>
            </a:r>
            <a:r>
              <a:rPr lang="en-US" sz="3399" dirty="0" err="1">
                <a:solidFill>
                  <a:srgbClr val="000000"/>
                </a:solidFill>
                <a:latin typeface="Josefin Sans Regular"/>
              </a:rPr>
              <a:t>tiết</a:t>
            </a:r>
            <a:r>
              <a:rPr lang="en-US" sz="3399" dirty="0">
                <a:solidFill>
                  <a:srgbClr val="000000"/>
                </a:solidFill>
                <a:latin typeface="Josefin Sans Regular"/>
              </a:rPr>
              <a:t> </a:t>
            </a:r>
            <a:r>
              <a:rPr lang="en-US" sz="3399" dirty="0" err="1">
                <a:solidFill>
                  <a:srgbClr val="000000"/>
                </a:solidFill>
                <a:latin typeface="Josefin Sans Regular"/>
              </a:rPr>
              <a:t>kiệm</a:t>
            </a:r>
            <a:r>
              <a:rPr lang="en-US" sz="3399" dirty="0">
                <a:solidFill>
                  <a:srgbClr val="000000"/>
                </a:solidFill>
                <a:latin typeface="Josefin Sans Regular"/>
              </a:rPr>
              <a:t> </a:t>
            </a:r>
            <a:r>
              <a:rPr lang="en-US" sz="3399" dirty="0" err="1">
                <a:solidFill>
                  <a:srgbClr val="000000"/>
                </a:solidFill>
                <a:latin typeface="Josefin Sans Regular"/>
              </a:rPr>
              <a:t>điện</a:t>
            </a:r>
            <a:r>
              <a:rPr lang="en-US" sz="3399" dirty="0">
                <a:solidFill>
                  <a:srgbClr val="000000"/>
                </a:solidFill>
                <a:latin typeface="Josefin Sans Regular"/>
              </a:rPr>
              <a:t> </a:t>
            </a:r>
            <a:r>
              <a:rPr lang="en-US" sz="3399" dirty="0" err="1">
                <a:solidFill>
                  <a:srgbClr val="000000"/>
                </a:solidFill>
                <a:latin typeface="Josefin Sans Regular"/>
              </a:rPr>
              <a:t>dao</a:t>
            </a:r>
            <a:r>
              <a:rPr lang="en-US" sz="3399" dirty="0">
                <a:solidFill>
                  <a:srgbClr val="000000"/>
                </a:solidFill>
                <a:latin typeface="Josefin Sans Regular"/>
              </a:rPr>
              <a:t> </a:t>
            </a:r>
            <a:r>
              <a:rPr lang="en-US" sz="3399" dirty="0" err="1">
                <a:solidFill>
                  <a:srgbClr val="000000"/>
                </a:solidFill>
                <a:latin typeface="Josefin Sans Regular"/>
              </a:rPr>
              <a:t>động</a:t>
            </a:r>
            <a:r>
              <a:rPr lang="en-US" sz="3399" dirty="0">
                <a:solidFill>
                  <a:srgbClr val="000000"/>
                </a:solidFill>
                <a:latin typeface="Josefin Sans Regular"/>
              </a:rPr>
              <a:t> </a:t>
            </a:r>
            <a:r>
              <a:rPr lang="en-US" sz="3399" dirty="0" err="1">
                <a:solidFill>
                  <a:srgbClr val="000000"/>
                </a:solidFill>
                <a:latin typeface="Josefin Sans Regular"/>
              </a:rPr>
              <a:t>từ</a:t>
            </a:r>
            <a:r>
              <a:rPr lang="en-US" sz="3399" dirty="0">
                <a:solidFill>
                  <a:srgbClr val="000000"/>
                </a:solidFill>
                <a:latin typeface="Josefin Sans Regular"/>
              </a:rPr>
              <a:t> 30 – 90% </a:t>
            </a:r>
            <a:r>
              <a:rPr lang="en-US" sz="3399" dirty="0" err="1">
                <a:solidFill>
                  <a:srgbClr val="000000"/>
                </a:solidFill>
                <a:latin typeface="Josefin Sans Regular"/>
              </a:rPr>
              <a:t>điện</a:t>
            </a:r>
            <a:r>
              <a:rPr lang="en-US" sz="3399" dirty="0">
                <a:solidFill>
                  <a:srgbClr val="000000"/>
                </a:solidFill>
                <a:latin typeface="Josefin Sans Regular"/>
              </a:rPr>
              <a:t> </a:t>
            </a:r>
            <a:r>
              <a:rPr lang="en-US" sz="3399" dirty="0" err="1">
                <a:solidFill>
                  <a:srgbClr val="000000"/>
                </a:solidFill>
                <a:latin typeface="Josefin Sans Regular"/>
              </a:rPr>
              <a:t>năng</a:t>
            </a:r>
            <a:r>
              <a:rPr lang="en-US" sz="3399" dirty="0">
                <a:solidFill>
                  <a:srgbClr val="000000"/>
                </a:solidFill>
                <a:latin typeface="Josefin Sans Regular"/>
              </a:rPr>
              <a:t> so </a:t>
            </a:r>
            <a:r>
              <a:rPr lang="en-US" sz="3399" dirty="0" err="1">
                <a:solidFill>
                  <a:srgbClr val="000000"/>
                </a:solidFill>
                <a:latin typeface="Josefin Sans Regular"/>
              </a:rPr>
              <a:t>với</a:t>
            </a:r>
            <a:r>
              <a:rPr lang="en-US" sz="3399" dirty="0">
                <a:solidFill>
                  <a:srgbClr val="000000"/>
                </a:solidFill>
                <a:latin typeface="Josefin Sans Regular"/>
              </a:rPr>
              <a:t> </a:t>
            </a:r>
            <a:r>
              <a:rPr lang="en-US" sz="3399" dirty="0" err="1">
                <a:solidFill>
                  <a:srgbClr val="000000"/>
                </a:solidFill>
                <a:latin typeface="Josefin Sans Regular"/>
              </a:rPr>
              <a:t>loại</a:t>
            </a:r>
            <a:r>
              <a:rPr lang="en-US" sz="3399" dirty="0">
                <a:solidFill>
                  <a:srgbClr val="000000"/>
                </a:solidFill>
                <a:latin typeface="Josefin Sans Regular"/>
              </a:rPr>
              <a:t> </a:t>
            </a:r>
            <a:r>
              <a:rPr lang="en-US" sz="3399" dirty="0" err="1">
                <a:solidFill>
                  <a:srgbClr val="000000"/>
                </a:solidFill>
                <a:latin typeface="Josefin Sans Regular"/>
              </a:rPr>
              <a:t>máy</a:t>
            </a:r>
            <a:r>
              <a:rPr lang="en-US" sz="3399" dirty="0">
                <a:solidFill>
                  <a:srgbClr val="000000"/>
                </a:solidFill>
                <a:latin typeface="Josefin Sans Regular"/>
              </a:rPr>
              <a:t> </a:t>
            </a:r>
            <a:r>
              <a:rPr lang="en-US" sz="3399" dirty="0" err="1">
                <a:solidFill>
                  <a:srgbClr val="000000"/>
                </a:solidFill>
                <a:latin typeface="Josefin Sans Regular"/>
              </a:rPr>
              <a:t>cùng</a:t>
            </a:r>
            <a:r>
              <a:rPr lang="en-US" sz="3399" dirty="0">
                <a:solidFill>
                  <a:srgbClr val="000000"/>
                </a:solidFill>
                <a:latin typeface="Josefin Sans Regular"/>
              </a:rPr>
              <a:t> </a:t>
            </a:r>
            <a:r>
              <a:rPr lang="en-US" sz="3399" dirty="0" err="1">
                <a:solidFill>
                  <a:srgbClr val="000000"/>
                </a:solidFill>
                <a:latin typeface="Josefin Sans Regular"/>
              </a:rPr>
              <a:t>công</a:t>
            </a:r>
            <a:r>
              <a:rPr lang="en-US" sz="3399" dirty="0">
                <a:solidFill>
                  <a:srgbClr val="000000"/>
                </a:solidFill>
                <a:latin typeface="Josefin Sans Regular"/>
              </a:rPr>
              <a:t> </a:t>
            </a:r>
            <a:r>
              <a:rPr lang="en-US" sz="3399" dirty="0" err="1">
                <a:solidFill>
                  <a:srgbClr val="000000"/>
                </a:solidFill>
                <a:latin typeface="Josefin Sans Regular"/>
              </a:rPr>
              <a:t>suất</a:t>
            </a:r>
            <a:r>
              <a:rPr lang="en-US" sz="3399" dirty="0">
                <a:solidFill>
                  <a:srgbClr val="000000"/>
                </a:solidFill>
                <a:latin typeface="Josefin Sans Regular"/>
              </a:rPr>
              <a:t> </a:t>
            </a:r>
            <a:r>
              <a:rPr lang="en-US" sz="3399" dirty="0" err="1">
                <a:solidFill>
                  <a:srgbClr val="000000"/>
                </a:solidFill>
                <a:latin typeface="Josefin Sans Regular"/>
              </a:rPr>
              <a:t>nhưng</a:t>
            </a:r>
            <a:r>
              <a:rPr lang="en-US" sz="3399" dirty="0">
                <a:solidFill>
                  <a:srgbClr val="000000"/>
                </a:solidFill>
                <a:latin typeface="Josefin Sans Regular"/>
              </a:rPr>
              <a:t> </a:t>
            </a:r>
            <a:r>
              <a:rPr lang="vi-VN" sz="3399" dirty="0" smtClean="0">
                <a:solidFill>
                  <a:srgbClr val="000000"/>
                </a:solidFill>
                <a:latin typeface="Josefin Sans Regular"/>
              </a:rPr>
              <a:t>không</a:t>
            </a:r>
            <a:r>
              <a:rPr lang="en-US" sz="3399" dirty="0" smtClean="0">
                <a:solidFill>
                  <a:srgbClr val="000000"/>
                </a:solidFill>
                <a:latin typeface="Josefin Sans Regular"/>
              </a:rPr>
              <a:t> </a:t>
            </a:r>
            <a:r>
              <a:rPr lang="en-US" sz="3399" dirty="0" err="1">
                <a:solidFill>
                  <a:srgbClr val="000000"/>
                </a:solidFill>
                <a:latin typeface="Josefin Sans Regular"/>
              </a:rPr>
              <a:t>có</a:t>
            </a:r>
            <a:r>
              <a:rPr lang="en-US" sz="3399" dirty="0">
                <a:solidFill>
                  <a:srgbClr val="000000"/>
                </a:solidFill>
                <a:latin typeface="Josefin Sans Regular"/>
              </a:rPr>
              <a:t> </a:t>
            </a:r>
            <a:r>
              <a:rPr lang="en-US" sz="3399" dirty="0" err="1">
                <a:solidFill>
                  <a:srgbClr val="000000"/>
                </a:solidFill>
                <a:latin typeface="Josefin Sans Regular"/>
              </a:rPr>
              <a:t>khả</a:t>
            </a:r>
            <a:r>
              <a:rPr lang="en-US" sz="3399" dirty="0">
                <a:solidFill>
                  <a:srgbClr val="000000"/>
                </a:solidFill>
                <a:latin typeface="Josefin Sans Regular"/>
              </a:rPr>
              <a:t> </a:t>
            </a:r>
            <a:r>
              <a:rPr lang="en-US" sz="3399" dirty="0" err="1">
                <a:solidFill>
                  <a:srgbClr val="000000"/>
                </a:solidFill>
                <a:latin typeface="Josefin Sans Regular"/>
              </a:rPr>
              <a:t>năng</a:t>
            </a:r>
            <a:r>
              <a:rPr lang="en-US" sz="3399" dirty="0">
                <a:solidFill>
                  <a:srgbClr val="000000"/>
                </a:solidFill>
                <a:latin typeface="Josefin Sans Regular"/>
              </a:rPr>
              <a:t> </a:t>
            </a:r>
            <a:r>
              <a:rPr lang="en-US" sz="3399" dirty="0" err="1">
                <a:solidFill>
                  <a:srgbClr val="000000"/>
                </a:solidFill>
                <a:latin typeface="Josefin Sans Regular"/>
              </a:rPr>
              <a:t>tiết</a:t>
            </a:r>
            <a:r>
              <a:rPr lang="en-US" sz="3399" dirty="0">
                <a:solidFill>
                  <a:srgbClr val="000000"/>
                </a:solidFill>
                <a:latin typeface="Josefin Sans Regular"/>
              </a:rPr>
              <a:t> </a:t>
            </a:r>
            <a:r>
              <a:rPr lang="en-US" sz="3399" dirty="0" err="1">
                <a:solidFill>
                  <a:srgbClr val="000000"/>
                </a:solidFill>
                <a:latin typeface="Josefin Sans Regular"/>
              </a:rPr>
              <a:t>kiệm</a:t>
            </a:r>
            <a:r>
              <a:rPr lang="en-US" sz="3399" dirty="0">
                <a:solidFill>
                  <a:srgbClr val="000000"/>
                </a:solidFill>
                <a:latin typeface="Josefin Sans Regular"/>
              </a:rPr>
              <a:t> </a:t>
            </a:r>
            <a:r>
              <a:rPr lang="en-US" sz="3399" dirty="0" err="1">
                <a:solidFill>
                  <a:srgbClr val="000000"/>
                </a:solidFill>
                <a:latin typeface="Josefin Sans Regular"/>
              </a:rPr>
              <a:t>điện</a:t>
            </a:r>
            <a:r>
              <a:rPr lang="en-US" sz="3399" dirty="0">
                <a:solidFill>
                  <a:srgbClr val="000000"/>
                </a:solidFill>
                <a:latin typeface="Josefin Sans Regular"/>
              </a:rPr>
              <a:t> (</a:t>
            </a:r>
            <a:r>
              <a:rPr lang="en-US" sz="3399" dirty="0" err="1">
                <a:solidFill>
                  <a:srgbClr val="000000"/>
                </a:solidFill>
                <a:latin typeface="Josefin Sans Regular"/>
              </a:rPr>
              <a:t>dòng</a:t>
            </a:r>
            <a:r>
              <a:rPr lang="en-US" sz="3399" dirty="0">
                <a:solidFill>
                  <a:srgbClr val="000000"/>
                </a:solidFill>
                <a:latin typeface="Josefin Sans Regular"/>
              </a:rPr>
              <a:t> Non-Inverter). </a:t>
            </a:r>
          </a:p>
        </p:txBody>
      </p:sp>
      <p:sp>
        <p:nvSpPr>
          <p:cNvPr id="5" name="TextBox 5"/>
          <p:cNvSpPr txBox="1"/>
          <p:nvPr/>
        </p:nvSpPr>
        <p:spPr>
          <a:xfrm>
            <a:off x="800100" y="5598762"/>
            <a:ext cx="15011400" cy="1846659"/>
          </a:xfrm>
          <a:prstGeom prst="rect">
            <a:avLst/>
          </a:prstGeom>
        </p:spPr>
        <p:txBody>
          <a:bodyPr wrap="square" lIns="0" tIns="0" rIns="0" bIns="0" rtlCol="0" anchor="t">
            <a:spAutoFit/>
          </a:bodyPr>
          <a:lstStyle/>
          <a:p>
            <a:pPr>
              <a:lnSpc>
                <a:spcPts val="4759"/>
              </a:lnSpc>
            </a:pPr>
            <a:r>
              <a:rPr lang="vi-VN" sz="3399" dirty="0">
                <a:solidFill>
                  <a:srgbClr val="000000"/>
                </a:solidFill>
                <a:latin typeface="Josefin Sans Regular"/>
              </a:rPr>
              <a:t> </a:t>
            </a:r>
            <a:r>
              <a:rPr lang="en-US" sz="3399" dirty="0" smtClean="0">
                <a:solidFill>
                  <a:srgbClr val="000000"/>
                </a:solidFill>
                <a:latin typeface="Josefin Sans Regular"/>
              </a:rPr>
              <a:t> </a:t>
            </a:r>
            <a:r>
              <a:rPr lang="vi-VN" sz="3399" dirty="0" smtClean="0">
                <a:solidFill>
                  <a:srgbClr val="000000"/>
                </a:solidFill>
                <a:latin typeface="Josefin Sans Regular"/>
              </a:rPr>
              <a:t> Duy trì ổn định nhiệt độ: </a:t>
            </a:r>
            <a:r>
              <a:rPr lang="en-US" sz="3399" dirty="0" err="1" smtClean="0">
                <a:solidFill>
                  <a:srgbClr val="000000"/>
                </a:solidFill>
                <a:latin typeface="Josefin Sans Regular"/>
              </a:rPr>
              <a:t>Luôn</a:t>
            </a:r>
            <a:r>
              <a:rPr lang="en-US" sz="3399" dirty="0" smtClean="0">
                <a:solidFill>
                  <a:srgbClr val="000000"/>
                </a:solidFill>
                <a:latin typeface="Josefin Sans Regular"/>
              </a:rPr>
              <a:t> </a:t>
            </a:r>
            <a:r>
              <a:rPr lang="en-US" sz="3399" dirty="0" err="1">
                <a:solidFill>
                  <a:srgbClr val="000000"/>
                </a:solidFill>
                <a:latin typeface="Josefin Sans Regular"/>
              </a:rPr>
              <a:t>duy</a:t>
            </a:r>
            <a:r>
              <a:rPr lang="en-US" sz="3399" dirty="0">
                <a:solidFill>
                  <a:srgbClr val="000000"/>
                </a:solidFill>
                <a:latin typeface="Josefin Sans Regular"/>
              </a:rPr>
              <a:t> </a:t>
            </a:r>
            <a:r>
              <a:rPr lang="en-US" sz="3399" dirty="0" err="1">
                <a:solidFill>
                  <a:srgbClr val="000000"/>
                </a:solidFill>
                <a:latin typeface="Josefin Sans Regular"/>
              </a:rPr>
              <a:t>trì</a:t>
            </a:r>
            <a:r>
              <a:rPr lang="en-US" sz="3399" dirty="0">
                <a:solidFill>
                  <a:srgbClr val="000000"/>
                </a:solidFill>
                <a:latin typeface="Josefin Sans Regular"/>
              </a:rPr>
              <a:t> </a:t>
            </a:r>
            <a:r>
              <a:rPr lang="en-US" sz="3399" dirty="0" err="1">
                <a:solidFill>
                  <a:srgbClr val="000000"/>
                </a:solidFill>
                <a:latin typeface="Josefin Sans Regular"/>
              </a:rPr>
              <a:t>được</a:t>
            </a:r>
            <a:r>
              <a:rPr lang="en-US" sz="3399" dirty="0">
                <a:solidFill>
                  <a:srgbClr val="000000"/>
                </a:solidFill>
                <a:latin typeface="Josefin Sans Regular"/>
              </a:rPr>
              <a:t> </a:t>
            </a:r>
            <a:r>
              <a:rPr lang="en-US" sz="3399" dirty="0" err="1">
                <a:solidFill>
                  <a:srgbClr val="000000"/>
                </a:solidFill>
                <a:latin typeface="Josefin Sans Regular"/>
              </a:rPr>
              <a:t>mức</a:t>
            </a:r>
            <a:r>
              <a:rPr lang="en-US" sz="3399" dirty="0">
                <a:solidFill>
                  <a:srgbClr val="000000"/>
                </a:solidFill>
                <a:latin typeface="Josefin Sans Regular"/>
              </a:rPr>
              <a:t> temp </a:t>
            </a:r>
            <a:r>
              <a:rPr lang="en-US" sz="3399" dirty="0" err="1">
                <a:solidFill>
                  <a:srgbClr val="000000"/>
                </a:solidFill>
                <a:latin typeface="Josefin Sans Regular"/>
              </a:rPr>
              <a:t>được</a:t>
            </a:r>
            <a:r>
              <a:rPr lang="en-US" sz="3399" dirty="0">
                <a:solidFill>
                  <a:srgbClr val="000000"/>
                </a:solidFill>
                <a:latin typeface="Josefin Sans Regular"/>
              </a:rPr>
              <a:t> Set </a:t>
            </a:r>
            <a:r>
              <a:rPr lang="en-US" sz="3399" dirty="0" err="1">
                <a:solidFill>
                  <a:srgbClr val="000000"/>
                </a:solidFill>
                <a:latin typeface="Josefin Sans Regular"/>
              </a:rPr>
              <a:t>sẵn</a:t>
            </a:r>
            <a:r>
              <a:rPr lang="en-US" sz="3399" dirty="0">
                <a:solidFill>
                  <a:srgbClr val="000000"/>
                </a:solidFill>
                <a:latin typeface="Josefin Sans Regular"/>
              </a:rPr>
              <a:t> </a:t>
            </a:r>
            <a:r>
              <a:rPr lang="en-US" sz="3399" dirty="0" err="1">
                <a:solidFill>
                  <a:srgbClr val="000000"/>
                </a:solidFill>
                <a:latin typeface="Josefin Sans Regular"/>
              </a:rPr>
              <a:t>trên</a:t>
            </a:r>
            <a:r>
              <a:rPr lang="en-US" sz="3399" dirty="0">
                <a:solidFill>
                  <a:srgbClr val="000000"/>
                </a:solidFill>
                <a:latin typeface="Josefin Sans Regular"/>
              </a:rPr>
              <a:t> Remote. </a:t>
            </a:r>
            <a:r>
              <a:rPr lang="en-US" sz="3399" dirty="0" err="1">
                <a:solidFill>
                  <a:srgbClr val="000000"/>
                </a:solidFill>
                <a:latin typeface="Josefin Sans Regular"/>
              </a:rPr>
              <a:t>Điều</a:t>
            </a:r>
            <a:r>
              <a:rPr lang="en-US" sz="3399" dirty="0">
                <a:solidFill>
                  <a:srgbClr val="000000"/>
                </a:solidFill>
                <a:latin typeface="Josefin Sans Regular"/>
              </a:rPr>
              <a:t> </a:t>
            </a:r>
            <a:r>
              <a:rPr lang="en-US" sz="3399" dirty="0" err="1">
                <a:solidFill>
                  <a:srgbClr val="000000"/>
                </a:solidFill>
                <a:latin typeface="Josefin Sans Regular"/>
              </a:rPr>
              <a:t>này</a:t>
            </a:r>
            <a:r>
              <a:rPr lang="en-US" sz="3399" dirty="0">
                <a:solidFill>
                  <a:srgbClr val="000000"/>
                </a:solidFill>
                <a:latin typeface="Josefin Sans Regular"/>
              </a:rPr>
              <a:t> </a:t>
            </a:r>
            <a:r>
              <a:rPr lang="en-US" sz="3399" dirty="0" err="1">
                <a:solidFill>
                  <a:srgbClr val="000000"/>
                </a:solidFill>
                <a:latin typeface="Josefin Sans Regular"/>
              </a:rPr>
              <a:t>sẽ</a:t>
            </a:r>
            <a:r>
              <a:rPr lang="en-US" sz="3399" dirty="0">
                <a:solidFill>
                  <a:srgbClr val="000000"/>
                </a:solidFill>
                <a:latin typeface="Josefin Sans Regular"/>
              </a:rPr>
              <a:t> </a:t>
            </a:r>
            <a:r>
              <a:rPr lang="en-US" sz="3399" dirty="0" err="1">
                <a:solidFill>
                  <a:srgbClr val="000000"/>
                </a:solidFill>
                <a:latin typeface="Josefin Sans Regular"/>
              </a:rPr>
              <a:t>khiến</a:t>
            </a:r>
            <a:r>
              <a:rPr lang="en-US" sz="3399" dirty="0">
                <a:solidFill>
                  <a:srgbClr val="000000"/>
                </a:solidFill>
                <a:latin typeface="Josefin Sans Regular"/>
              </a:rPr>
              <a:t> </a:t>
            </a:r>
            <a:r>
              <a:rPr lang="en-US" sz="3399" dirty="0" err="1">
                <a:solidFill>
                  <a:srgbClr val="000000"/>
                </a:solidFill>
                <a:latin typeface="Josefin Sans Regular"/>
              </a:rPr>
              <a:t>bạn</a:t>
            </a:r>
            <a:r>
              <a:rPr lang="en-US" sz="3399" dirty="0">
                <a:solidFill>
                  <a:srgbClr val="000000"/>
                </a:solidFill>
                <a:latin typeface="Josefin Sans Regular"/>
              </a:rPr>
              <a:t> </a:t>
            </a:r>
            <a:r>
              <a:rPr lang="en-US" sz="3399" dirty="0" err="1">
                <a:solidFill>
                  <a:srgbClr val="000000"/>
                </a:solidFill>
                <a:latin typeface="Josefin Sans Regular"/>
              </a:rPr>
              <a:t>không</a:t>
            </a:r>
            <a:r>
              <a:rPr lang="en-US" sz="3399" dirty="0">
                <a:solidFill>
                  <a:srgbClr val="000000"/>
                </a:solidFill>
                <a:latin typeface="Josefin Sans Regular"/>
              </a:rPr>
              <a:t> </a:t>
            </a:r>
            <a:r>
              <a:rPr lang="en-US" sz="3399" dirty="0" err="1">
                <a:solidFill>
                  <a:srgbClr val="000000"/>
                </a:solidFill>
                <a:latin typeface="Josefin Sans Regular"/>
              </a:rPr>
              <a:t>cảm</a:t>
            </a:r>
            <a:r>
              <a:rPr lang="en-US" sz="3399" dirty="0">
                <a:solidFill>
                  <a:srgbClr val="000000"/>
                </a:solidFill>
                <a:latin typeface="Josefin Sans Regular"/>
              </a:rPr>
              <a:t> </a:t>
            </a:r>
            <a:r>
              <a:rPr lang="en-US" sz="3399" dirty="0" err="1">
                <a:solidFill>
                  <a:srgbClr val="000000"/>
                </a:solidFill>
                <a:latin typeface="Josefin Sans Regular"/>
              </a:rPr>
              <a:t>thấy</a:t>
            </a:r>
            <a:r>
              <a:rPr lang="en-US" sz="3399" dirty="0">
                <a:solidFill>
                  <a:srgbClr val="000000"/>
                </a:solidFill>
                <a:latin typeface="Josefin Sans Regular"/>
              </a:rPr>
              <a:t> </a:t>
            </a:r>
            <a:r>
              <a:rPr lang="en-US" sz="3399" dirty="0" err="1">
                <a:solidFill>
                  <a:srgbClr val="000000"/>
                </a:solidFill>
                <a:latin typeface="Josefin Sans Regular"/>
              </a:rPr>
              <a:t>quá</a:t>
            </a:r>
            <a:r>
              <a:rPr lang="en-US" sz="3399" dirty="0">
                <a:solidFill>
                  <a:srgbClr val="000000"/>
                </a:solidFill>
                <a:latin typeface="Josefin Sans Regular"/>
              </a:rPr>
              <a:t> </a:t>
            </a:r>
            <a:r>
              <a:rPr lang="en-US" sz="3399" dirty="0" err="1">
                <a:solidFill>
                  <a:srgbClr val="000000"/>
                </a:solidFill>
                <a:latin typeface="Josefin Sans Regular"/>
              </a:rPr>
              <a:t>nóng</a:t>
            </a:r>
            <a:r>
              <a:rPr lang="en-US" sz="3399" dirty="0">
                <a:solidFill>
                  <a:srgbClr val="000000"/>
                </a:solidFill>
                <a:latin typeface="Josefin Sans Regular"/>
              </a:rPr>
              <a:t> hay </a:t>
            </a:r>
            <a:r>
              <a:rPr lang="en-US" sz="3399" dirty="0" err="1">
                <a:solidFill>
                  <a:srgbClr val="000000"/>
                </a:solidFill>
                <a:latin typeface="Josefin Sans Regular"/>
              </a:rPr>
              <a:t>quá</a:t>
            </a:r>
            <a:r>
              <a:rPr lang="en-US" sz="3399" dirty="0">
                <a:solidFill>
                  <a:srgbClr val="000000"/>
                </a:solidFill>
                <a:latin typeface="Josefin Sans Regular"/>
              </a:rPr>
              <a:t> </a:t>
            </a:r>
            <a:r>
              <a:rPr lang="en-US" sz="3399" dirty="0" err="1">
                <a:solidFill>
                  <a:srgbClr val="000000"/>
                </a:solidFill>
                <a:latin typeface="Josefin Sans Regular"/>
              </a:rPr>
              <a:t>lạnh</a:t>
            </a:r>
            <a:r>
              <a:rPr lang="en-US" sz="3399" dirty="0">
                <a:solidFill>
                  <a:srgbClr val="000000"/>
                </a:solidFill>
                <a:latin typeface="Josefin Sans Regular"/>
              </a:rPr>
              <a:t> </a:t>
            </a:r>
            <a:r>
              <a:rPr lang="en-US" sz="3399" dirty="0" err="1">
                <a:solidFill>
                  <a:srgbClr val="000000"/>
                </a:solidFill>
                <a:latin typeface="Josefin Sans Regular"/>
              </a:rPr>
              <a:t>khi</a:t>
            </a:r>
            <a:r>
              <a:rPr lang="en-US" sz="3399" dirty="0">
                <a:solidFill>
                  <a:srgbClr val="000000"/>
                </a:solidFill>
                <a:latin typeface="Josefin Sans Regular"/>
              </a:rPr>
              <a:t> </a:t>
            </a:r>
            <a:r>
              <a:rPr lang="en-US" sz="3399" dirty="0" err="1">
                <a:solidFill>
                  <a:srgbClr val="000000"/>
                </a:solidFill>
                <a:latin typeface="Josefin Sans Regular"/>
              </a:rPr>
              <a:t>xài</a:t>
            </a:r>
            <a:r>
              <a:rPr lang="en-US" sz="3399" dirty="0">
                <a:solidFill>
                  <a:srgbClr val="000000"/>
                </a:solidFill>
                <a:latin typeface="Josefin Sans Regular"/>
              </a:rPr>
              <a:t> </a:t>
            </a:r>
            <a:r>
              <a:rPr lang="en-US" sz="3399" dirty="0" err="1">
                <a:solidFill>
                  <a:srgbClr val="000000"/>
                </a:solidFill>
                <a:latin typeface="Josefin Sans Regular"/>
              </a:rPr>
              <a:t>công</a:t>
            </a:r>
            <a:r>
              <a:rPr lang="en-US" sz="3399" dirty="0">
                <a:solidFill>
                  <a:srgbClr val="000000"/>
                </a:solidFill>
                <a:latin typeface="Josefin Sans Regular"/>
              </a:rPr>
              <a:t> </a:t>
            </a:r>
            <a:r>
              <a:rPr lang="en-US" sz="3399" dirty="0" err="1">
                <a:solidFill>
                  <a:srgbClr val="000000"/>
                </a:solidFill>
                <a:latin typeface="Josefin Sans Regular"/>
              </a:rPr>
              <a:t>nghệ</a:t>
            </a:r>
            <a:r>
              <a:rPr lang="en-US" sz="3399" dirty="0">
                <a:solidFill>
                  <a:srgbClr val="000000"/>
                </a:solidFill>
                <a:latin typeface="Josefin Sans Regular"/>
              </a:rPr>
              <a:t> </a:t>
            </a:r>
            <a:r>
              <a:rPr lang="vi-VN" sz="3399" dirty="0" smtClean="0">
                <a:solidFill>
                  <a:srgbClr val="000000"/>
                </a:solidFill>
                <a:latin typeface="Josefin Sans Regular"/>
              </a:rPr>
              <a:t>này.</a:t>
            </a:r>
            <a:endParaRPr lang="en-US" sz="3399" dirty="0">
              <a:solidFill>
                <a:srgbClr val="000000"/>
              </a:solidFill>
              <a:latin typeface="Josefin Sans Regular"/>
            </a:endParaRPr>
          </a:p>
        </p:txBody>
      </p:sp>
      <p:sp>
        <p:nvSpPr>
          <p:cNvPr id="6" name="TextBox 6"/>
          <p:cNvSpPr txBox="1"/>
          <p:nvPr/>
        </p:nvSpPr>
        <p:spPr>
          <a:xfrm>
            <a:off x="1828502" y="7714565"/>
            <a:ext cx="14935200" cy="1846659"/>
          </a:xfrm>
          <a:prstGeom prst="rect">
            <a:avLst/>
          </a:prstGeom>
        </p:spPr>
        <p:txBody>
          <a:bodyPr wrap="square" lIns="0" tIns="0" rIns="0" bIns="0" rtlCol="0" anchor="t">
            <a:spAutoFit/>
          </a:bodyPr>
          <a:lstStyle/>
          <a:p>
            <a:pPr>
              <a:lnSpc>
                <a:spcPts val="4759"/>
              </a:lnSpc>
            </a:pPr>
            <a:r>
              <a:rPr lang="vi-VN" sz="3399" dirty="0">
                <a:solidFill>
                  <a:srgbClr val="000000"/>
                </a:solidFill>
                <a:latin typeface="Josefin Sans Regular"/>
              </a:rPr>
              <a:t> </a:t>
            </a:r>
            <a:r>
              <a:rPr lang="vi-VN" sz="3399" dirty="0" smtClean="0">
                <a:solidFill>
                  <a:srgbClr val="000000"/>
                </a:solidFill>
                <a:latin typeface="Josefin Sans Regular"/>
              </a:rPr>
              <a:t>  </a:t>
            </a:r>
            <a:r>
              <a:rPr lang="en-US" sz="3399" dirty="0" smtClean="0">
                <a:solidFill>
                  <a:srgbClr val="000000"/>
                </a:solidFill>
                <a:latin typeface="Josefin Sans Regular"/>
              </a:rPr>
              <a:t> </a:t>
            </a:r>
            <a:r>
              <a:rPr lang="vi-VN" sz="3399" dirty="0" smtClean="0">
                <a:solidFill>
                  <a:srgbClr val="000000"/>
                </a:solidFill>
                <a:latin typeface="Josefin Sans Regular"/>
              </a:rPr>
              <a:t>Dòng điều hòa sử dụng công nghệ inverter được tích hợp công nghệ làm lạnh nhanh, giúp giảm nhiệt độ phòng xuống nhiệt độ được thiết lập nhanh chóng.</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9366" y="1682981"/>
            <a:ext cx="9906000" cy="4097001"/>
          </a:xfrm>
          <a:prstGeom prst="rect">
            <a:avLst/>
          </a:prstGeom>
        </p:spPr>
      </p:pic>
      <p:grpSp>
        <p:nvGrpSpPr>
          <p:cNvPr id="9" name="Google Shape;10638;p67"/>
          <p:cNvGrpSpPr/>
          <p:nvPr/>
        </p:nvGrpSpPr>
        <p:grpSpPr>
          <a:xfrm>
            <a:off x="715805" y="5755134"/>
            <a:ext cx="360356" cy="343462"/>
            <a:chOff x="6870193" y="2295620"/>
            <a:chExt cx="360356" cy="343462"/>
          </a:xfrm>
        </p:grpSpPr>
        <p:sp>
          <p:nvSpPr>
            <p:cNvPr id="10" name="Google Shape;10639;p67"/>
            <p:cNvSpPr/>
            <p:nvPr/>
          </p:nvSpPr>
          <p:spPr>
            <a:xfrm>
              <a:off x="6870193" y="2295620"/>
              <a:ext cx="360356" cy="343462"/>
            </a:xfrm>
            <a:custGeom>
              <a:avLst/>
              <a:gdLst/>
              <a:ahLst/>
              <a:cxnLst/>
              <a:rect l="l" t="t" r="r" b="b"/>
              <a:pathLst>
                <a:path w="11348" h="10816" extrusionOk="0">
                  <a:moveTo>
                    <a:pt x="6027" y="0"/>
                  </a:moveTo>
                  <a:cubicBezTo>
                    <a:pt x="5700" y="0"/>
                    <a:pt x="5448" y="70"/>
                    <a:pt x="5430" y="76"/>
                  </a:cubicBezTo>
                  <a:cubicBezTo>
                    <a:pt x="5358" y="112"/>
                    <a:pt x="5299" y="172"/>
                    <a:pt x="5299" y="255"/>
                  </a:cubicBezTo>
                  <a:lnTo>
                    <a:pt x="5299" y="2731"/>
                  </a:lnTo>
                  <a:lnTo>
                    <a:pt x="3501" y="5017"/>
                  </a:lnTo>
                  <a:cubicBezTo>
                    <a:pt x="3441" y="4767"/>
                    <a:pt x="3215" y="4577"/>
                    <a:pt x="2929" y="4577"/>
                  </a:cubicBezTo>
                  <a:lnTo>
                    <a:pt x="584" y="4577"/>
                  </a:lnTo>
                  <a:cubicBezTo>
                    <a:pt x="274" y="4577"/>
                    <a:pt x="1" y="4827"/>
                    <a:pt x="1" y="5160"/>
                  </a:cubicBezTo>
                  <a:lnTo>
                    <a:pt x="1" y="5732"/>
                  </a:lnTo>
                  <a:cubicBezTo>
                    <a:pt x="1" y="5839"/>
                    <a:pt x="96" y="5910"/>
                    <a:pt x="179" y="5910"/>
                  </a:cubicBezTo>
                  <a:cubicBezTo>
                    <a:pt x="274" y="5910"/>
                    <a:pt x="358" y="5827"/>
                    <a:pt x="358" y="5732"/>
                  </a:cubicBezTo>
                  <a:lnTo>
                    <a:pt x="358" y="5160"/>
                  </a:lnTo>
                  <a:cubicBezTo>
                    <a:pt x="358" y="5041"/>
                    <a:pt x="453" y="4946"/>
                    <a:pt x="572" y="4946"/>
                  </a:cubicBezTo>
                  <a:lnTo>
                    <a:pt x="2918" y="4946"/>
                  </a:lnTo>
                  <a:cubicBezTo>
                    <a:pt x="3037" y="4946"/>
                    <a:pt x="3132" y="5041"/>
                    <a:pt x="3132" y="5160"/>
                  </a:cubicBezTo>
                  <a:lnTo>
                    <a:pt x="3132" y="10232"/>
                  </a:lnTo>
                  <a:cubicBezTo>
                    <a:pt x="3132" y="10351"/>
                    <a:pt x="3037" y="10435"/>
                    <a:pt x="2918" y="10435"/>
                  </a:cubicBezTo>
                  <a:lnTo>
                    <a:pt x="572" y="10435"/>
                  </a:lnTo>
                  <a:cubicBezTo>
                    <a:pt x="453" y="10435"/>
                    <a:pt x="358" y="10351"/>
                    <a:pt x="358" y="10232"/>
                  </a:cubicBezTo>
                  <a:lnTo>
                    <a:pt x="358" y="6506"/>
                  </a:lnTo>
                  <a:cubicBezTo>
                    <a:pt x="358" y="6410"/>
                    <a:pt x="274" y="6327"/>
                    <a:pt x="179" y="6327"/>
                  </a:cubicBezTo>
                  <a:cubicBezTo>
                    <a:pt x="72" y="6327"/>
                    <a:pt x="1" y="6422"/>
                    <a:pt x="1" y="6506"/>
                  </a:cubicBezTo>
                  <a:lnTo>
                    <a:pt x="1" y="10232"/>
                  </a:lnTo>
                  <a:cubicBezTo>
                    <a:pt x="1" y="10542"/>
                    <a:pt x="251" y="10816"/>
                    <a:pt x="584" y="10816"/>
                  </a:cubicBezTo>
                  <a:lnTo>
                    <a:pt x="2929" y="10816"/>
                  </a:lnTo>
                  <a:cubicBezTo>
                    <a:pt x="3251" y="10816"/>
                    <a:pt x="3513" y="10554"/>
                    <a:pt x="3513" y="10232"/>
                  </a:cubicBezTo>
                  <a:lnTo>
                    <a:pt x="3513" y="9744"/>
                  </a:lnTo>
                  <a:lnTo>
                    <a:pt x="4418" y="10185"/>
                  </a:lnTo>
                  <a:cubicBezTo>
                    <a:pt x="4453" y="10197"/>
                    <a:pt x="4477" y="10197"/>
                    <a:pt x="4513" y="10197"/>
                  </a:cubicBezTo>
                  <a:lnTo>
                    <a:pt x="8025" y="10197"/>
                  </a:lnTo>
                  <a:cubicBezTo>
                    <a:pt x="8132" y="10197"/>
                    <a:pt x="8204" y="10113"/>
                    <a:pt x="8204" y="10018"/>
                  </a:cubicBezTo>
                  <a:cubicBezTo>
                    <a:pt x="8204" y="9923"/>
                    <a:pt x="8109" y="9839"/>
                    <a:pt x="8025" y="9839"/>
                  </a:cubicBezTo>
                  <a:lnTo>
                    <a:pt x="4561" y="9839"/>
                  </a:lnTo>
                  <a:lnTo>
                    <a:pt x="3525" y="9327"/>
                  </a:lnTo>
                  <a:lnTo>
                    <a:pt x="3525" y="5589"/>
                  </a:lnTo>
                  <a:lnTo>
                    <a:pt x="5644" y="2910"/>
                  </a:lnTo>
                  <a:cubicBezTo>
                    <a:pt x="5668" y="2874"/>
                    <a:pt x="5692" y="2839"/>
                    <a:pt x="5692" y="2791"/>
                  </a:cubicBezTo>
                  <a:lnTo>
                    <a:pt x="5692" y="398"/>
                  </a:lnTo>
                  <a:cubicBezTo>
                    <a:pt x="5787" y="379"/>
                    <a:pt x="5924" y="358"/>
                    <a:pt x="6080" y="358"/>
                  </a:cubicBezTo>
                  <a:cubicBezTo>
                    <a:pt x="6313" y="358"/>
                    <a:pt x="6587" y="405"/>
                    <a:pt x="6823" y="576"/>
                  </a:cubicBezTo>
                  <a:cubicBezTo>
                    <a:pt x="7132" y="791"/>
                    <a:pt x="7275" y="1207"/>
                    <a:pt x="7275" y="1803"/>
                  </a:cubicBezTo>
                  <a:lnTo>
                    <a:pt x="7275" y="3755"/>
                  </a:lnTo>
                  <a:cubicBezTo>
                    <a:pt x="7275" y="3862"/>
                    <a:pt x="7370" y="3934"/>
                    <a:pt x="7454" y="3934"/>
                  </a:cubicBezTo>
                  <a:lnTo>
                    <a:pt x="10395" y="3934"/>
                  </a:lnTo>
                  <a:cubicBezTo>
                    <a:pt x="10716" y="3934"/>
                    <a:pt x="10990" y="4208"/>
                    <a:pt x="10990" y="4529"/>
                  </a:cubicBezTo>
                  <a:cubicBezTo>
                    <a:pt x="10990" y="4863"/>
                    <a:pt x="10716" y="5125"/>
                    <a:pt x="10395" y="5125"/>
                  </a:cubicBezTo>
                  <a:lnTo>
                    <a:pt x="8823" y="5125"/>
                  </a:lnTo>
                  <a:cubicBezTo>
                    <a:pt x="8728" y="5125"/>
                    <a:pt x="8644" y="5220"/>
                    <a:pt x="8644" y="5303"/>
                  </a:cubicBezTo>
                  <a:cubicBezTo>
                    <a:pt x="8644" y="5410"/>
                    <a:pt x="8740" y="5482"/>
                    <a:pt x="8823" y="5482"/>
                  </a:cubicBezTo>
                  <a:lnTo>
                    <a:pt x="10228" y="5482"/>
                  </a:lnTo>
                  <a:cubicBezTo>
                    <a:pt x="10538" y="5494"/>
                    <a:pt x="10788" y="5767"/>
                    <a:pt x="10788" y="6077"/>
                  </a:cubicBezTo>
                  <a:cubicBezTo>
                    <a:pt x="10788" y="6399"/>
                    <a:pt x="10526" y="6672"/>
                    <a:pt x="10192" y="6672"/>
                  </a:cubicBezTo>
                  <a:lnTo>
                    <a:pt x="8823" y="6672"/>
                  </a:lnTo>
                  <a:cubicBezTo>
                    <a:pt x="8728" y="6672"/>
                    <a:pt x="8644" y="6768"/>
                    <a:pt x="8644" y="6851"/>
                  </a:cubicBezTo>
                  <a:cubicBezTo>
                    <a:pt x="8644" y="6958"/>
                    <a:pt x="8740" y="7030"/>
                    <a:pt x="8823" y="7030"/>
                  </a:cubicBezTo>
                  <a:lnTo>
                    <a:pt x="10073" y="7030"/>
                  </a:lnTo>
                  <a:cubicBezTo>
                    <a:pt x="10371" y="7053"/>
                    <a:pt x="10597" y="7327"/>
                    <a:pt x="10597" y="7625"/>
                  </a:cubicBezTo>
                  <a:cubicBezTo>
                    <a:pt x="10597" y="7946"/>
                    <a:pt x="10335" y="8220"/>
                    <a:pt x="10002" y="8220"/>
                  </a:cubicBezTo>
                  <a:lnTo>
                    <a:pt x="8823" y="8220"/>
                  </a:lnTo>
                  <a:cubicBezTo>
                    <a:pt x="8728" y="8220"/>
                    <a:pt x="8644" y="8315"/>
                    <a:pt x="8644" y="8399"/>
                  </a:cubicBezTo>
                  <a:cubicBezTo>
                    <a:pt x="8644" y="8506"/>
                    <a:pt x="8740" y="8577"/>
                    <a:pt x="8823" y="8577"/>
                  </a:cubicBezTo>
                  <a:lnTo>
                    <a:pt x="9883" y="8577"/>
                  </a:lnTo>
                  <a:cubicBezTo>
                    <a:pt x="9895" y="8577"/>
                    <a:pt x="9918" y="8589"/>
                    <a:pt x="9918" y="8589"/>
                  </a:cubicBezTo>
                  <a:cubicBezTo>
                    <a:pt x="10192" y="8649"/>
                    <a:pt x="10407" y="8887"/>
                    <a:pt x="10407" y="9185"/>
                  </a:cubicBezTo>
                  <a:cubicBezTo>
                    <a:pt x="10407" y="9518"/>
                    <a:pt x="10133" y="9780"/>
                    <a:pt x="9811" y="9780"/>
                  </a:cubicBezTo>
                  <a:lnTo>
                    <a:pt x="8823" y="9780"/>
                  </a:lnTo>
                  <a:cubicBezTo>
                    <a:pt x="8728" y="9780"/>
                    <a:pt x="8644" y="9875"/>
                    <a:pt x="8644" y="9958"/>
                  </a:cubicBezTo>
                  <a:cubicBezTo>
                    <a:pt x="8644" y="10066"/>
                    <a:pt x="8740" y="10137"/>
                    <a:pt x="8823" y="10137"/>
                  </a:cubicBezTo>
                  <a:lnTo>
                    <a:pt x="9811" y="10137"/>
                  </a:lnTo>
                  <a:cubicBezTo>
                    <a:pt x="10347" y="10137"/>
                    <a:pt x="10776" y="9708"/>
                    <a:pt x="10776" y="9173"/>
                  </a:cubicBezTo>
                  <a:cubicBezTo>
                    <a:pt x="10776" y="8887"/>
                    <a:pt x="10657" y="8637"/>
                    <a:pt x="10466" y="8458"/>
                  </a:cubicBezTo>
                  <a:cubicBezTo>
                    <a:pt x="10764" y="8292"/>
                    <a:pt x="10966" y="7982"/>
                    <a:pt x="10966" y="7613"/>
                  </a:cubicBezTo>
                  <a:cubicBezTo>
                    <a:pt x="10966" y="7327"/>
                    <a:pt x="10847" y="7077"/>
                    <a:pt x="10657" y="6899"/>
                  </a:cubicBezTo>
                  <a:cubicBezTo>
                    <a:pt x="10954" y="6803"/>
                    <a:pt x="11145" y="6482"/>
                    <a:pt x="11145" y="6113"/>
                  </a:cubicBezTo>
                  <a:cubicBezTo>
                    <a:pt x="11145" y="5827"/>
                    <a:pt x="11026" y="5577"/>
                    <a:pt x="10835" y="5398"/>
                  </a:cubicBezTo>
                  <a:cubicBezTo>
                    <a:pt x="11133" y="5232"/>
                    <a:pt x="11347" y="4922"/>
                    <a:pt x="11347" y="4541"/>
                  </a:cubicBezTo>
                  <a:cubicBezTo>
                    <a:pt x="11347" y="4005"/>
                    <a:pt x="10907" y="3577"/>
                    <a:pt x="10371" y="3577"/>
                  </a:cubicBezTo>
                  <a:lnTo>
                    <a:pt x="7621" y="3577"/>
                  </a:lnTo>
                  <a:lnTo>
                    <a:pt x="7621" y="1827"/>
                  </a:lnTo>
                  <a:cubicBezTo>
                    <a:pt x="7621" y="1112"/>
                    <a:pt x="7418" y="588"/>
                    <a:pt x="7013" y="291"/>
                  </a:cubicBezTo>
                  <a:cubicBezTo>
                    <a:pt x="6703" y="61"/>
                    <a:pt x="6332" y="0"/>
                    <a:pt x="60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640;p67"/>
            <p:cNvSpPr/>
            <p:nvPr/>
          </p:nvSpPr>
          <p:spPr>
            <a:xfrm>
              <a:off x="6920842" y="2577064"/>
              <a:ext cx="36709" cy="36677"/>
            </a:xfrm>
            <a:custGeom>
              <a:avLst/>
              <a:gdLst/>
              <a:ahLst/>
              <a:cxnLst/>
              <a:rect l="l" t="t" r="r" b="b"/>
              <a:pathLst>
                <a:path w="1156" h="1155" extrusionOk="0">
                  <a:moveTo>
                    <a:pt x="584" y="369"/>
                  </a:moveTo>
                  <a:cubicBezTo>
                    <a:pt x="703" y="369"/>
                    <a:pt x="787" y="464"/>
                    <a:pt x="787" y="584"/>
                  </a:cubicBezTo>
                  <a:cubicBezTo>
                    <a:pt x="787" y="703"/>
                    <a:pt x="703" y="786"/>
                    <a:pt x="584" y="786"/>
                  </a:cubicBezTo>
                  <a:cubicBezTo>
                    <a:pt x="465" y="786"/>
                    <a:pt x="370" y="703"/>
                    <a:pt x="370" y="584"/>
                  </a:cubicBezTo>
                  <a:cubicBezTo>
                    <a:pt x="370" y="464"/>
                    <a:pt x="453" y="369"/>
                    <a:pt x="584" y="369"/>
                  </a:cubicBezTo>
                  <a:close/>
                  <a:moveTo>
                    <a:pt x="584" y="0"/>
                  </a:moveTo>
                  <a:cubicBezTo>
                    <a:pt x="263" y="0"/>
                    <a:pt x="1" y="250"/>
                    <a:pt x="1" y="584"/>
                  </a:cubicBezTo>
                  <a:cubicBezTo>
                    <a:pt x="1" y="905"/>
                    <a:pt x="251" y="1155"/>
                    <a:pt x="584" y="1155"/>
                  </a:cubicBezTo>
                  <a:cubicBezTo>
                    <a:pt x="906" y="1155"/>
                    <a:pt x="1156" y="905"/>
                    <a:pt x="1156" y="584"/>
                  </a:cubicBezTo>
                  <a:cubicBezTo>
                    <a:pt x="1156" y="250"/>
                    <a:pt x="894" y="0"/>
                    <a:pt x="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10638;p67"/>
          <p:cNvGrpSpPr/>
          <p:nvPr/>
        </p:nvGrpSpPr>
        <p:grpSpPr>
          <a:xfrm>
            <a:off x="355449" y="2330034"/>
            <a:ext cx="360356" cy="343462"/>
            <a:chOff x="6870193" y="2295620"/>
            <a:chExt cx="360356" cy="343462"/>
          </a:xfrm>
        </p:grpSpPr>
        <p:sp>
          <p:nvSpPr>
            <p:cNvPr id="13" name="Google Shape;10639;p67"/>
            <p:cNvSpPr/>
            <p:nvPr/>
          </p:nvSpPr>
          <p:spPr>
            <a:xfrm>
              <a:off x="6870193" y="2295620"/>
              <a:ext cx="360356" cy="343462"/>
            </a:xfrm>
            <a:custGeom>
              <a:avLst/>
              <a:gdLst/>
              <a:ahLst/>
              <a:cxnLst/>
              <a:rect l="l" t="t" r="r" b="b"/>
              <a:pathLst>
                <a:path w="11348" h="10816" extrusionOk="0">
                  <a:moveTo>
                    <a:pt x="6027" y="0"/>
                  </a:moveTo>
                  <a:cubicBezTo>
                    <a:pt x="5700" y="0"/>
                    <a:pt x="5448" y="70"/>
                    <a:pt x="5430" y="76"/>
                  </a:cubicBezTo>
                  <a:cubicBezTo>
                    <a:pt x="5358" y="112"/>
                    <a:pt x="5299" y="172"/>
                    <a:pt x="5299" y="255"/>
                  </a:cubicBezTo>
                  <a:lnTo>
                    <a:pt x="5299" y="2731"/>
                  </a:lnTo>
                  <a:lnTo>
                    <a:pt x="3501" y="5017"/>
                  </a:lnTo>
                  <a:cubicBezTo>
                    <a:pt x="3441" y="4767"/>
                    <a:pt x="3215" y="4577"/>
                    <a:pt x="2929" y="4577"/>
                  </a:cubicBezTo>
                  <a:lnTo>
                    <a:pt x="584" y="4577"/>
                  </a:lnTo>
                  <a:cubicBezTo>
                    <a:pt x="274" y="4577"/>
                    <a:pt x="1" y="4827"/>
                    <a:pt x="1" y="5160"/>
                  </a:cubicBezTo>
                  <a:lnTo>
                    <a:pt x="1" y="5732"/>
                  </a:lnTo>
                  <a:cubicBezTo>
                    <a:pt x="1" y="5839"/>
                    <a:pt x="96" y="5910"/>
                    <a:pt x="179" y="5910"/>
                  </a:cubicBezTo>
                  <a:cubicBezTo>
                    <a:pt x="274" y="5910"/>
                    <a:pt x="358" y="5827"/>
                    <a:pt x="358" y="5732"/>
                  </a:cubicBezTo>
                  <a:lnTo>
                    <a:pt x="358" y="5160"/>
                  </a:lnTo>
                  <a:cubicBezTo>
                    <a:pt x="358" y="5041"/>
                    <a:pt x="453" y="4946"/>
                    <a:pt x="572" y="4946"/>
                  </a:cubicBezTo>
                  <a:lnTo>
                    <a:pt x="2918" y="4946"/>
                  </a:lnTo>
                  <a:cubicBezTo>
                    <a:pt x="3037" y="4946"/>
                    <a:pt x="3132" y="5041"/>
                    <a:pt x="3132" y="5160"/>
                  </a:cubicBezTo>
                  <a:lnTo>
                    <a:pt x="3132" y="10232"/>
                  </a:lnTo>
                  <a:cubicBezTo>
                    <a:pt x="3132" y="10351"/>
                    <a:pt x="3037" y="10435"/>
                    <a:pt x="2918" y="10435"/>
                  </a:cubicBezTo>
                  <a:lnTo>
                    <a:pt x="572" y="10435"/>
                  </a:lnTo>
                  <a:cubicBezTo>
                    <a:pt x="453" y="10435"/>
                    <a:pt x="358" y="10351"/>
                    <a:pt x="358" y="10232"/>
                  </a:cubicBezTo>
                  <a:lnTo>
                    <a:pt x="358" y="6506"/>
                  </a:lnTo>
                  <a:cubicBezTo>
                    <a:pt x="358" y="6410"/>
                    <a:pt x="274" y="6327"/>
                    <a:pt x="179" y="6327"/>
                  </a:cubicBezTo>
                  <a:cubicBezTo>
                    <a:pt x="72" y="6327"/>
                    <a:pt x="1" y="6422"/>
                    <a:pt x="1" y="6506"/>
                  </a:cubicBezTo>
                  <a:lnTo>
                    <a:pt x="1" y="10232"/>
                  </a:lnTo>
                  <a:cubicBezTo>
                    <a:pt x="1" y="10542"/>
                    <a:pt x="251" y="10816"/>
                    <a:pt x="584" y="10816"/>
                  </a:cubicBezTo>
                  <a:lnTo>
                    <a:pt x="2929" y="10816"/>
                  </a:lnTo>
                  <a:cubicBezTo>
                    <a:pt x="3251" y="10816"/>
                    <a:pt x="3513" y="10554"/>
                    <a:pt x="3513" y="10232"/>
                  </a:cubicBezTo>
                  <a:lnTo>
                    <a:pt x="3513" y="9744"/>
                  </a:lnTo>
                  <a:lnTo>
                    <a:pt x="4418" y="10185"/>
                  </a:lnTo>
                  <a:cubicBezTo>
                    <a:pt x="4453" y="10197"/>
                    <a:pt x="4477" y="10197"/>
                    <a:pt x="4513" y="10197"/>
                  </a:cubicBezTo>
                  <a:lnTo>
                    <a:pt x="8025" y="10197"/>
                  </a:lnTo>
                  <a:cubicBezTo>
                    <a:pt x="8132" y="10197"/>
                    <a:pt x="8204" y="10113"/>
                    <a:pt x="8204" y="10018"/>
                  </a:cubicBezTo>
                  <a:cubicBezTo>
                    <a:pt x="8204" y="9923"/>
                    <a:pt x="8109" y="9839"/>
                    <a:pt x="8025" y="9839"/>
                  </a:cubicBezTo>
                  <a:lnTo>
                    <a:pt x="4561" y="9839"/>
                  </a:lnTo>
                  <a:lnTo>
                    <a:pt x="3525" y="9327"/>
                  </a:lnTo>
                  <a:lnTo>
                    <a:pt x="3525" y="5589"/>
                  </a:lnTo>
                  <a:lnTo>
                    <a:pt x="5644" y="2910"/>
                  </a:lnTo>
                  <a:cubicBezTo>
                    <a:pt x="5668" y="2874"/>
                    <a:pt x="5692" y="2839"/>
                    <a:pt x="5692" y="2791"/>
                  </a:cubicBezTo>
                  <a:lnTo>
                    <a:pt x="5692" y="398"/>
                  </a:lnTo>
                  <a:cubicBezTo>
                    <a:pt x="5787" y="379"/>
                    <a:pt x="5924" y="358"/>
                    <a:pt x="6080" y="358"/>
                  </a:cubicBezTo>
                  <a:cubicBezTo>
                    <a:pt x="6313" y="358"/>
                    <a:pt x="6587" y="405"/>
                    <a:pt x="6823" y="576"/>
                  </a:cubicBezTo>
                  <a:cubicBezTo>
                    <a:pt x="7132" y="791"/>
                    <a:pt x="7275" y="1207"/>
                    <a:pt x="7275" y="1803"/>
                  </a:cubicBezTo>
                  <a:lnTo>
                    <a:pt x="7275" y="3755"/>
                  </a:lnTo>
                  <a:cubicBezTo>
                    <a:pt x="7275" y="3862"/>
                    <a:pt x="7370" y="3934"/>
                    <a:pt x="7454" y="3934"/>
                  </a:cubicBezTo>
                  <a:lnTo>
                    <a:pt x="10395" y="3934"/>
                  </a:lnTo>
                  <a:cubicBezTo>
                    <a:pt x="10716" y="3934"/>
                    <a:pt x="10990" y="4208"/>
                    <a:pt x="10990" y="4529"/>
                  </a:cubicBezTo>
                  <a:cubicBezTo>
                    <a:pt x="10990" y="4863"/>
                    <a:pt x="10716" y="5125"/>
                    <a:pt x="10395" y="5125"/>
                  </a:cubicBezTo>
                  <a:lnTo>
                    <a:pt x="8823" y="5125"/>
                  </a:lnTo>
                  <a:cubicBezTo>
                    <a:pt x="8728" y="5125"/>
                    <a:pt x="8644" y="5220"/>
                    <a:pt x="8644" y="5303"/>
                  </a:cubicBezTo>
                  <a:cubicBezTo>
                    <a:pt x="8644" y="5410"/>
                    <a:pt x="8740" y="5482"/>
                    <a:pt x="8823" y="5482"/>
                  </a:cubicBezTo>
                  <a:lnTo>
                    <a:pt x="10228" y="5482"/>
                  </a:lnTo>
                  <a:cubicBezTo>
                    <a:pt x="10538" y="5494"/>
                    <a:pt x="10788" y="5767"/>
                    <a:pt x="10788" y="6077"/>
                  </a:cubicBezTo>
                  <a:cubicBezTo>
                    <a:pt x="10788" y="6399"/>
                    <a:pt x="10526" y="6672"/>
                    <a:pt x="10192" y="6672"/>
                  </a:cubicBezTo>
                  <a:lnTo>
                    <a:pt x="8823" y="6672"/>
                  </a:lnTo>
                  <a:cubicBezTo>
                    <a:pt x="8728" y="6672"/>
                    <a:pt x="8644" y="6768"/>
                    <a:pt x="8644" y="6851"/>
                  </a:cubicBezTo>
                  <a:cubicBezTo>
                    <a:pt x="8644" y="6958"/>
                    <a:pt x="8740" y="7030"/>
                    <a:pt x="8823" y="7030"/>
                  </a:cubicBezTo>
                  <a:lnTo>
                    <a:pt x="10073" y="7030"/>
                  </a:lnTo>
                  <a:cubicBezTo>
                    <a:pt x="10371" y="7053"/>
                    <a:pt x="10597" y="7327"/>
                    <a:pt x="10597" y="7625"/>
                  </a:cubicBezTo>
                  <a:cubicBezTo>
                    <a:pt x="10597" y="7946"/>
                    <a:pt x="10335" y="8220"/>
                    <a:pt x="10002" y="8220"/>
                  </a:cubicBezTo>
                  <a:lnTo>
                    <a:pt x="8823" y="8220"/>
                  </a:lnTo>
                  <a:cubicBezTo>
                    <a:pt x="8728" y="8220"/>
                    <a:pt x="8644" y="8315"/>
                    <a:pt x="8644" y="8399"/>
                  </a:cubicBezTo>
                  <a:cubicBezTo>
                    <a:pt x="8644" y="8506"/>
                    <a:pt x="8740" y="8577"/>
                    <a:pt x="8823" y="8577"/>
                  </a:cubicBezTo>
                  <a:lnTo>
                    <a:pt x="9883" y="8577"/>
                  </a:lnTo>
                  <a:cubicBezTo>
                    <a:pt x="9895" y="8577"/>
                    <a:pt x="9918" y="8589"/>
                    <a:pt x="9918" y="8589"/>
                  </a:cubicBezTo>
                  <a:cubicBezTo>
                    <a:pt x="10192" y="8649"/>
                    <a:pt x="10407" y="8887"/>
                    <a:pt x="10407" y="9185"/>
                  </a:cubicBezTo>
                  <a:cubicBezTo>
                    <a:pt x="10407" y="9518"/>
                    <a:pt x="10133" y="9780"/>
                    <a:pt x="9811" y="9780"/>
                  </a:cubicBezTo>
                  <a:lnTo>
                    <a:pt x="8823" y="9780"/>
                  </a:lnTo>
                  <a:cubicBezTo>
                    <a:pt x="8728" y="9780"/>
                    <a:pt x="8644" y="9875"/>
                    <a:pt x="8644" y="9958"/>
                  </a:cubicBezTo>
                  <a:cubicBezTo>
                    <a:pt x="8644" y="10066"/>
                    <a:pt x="8740" y="10137"/>
                    <a:pt x="8823" y="10137"/>
                  </a:cubicBezTo>
                  <a:lnTo>
                    <a:pt x="9811" y="10137"/>
                  </a:lnTo>
                  <a:cubicBezTo>
                    <a:pt x="10347" y="10137"/>
                    <a:pt x="10776" y="9708"/>
                    <a:pt x="10776" y="9173"/>
                  </a:cubicBezTo>
                  <a:cubicBezTo>
                    <a:pt x="10776" y="8887"/>
                    <a:pt x="10657" y="8637"/>
                    <a:pt x="10466" y="8458"/>
                  </a:cubicBezTo>
                  <a:cubicBezTo>
                    <a:pt x="10764" y="8292"/>
                    <a:pt x="10966" y="7982"/>
                    <a:pt x="10966" y="7613"/>
                  </a:cubicBezTo>
                  <a:cubicBezTo>
                    <a:pt x="10966" y="7327"/>
                    <a:pt x="10847" y="7077"/>
                    <a:pt x="10657" y="6899"/>
                  </a:cubicBezTo>
                  <a:cubicBezTo>
                    <a:pt x="10954" y="6803"/>
                    <a:pt x="11145" y="6482"/>
                    <a:pt x="11145" y="6113"/>
                  </a:cubicBezTo>
                  <a:cubicBezTo>
                    <a:pt x="11145" y="5827"/>
                    <a:pt x="11026" y="5577"/>
                    <a:pt x="10835" y="5398"/>
                  </a:cubicBezTo>
                  <a:cubicBezTo>
                    <a:pt x="11133" y="5232"/>
                    <a:pt x="11347" y="4922"/>
                    <a:pt x="11347" y="4541"/>
                  </a:cubicBezTo>
                  <a:cubicBezTo>
                    <a:pt x="11347" y="4005"/>
                    <a:pt x="10907" y="3577"/>
                    <a:pt x="10371" y="3577"/>
                  </a:cubicBezTo>
                  <a:lnTo>
                    <a:pt x="7621" y="3577"/>
                  </a:lnTo>
                  <a:lnTo>
                    <a:pt x="7621" y="1827"/>
                  </a:lnTo>
                  <a:cubicBezTo>
                    <a:pt x="7621" y="1112"/>
                    <a:pt x="7418" y="588"/>
                    <a:pt x="7013" y="291"/>
                  </a:cubicBezTo>
                  <a:cubicBezTo>
                    <a:pt x="6703" y="61"/>
                    <a:pt x="6332" y="0"/>
                    <a:pt x="60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640;p67"/>
            <p:cNvSpPr/>
            <p:nvPr/>
          </p:nvSpPr>
          <p:spPr>
            <a:xfrm>
              <a:off x="6920842" y="2577064"/>
              <a:ext cx="36709" cy="36677"/>
            </a:xfrm>
            <a:custGeom>
              <a:avLst/>
              <a:gdLst/>
              <a:ahLst/>
              <a:cxnLst/>
              <a:rect l="l" t="t" r="r" b="b"/>
              <a:pathLst>
                <a:path w="1156" h="1155" extrusionOk="0">
                  <a:moveTo>
                    <a:pt x="584" y="369"/>
                  </a:moveTo>
                  <a:cubicBezTo>
                    <a:pt x="703" y="369"/>
                    <a:pt x="787" y="464"/>
                    <a:pt x="787" y="584"/>
                  </a:cubicBezTo>
                  <a:cubicBezTo>
                    <a:pt x="787" y="703"/>
                    <a:pt x="703" y="786"/>
                    <a:pt x="584" y="786"/>
                  </a:cubicBezTo>
                  <a:cubicBezTo>
                    <a:pt x="465" y="786"/>
                    <a:pt x="370" y="703"/>
                    <a:pt x="370" y="584"/>
                  </a:cubicBezTo>
                  <a:cubicBezTo>
                    <a:pt x="370" y="464"/>
                    <a:pt x="453" y="369"/>
                    <a:pt x="584" y="369"/>
                  </a:cubicBezTo>
                  <a:close/>
                  <a:moveTo>
                    <a:pt x="584" y="0"/>
                  </a:moveTo>
                  <a:cubicBezTo>
                    <a:pt x="263" y="0"/>
                    <a:pt x="1" y="250"/>
                    <a:pt x="1" y="584"/>
                  </a:cubicBezTo>
                  <a:cubicBezTo>
                    <a:pt x="1" y="905"/>
                    <a:pt x="251" y="1155"/>
                    <a:pt x="584" y="1155"/>
                  </a:cubicBezTo>
                  <a:cubicBezTo>
                    <a:pt x="906" y="1155"/>
                    <a:pt x="1156" y="905"/>
                    <a:pt x="1156" y="584"/>
                  </a:cubicBezTo>
                  <a:cubicBezTo>
                    <a:pt x="1156" y="250"/>
                    <a:pt x="894" y="0"/>
                    <a:pt x="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0638;p67"/>
          <p:cNvGrpSpPr/>
          <p:nvPr/>
        </p:nvGrpSpPr>
        <p:grpSpPr>
          <a:xfrm>
            <a:off x="1828502" y="7869927"/>
            <a:ext cx="360356" cy="343462"/>
            <a:chOff x="6870193" y="2295620"/>
            <a:chExt cx="360356" cy="343462"/>
          </a:xfrm>
        </p:grpSpPr>
        <p:sp>
          <p:nvSpPr>
            <p:cNvPr id="16" name="Google Shape;10639;p67"/>
            <p:cNvSpPr/>
            <p:nvPr/>
          </p:nvSpPr>
          <p:spPr>
            <a:xfrm>
              <a:off x="6870193" y="2295620"/>
              <a:ext cx="360356" cy="343462"/>
            </a:xfrm>
            <a:custGeom>
              <a:avLst/>
              <a:gdLst/>
              <a:ahLst/>
              <a:cxnLst/>
              <a:rect l="l" t="t" r="r" b="b"/>
              <a:pathLst>
                <a:path w="11348" h="10816" extrusionOk="0">
                  <a:moveTo>
                    <a:pt x="6027" y="0"/>
                  </a:moveTo>
                  <a:cubicBezTo>
                    <a:pt x="5700" y="0"/>
                    <a:pt x="5448" y="70"/>
                    <a:pt x="5430" y="76"/>
                  </a:cubicBezTo>
                  <a:cubicBezTo>
                    <a:pt x="5358" y="112"/>
                    <a:pt x="5299" y="172"/>
                    <a:pt x="5299" y="255"/>
                  </a:cubicBezTo>
                  <a:lnTo>
                    <a:pt x="5299" y="2731"/>
                  </a:lnTo>
                  <a:lnTo>
                    <a:pt x="3501" y="5017"/>
                  </a:lnTo>
                  <a:cubicBezTo>
                    <a:pt x="3441" y="4767"/>
                    <a:pt x="3215" y="4577"/>
                    <a:pt x="2929" y="4577"/>
                  </a:cubicBezTo>
                  <a:lnTo>
                    <a:pt x="584" y="4577"/>
                  </a:lnTo>
                  <a:cubicBezTo>
                    <a:pt x="274" y="4577"/>
                    <a:pt x="1" y="4827"/>
                    <a:pt x="1" y="5160"/>
                  </a:cubicBezTo>
                  <a:lnTo>
                    <a:pt x="1" y="5732"/>
                  </a:lnTo>
                  <a:cubicBezTo>
                    <a:pt x="1" y="5839"/>
                    <a:pt x="96" y="5910"/>
                    <a:pt x="179" y="5910"/>
                  </a:cubicBezTo>
                  <a:cubicBezTo>
                    <a:pt x="274" y="5910"/>
                    <a:pt x="358" y="5827"/>
                    <a:pt x="358" y="5732"/>
                  </a:cubicBezTo>
                  <a:lnTo>
                    <a:pt x="358" y="5160"/>
                  </a:lnTo>
                  <a:cubicBezTo>
                    <a:pt x="358" y="5041"/>
                    <a:pt x="453" y="4946"/>
                    <a:pt x="572" y="4946"/>
                  </a:cubicBezTo>
                  <a:lnTo>
                    <a:pt x="2918" y="4946"/>
                  </a:lnTo>
                  <a:cubicBezTo>
                    <a:pt x="3037" y="4946"/>
                    <a:pt x="3132" y="5041"/>
                    <a:pt x="3132" y="5160"/>
                  </a:cubicBezTo>
                  <a:lnTo>
                    <a:pt x="3132" y="10232"/>
                  </a:lnTo>
                  <a:cubicBezTo>
                    <a:pt x="3132" y="10351"/>
                    <a:pt x="3037" y="10435"/>
                    <a:pt x="2918" y="10435"/>
                  </a:cubicBezTo>
                  <a:lnTo>
                    <a:pt x="572" y="10435"/>
                  </a:lnTo>
                  <a:cubicBezTo>
                    <a:pt x="453" y="10435"/>
                    <a:pt x="358" y="10351"/>
                    <a:pt x="358" y="10232"/>
                  </a:cubicBezTo>
                  <a:lnTo>
                    <a:pt x="358" y="6506"/>
                  </a:lnTo>
                  <a:cubicBezTo>
                    <a:pt x="358" y="6410"/>
                    <a:pt x="274" y="6327"/>
                    <a:pt x="179" y="6327"/>
                  </a:cubicBezTo>
                  <a:cubicBezTo>
                    <a:pt x="72" y="6327"/>
                    <a:pt x="1" y="6422"/>
                    <a:pt x="1" y="6506"/>
                  </a:cubicBezTo>
                  <a:lnTo>
                    <a:pt x="1" y="10232"/>
                  </a:lnTo>
                  <a:cubicBezTo>
                    <a:pt x="1" y="10542"/>
                    <a:pt x="251" y="10816"/>
                    <a:pt x="584" y="10816"/>
                  </a:cubicBezTo>
                  <a:lnTo>
                    <a:pt x="2929" y="10816"/>
                  </a:lnTo>
                  <a:cubicBezTo>
                    <a:pt x="3251" y="10816"/>
                    <a:pt x="3513" y="10554"/>
                    <a:pt x="3513" y="10232"/>
                  </a:cubicBezTo>
                  <a:lnTo>
                    <a:pt x="3513" y="9744"/>
                  </a:lnTo>
                  <a:lnTo>
                    <a:pt x="4418" y="10185"/>
                  </a:lnTo>
                  <a:cubicBezTo>
                    <a:pt x="4453" y="10197"/>
                    <a:pt x="4477" y="10197"/>
                    <a:pt x="4513" y="10197"/>
                  </a:cubicBezTo>
                  <a:lnTo>
                    <a:pt x="8025" y="10197"/>
                  </a:lnTo>
                  <a:cubicBezTo>
                    <a:pt x="8132" y="10197"/>
                    <a:pt x="8204" y="10113"/>
                    <a:pt x="8204" y="10018"/>
                  </a:cubicBezTo>
                  <a:cubicBezTo>
                    <a:pt x="8204" y="9923"/>
                    <a:pt x="8109" y="9839"/>
                    <a:pt x="8025" y="9839"/>
                  </a:cubicBezTo>
                  <a:lnTo>
                    <a:pt x="4561" y="9839"/>
                  </a:lnTo>
                  <a:lnTo>
                    <a:pt x="3525" y="9327"/>
                  </a:lnTo>
                  <a:lnTo>
                    <a:pt x="3525" y="5589"/>
                  </a:lnTo>
                  <a:lnTo>
                    <a:pt x="5644" y="2910"/>
                  </a:lnTo>
                  <a:cubicBezTo>
                    <a:pt x="5668" y="2874"/>
                    <a:pt x="5692" y="2839"/>
                    <a:pt x="5692" y="2791"/>
                  </a:cubicBezTo>
                  <a:lnTo>
                    <a:pt x="5692" y="398"/>
                  </a:lnTo>
                  <a:cubicBezTo>
                    <a:pt x="5787" y="379"/>
                    <a:pt x="5924" y="358"/>
                    <a:pt x="6080" y="358"/>
                  </a:cubicBezTo>
                  <a:cubicBezTo>
                    <a:pt x="6313" y="358"/>
                    <a:pt x="6587" y="405"/>
                    <a:pt x="6823" y="576"/>
                  </a:cubicBezTo>
                  <a:cubicBezTo>
                    <a:pt x="7132" y="791"/>
                    <a:pt x="7275" y="1207"/>
                    <a:pt x="7275" y="1803"/>
                  </a:cubicBezTo>
                  <a:lnTo>
                    <a:pt x="7275" y="3755"/>
                  </a:lnTo>
                  <a:cubicBezTo>
                    <a:pt x="7275" y="3862"/>
                    <a:pt x="7370" y="3934"/>
                    <a:pt x="7454" y="3934"/>
                  </a:cubicBezTo>
                  <a:lnTo>
                    <a:pt x="10395" y="3934"/>
                  </a:lnTo>
                  <a:cubicBezTo>
                    <a:pt x="10716" y="3934"/>
                    <a:pt x="10990" y="4208"/>
                    <a:pt x="10990" y="4529"/>
                  </a:cubicBezTo>
                  <a:cubicBezTo>
                    <a:pt x="10990" y="4863"/>
                    <a:pt x="10716" y="5125"/>
                    <a:pt x="10395" y="5125"/>
                  </a:cubicBezTo>
                  <a:lnTo>
                    <a:pt x="8823" y="5125"/>
                  </a:lnTo>
                  <a:cubicBezTo>
                    <a:pt x="8728" y="5125"/>
                    <a:pt x="8644" y="5220"/>
                    <a:pt x="8644" y="5303"/>
                  </a:cubicBezTo>
                  <a:cubicBezTo>
                    <a:pt x="8644" y="5410"/>
                    <a:pt x="8740" y="5482"/>
                    <a:pt x="8823" y="5482"/>
                  </a:cubicBezTo>
                  <a:lnTo>
                    <a:pt x="10228" y="5482"/>
                  </a:lnTo>
                  <a:cubicBezTo>
                    <a:pt x="10538" y="5494"/>
                    <a:pt x="10788" y="5767"/>
                    <a:pt x="10788" y="6077"/>
                  </a:cubicBezTo>
                  <a:cubicBezTo>
                    <a:pt x="10788" y="6399"/>
                    <a:pt x="10526" y="6672"/>
                    <a:pt x="10192" y="6672"/>
                  </a:cubicBezTo>
                  <a:lnTo>
                    <a:pt x="8823" y="6672"/>
                  </a:lnTo>
                  <a:cubicBezTo>
                    <a:pt x="8728" y="6672"/>
                    <a:pt x="8644" y="6768"/>
                    <a:pt x="8644" y="6851"/>
                  </a:cubicBezTo>
                  <a:cubicBezTo>
                    <a:pt x="8644" y="6958"/>
                    <a:pt x="8740" y="7030"/>
                    <a:pt x="8823" y="7030"/>
                  </a:cubicBezTo>
                  <a:lnTo>
                    <a:pt x="10073" y="7030"/>
                  </a:lnTo>
                  <a:cubicBezTo>
                    <a:pt x="10371" y="7053"/>
                    <a:pt x="10597" y="7327"/>
                    <a:pt x="10597" y="7625"/>
                  </a:cubicBezTo>
                  <a:cubicBezTo>
                    <a:pt x="10597" y="7946"/>
                    <a:pt x="10335" y="8220"/>
                    <a:pt x="10002" y="8220"/>
                  </a:cubicBezTo>
                  <a:lnTo>
                    <a:pt x="8823" y="8220"/>
                  </a:lnTo>
                  <a:cubicBezTo>
                    <a:pt x="8728" y="8220"/>
                    <a:pt x="8644" y="8315"/>
                    <a:pt x="8644" y="8399"/>
                  </a:cubicBezTo>
                  <a:cubicBezTo>
                    <a:pt x="8644" y="8506"/>
                    <a:pt x="8740" y="8577"/>
                    <a:pt x="8823" y="8577"/>
                  </a:cubicBezTo>
                  <a:lnTo>
                    <a:pt x="9883" y="8577"/>
                  </a:lnTo>
                  <a:cubicBezTo>
                    <a:pt x="9895" y="8577"/>
                    <a:pt x="9918" y="8589"/>
                    <a:pt x="9918" y="8589"/>
                  </a:cubicBezTo>
                  <a:cubicBezTo>
                    <a:pt x="10192" y="8649"/>
                    <a:pt x="10407" y="8887"/>
                    <a:pt x="10407" y="9185"/>
                  </a:cubicBezTo>
                  <a:cubicBezTo>
                    <a:pt x="10407" y="9518"/>
                    <a:pt x="10133" y="9780"/>
                    <a:pt x="9811" y="9780"/>
                  </a:cubicBezTo>
                  <a:lnTo>
                    <a:pt x="8823" y="9780"/>
                  </a:lnTo>
                  <a:cubicBezTo>
                    <a:pt x="8728" y="9780"/>
                    <a:pt x="8644" y="9875"/>
                    <a:pt x="8644" y="9958"/>
                  </a:cubicBezTo>
                  <a:cubicBezTo>
                    <a:pt x="8644" y="10066"/>
                    <a:pt x="8740" y="10137"/>
                    <a:pt x="8823" y="10137"/>
                  </a:cubicBezTo>
                  <a:lnTo>
                    <a:pt x="9811" y="10137"/>
                  </a:lnTo>
                  <a:cubicBezTo>
                    <a:pt x="10347" y="10137"/>
                    <a:pt x="10776" y="9708"/>
                    <a:pt x="10776" y="9173"/>
                  </a:cubicBezTo>
                  <a:cubicBezTo>
                    <a:pt x="10776" y="8887"/>
                    <a:pt x="10657" y="8637"/>
                    <a:pt x="10466" y="8458"/>
                  </a:cubicBezTo>
                  <a:cubicBezTo>
                    <a:pt x="10764" y="8292"/>
                    <a:pt x="10966" y="7982"/>
                    <a:pt x="10966" y="7613"/>
                  </a:cubicBezTo>
                  <a:cubicBezTo>
                    <a:pt x="10966" y="7327"/>
                    <a:pt x="10847" y="7077"/>
                    <a:pt x="10657" y="6899"/>
                  </a:cubicBezTo>
                  <a:cubicBezTo>
                    <a:pt x="10954" y="6803"/>
                    <a:pt x="11145" y="6482"/>
                    <a:pt x="11145" y="6113"/>
                  </a:cubicBezTo>
                  <a:cubicBezTo>
                    <a:pt x="11145" y="5827"/>
                    <a:pt x="11026" y="5577"/>
                    <a:pt x="10835" y="5398"/>
                  </a:cubicBezTo>
                  <a:cubicBezTo>
                    <a:pt x="11133" y="5232"/>
                    <a:pt x="11347" y="4922"/>
                    <a:pt x="11347" y="4541"/>
                  </a:cubicBezTo>
                  <a:cubicBezTo>
                    <a:pt x="11347" y="4005"/>
                    <a:pt x="10907" y="3577"/>
                    <a:pt x="10371" y="3577"/>
                  </a:cubicBezTo>
                  <a:lnTo>
                    <a:pt x="7621" y="3577"/>
                  </a:lnTo>
                  <a:lnTo>
                    <a:pt x="7621" y="1827"/>
                  </a:lnTo>
                  <a:cubicBezTo>
                    <a:pt x="7621" y="1112"/>
                    <a:pt x="7418" y="588"/>
                    <a:pt x="7013" y="291"/>
                  </a:cubicBezTo>
                  <a:cubicBezTo>
                    <a:pt x="6703" y="61"/>
                    <a:pt x="6332" y="0"/>
                    <a:pt x="60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640;p67"/>
            <p:cNvSpPr/>
            <p:nvPr/>
          </p:nvSpPr>
          <p:spPr>
            <a:xfrm>
              <a:off x="6920842" y="2577064"/>
              <a:ext cx="36709" cy="36677"/>
            </a:xfrm>
            <a:custGeom>
              <a:avLst/>
              <a:gdLst/>
              <a:ahLst/>
              <a:cxnLst/>
              <a:rect l="l" t="t" r="r" b="b"/>
              <a:pathLst>
                <a:path w="1156" h="1155" extrusionOk="0">
                  <a:moveTo>
                    <a:pt x="584" y="369"/>
                  </a:moveTo>
                  <a:cubicBezTo>
                    <a:pt x="703" y="369"/>
                    <a:pt x="787" y="464"/>
                    <a:pt x="787" y="584"/>
                  </a:cubicBezTo>
                  <a:cubicBezTo>
                    <a:pt x="787" y="703"/>
                    <a:pt x="703" y="786"/>
                    <a:pt x="584" y="786"/>
                  </a:cubicBezTo>
                  <a:cubicBezTo>
                    <a:pt x="465" y="786"/>
                    <a:pt x="370" y="703"/>
                    <a:pt x="370" y="584"/>
                  </a:cubicBezTo>
                  <a:cubicBezTo>
                    <a:pt x="370" y="464"/>
                    <a:pt x="453" y="369"/>
                    <a:pt x="584" y="369"/>
                  </a:cubicBezTo>
                  <a:close/>
                  <a:moveTo>
                    <a:pt x="584" y="0"/>
                  </a:moveTo>
                  <a:cubicBezTo>
                    <a:pt x="263" y="0"/>
                    <a:pt x="1" y="250"/>
                    <a:pt x="1" y="584"/>
                  </a:cubicBezTo>
                  <a:cubicBezTo>
                    <a:pt x="1" y="905"/>
                    <a:pt x="251" y="1155"/>
                    <a:pt x="584" y="1155"/>
                  </a:cubicBezTo>
                  <a:cubicBezTo>
                    <a:pt x="906" y="1155"/>
                    <a:pt x="1156" y="905"/>
                    <a:pt x="1156" y="584"/>
                  </a:cubicBezTo>
                  <a:cubicBezTo>
                    <a:pt x="1156" y="250"/>
                    <a:pt x="894" y="0"/>
                    <a:pt x="58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 name="Picture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48058" y="-908900"/>
            <a:ext cx="7070628" cy="3622063"/>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46026" y="-441943"/>
            <a:ext cx="18440399" cy="11430000"/>
          </a:xfrm>
          <a:prstGeom prst="rect">
            <a:avLst/>
          </a:prstGeom>
        </p:spPr>
      </p:pic>
      <p:sp>
        <p:nvSpPr>
          <p:cNvPr id="2" name="TextBox 2"/>
          <p:cNvSpPr txBox="1"/>
          <p:nvPr/>
        </p:nvSpPr>
        <p:spPr>
          <a:xfrm>
            <a:off x="2551907" y="528002"/>
            <a:ext cx="12273662" cy="953135"/>
          </a:xfrm>
          <a:prstGeom prst="rect">
            <a:avLst/>
          </a:prstGeom>
        </p:spPr>
        <p:txBody>
          <a:bodyPr lIns="0" tIns="0" rIns="0" bIns="0" rtlCol="0" anchor="t">
            <a:spAutoFit/>
          </a:bodyPr>
          <a:lstStyle/>
          <a:p>
            <a:pPr algn="ctr">
              <a:lnSpc>
                <a:spcPts val="7839"/>
              </a:lnSpc>
            </a:pPr>
            <a:endParaRPr lang="en-US" sz="5599" dirty="0">
              <a:solidFill>
                <a:srgbClr val="000000"/>
              </a:solidFill>
              <a:latin typeface="Caudex Bold"/>
            </a:endParaRPr>
          </a:p>
        </p:txBody>
      </p:sp>
      <p:sp>
        <p:nvSpPr>
          <p:cNvPr id="3" name="TextBox 3"/>
          <p:cNvSpPr txBox="1"/>
          <p:nvPr/>
        </p:nvSpPr>
        <p:spPr>
          <a:xfrm>
            <a:off x="516568" y="1395413"/>
            <a:ext cx="3047405" cy="688975"/>
          </a:xfrm>
          <a:prstGeom prst="rect">
            <a:avLst/>
          </a:prstGeom>
        </p:spPr>
        <p:txBody>
          <a:bodyPr lIns="0" tIns="0" rIns="0" bIns="0" rtlCol="0" anchor="t">
            <a:spAutoFit/>
          </a:bodyPr>
          <a:lstStyle/>
          <a:p>
            <a:pPr marL="431798" lvl="1" algn="ctr">
              <a:lnSpc>
                <a:spcPts val="5599"/>
              </a:lnSpc>
            </a:pPr>
            <a:endParaRPr lang="en-US" sz="3999" dirty="0">
              <a:solidFill>
                <a:srgbClr val="000000"/>
              </a:solidFill>
              <a:latin typeface="Josefin Sans Regular"/>
            </a:endParaRPr>
          </a:p>
        </p:txBody>
      </p:sp>
      <p:sp>
        <p:nvSpPr>
          <p:cNvPr id="4" name="TextBox 4"/>
          <p:cNvSpPr txBox="1"/>
          <p:nvPr/>
        </p:nvSpPr>
        <p:spPr>
          <a:xfrm>
            <a:off x="1028700" y="4183541"/>
            <a:ext cx="17055846" cy="666657"/>
          </a:xfrm>
          <a:prstGeom prst="rect">
            <a:avLst/>
          </a:prstGeom>
        </p:spPr>
        <p:txBody>
          <a:bodyPr lIns="0" tIns="0" rIns="0" bIns="0" rtlCol="0" anchor="t">
            <a:spAutoFit/>
          </a:bodyPr>
          <a:lstStyle/>
          <a:p>
            <a:pPr>
              <a:lnSpc>
                <a:spcPts val="5360"/>
              </a:lnSpc>
            </a:pPr>
            <a:endParaRPr lang="en-US" sz="3828" dirty="0">
              <a:solidFill>
                <a:srgbClr val="000000"/>
              </a:solidFill>
              <a:latin typeface="Josefin Sans Regular"/>
            </a:endParaRPr>
          </a:p>
        </p:txBody>
      </p:sp>
      <p:sp>
        <p:nvSpPr>
          <p:cNvPr id="5" name="TextBox 5"/>
          <p:cNvSpPr txBox="1"/>
          <p:nvPr/>
        </p:nvSpPr>
        <p:spPr>
          <a:xfrm>
            <a:off x="973870" y="2247503"/>
            <a:ext cx="16797561" cy="654346"/>
          </a:xfrm>
          <a:prstGeom prst="rect">
            <a:avLst/>
          </a:prstGeom>
        </p:spPr>
        <p:txBody>
          <a:bodyPr lIns="0" tIns="0" rIns="0" bIns="0" rtlCol="0" anchor="t">
            <a:spAutoFit/>
          </a:bodyPr>
          <a:lstStyle/>
          <a:p>
            <a:pPr>
              <a:lnSpc>
                <a:spcPts val="5260"/>
              </a:lnSpc>
            </a:pPr>
            <a:endParaRPr lang="en-US" sz="3757" dirty="0">
              <a:solidFill>
                <a:srgbClr val="000000"/>
              </a:solidFill>
              <a:latin typeface="Josefin Sans Regular"/>
            </a:endParaRPr>
          </a:p>
        </p:txBody>
      </p:sp>
      <p:sp>
        <p:nvSpPr>
          <p:cNvPr id="6" name="TextBox 6"/>
          <p:cNvSpPr txBox="1"/>
          <p:nvPr/>
        </p:nvSpPr>
        <p:spPr>
          <a:xfrm>
            <a:off x="189707" y="435335"/>
            <a:ext cx="4724400" cy="718145"/>
          </a:xfrm>
          <a:prstGeom prst="rect">
            <a:avLst/>
          </a:prstGeom>
        </p:spPr>
        <p:txBody>
          <a:bodyPr wrap="square" lIns="0" tIns="0" rIns="0" bIns="0" rtlCol="0" anchor="t">
            <a:spAutoFit/>
          </a:bodyPr>
          <a:lstStyle/>
          <a:p>
            <a:pPr marL="863596" lvl="1" indent="-431798" algn="ctr">
              <a:lnSpc>
                <a:spcPts val="5599"/>
              </a:lnSpc>
              <a:buFont typeface="Arial"/>
              <a:buChar char="•"/>
            </a:pPr>
            <a:r>
              <a:rPr lang="en-US" sz="4500" dirty="0" err="1">
                <a:solidFill>
                  <a:srgbClr val="000000"/>
                </a:solidFill>
                <a:latin typeface="Josefin Sans Regular"/>
              </a:rPr>
              <a:t>Khuyết</a:t>
            </a:r>
            <a:r>
              <a:rPr lang="en-US" sz="4500" dirty="0">
                <a:solidFill>
                  <a:srgbClr val="000000"/>
                </a:solidFill>
                <a:latin typeface="Josefin Sans Regular"/>
              </a:rPr>
              <a:t> </a:t>
            </a:r>
            <a:r>
              <a:rPr lang="en-US" sz="4500" dirty="0" err="1">
                <a:solidFill>
                  <a:srgbClr val="000000"/>
                </a:solidFill>
                <a:latin typeface="Josefin Sans Regular"/>
              </a:rPr>
              <a:t>điểm</a:t>
            </a:r>
            <a:r>
              <a:rPr lang="en-US" sz="4500" dirty="0">
                <a:solidFill>
                  <a:srgbClr val="000000"/>
                </a:solidFill>
                <a:latin typeface="Josefin Sans Regular"/>
              </a:rPr>
              <a:t>: </a:t>
            </a:r>
          </a:p>
        </p:txBody>
      </p:sp>
      <p:sp>
        <p:nvSpPr>
          <p:cNvPr id="7" name="TextBox 7"/>
          <p:cNvSpPr txBox="1"/>
          <p:nvPr/>
        </p:nvSpPr>
        <p:spPr>
          <a:xfrm>
            <a:off x="725800" y="4832864"/>
            <a:ext cx="16469880" cy="2115964"/>
          </a:xfrm>
          <a:prstGeom prst="rect">
            <a:avLst/>
          </a:prstGeom>
        </p:spPr>
        <p:txBody>
          <a:bodyPr wrap="square" lIns="0" tIns="0" rIns="0" bIns="0" rtlCol="0" anchor="t">
            <a:spAutoFit/>
          </a:bodyPr>
          <a:lstStyle/>
          <a:p>
            <a:pPr>
              <a:lnSpc>
                <a:spcPts val="5523"/>
              </a:lnSpc>
            </a:pPr>
            <a:r>
              <a:rPr lang="vi-VN" sz="3945" dirty="0" smtClean="0">
                <a:solidFill>
                  <a:srgbClr val="000000"/>
                </a:solidFill>
                <a:latin typeface="Josefin Sans Regular"/>
              </a:rPr>
              <a:t>- Rất “kén” điện áp do </a:t>
            </a:r>
            <a:r>
              <a:rPr lang="en-US" sz="3945" dirty="0" err="1">
                <a:solidFill>
                  <a:srgbClr val="000000"/>
                </a:solidFill>
                <a:latin typeface="Josefin Sans Regular"/>
              </a:rPr>
              <a:t>điều</a:t>
            </a:r>
            <a:r>
              <a:rPr lang="en-US" sz="3945" dirty="0">
                <a:solidFill>
                  <a:srgbClr val="000000"/>
                </a:solidFill>
                <a:latin typeface="Josefin Sans Regular"/>
              </a:rPr>
              <a:t> </a:t>
            </a:r>
            <a:r>
              <a:rPr lang="en-US" sz="3945" dirty="0" err="1">
                <a:solidFill>
                  <a:srgbClr val="000000"/>
                </a:solidFill>
                <a:latin typeface="Josefin Sans Regular"/>
              </a:rPr>
              <a:t>khiển</a:t>
            </a:r>
            <a:r>
              <a:rPr lang="en-US" sz="3945" dirty="0">
                <a:solidFill>
                  <a:srgbClr val="000000"/>
                </a:solidFill>
                <a:latin typeface="Josefin Sans Regular"/>
              </a:rPr>
              <a:t> </a:t>
            </a:r>
            <a:r>
              <a:rPr lang="en-US" sz="3945" dirty="0" err="1">
                <a:solidFill>
                  <a:srgbClr val="000000"/>
                </a:solidFill>
                <a:latin typeface="Josefin Sans Regular"/>
              </a:rPr>
              <a:t>hầu</a:t>
            </a:r>
            <a:r>
              <a:rPr lang="en-US" sz="3945" dirty="0">
                <a:solidFill>
                  <a:srgbClr val="000000"/>
                </a:solidFill>
                <a:latin typeface="Josefin Sans Regular"/>
              </a:rPr>
              <a:t> </a:t>
            </a:r>
            <a:r>
              <a:rPr lang="en-US" sz="3945" dirty="0" err="1">
                <a:solidFill>
                  <a:srgbClr val="000000"/>
                </a:solidFill>
                <a:latin typeface="Josefin Sans Regular"/>
              </a:rPr>
              <a:t>hết</a:t>
            </a:r>
            <a:r>
              <a:rPr lang="en-US" sz="3945" dirty="0">
                <a:solidFill>
                  <a:srgbClr val="000000"/>
                </a:solidFill>
                <a:latin typeface="Josefin Sans Regular"/>
              </a:rPr>
              <a:t> </a:t>
            </a:r>
            <a:r>
              <a:rPr lang="en-US" sz="3945" dirty="0" err="1">
                <a:solidFill>
                  <a:srgbClr val="000000"/>
                </a:solidFill>
                <a:latin typeface="Josefin Sans Regular"/>
              </a:rPr>
              <a:t>bằng</a:t>
            </a:r>
            <a:r>
              <a:rPr lang="en-US" sz="3945" dirty="0">
                <a:solidFill>
                  <a:srgbClr val="000000"/>
                </a:solidFill>
                <a:latin typeface="Josefin Sans Regular"/>
              </a:rPr>
              <a:t> </a:t>
            </a:r>
            <a:r>
              <a:rPr lang="en-US" sz="3945" dirty="0" err="1">
                <a:solidFill>
                  <a:srgbClr val="000000"/>
                </a:solidFill>
                <a:latin typeface="Josefin Sans Regular"/>
              </a:rPr>
              <a:t>các</a:t>
            </a:r>
            <a:r>
              <a:rPr lang="en-US" sz="3945" dirty="0">
                <a:solidFill>
                  <a:srgbClr val="000000"/>
                </a:solidFill>
                <a:latin typeface="Josefin Sans Regular"/>
              </a:rPr>
              <a:t> vi </a:t>
            </a:r>
            <a:r>
              <a:rPr lang="en-US" sz="3945" dirty="0" err="1">
                <a:solidFill>
                  <a:srgbClr val="000000"/>
                </a:solidFill>
                <a:latin typeface="Josefin Sans Regular"/>
              </a:rPr>
              <a:t>mạch</a:t>
            </a:r>
            <a:r>
              <a:rPr lang="en-US" sz="3945" dirty="0">
                <a:solidFill>
                  <a:srgbClr val="000000"/>
                </a:solidFill>
                <a:latin typeface="Josefin Sans Regular"/>
              </a:rPr>
              <a:t> </a:t>
            </a:r>
            <a:r>
              <a:rPr lang="en-US" sz="3945" dirty="0" err="1">
                <a:solidFill>
                  <a:srgbClr val="000000"/>
                </a:solidFill>
                <a:latin typeface="Josefin Sans Regular"/>
              </a:rPr>
              <a:t>điện</a:t>
            </a:r>
            <a:r>
              <a:rPr lang="en-US" sz="3945" dirty="0">
                <a:solidFill>
                  <a:srgbClr val="000000"/>
                </a:solidFill>
                <a:latin typeface="Josefin Sans Regular"/>
              </a:rPr>
              <a:t> </a:t>
            </a:r>
            <a:r>
              <a:rPr lang="vi-VN" sz="3945" dirty="0" smtClean="0">
                <a:solidFill>
                  <a:srgbClr val="000000"/>
                </a:solidFill>
                <a:latin typeface="Josefin Sans Regular"/>
              </a:rPr>
              <a:t>tử, đ</a:t>
            </a:r>
            <a:r>
              <a:rPr lang="en-US" sz="3945" dirty="0" err="1" smtClean="0">
                <a:solidFill>
                  <a:srgbClr val="000000"/>
                </a:solidFill>
                <a:latin typeface="Josefin Sans Regular"/>
              </a:rPr>
              <a:t>iều</a:t>
            </a:r>
            <a:r>
              <a:rPr lang="en-US" sz="3945" dirty="0" smtClean="0">
                <a:solidFill>
                  <a:srgbClr val="000000"/>
                </a:solidFill>
                <a:latin typeface="Josefin Sans Regular"/>
              </a:rPr>
              <a:t> </a:t>
            </a:r>
            <a:r>
              <a:rPr lang="en-US" sz="3945" dirty="0" err="1">
                <a:solidFill>
                  <a:srgbClr val="000000"/>
                </a:solidFill>
                <a:latin typeface="Josefin Sans Regular"/>
              </a:rPr>
              <a:t>kiện</a:t>
            </a:r>
            <a:r>
              <a:rPr lang="en-US" sz="3945" dirty="0">
                <a:solidFill>
                  <a:srgbClr val="000000"/>
                </a:solidFill>
                <a:latin typeface="Josefin Sans Regular"/>
              </a:rPr>
              <a:t> ban </a:t>
            </a:r>
            <a:r>
              <a:rPr lang="en-US" sz="3945" dirty="0" err="1">
                <a:solidFill>
                  <a:srgbClr val="000000"/>
                </a:solidFill>
                <a:latin typeface="Josefin Sans Regular"/>
              </a:rPr>
              <a:t>đầu</a:t>
            </a:r>
            <a:r>
              <a:rPr lang="en-US" sz="3945" dirty="0">
                <a:solidFill>
                  <a:srgbClr val="000000"/>
                </a:solidFill>
                <a:latin typeface="Josefin Sans Regular"/>
              </a:rPr>
              <a:t> </a:t>
            </a:r>
            <a:r>
              <a:rPr lang="en-US" sz="3945" dirty="0" err="1">
                <a:solidFill>
                  <a:srgbClr val="000000"/>
                </a:solidFill>
                <a:latin typeface="Josefin Sans Regular"/>
              </a:rPr>
              <a:t>khi</a:t>
            </a:r>
            <a:r>
              <a:rPr lang="en-US" sz="3945" dirty="0">
                <a:solidFill>
                  <a:srgbClr val="000000"/>
                </a:solidFill>
                <a:latin typeface="Josefin Sans Regular"/>
              </a:rPr>
              <a:t> </a:t>
            </a:r>
            <a:r>
              <a:rPr lang="en-US" sz="3945" dirty="0" err="1">
                <a:solidFill>
                  <a:srgbClr val="000000"/>
                </a:solidFill>
                <a:latin typeface="Josefin Sans Regular"/>
              </a:rPr>
              <a:t>lắp</a:t>
            </a:r>
            <a:r>
              <a:rPr lang="en-US" sz="3945" dirty="0">
                <a:solidFill>
                  <a:srgbClr val="000000"/>
                </a:solidFill>
                <a:latin typeface="Josefin Sans Regular"/>
              </a:rPr>
              <a:t> </a:t>
            </a:r>
            <a:r>
              <a:rPr lang="en-US" sz="3945" dirty="0" err="1">
                <a:solidFill>
                  <a:srgbClr val="000000"/>
                </a:solidFill>
                <a:latin typeface="Josefin Sans Regular"/>
              </a:rPr>
              <a:t>đặt</a:t>
            </a:r>
            <a:r>
              <a:rPr lang="en-US" sz="3945" dirty="0">
                <a:solidFill>
                  <a:srgbClr val="000000"/>
                </a:solidFill>
                <a:latin typeface="Josefin Sans Regular"/>
              </a:rPr>
              <a:t> </a:t>
            </a:r>
            <a:r>
              <a:rPr lang="en-US" sz="3945" dirty="0" err="1">
                <a:solidFill>
                  <a:srgbClr val="000000"/>
                </a:solidFill>
                <a:latin typeface="Josefin Sans Regular"/>
              </a:rPr>
              <a:t>máy</a:t>
            </a:r>
            <a:r>
              <a:rPr lang="en-US" sz="3945" dirty="0">
                <a:solidFill>
                  <a:srgbClr val="000000"/>
                </a:solidFill>
                <a:latin typeface="Josefin Sans Regular"/>
              </a:rPr>
              <a:t> </a:t>
            </a:r>
            <a:r>
              <a:rPr lang="en-US" sz="3945" dirty="0" err="1">
                <a:solidFill>
                  <a:srgbClr val="000000"/>
                </a:solidFill>
                <a:latin typeface="Josefin Sans Regular"/>
              </a:rPr>
              <a:t>là</a:t>
            </a:r>
            <a:r>
              <a:rPr lang="en-US" sz="3945" dirty="0">
                <a:solidFill>
                  <a:srgbClr val="000000"/>
                </a:solidFill>
                <a:latin typeface="Josefin Sans Regular"/>
              </a:rPr>
              <a:t> </a:t>
            </a:r>
            <a:r>
              <a:rPr lang="en-US" sz="3945" dirty="0" err="1">
                <a:solidFill>
                  <a:srgbClr val="000000"/>
                </a:solidFill>
                <a:latin typeface="Josefin Sans Regular"/>
              </a:rPr>
              <a:t>bạn</a:t>
            </a:r>
            <a:r>
              <a:rPr lang="en-US" sz="3945" dirty="0">
                <a:solidFill>
                  <a:srgbClr val="000000"/>
                </a:solidFill>
                <a:latin typeface="Josefin Sans Regular"/>
              </a:rPr>
              <a:t> </a:t>
            </a:r>
            <a:r>
              <a:rPr lang="en-US" sz="3945" dirty="0" err="1">
                <a:solidFill>
                  <a:srgbClr val="000000"/>
                </a:solidFill>
                <a:latin typeface="Josefin Sans Regular"/>
              </a:rPr>
              <a:t>phải</a:t>
            </a:r>
            <a:r>
              <a:rPr lang="en-US" sz="3945" dirty="0">
                <a:solidFill>
                  <a:srgbClr val="000000"/>
                </a:solidFill>
                <a:latin typeface="Josefin Sans Regular"/>
              </a:rPr>
              <a:t> </a:t>
            </a:r>
            <a:r>
              <a:rPr lang="en-US" sz="3945" dirty="0" err="1">
                <a:solidFill>
                  <a:srgbClr val="000000"/>
                </a:solidFill>
                <a:latin typeface="Josefin Sans Regular"/>
              </a:rPr>
              <a:t>đáp</a:t>
            </a:r>
            <a:r>
              <a:rPr lang="en-US" sz="3945" dirty="0">
                <a:solidFill>
                  <a:srgbClr val="000000"/>
                </a:solidFill>
                <a:latin typeface="Josefin Sans Regular"/>
              </a:rPr>
              <a:t> </a:t>
            </a:r>
            <a:r>
              <a:rPr lang="en-US" sz="3945" dirty="0" err="1">
                <a:solidFill>
                  <a:srgbClr val="000000"/>
                </a:solidFill>
                <a:latin typeface="Josefin Sans Regular"/>
              </a:rPr>
              <a:t>ứng</a:t>
            </a:r>
            <a:r>
              <a:rPr lang="en-US" sz="3945" dirty="0">
                <a:solidFill>
                  <a:srgbClr val="000000"/>
                </a:solidFill>
                <a:latin typeface="Josefin Sans Regular"/>
              </a:rPr>
              <a:t> </a:t>
            </a:r>
            <a:r>
              <a:rPr lang="en-US" sz="3945" dirty="0" err="1">
                <a:solidFill>
                  <a:srgbClr val="000000"/>
                </a:solidFill>
                <a:latin typeface="Josefin Sans Regular"/>
              </a:rPr>
              <a:t>đúng</a:t>
            </a:r>
            <a:r>
              <a:rPr lang="en-US" sz="3945" dirty="0">
                <a:solidFill>
                  <a:srgbClr val="000000"/>
                </a:solidFill>
                <a:latin typeface="Josefin Sans Regular"/>
              </a:rPr>
              <a:t> </a:t>
            </a:r>
            <a:r>
              <a:rPr lang="en-US" sz="3945" dirty="0" err="1">
                <a:solidFill>
                  <a:srgbClr val="000000"/>
                </a:solidFill>
                <a:latin typeface="Josefin Sans Regular"/>
              </a:rPr>
              <a:t>chuẩn</a:t>
            </a:r>
            <a:r>
              <a:rPr lang="en-US" sz="3945" dirty="0">
                <a:solidFill>
                  <a:srgbClr val="000000"/>
                </a:solidFill>
                <a:latin typeface="Josefin Sans Regular"/>
              </a:rPr>
              <a:t> </a:t>
            </a:r>
            <a:r>
              <a:rPr lang="vi-VN" sz="3945" dirty="0" smtClean="0">
                <a:solidFill>
                  <a:srgbClr val="000000"/>
                </a:solidFill>
                <a:latin typeface="Josefin Sans Regular"/>
              </a:rPr>
              <a:t>điện áp của máy.</a:t>
            </a:r>
            <a:endParaRPr lang="en-US" sz="3945" dirty="0">
              <a:solidFill>
                <a:srgbClr val="000000"/>
              </a:solidFill>
              <a:latin typeface="Josefin Sans Regular"/>
            </a:endParaRPr>
          </a:p>
        </p:txBody>
      </p:sp>
      <p:sp>
        <p:nvSpPr>
          <p:cNvPr id="10" name="TextBox 7"/>
          <p:cNvSpPr txBox="1"/>
          <p:nvPr/>
        </p:nvSpPr>
        <p:spPr>
          <a:xfrm>
            <a:off x="725800" y="1481137"/>
            <a:ext cx="16469880" cy="2821285"/>
          </a:xfrm>
          <a:prstGeom prst="rect">
            <a:avLst/>
          </a:prstGeom>
        </p:spPr>
        <p:txBody>
          <a:bodyPr wrap="square" lIns="0" tIns="0" rIns="0" bIns="0" rtlCol="0" anchor="t">
            <a:spAutoFit/>
          </a:bodyPr>
          <a:lstStyle/>
          <a:p>
            <a:pPr>
              <a:lnSpc>
                <a:spcPts val="5523"/>
              </a:lnSpc>
            </a:pPr>
            <a:r>
              <a:rPr lang="vi-VN" sz="3945" dirty="0" smtClean="0">
                <a:solidFill>
                  <a:srgbClr val="000000"/>
                </a:solidFill>
                <a:latin typeface="Josefin Sans Regular"/>
              </a:rPr>
              <a:t>-</a:t>
            </a:r>
            <a:r>
              <a:rPr lang="en-US" sz="3945" dirty="0" smtClean="0">
                <a:solidFill>
                  <a:srgbClr val="000000"/>
                </a:solidFill>
                <a:latin typeface="Josefin Sans Regular"/>
              </a:rPr>
              <a:t> </a:t>
            </a:r>
            <a:r>
              <a:rPr lang="vi-VN" sz="3945" dirty="0" smtClean="0">
                <a:solidFill>
                  <a:srgbClr val="000000"/>
                </a:solidFill>
                <a:latin typeface="Josefin Sans Regular"/>
              </a:rPr>
              <a:t>Để đạt hiệu quả tiết kiệm điện cao nhất, máy luôn phải chạy hết công suất đến khi nhiệt độ phòng được đưa về nhiệt độ đã thiết lập, có nghĩa là công suất làm lạnh tối đa của máy phải đáp ứng đủ hoặc hơn so với nhiệt độ và thể tích phòng.</a:t>
            </a:r>
            <a:endParaRPr lang="en-US" sz="3945" dirty="0">
              <a:solidFill>
                <a:srgbClr val="000000"/>
              </a:solidFill>
              <a:latin typeface="Josefin Sans Regular"/>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2849" y="6655896"/>
            <a:ext cx="11849892" cy="4234517"/>
          </a:xfrm>
          <a:prstGeom prst="rect">
            <a:avLst/>
          </a:prstGeom>
        </p:spPr>
      </p:pic>
      <p:sp>
        <p:nvSpPr>
          <p:cNvPr id="12" name="Oval Callout 11"/>
          <p:cNvSpPr/>
          <p:nvPr/>
        </p:nvSpPr>
        <p:spPr>
          <a:xfrm rot="1359577">
            <a:off x="11201690" y="6782143"/>
            <a:ext cx="3124200" cy="2209800"/>
          </a:xfrm>
          <a:prstGeom prst="wedgeEllipseCallou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 name="TextBox 7"/>
          <p:cNvSpPr txBox="1"/>
          <p:nvPr/>
        </p:nvSpPr>
        <p:spPr>
          <a:xfrm>
            <a:off x="11490660" y="7023378"/>
            <a:ext cx="2546259" cy="1330492"/>
          </a:xfrm>
          <a:prstGeom prst="rect">
            <a:avLst/>
          </a:prstGeom>
        </p:spPr>
        <p:txBody>
          <a:bodyPr wrap="square" lIns="0" tIns="0" rIns="0" bIns="0" rtlCol="0" anchor="t">
            <a:spAutoFit/>
          </a:bodyPr>
          <a:lstStyle/>
          <a:p>
            <a:pPr algn="ctr">
              <a:lnSpc>
                <a:spcPts val="5523"/>
              </a:lnSpc>
            </a:pPr>
            <a:r>
              <a:rPr lang="vi-VN" sz="2500" dirty="0" smtClean="0">
                <a:solidFill>
                  <a:srgbClr val="000000"/>
                </a:solidFill>
                <a:latin typeface="Josefin Sans Regular"/>
              </a:rPr>
              <a:t>Ai cũng</a:t>
            </a:r>
          </a:p>
          <a:p>
            <a:pPr algn="ctr">
              <a:lnSpc>
                <a:spcPts val="5523"/>
              </a:lnSpc>
            </a:pPr>
            <a:r>
              <a:rPr lang="vi-VN" sz="2500" dirty="0" smtClean="0">
                <a:solidFill>
                  <a:srgbClr val="000000"/>
                </a:solidFill>
                <a:latin typeface="Josefin Sans Regular"/>
              </a:rPr>
              <a:t> có khuyết điểm</a:t>
            </a:r>
            <a:endParaRPr lang="en-US" sz="2500" dirty="0">
              <a:solidFill>
                <a:srgbClr val="000000"/>
              </a:solidFill>
              <a:latin typeface="Josefin Sans Regula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583</TotalTime>
  <Words>1425</Words>
  <Application>Microsoft Office PowerPoint</Application>
  <PresentationFormat>Custom</PresentationFormat>
  <Paragraphs>146</Paragraphs>
  <Slides>14</Slides>
  <Notes>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14</vt:i4>
      </vt:variant>
    </vt:vector>
  </HeadingPairs>
  <TitlesOfParts>
    <vt:vector size="27" baseType="lpstr">
      <vt:lpstr>Josefin Sans Regular Bold</vt:lpstr>
      <vt:lpstr>Caudex Bold</vt:lpstr>
      <vt:lpstr>Arial</vt:lpstr>
      <vt:lpstr>Josefin Sans Regular Bold Italics</vt:lpstr>
      <vt:lpstr>Public Sans</vt:lpstr>
      <vt:lpstr>Josefin Sans Regular Italics</vt:lpstr>
      <vt:lpstr>Josefin Sans Regular</vt:lpstr>
      <vt:lpstr>Work Sans SemiBold</vt:lpstr>
      <vt:lpstr>Work Sans ExtraLight</vt:lpstr>
      <vt:lpstr>Caudex</vt:lpstr>
      <vt:lpstr>Muli Regular Italics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Điều Hòa Làm Lạnh</dc:title>
  <cp:lastModifiedBy>FPTSHOP</cp:lastModifiedBy>
  <cp:revision>62</cp:revision>
  <dcterms:created xsi:type="dcterms:W3CDTF">2006-08-16T00:00:00Z</dcterms:created>
  <dcterms:modified xsi:type="dcterms:W3CDTF">2023-03-30T08:38:22Z</dcterms:modified>
  <dc:identifier>DAFdzxxo6JY</dc:identifier>
</cp:coreProperties>
</file>