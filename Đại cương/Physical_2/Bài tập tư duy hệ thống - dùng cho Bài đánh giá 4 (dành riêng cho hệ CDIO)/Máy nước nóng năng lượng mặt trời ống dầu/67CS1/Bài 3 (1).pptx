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5" r:id="rId3"/>
    <p:sldId id="276" r:id="rId4"/>
    <p:sldId id="256" r:id="rId5"/>
    <p:sldId id="257" r:id="rId6"/>
    <p:sldId id="260" r:id="rId7"/>
    <p:sldId id="258" r:id="rId8"/>
    <p:sldId id="259" r:id="rId9"/>
    <p:sldId id="262" r:id="rId10"/>
    <p:sldId id="263" r:id="rId11"/>
    <p:sldId id="274" r:id="rId12"/>
    <p:sldId id="273" r:id="rId13"/>
  </p:sldIdLst>
  <p:sldSz cx="7772400" cy="10058400"/>
  <p:notesSz cx="7772400" cy="10058400"/>
  <p:defaultTextStyle>
    <a:defPPr>
      <a:defRPr kern="0"/>
    </a:defPPr>
  </p:defaultTextStyle>
  <p:extLst>
    <p:ext uri="{521415D9-36F7-43E2-AB2F-B90AF26B5E84}">
      <p14:sectionLst xmlns:p14="http://schemas.microsoft.com/office/powerpoint/2010/main">
        <p14:section name="Untitled Section" id="{0b178841-eb56-4eab-aedd-56cf857625b4}">
          <p14:sldIdLst>
            <p14:sldId id="256"/>
            <p14:sldId id="257"/>
            <p14:sldId id="260"/>
            <p14:sldId id="258"/>
            <p14:sldId id="259"/>
            <p14:sldId id="262"/>
            <p14:sldId id="263"/>
            <p14:sldId id="274"/>
            <p14:sldId id="273"/>
            <p14:sldId id="276"/>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showMasterSp="0">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94735" y="431545"/>
            <a:ext cx="1811020" cy="360045"/>
          </a:xfrm>
          <a:prstGeom prst="rect">
            <a:avLst/>
          </a:prstGeom>
        </p:spPr>
        <p:txBody>
          <a:bodyPr wrap="square" lIns="0" tIns="0" rIns="0" bIns="0">
            <a:spAutoFit/>
          </a:bodyPr>
          <a:lstStyle>
            <a:lvl1pPr>
              <a:defRPr sz="2200" b="1" i="0">
                <a:solidFill>
                  <a:schemeClr val="tx1"/>
                </a:solidFill>
                <a:latin typeface="Calibri" panose="020F0502020204030204"/>
                <a:cs typeface="Calibri" panose="020F0502020204030204"/>
              </a:defRPr>
            </a:lvl1pPr>
          </a:lstStyle>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7.jpe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0">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50000" t="50000" r="50000" b="50000"/>
          </a:path>
          <a:tileRect/>
        </a:gradFill>
        <a:effectLst/>
      </p:bgPr>
    </p:bg>
    <p:spTree>
      <p:nvGrpSpPr>
        <p:cNvPr id="1" name=""/>
        <p:cNvGrpSpPr/>
        <p:nvPr/>
      </p:nvGrpSpPr>
      <p:grpSpPr/>
      <p:sp>
        <p:nvSpPr>
          <p:cNvPr id="2" name="Title 1"/>
          <p:cNvSpPr>
            <a:spLocks noGrp="1"/>
          </p:cNvSpPr>
          <p:nvPr>
            <p:ph type="ctrTitle"/>
          </p:nvPr>
        </p:nvSpPr>
        <p:spPr>
          <a:xfrm>
            <a:off x="1219200" y="685800"/>
            <a:ext cx="5387340" cy="1846580"/>
          </a:xfrm>
        </p:spPr>
        <p:txBody>
          <a:bodyPr wrap="square"/>
          <a:p>
            <a:pPr algn="ctr"/>
            <a:r>
              <a:rPr lang="vi-VN" altLang="en-US" sz="4000"/>
              <a:t>chào mừng các bạn đến với buổi thuyết trình nhóm 3</a:t>
            </a:r>
            <a:endParaRPr lang="vi-VN" altLang="en-US" sz="4000"/>
          </a:p>
        </p:txBody>
      </p:sp>
      <p:sp>
        <p:nvSpPr>
          <p:cNvPr id="4" name="Subtitle 3"/>
          <p:cNvSpPr>
            <a:spLocks noGrp="1"/>
          </p:cNvSpPr>
          <p:nvPr>
            <p:ph type="subTitle" idx="4"/>
          </p:nvPr>
        </p:nvSpPr>
        <p:spPr>
          <a:xfrm>
            <a:off x="228600" y="2667000"/>
            <a:ext cx="7112000" cy="6709410"/>
          </a:xfrm>
          <a:solidFill>
            <a:schemeClr val="bg1"/>
          </a:solidFill>
          <a:effectLst>
            <a:outerShdw blurRad="50800" dist="38100" dir="2700000" algn="tl" rotWithShape="0">
              <a:schemeClr val="bg1">
                <a:alpha val="40000"/>
              </a:schemeClr>
            </a:outerShdw>
          </a:effectLst>
          <a:scene3d>
            <a:camera prst="obliqueTopLeft"/>
            <a:lightRig rig="threePt" dir="t"/>
          </a:scene3d>
          <a:sp3d extrusionH="50800" contourW="12700" prstMaterial="legacyWireframe">
            <a:extrusionClr>
              <a:schemeClr val="tx1"/>
            </a:extrusionClr>
            <a:contourClr>
              <a:schemeClr val="bg2"/>
            </a:contourClr>
          </a:sp3d>
        </p:spPr>
        <p:txBody>
          <a:bodyPr wrap="square"/>
          <a:p>
            <a:r>
              <a:rPr lang="vi-VN" altLang="en-US" sz="2000" b="1"/>
              <a:t>giới thiệu thành viên:</a:t>
            </a:r>
            <a:endParaRPr lang="vi-VN" altLang="en-US" sz="2000" b="1"/>
          </a:p>
          <a:p>
            <a:r>
              <a:rPr lang="vi-VN" altLang="en-US" sz="2000" b="1"/>
              <a:t> </a:t>
            </a:r>
            <a:r>
              <a:rPr lang="vi-VN" sz="2000" b="1" dirty="0" smtClean="0">
                <a:latin typeface="Times New Roman" panose="02020603050405020304" pitchFamily="18" charset="0"/>
                <a:cs typeface="Times New Roman" panose="02020603050405020304" pitchFamily="18" charset="0"/>
                <a:sym typeface="+mn-ea"/>
              </a:rPr>
              <a:t>* Lê Hải Lân</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Anh Quân</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Nhiệm vụ : Cùng nhau  tìm hiểu cấu tạo và kể tên các bộ phận chỉ của máy nước nóng năng lượng mặt trời mô hình của hình 3A</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Bá Minh</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Văn Long</a:t>
            </a:r>
            <a:endParaRPr lang="vi-VN" sz="2000" b="1" dirty="0" smtClean="0">
              <a:latin typeface="Times New Roman" panose="02020603050405020304" pitchFamily="18" charset="0"/>
              <a:cs typeface="Times New Roman" panose="02020603050405020304" pitchFamily="18" charset="0"/>
              <a:sym typeface="+mn-ea"/>
            </a:endParaRPr>
          </a:p>
          <a:p>
            <a:r>
              <a:rPr lang="vi-VN" sz="2000" b="1" dirty="0" smtClean="0">
                <a:latin typeface="Times New Roman" panose="02020603050405020304" pitchFamily="18" charset="0"/>
                <a:cs typeface="Times New Roman" panose="02020603050405020304" pitchFamily="18" charset="0"/>
                <a:sym typeface="+mn-ea"/>
              </a:rPr>
              <a:t>* Lã Minh Khánh</a:t>
            </a:r>
            <a:br>
              <a:rPr lang="vi-VN"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Nhiệm vụ : Cùng nhau tìm hiểu </a:t>
            </a:r>
            <a:r>
              <a:rPr lang="vi-VN" sz="2000" b="1" dirty="0">
                <a:latin typeface="Times New Roman" panose="02020603050405020304" pitchFamily="18" charset="0"/>
                <a:cs typeface="Times New Roman" panose="02020603050405020304" pitchFamily="18" charset="0"/>
                <a:sym typeface="+mn-ea"/>
              </a:rPr>
              <a:t>cấu tạo và nguyên lý làm việc của ống chân không ống nhiệt hiệu quả cao của máy nước nóng năng lượng mặt trời (Hình 3B-C). Hãy đề xuất một ý tưởng để nâng cao hiệu suất chuyển đổi năng lượng bức xạ mặt trời thành nhiệt của ống chân không ống nhiệt </a:t>
            </a:r>
            <a:r>
              <a:rPr lang="vi-VN" sz="2000" b="1" dirty="0" smtClean="0">
                <a:latin typeface="Times New Roman" panose="02020603050405020304" pitchFamily="18" charset="0"/>
                <a:cs typeface="Times New Roman" panose="02020603050405020304" pitchFamily="18" charset="0"/>
                <a:sym typeface="+mn-ea"/>
              </a:rPr>
              <a:t>trên</a:t>
            </a:r>
            <a:br>
              <a:rPr lang="en-US" sz="20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a:t>
            </a:r>
            <a:r>
              <a:rPr lang="vi-VN" sz="2000" b="1" dirty="0">
                <a:latin typeface="Times New Roman" panose="02020603050405020304" pitchFamily="18" charset="0"/>
                <a:cs typeface="Times New Roman" panose="02020603050405020304" pitchFamily="18" charset="0"/>
                <a:sym typeface="+mn-ea"/>
              </a:rPr>
              <a:t>Nam Phong</a:t>
            </a:r>
            <a:br>
              <a:rPr lang="vi-VN" sz="2000" b="1" dirty="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 Nguyễn </a:t>
            </a:r>
            <a:r>
              <a:rPr lang="vi-VN" sz="2000" b="1" dirty="0">
                <a:latin typeface="Times New Roman" panose="02020603050405020304" pitchFamily="18" charset="0"/>
                <a:cs typeface="Times New Roman" panose="02020603050405020304" pitchFamily="18" charset="0"/>
                <a:sym typeface="+mn-ea"/>
              </a:rPr>
              <a:t>Trung Kiên</a:t>
            </a:r>
            <a:br>
              <a:rPr lang="vi-VN" sz="2000" b="1" dirty="0">
                <a:latin typeface="Times New Roman" panose="02020603050405020304" pitchFamily="18" charset="0"/>
                <a:cs typeface="Times New Roman" panose="02020603050405020304" pitchFamily="18" charset="0"/>
                <a:sym typeface="+mn-ea"/>
              </a:rPr>
            </a:br>
            <a:r>
              <a:rPr lang="vi-VN" sz="2000" b="1" dirty="0">
                <a:latin typeface="Times New Roman" panose="02020603050405020304" pitchFamily="18" charset="0"/>
                <a:cs typeface="Times New Roman" panose="02020603050405020304" pitchFamily="18" charset="0"/>
                <a:sym typeface="+mn-ea"/>
              </a:rPr>
              <a:t>Nhiệm vụ :Cùng tìm hiểu cấu tạo của bình chứa nước nóng. Làm thế nào để </a:t>
            </a:r>
            <a:r>
              <a:rPr lang="vi-VN" sz="2000" b="1" dirty="0" smtClean="0">
                <a:latin typeface="Times New Roman" panose="02020603050405020304" pitchFamily="18" charset="0"/>
                <a:cs typeface="Times New Roman" panose="02020603050405020304" pitchFamily="18" charset="0"/>
                <a:sym typeface="+mn-ea"/>
              </a:rPr>
              <a:t>nâng cao </a:t>
            </a:r>
            <a:r>
              <a:rPr lang="vi-VN" sz="2000" b="1" dirty="0">
                <a:latin typeface="Times New Roman" panose="02020603050405020304" pitchFamily="18" charset="0"/>
                <a:cs typeface="Times New Roman" panose="02020603050405020304" pitchFamily="18" charset="0"/>
                <a:sym typeface="+mn-ea"/>
              </a:rPr>
              <a:t>khả năng giữa nhiệt của bình?</a:t>
            </a:r>
            <a:r>
              <a:rPr lang="en-US" sz="2000" b="1" dirty="0" smtClean="0">
                <a:sym typeface="+mn-ea"/>
              </a:rPr>
              <a:t>    </a:t>
            </a:r>
            <a:br>
              <a:rPr lang="vi-VN" sz="2000" b="1" dirty="0" smtClean="0">
                <a:sym typeface="+mn-ea"/>
              </a:rPr>
            </a:br>
            <a:r>
              <a:rPr lang="vi-VN" sz="2000" b="1" dirty="0" smtClean="0">
                <a:latin typeface="Times New Roman" panose="02020603050405020304" pitchFamily="18" charset="0"/>
                <a:cs typeface="Times New Roman" panose="02020603050405020304" pitchFamily="18" charset="0"/>
                <a:sym typeface="+mn-ea"/>
              </a:rPr>
              <a:t>*</a:t>
            </a:r>
            <a:r>
              <a:rPr lang="vi-VN" sz="1800" b="1" dirty="0" smtClean="0">
                <a:latin typeface="Times New Roman" panose="02020603050405020304" pitchFamily="18" charset="0"/>
                <a:cs typeface="Times New Roman" panose="02020603050405020304" pitchFamily="18" charset="0"/>
                <a:sym typeface="+mn-ea"/>
              </a:rPr>
              <a:t> Tạ Long Khánh</a:t>
            </a:r>
            <a:br>
              <a:rPr lang="vi-VN" sz="1800" b="1" dirty="0" smtClean="0">
                <a:latin typeface="Times New Roman" panose="02020603050405020304" pitchFamily="18" charset="0"/>
                <a:cs typeface="Times New Roman" panose="02020603050405020304" pitchFamily="18" charset="0"/>
                <a:sym typeface="+mn-ea"/>
              </a:rPr>
            </a:br>
            <a:r>
              <a:rPr lang="vi-VN" sz="1800" b="1" dirty="0" smtClean="0">
                <a:latin typeface="Times New Roman" panose="02020603050405020304" pitchFamily="18" charset="0"/>
                <a:cs typeface="Times New Roman" panose="02020603050405020304" pitchFamily="18" charset="0"/>
                <a:sym typeface="+mn-ea"/>
              </a:rPr>
              <a:t>*  Nguyễn Hoài Nam</a:t>
            </a:r>
            <a:br>
              <a:rPr lang="vi-VN" sz="1800" b="1" dirty="0" smtClean="0">
                <a:latin typeface="Times New Roman" panose="02020603050405020304" pitchFamily="18" charset="0"/>
                <a:cs typeface="Times New Roman" panose="02020603050405020304" pitchFamily="18" charset="0"/>
                <a:sym typeface="+mn-ea"/>
              </a:rPr>
            </a:br>
            <a:r>
              <a:rPr lang="vi-VN" sz="2000" b="1" dirty="0" smtClean="0">
                <a:latin typeface="Times New Roman" panose="02020603050405020304" pitchFamily="18" charset="0"/>
                <a:cs typeface="Times New Roman" panose="02020603050405020304" pitchFamily="18" charset="0"/>
                <a:sym typeface="+mn-ea"/>
              </a:rPr>
              <a:t>Nhiệm vụ :phân </a:t>
            </a:r>
            <a:r>
              <a:rPr lang="vi-VN" sz="2000" b="1" dirty="0">
                <a:latin typeface="Times New Roman" panose="02020603050405020304" pitchFamily="18" charset="0"/>
                <a:cs typeface="Times New Roman" panose="02020603050405020304" pitchFamily="18" charset="0"/>
                <a:sym typeface="+mn-ea"/>
              </a:rPr>
              <a:t>tích cách lắp đặt như hình 2D là sơ đồ lắp đặt hệ thống máy nước nóng năng lượng mặt trời</a:t>
            </a:r>
            <a:r>
              <a:rPr lang="en-US" sz="2000" b="1" dirty="0" smtClean="0">
                <a:latin typeface="Times New Roman" panose="02020603050405020304" pitchFamily="18" charset="0"/>
                <a:cs typeface="Times New Roman" panose="02020603050405020304" pitchFamily="18" charset="0"/>
                <a:sym typeface="+mn-ea"/>
              </a:rPr>
              <a:t>  </a:t>
            </a:r>
            <a:r>
              <a:rPr lang="en-US" sz="1800" dirty="0" smtClean="0">
                <a:latin typeface="Times New Roman" panose="02020603050405020304" pitchFamily="18" charset="0"/>
                <a:cs typeface="Times New Roman" panose="02020603050405020304" pitchFamily="18" charset="0"/>
                <a:sym typeface="+mn-ea"/>
              </a:rPr>
              <a:t>       </a:t>
            </a:r>
            <a:endParaRPr lang="vi-VN" altLang="en-US" sz="1800"/>
          </a:p>
          <a:p>
            <a:endParaRPr lang="vi-VN" altLang="en-US" sz="1800"/>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checkerboard(across)">
                                      <p:cBhvr>
                                        <p:cTn id="12" dur="500"/>
                                        <p:tgtEl>
                                          <p:spTgt spid="4">
                                            <p:txEl>
                                              <p:pRg st="0" end="0"/>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checkerboard(across)">
                                      <p:cBhvr>
                                        <p:cTn id="15" dur="500"/>
                                        <p:tgtEl>
                                          <p:spTgt spid="4">
                                            <p:txEl>
                                              <p:pRg st="1" end="1"/>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checkerboard(across)">
                                      <p:cBhvr>
                                        <p:cTn id="18"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build="p"/>
      <p:bldP spid="2" grpId="0"/>
      <p:bldP spid="2"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a:xfrm>
            <a:off x="1082040" y="431800"/>
            <a:ext cx="6021070" cy="676910"/>
          </a:xfrm>
        </p:spPr>
        <p:txBody>
          <a:bodyPr wrap="square"/>
          <a:p>
            <a:pPr algn="ctr"/>
            <a:r>
              <a:rPr lang="vi-VN" altLang="en-US"/>
              <a:t>tìm hiểu về cấu t</a:t>
            </a:r>
            <a:r>
              <a:rPr lang="vi-VN" altLang="en-US"/>
              <a:t>ạo và nguyên lí hoạt động của máy nước nóng bằng năng lượng mặt </a:t>
            </a:r>
            <a:r>
              <a:rPr lang="vi-VN" altLang="en-US"/>
              <a:t>trời</a:t>
            </a:r>
            <a:endParaRPr lang="vi-VN" altLang="en-US"/>
          </a:p>
        </p:txBody>
      </p:sp>
      <p:pic>
        <p:nvPicPr>
          <p:cNvPr id="6" name="Content Placeholder 5" descr="images (1)"/>
          <p:cNvPicPr>
            <a:picLocks noChangeAspect="1"/>
          </p:cNvPicPr>
          <p:nvPr>
            <p:ph sz="half" idx="2"/>
          </p:nvPr>
        </p:nvPicPr>
        <p:blipFill>
          <a:blip r:embed="rId1"/>
          <a:stretch>
            <a:fillRect/>
          </a:stretch>
        </p:blipFill>
        <p:spPr>
          <a:xfrm>
            <a:off x="228600" y="1981835"/>
            <a:ext cx="3607435" cy="2738120"/>
          </a:xfrm>
          <a:prstGeom prst="rect">
            <a:avLst/>
          </a:prstGeom>
        </p:spPr>
      </p:pic>
      <p:pic>
        <p:nvPicPr>
          <p:cNvPr id="9" name="Content Placeholder 8" descr="images"/>
          <p:cNvPicPr>
            <a:picLocks noChangeAspect="1"/>
          </p:cNvPicPr>
          <p:nvPr>
            <p:ph sz="half" idx="3"/>
          </p:nvPr>
        </p:nvPicPr>
        <p:blipFill>
          <a:blip r:embed="rId2"/>
          <a:stretch>
            <a:fillRect/>
          </a:stretch>
        </p:blipFill>
        <p:spPr>
          <a:xfrm>
            <a:off x="3962400" y="1981200"/>
            <a:ext cx="3449320" cy="2667635"/>
          </a:xfrm>
          <a:prstGeom prst="rect">
            <a:avLst/>
          </a:prstGeom>
        </p:spPr>
      </p:pic>
      <p:pic>
        <p:nvPicPr>
          <p:cNvPr id="10" name="Picture 9" descr="images (1)"/>
          <p:cNvPicPr>
            <a:picLocks noChangeAspect="1"/>
          </p:cNvPicPr>
          <p:nvPr/>
        </p:nvPicPr>
        <p:blipFill>
          <a:blip r:embed="rId3"/>
          <a:stretch>
            <a:fillRect/>
          </a:stretch>
        </p:blipFill>
        <p:spPr>
          <a:xfrm>
            <a:off x="492125" y="4800600"/>
            <a:ext cx="6919595" cy="44227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par>
                                <p:cTn id="8" presetID="5"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par>
                                <p:cTn id="11" presetID="5" presetClass="entr" presetSubtype="1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checkerboard(across)">
                                      <p:cBhvr>
                                        <p:cTn id="13" dur="500"/>
                                        <p:tgtEl>
                                          <p:spTgt spid="9"/>
                                        </p:tgtEl>
                                      </p:cBhvr>
                                    </p:animEffect>
                                  </p:childTnLst>
                                </p:cTn>
                              </p:par>
                              <p:par>
                                <p:cTn id="14" presetID="5" presetClass="entr" presetSubtype="1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checkerboard(across)">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a:xfrm>
            <a:off x="3094735" y="431545"/>
            <a:ext cx="1811020" cy="338455"/>
          </a:xfrm>
        </p:spPr>
        <p:txBody>
          <a:bodyPr/>
          <a:p>
            <a:r>
              <a:rPr lang="vi-VN" altLang="en-US"/>
              <a:t> </a:t>
            </a:r>
            <a:endParaRPr lang="vi-VN" altLang="en-US"/>
          </a:p>
        </p:txBody>
      </p:sp>
      <p:sp>
        <p:nvSpPr>
          <p:cNvPr id="7" name="Text Placeholder 6"/>
          <p:cNvSpPr>
            <a:spLocks noGrp="1"/>
          </p:cNvSpPr>
          <p:nvPr>
            <p:ph type="body" idx="1"/>
          </p:nvPr>
        </p:nvSpPr>
        <p:spPr>
          <a:xfrm>
            <a:off x="388620" y="2313432"/>
            <a:ext cx="6995160" cy="276860"/>
          </a:xfrm>
        </p:spPr>
        <p:txBody>
          <a:bodyPr/>
          <a:p>
            <a:endParaRPr lang="en-US"/>
          </a:p>
        </p:txBody>
      </p:sp>
      <p:sp>
        <p:nvSpPr>
          <p:cNvPr id="2" name="object 2"/>
          <p:cNvSpPr txBox="1"/>
          <p:nvPr/>
        </p:nvSpPr>
        <p:spPr>
          <a:xfrm>
            <a:off x="3431540" y="716533"/>
            <a:ext cx="1137285" cy="350520"/>
          </a:xfrm>
          <a:prstGeom prst="rect">
            <a:avLst/>
          </a:prstGeom>
        </p:spPr>
        <p:txBody>
          <a:bodyPr vert="horz" wrap="square" lIns="0" tIns="12065" rIns="0" bIns="0" rtlCol="0">
            <a:spAutoFit/>
          </a:bodyPr>
          <a:lstStyle/>
          <a:p>
            <a:pPr marL="12700">
              <a:lnSpc>
                <a:spcPct val="100000"/>
              </a:lnSpc>
              <a:spcBef>
                <a:spcPts val="95"/>
              </a:spcBef>
            </a:pPr>
            <a:r>
              <a:rPr sz="2200" b="1" dirty="0">
                <a:latin typeface="Calibri" panose="020F0502020204030204"/>
                <a:cs typeface="Calibri" panose="020F0502020204030204"/>
              </a:rPr>
              <a:t>1.Cấu</a:t>
            </a:r>
            <a:r>
              <a:rPr sz="2200" b="1" spc="35" dirty="0">
                <a:latin typeface="Calibri" panose="020F0502020204030204"/>
                <a:cs typeface="Calibri" panose="020F0502020204030204"/>
              </a:rPr>
              <a:t> </a:t>
            </a:r>
            <a:r>
              <a:rPr sz="2200" b="1" spc="-25" dirty="0">
                <a:latin typeface="Calibri" panose="020F0502020204030204"/>
                <a:cs typeface="Calibri" panose="020F0502020204030204"/>
              </a:rPr>
              <a:t>tạo</a:t>
            </a:r>
            <a:endParaRPr sz="2200">
              <a:latin typeface="Calibri" panose="020F0502020204030204"/>
              <a:cs typeface="Calibri" panose="020F0502020204030204"/>
            </a:endParaRPr>
          </a:p>
        </p:txBody>
      </p:sp>
      <p:pic>
        <p:nvPicPr>
          <p:cNvPr id="3" name="object 3"/>
          <p:cNvPicPr/>
          <p:nvPr/>
        </p:nvPicPr>
        <p:blipFill>
          <a:blip r:embed="rId1" cstate="print"/>
          <a:stretch>
            <a:fillRect/>
          </a:stretch>
        </p:blipFill>
        <p:spPr>
          <a:xfrm rot="16200000">
            <a:off x="932180" y="1656715"/>
            <a:ext cx="5837555" cy="7210425"/>
          </a:xfrm>
          <a:prstGeom prst="rect">
            <a:avLst/>
          </a:prstGeom>
          <a:effectLst>
            <a:innerShdw blurRad="317500" dist="101600" dir="13500000">
              <a:prstClr val="black">
                <a:alpha val="50000"/>
              </a:prstClr>
            </a:inn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457200"/>
            <a:ext cx="7204710" cy="7230745"/>
          </a:xfrm>
          <a:prstGeom prst="rect">
            <a:avLst/>
          </a:prstGeom>
        </p:spPr>
        <p:txBody>
          <a:bodyPr vert="horz" wrap="square" lIns="0" tIns="12065" rIns="0" bIns="0" rtlCol="0">
            <a:spAutoFit/>
          </a:bodyPr>
          <a:lstStyle/>
          <a:p>
            <a:pPr marL="12700" marR="246380">
              <a:lnSpc>
                <a:spcPct val="109000"/>
              </a:lnSpc>
              <a:spcBef>
                <a:spcPts val="95"/>
              </a:spcBef>
            </a:pPr>
            <a:r>
              <a:rPr sz="2400" b="1" dirty="0">
                <a:latin typeface="Calibri" panose="020F0502020204030204"/>
                <a:cs typeface="Calibri" panose="020F0502020204030204"/>
              </a:rPr>
              <a:t>Bộ</a:t>
            </a:r>
            <a:r>
              <a:rPr sz="2400" b="1" spc="-20" dirty="0">
                <a:latin typeface="Calibri" panose="020F0502020204030204"/>
                <a:cs typeface="Calibri" panose="020F0502020204030204"/>
              </a:rPr>
              <a:t> </a:t>
            </a:r>
            <a:r>
              <a:rPr sz="2400" b="1" dirty="0">
                <a:latin typeface="Calibri" panose="020F0502020204030204"/>
                <a:cs typeface="Calibri" panose="020F0502020204030204"/>
              </a:rPr>
              <a:t>phận</a:t>
            </a:r>
            <a:r>
              <a:rPr sz="2400" b="1" spc="-15" dirty="0">
                <a:latin typeface="Calibri" panose="020F0502020204030204"/>
                <a:cs typeface="Calibri" panose="020F0502020204030204"/>
              </a:rPr>
              <a:t> </a:t>
            </a:r>
            <a:r>
              <a:rPr sz="2400" b="1" dirty="0">
                <a:latin typeface="Calibri" panose="020F0502020204030204"/>
                <a:cs typeface="Calibri" panose="020F0502020204030204"/>
              </a:rPr>
              <a:t>hấp</a:t>
            </a:r>
            <a:r>
              <a:rPr sz="2400" b="1" spc="-15" dirty="0">
                <a:latin typeface="Calibri" panose="020F0502020204030204"/>
                <a:cs typeface="Calibri" panose="020F0502020204030204"/>
              </a:rPr>
              <a:t> </a:t>
            </a:r>
            <a:r>
              <a:rPr sz="2400" b="1" dirty="0">
                <a:latin typeface="Calibri" panose="020F0502020204030204"/>
                <a:cs typeface="Calibri" panose="020F0502020204030204"/>
              </a:rPr>
              <a:t>thụ</a:t>
            </a:r>
            <a:r>
              <a:rPr sz="2400" b="1" spc="-15" dirty="0">
                <a:latin typeface="Calibri" panose="020F0502020204030204"/>
                <a:cs typeface="Calibri" panose="020F0502020204030204"/>
              </a:rPr>
              <a:t> </a:t>
            </a:r>
            <a:r>
              <a:rPr sz="2400" b="1" dirty="0">
                <a:latin typeface="Calibri" panose="020F0502020204030204"/>
                <a:cs typeface="Calibri" panose="020F0502020204030204"/>
              </a:rPr>
              <a:t>nhiệt</a:t>
            </a:r>
            <a:r>
              <a:rPr sz="2400" dirty="0">
                <a:latin typeface="Calibri" panose="020F0502020204030204"/>
                <a:cs typeface="Calibri" panose="020F0502020204030204"/>
              </a:rPr>
              <a:t>:</a:t>
            </a:r>
            <a:r>
              <a:rPr sz="2400" spc="-15" dirty="0">
                <a:latin typeface="Calibri" panose="020F0502020204030204"/>
                <a:cs typeface="Calibri" panose="020F0502020204030204"/>
              </a:rPr>
              <a:t> </a:t>
            </a:r>
            <a:r>
              <a:rPr sz="2400" dirty="0">
                <a:latin typeface="Calibri" panose="020F0502020204030204"/>
                <a:cs typeface="Calibri" panose="020F0502020204030204"/>
              </a:rPr>
              <a:t>gồm</a:t>
            </a:r>
            <a:r>
              <a:rPr sz="2400" spc="-5" dirty="0">
                <a:latin typeface="Calibri" panose="020F0502020204030204"/>
                <a:cs typeface="Calibri" panose="020F0502020204030204"/>
              </a:rPr>
              <a:t> </a:t>
            </a:r>
            <a:r>
              <a:rPr sz="2400" dirty="0">
                <a:latin typeface="Calibri" panose="020F0502020204030204"/>
                <a:cs typeface="Calibri" panose="020F0502020204030204"/>
              </a:rPr>
              <a:t>nhiều</a:t>
            </a:r>
            <a:r>
              <a:rPr sz="2400" spc="-20" dirty="0">
                <a:latin typeface="Calibri" panose="020F0502020204030204"/>
                <a:cs typeface="Calibri" panose="020F0502020204030204"/>
              </a:rPr>
              <a:t> </a:t>
            </a:r>
            <a:r>
              <a:rPr sz="2400" dirty="0">
                <a:latin typeface="Calibri" panose="020F0502020204030204"/>
                <a:cs typeface="Calibri" panose="020F0502020204030204"/>
              </a:rPr>
              <a:t>ống</a:t>
            </a:r>
            <a:r>
              <a:rPr sz="2400" spc="-15" dirty="0">
                <a:latin typeface="Calibri" panose="020F0502020204030204"/>
                <a:cs typeface="Calibri" panose="020F0502020204030204"/>
              </a:rPr>
              <a:t> </a:t>
            </a:r>
            <a:r>
              <a:rPr sz="2400" dirty="0">
                <a:latin typeface="Calibri" panose="020F0502020204030204"/>
                <a:cs typeface="Calibri" panose="020F0502020204030204"/>
              </a:rPr>
              <a:t>hấp</a:t>
            </a:r>
            <a:r>
              <a:rPr sz="2400" spc="-25" dirty="0">
                <a:latin typeface="Calibri" panose="020F0502020204030204"/>
                <a:cs typeface="Calibri" panose="020F0502020204030204"/>
              </a:rPr>
              <a:t> </a:t>
            </a:r>
            <a:r>
              <a:rPr sz="2400" dirty="0">
                <a:latin typeface="Calibri" panose="020F0502020204030204"/>
                <a:cs typeface="Calibri" panose="020F0502020204030204"/>
              </a:rPr>
              <a:t>thụ</a:t>
            </a:r>
            <a:r>
              <a:rPr sz="2400" spc="-25" dirty="0">
                <a:latin typeface="Calibri" panose="020F0502020204030204"/>
                <a:cs typeface="Calibri" panose="020F0502020204030204"/>
              </a:rPr>
              <a:t> </a:t>
            </a:r>
            <a:r>
              <a:rPr sz="2400" dirty="0">
                <a:latin typeface="Calibri" panose="020F0502020204030204"/>
                <a:cs typeface="Calibri" panose="020F0502020204030204"/>
              </a:rPr>
              <a:t>nhiệt</a:t>
            </a:r>
            <a:r>
              <a:rPr sz="2400" spc="-5" dirty="0">
                <a:latin typeface="Calibri" panose="020F0502020204030204"/>
                <a:cs typeface="Calibri" panose="020F0502020204030204"/>
              </a:rPr>
              <a:t> </a:t>
            </a:r>
            <a:r>
              <a:rPr sz="2400" dirty="0">
                <a:latin typeface="Calibri" panose="020F0502020204030204"/>
                <a:cs typeface="Calibri" panose="020F0502020204030204"/>
              </a:rPr>
              <a:t>hoặc</a:t>
            </a:r>
            <a:r>
              <a:rPr sz="2400" spc="-10" dirty="0">
                <a:latin typeface="Calibri" panose="020F0502020204030204"/>
                <a:cs typeface="Calibri" panose="020F0502020204030204"/>
              </a:rPr>
              <a:t> </a:t>
            </a:r>
            <a:r>
              <a:rPr sz="2400" dirty="0">
                <a:latin typeface="Calibri" panose="020F0502020204030204"/>
                <a:cs typeface="Calibri" panose="020F0502020204030204"/>
              </a:rPr>
              <a:t>các</a:t>
            </a:r>
            <a:r>
              <a:rPr sz="2400" spc="-10" dirty="0">
                <a:latin typeface="Calibri" panose="020F0502020204030204"/>
                <a:cs typeface="Calibri" panose="020F0502020204030204"/>
              </a:rPr>
              <a:t> </a:t>
            </a:r>
            <a:r>
              <a:rPr sz="2400" dirty="0">
                <a:latin typeface="Calibri" panose="020F0502020204030204"/>
                <a:cs typeface="Calibri" panose="020F0502020204030204"/>
              </a:rPr>
              <a:t>loại</a:t>
            </a:r>
            <a:r>
              <a:rPr sz="2400" spc="-10" dirty="0">
                <a:latin typeface="Calibri" panose="020F0502020204030204"/>
                <a:cs typeface="Calibri" panose="020F0502020204030204"/>
              </a:rPr>
              <a:t> </a:t>
            </a:r>
            <a:r>
              <a:rPr sz="2400" dirty="0">
                <a:latin typeface="Calibri" panose="020F0502020204030204"/>
                <a:cs typeface="Calibri" panose="020F0502020204030204"/>
              </a:rPr>
              <a:t>tấm</a:t>
            </a:r>
            <a:r>
              <a:rPr sz="2400" spc="-30" dirty="0">
                <a:latin typeface="Calibri" panose="020F0502020204030204"/>
                <a:cs typeface="Calibri" panose="020F0502020204030204"/>
              </a:rPr>
              <a:t> </a:t>
            </a:r>
            <a:r>
              <a:rPr sz="2400" dirty="0">
                <a:latin typeface="Calibri" panose="020F0502020204030204"/>
                <a:cs typeface="Calibri" panose="020F0502020204030204"/>
              </a:rPr>
              <a:t>phẳng</a:t>
            </a:r>
            <a:r>
              <a:rPr sz="2400" spc="-20" dirty="0">
                <a:latin typeface="Calibri" panose="020F0502020204030204"/>
                <a:cs typeface="Calibri" panose="020F0502020204030204"/>
              </a:rPr>
              <a:t> </a:t>
            </a:r>
            <a:r>
              <a:rPr sz="2400" dirty="0">
                <a:latin typeface="Calibri" panose="020F0502020204030204"/>
                <a:cs typeface="Calibri" panose="020F0502020204030204"/>
              </a:rPr>
              <a:t>để</a:t>
            </a:r>
            <a:r>
              <a:rPr sz="2400" spc="-20" dirty="0">
                <a:latin typeface="Calibri" panose="020F0502020204030204"/>
                <a:cs typeface="Calibri" panose="020F0502020204030204"/>
              </a:rPr>
              <a:t> </a:t>
            </a:r>
            <a:r>
              <a:rPr sz="2400" dirty="0">
                <a:latin typeface="Calibri" panose="020F0502020204030204"/>
                <a:cs typeface="Calibri" panose="020F0502020204030204"/>
              </a:rPr>
              <a:t>hấp</a:t>
            </a:r>
            <a:r>
              <a:rPr sz="2400" spc="-25" dirty="0">
                <a:latin typeface="Calibri" panose="020F0502020204030204"/>
                <a:cs typeface="Calibri" panose="020F0502020204030204"/>
              </a:rPr>
              <a:t> </a:t>
            </a:r>
            <a:r>
              <a:rPr sz="2400" dirty="0">
                <a:latin typeface="Calibri" panose="020F0502020204030204"/>
                <a:cs typeface="Calibri" panose="020F0502020204030204"/>
              </a:rPr>
              <a:t>thụ</a:t>
            </a:r>
            <a:r>
              <a:rPr sz="2400" spc="-25" dirty="0">
                <a:latin typeface="Calibri" panose="020F0502020204030204"/>
                <a:cs typeface="Calibri" panose="020F0502020204030204"/>
              </a:rPr>
              <a:t> </a:t>
            </a:r>
            <a:r>
              <a:rPr sz="2400" dirty="0">
                <a:latin typeface="Calibri" panose="020F0502020204030204"/>
                <a:cs typeface="Calibri" panose="020F0502020204030204"/>
              </a:rPr>
              <a:t>ánh</a:t>
            </a:r>
            <a:r>
              <a:rPr sz="2400" spc="-15" dirty="0">
                <a:latin typeface="Calibri" panose="020F0502020204030204"/>
                <a:cs typeface="Calibri" panose="020F0502020204030204"/>
              </a:rPr>
              <a:t> </a:t>
            </a:r>
            <a:r>
              <a:rPr sz="2400" dirty="0">
                <a:latin typeface="Calibri" panose="020F0502020204030204"/>
                <a:cs typeface="Calibri" panose="020F0502020204030204"/>
              </a:rPr>
              <a:t>sáng</a:t>
            </a:r>
            <a:r>
              <a:rPr sz="2400" spc="-15" dirty="0">
                <a:latin typeface="Calibri" panose="020F0502020204030204"/>
                <a:cs typeface="Calibri" panose="020F0502020204030204"/>
              </a:rPr>
              <a:t> </a:t>
            </a:r>
            <a:r>
              <a:rPr sz="2400" dirty="0">
                <a:latin typeface="Calibri" panose="020F0502020204030204"/>
                <a:cs typeface="Calibri" panose="020F0502020204030204"/>
              </a:rPr>
              <a:t>mặt</a:t>
            </a:r>
            <a:r>
              <a:rPr sz="2400" spc="-5" dirty="0">
                <a:latin typeface="Calibri" panose="020F0502020204030204"/>
                <a:cs typeface="Calibri" panose="020F0502020204030204"/>
              </a:rPr>
              <a:t> </a:t>
            </a:r>
            <a:r>
              <a:rPr sz="2400" dirty="0">
                <a:latin typeface="Calibri" panose="020F0502020204030204"/>
                <a:cs typeface="Calibri" panose="020F0502020204030204"/>
              </a:rPr>
              <a:t>trời</a:t>
            </a:r>
            <a:r>
              <a:rPr sz="2400" spc="-10" dirty="0">
                <a:latin typeface="Calibri" panose="020F0502020204030204"/>
                <a:cs typeface="Calibri" panose="020F0502020204030204"/>
              </a:rPr>
              <a:t> </a:t>
            </a:r>
            <a:r>
              <a:rPr sz="2400" dirty="0">
                <a:latin typeface="Calibri" panose="020F0502020204030204"/>
                <a:cs typeface="Calibri" panose="020F0502020204030204"/>
              </a:rPr>
              <a:t>giúp</a:t>
            </a:r>
            <a:r>
              <a:rPr sz="2400" spc="-25" dirty="0">
                <a:latin typeface="Calibri" panose="020F0502020204030204"/>
                <a:cs typeface="Calibri" panose="020F0502020204030204"/>
              </a:rPr>
              <a:t> thu </a:t>
            </a:r>
            <a:r>
              <a:rPr sz="2400" dirty="0">
                <a:latin typeface="Calibri" panose="020F0502020204030204"/>
                <a:cs typeface="Calibri" panose="020F0502020204030204"/>
              </a:rPr>
              <a:t>nhiêt</a:t>
            </a:r>
            <a:r>
              <a:rPr sz="2400" spc="-35" dirty="0">
                <a:latin typeface="Calibri" panose="020F0502020204030204"/>
                <a:cs typeface="Calibri" panose="020F0502020204030204"/>
              </a:rPr>
              <a:t> </a:t>
            </a:r>
            <a:r>
              <a:rPr sz="2400" dirty="0">
                <a:latin typeface="Calibri" panose="020F0502020204030204"/>
                <a:cs typeface="Calibri" panose="020F0502020204030204"/>
              </a:rPr>
              <a:t>và</a:t>
            </a:r>
            <a:r>
              <a:rPr sz="2400" spc="-10" dirty="0">
                <a:latin typeface="Calibri" panose="020F0502020204030204"/>
                <a:cs typeface="Calibri" panose="020F0502020204030204"/>
              </a:rPr>
              <a:t> </a:t>
            </a:r>
            <a:r>
              <a:rPr sz="2400" dirty="0">
                <a:latin typeface="Calibri" panose="020F0502020204030204"/>
                <a:cs typeface="Calibri" panose="020F0502020204030204"/>
              </a:rPr>
              <a:t>truyền</a:t>
            </a:r>
            <a:r>
              <a:rPr sz="2400" spc="-15" dirty="0">
                <a:latin typeface="Calibri" panose="020F0502020204030204"/>
                <a:cs typeface="Calibri" panose="020F0502020204030204"/>
              </a:rPr>
              <a:t> </a:t>
            </a:r>
            <a:r>
              <a:rPr sz="2400" dirty="0">
                <a:latin typeface="Calibri" panose="020F0502020204030204"/>
                <a:cs typeface="Calibri" panose="020F0502020204030204"/>
              </a:rPr>
              <a:t>nhiệt</a:t>
            </a:r>
            <a:r>
              <a:rPr sz="2400" spc="-25" dirty="0">
                <a:latin typeface="Calibri" panose="020F0502020204030204"/>
                <a:cs typeface="Calibri" panose="020F0502020204030204"/>
              </a:rPr>
              <a:t> </a:t>
            </a:r>
            <a:r>
              <a:rPr sz="2400" dirty="0">
                <a:latin typeface="Calibri" panose="020F0502020204030204"/>
                <a:cs typeface="Calibri" panose="020F0502020204030204"/>
              </a:rPr>
              <a:t>để</a:t>
            </a:r>
            <a:r>
              <a:rPr sz="2400" spc="-20" dirty="0">
                <a:latin typeface="Calibri" panose="020F0502020204030204"/>
                <a:cs typeface="Calibri" panose="020F0502020204030204"/>
              </a:rPr>
              <a:t> </a:t>
            </a:r>
            <a:r>
              <a:rPr sz="2400" dirty="0">
                <a:latin typeface="Calibri" panose="020F0502020204030204"/>
                <a:cs typeface="Calibri" panose="020F0502020204030204"/>
              </a:rPr>
              <a:t>làm</a:t>
            </a:r>
            <a:r>
              <a:rPr sz="2400" spc="-15" dirty="0">
                <a:latin typeface="Calibri" panose="020F0502020204030204"/>
                <a:cs typeface="Calibri" panose="020F0502020204030204"/>
              </a:rPr>
              <a:t> </a:t>
            </a:r>
            <a:r>
              <a:rPr sz="2400" dirty="0">
                <a:latin typeface="Calibri" panose="020F0502020204030204"/>
                <a:cs typeface="Calibri" panose="020F0502020204030204"/>
              </a:rPr>
              <a:t>nóng</a:t>
            </a:r>
            <a:r>
              <a:rPr sz="2400" spc="-15" dirty="0">
                <a:latin typeface="Calibri" panose="020F0502020204030204"/>
                <a:cs typeface="Calibri" panose="020F0502020204030204"/>
              </a:rPr>
              <a:t> </a:t>
            </a:r>
            <a:r>
              <a:rPr sz="2400" dirty="0">
                <a:latin typeface="Calibri" panose="020F0502020204030204"/>
                <a:cs typeface="Calibri" panose="020F0502020204030204"/>
              </a:rPr>
              <a:t>nước</a:t>
            </a:r>
            <a:r>
              <a:rPr sz="2400" spc="-15" dirty="0">
                <a:latin typeface="Calibri" panose="020F0502020204030204"/>
                <a:cs typeface="Calibri" panose="020F0502020204030204"/>
              </a:rPr>
              <a:t> </a:t>
            </a:r>
            <a:r>
              <a:rPr sz="2400" dirty="0">
                <a:latin typeface="Calibri" panose="020F0502020204030204"/>
                <a:cs typeface="Calibri" panose="020F0502020204030204"/>
              </a:rPr>
              <a:t>hoặc</a:t>
            </a:r>
            <a:r>
              <a:rPr sz="2400" spc="-10" dirty="0">
                <a:latin typeface="Calibri" panose="020F0502020204030204"/>
                <a:cs typeface="Calibri" panose="020F0502020204030204"/>
              </a:rPr>
              <a:t> </a:t>
            </a:r>
            <a:r>
              <a:rPr sz="2400" dirty="0">
                <a:latin typeface="Calibri" panose="020F0502020204030204"/>
                <a:cs typeface="Calibri" panose="020F0502020204030204"/>
              </a:rPr>
              <a:t>hơi môi</a:t>
            </a:r>
            <a:r>
              <a:rPr sz="2400" spc="-15" dirty="0">
                <a:latin typeface="Calibri" panose="020F0502020204030204"/>
                <a:cs typeface="Calibri" panose="020F0502020204030204"/>
              </a:rPr>
              <a:t> </a:t>
            </a:r>
            <a:r>
              <a:rPr sz="2400" dirty="0">
                <a:latin typeface="Calibri" panose="020F0502020204030204"/>
                <a:cs typeface="Calibri" panose="020F0502020204030204"/>
              </a:rPr>
              <a:t>chất</a:t>
            </a:r>
            <a:r>
              <a:rPr sz="2400" spc="-20" dirty="0">
                <a:latin typeface="Calibri" panose="020F0502020204030204"/>
                <a:cs typeface="Calibri" panose="020F0502020204030204"/>
              </a:rPr>
              <a:t> </a:t>
            </a:r>
            <a:r>
              <a:rPr sz="2400" dirty="0">
                <a:latin typeface="Calibri" panose="020F0502020204030204"/>
                <a:cs typeface="Calibri" panose="020F0502020204030204"/>
              </a:rPr>
              <a:t>bên</a:t>
            </a:r>
            <a:r>
              <a:rPr sz="2400" spc="-25" dirty="0">
                <a:latin typeface="Calibri" panose="020F0502020204030204"/>
                <a:cs typeface="Calibri" panose="020F0502020204030204"/>
              </a:rPr>
              <a:t> </a:t>
            </a:r>
            <a:r>
              <a:rPr sz="2400" dirty="0">
                <a:latin typeface="Calibri" panose="020F0502020204030204"/>
                <a:cs typeface="Calibri" panose="020F0502020204030204"/>
              </a:rPr>
              <a:t>trong</a:t>
            </a:r>
            <a:r>
              <a:rPr sz="2400" spc="-15" dirty="0">
                <a:latin typeface="Calibri" panose="020F0502020204030204"/>
                <a:cs typeface="Calibri" panose="020F0502020204030204"/>
              </a:rPr>
              <a:t> </a:t>
            </a:r>
            <a:r>
              <a:rPr sz="2400" spc="-25" dirty="0">
                <a:latin typeface="Calibri" panose="020F0502020204030204"/>
                <a:cs typeface="Calibri" panose="020F0502020204030204"/>
              </a:rPr>
              <a:t>ống</a:t>
            </a:r>
            <a:endParaRPr sz="2400">
              <a:latin typeface="Calibri" panose="020F0502020204030204"/>
              <a:cs typeface="Calibri" panose="020F0502020204030204"/>
            </a:endParaRPr>
          </a:p>
          <a:p>
            <a:pPr marL="12700">
              <a:lnSpc>
                <a:spcPct val="100000"/>
              </a:lnSpc>
              <a:spcBef>
                <a:spcPts val="940"/>
              </a:spcBef>
            </a:pPr>
            <a:r>
              <a:rPr sz="2400" dirty="0">
                <a:latin typeface="Calibri" panose="020F0502020204030204"/>
                <a:cs typeface="Calibri" panose="020F0502020204030204"/>
              </a:rPr>
              <a:t>Gồm</a:t>
            </a:r>
            <a:r>
              <a:rPr sz="2400" spc="-25" dirty="0">
                <a:latin typeface="Calibri" panose="020F0502020204030204"/>
                <a:cs typeface="Calibri" panose="020F0502020204030204"/>
              </a:rPr>
              <a:t> </a:t>
            </a:r>
            <a:r>
              <a:rPr sz="2400" dirty="0">
                <a:latin typeface="Calibri" panose="020F0502020204030204"/>
                <a:cs typeface="Calibri" panose="020F0502020204030204"/>
              </a:rPr>
              <a:t>3</a:t>
            </a:r>
            <a:r>
              <a:rPr sz="2400" spc="-15" dirty="0">
                <a:latin typeface="Calibri" panose="020F0502020204030204"/>
                <a:cs typeface="Calibri" panose="020F0502020204030204"/>
              </a:rPr>
              <a:t> </a:t>
            </a:r>
            <a:r>
              <a:rPr sz="2400" dirty="0">
                <a:latin typeface="Calibri" panose="020F0502020204030204"/>
                <a:cs typeface="Calibri" panose="020F0502020204030204"/>
              </a:rPr>
              <a:t>loại</a:t>
            </a:r>
            <a:r>
              <a:rPr sz="2400" spc="-10" dirty="0">
                <a:latin typeface="Calibri" panose="020F0502020204030204"/>
                <a:cs typeface="Calibri" panose="020F0502020204030204"/>
              </a:rPr>
              <a:t> </a:t>
            </a:r>
            <a:r>
              <a:rPr sz="2400" dirty="0">
                <a:latin typeface="Calibri" panose="020F0502020204030204"/>
                <a:cs typeface="Calibri" panose="020F0502020204030204"/>
              </a:rPr>
              <a:t>:</a:t>
            </a:r>
            <a:r>
              <a:rPr sz="2400" spc="-15" dirty="0">
                <a:latin typeface="Calibri" panose="020F0502020204030204"/>
                <a:cs typeface="Calibri" panose="020F0502020204030204"/>
              </a:rPr>
              <a:t> </a:t>
            </a:r>
            <a:r>
              <a:rPr sz="2400" dirty="0">
                <a:latin typeface="Calibri" panose="020F0502020204030204"/>
                <a:cs typeface="Calibri" panose="020F0502020204030204"/>
              </a:rPr>
              <a:t>chân</a:t>
            </a:r>
            <a:r>
              <a:rPr sz="2400" spc="-10" dirty="0">
                <a:latin typeface="Calibri" panose="020F0502020204030204"/>
                <a:cs typeface="Calibri" panose="020F0502020204030204"/>
              </a:rPr>
              <a:t> </a:t>
            </a:r>
            <a:r>
              <a:rPr sz="2400" dirty="0">
                <a:latin typeface="Calibri" panose="020F0502020204030204"/>
                <a:cs typeface="Calibri" panose="020F0502020204030204"/>
              </a:rPr>
              <a:t>không</a:t>
            </a:r>
            <a:r>
              <a:rPr sz="2400" spc="-15" dirty="0">
                <a:latin typeface="Calibri" panose="020F0502020204030204"/>
                <a:cs typeface="Calibri" panose="020F0502020204030204"/>
              </a:rPr>
              <a:t> </a:t>
            </a:r>
            <a:r>
              <a:rPr sz="2400" dirty="0">
                <a:latin typeface="Calibri" panose="020F0502020204030204"/>
                <a:cs typeface="Calibri" panose="020F0502020204030204"/>
              </a:rPr>
              <a:t>,</a:t>
            </a:r>
            <a:r>
              <a:rPr sz="2400" spc="-10" dirty="0">
                <a:latin typeface="Calibri" panose="020F0502020204030204"/>
                <a:cs typeface="Calibri" panose="020F0502020204030204"/>
              </a:rPr>
              <a:t> </a:t>
            </a:r>
            <a:r>
              <a:rPr sz="2400" dirty="0">
                <a:latin typeface="Calibri" panose="020F0502020204030204"/>
                <a:cs typeface="Calibri" panose="020F0502020204030204"/>
              </a:rPr>
              <a:t>ống</a:t>
            </a:r>
            <a:r>
              <a:rPr sz="2400" spc="-15" dirty="0">
                <a:latin typeface="Calibri" panose="020F0502020204030204"/>
                <a:cs typeface="Calibri" panose="020F0502020204030204"/>
              </a:rPr>
              <a:t> </a:t>
            </a:r>
            <a:r>
              <a:rPr sz="2400" dirty="0">
                <a:latin typeface="Calibri" panose="020F0502020204030204"/>
                <a:cs typeface="Calibri" panose="020F0502020204030204"/>
              </a:rPr>
              <a:t>dầu,</a:t>
            </a:r>
            <a:r>
              <a:rPr sz="2400" spc="-10" dirty="0">
                <a:latin typeface="Calibri" panose="020F0502020204030204"/>
                <a:cs typeface="Calibri" panose="020F0502020204030204"/>
              </a:rPr>
              <a:t> </a:t>
            </a:r>
            <a:r>
              <a:rPr sz="2400" dirty="0">
                <a:latin typeface="Calibri" panose="020F0502020204030204"/>
                <a:cs typeface="Calibri" panose="020F0502020204030204"/>
              </a:rPr>
              <a:t>tấm</a:t>
            </a:r>
            <a:r>
              <a:rPr sz="2400" spc="-10" dirty="0">
                <a:latin typeface="Calibri" panose="020F0502020204030204"/>
                <a:cs typeface="Calibri" panose="020F0502020204030204"/>
              </a:rPr>
              <a:t> phẳng</a:t>
            </a:r>
            <a:endParaRPr sz="2400">
              <a:latin typeface="Calibri" panose="020F0502020204030204"/>
              <a:cs typeface="Calibri" panose="020F0502020204030204"/>
            </a:endParaRPr>
          </a:p>
          <a:p>
            <a:pPr marL="12700">
              <a:lnSpc>
                <a:spcPct val="100000"/>
              </a:lnSpc>
              <a:spcBef>
                <a:spcPts val="920"/>
              </a:spcBef>
            </a:pPr>
            <a:r>
              <a:rPr sz="2400" dirty="0">
                <a:latin typeface="Calibri" panose="020F0502020204030204"/>
                <a:cs typeface="Calibri" panose="020F0502020204030204"/>
              </a:rPr>
              <a:t>Ống</a:t>
            </a:r>
            <a:r>
              <a:rPr sz="2400" spc="-30" dirty="0">
                <a:latin typeface="Calibri" panose="020F0502020204030204"/>
                <a:cs typeface="Calibri" panose="020F0502020204030204"/>
              </a:rPr>
              <a:t> </a:t>
            </a:r>
            <a:r>
              <a:rPr sz="2400" dirty="0">
                <a:latin typeface="Calibri" panose="020F0502020204030204"/>
                <a:cs typeface="Calibri" panose="020F0502020204030204"/>
              </a:rPr>
              <a:t>dầu</a:t>
            </a:r>
            <a:r>
              <a:rPr sz="2400" spc="-25" dirty="0">
                <a:latin typeface="Calibri" panose="020F0502020204030204"/>
                <a:cs typeface="Calibri" panose="020F0502020204030204"/>
              </a:rPr>
              <a:t> </a:t>
            </a:r>
            <a:r>
              <a:rPr sz="2400" dirty="0">
                <a:latin typeface="Calibri" panose="020F0502020204030204"/>
                <a:cs typeface="Calibri" panose="020F0502020204030204"/>
              </a:rPr>
              <a:t>:Sử</a:t>
            </a:r>
            <a:r>
              <a:rPr sz="2400" spc="-15" dirty="0">
                <a:latin typeface="Calibri" panose="020F0502020204030204"/>
                <a:cs typeface="Calibri" panose="020F0502020204030204"/>
              </a:rPr>
              <a:t> </a:t>
            </a:r>
            <a:r>
              <a:rPr sz="2400" dirty="0">
                <a:latin typeface="Calibri" panose="020F0502020204030204"/>
                <a:cs typeface="Calibri" panose="020F0502020204030204"/>
              </a:rPr>
              <a:t>dụng</a:t>
            </a:r>
            <a:r>
              <a:rPr sz="2400" spc="-5" dirty="0">
                <a:latin typeface="Calibri" panose="020F0502020204030204"/>
                <a:cs typeface="Calibri" panose="020F0502020204030204"/>
              </a:rPr>
              <a:t> </a:t>
            </a:r>
            <a:r>
              <a:rPr sz="2400" dirty="0">
                <a:latin typeface="Calibri" panose="020F0502020204030204"/>
                <a:cs typeface="Calibri" panose="020F0502020204030204"/>
              </a:rPr>
              <a:t>ống</a:t>
            </a:r>
            <a:r>
              <a:rPr sz="2400" spc="-15" dirty="0">
                <a:latin typeface="Calibri" panose="020F0502020204030204"/>
                <a:cs typeface="Calibri" panose="020F0502020204030204"/>
              </a:rPr>
              <a:t> </a:t>
            </a:r>
            <a:r>
              <a:rPr sz="2400" dirty="0">
                <a:latin typeface="Calibri" panose="020F0502020204030204"/>
                <a:cs typeface="Calibri" panose="020F0502020204030204"/>
              </a:rPr>
              <a:t>dầu</a:t>
            </a:r>
            <a:r>
              <a:rPr sz="2400" spc="-15" dirty="0">
                <a:latin typeface="Calibri" panose="020F0502020204030204"/>
                <a:cs typeface="Calibri" panose="020F0502020204030204"/>
              </a:rPr>
              <a:t> </a:t>
            </a:r>
            <a:r>
              <a:rPr sz="2400" dirty="0">
                <a:latin typeface="Calibri" panose="020F0502020204030204"/>
                <a:cs typeface="Calibri" panose="020F0502020204030204"/>
              </a:rPr>
              <a:t>là</a:t>
            </a:r>
            <a:r>
              <a:rPr sz="2400" spc="-25" dirty="0">
                <a:latin typeface="Calibri" panose="020F0502020204030204"/>
                <a:cs typeface="Calibri" panose="020F0502020204030204"/>
              </a:rPr>
              <a:t> </a:t>
            </a:r>
            <a:r>
              <a:rPr sz="2400" dirty="0">
                <a:latin typeface="Calibri" panose="020F0502020204030204"/>
                <a:cs typeface="Calibri" panose="020F0502020204030204"/>
              </a:rPr>
              <a:t>bộ</a:t>
            </a:r>
            <a:r>
              <a:rPr sz="2400" spc="-15" dirty="0">
                <a:latin typeface="Calibri" panose="020F0502020204030204"/>
                <a:cs typeface="Calibri" panose="020F0502020204030204"/>
              </a:rPr>
              <a:t> </a:t>
            </a:r>
            <a:r>
              <a:rPr sz="2400" dirty="0">
                <a:latin typeface="Calibri" panose="020F0502020204030204"/>
                <a:cs typeface="Calibri" panose="020F0502020204030204"/>
              </a:rPr>
              <a:t>phận</a:t>
            </a:r>
            <a:r>
              <a:rPr sz="2400" spc="-15" dirty="0">
                <a:latin typeface="Calibri" panose="020F0502020204030204"/>
                <a:cs typeface="Calibri" panose="020F0502020204030204"/>
              </a:rPr>
              <a:t> </a:t>
            </a:r>
            <a:r>
              <a:rPr sz="2400" dirty="0">
                <a:latin typeface="Calibri" panose="020F0502020204030204"/>
                <a:cs typeface="Calibri" panose="020F0502020204030204"/>
              </a:rPr>
              <a:t>hấp</a:t>
            </a:r>
            <a:r>
              <a:rPr sz="2400" spc="-15" dirty="0">
                <a:latin typeface="Calibri" panose="020F0502020204030204"/>
                <a:cs typeface="Calibri" panose="020F0502020204030204"/>
              </a:rPr>
              <a:t> </a:t>
            </a:r>
            <a:r>
              <a:rPr sz="2400" dirty="0">
                <a:latin typeface="Calibri" panose="020F0502020204030204"/>
                <a:cs typeface="Calibri" panose="020F0502020204030204"/>
              </a:rPr>
              <a:t>thụ</a:t>
            </a:r>
            <a:r>
              <a:rPr sz="2400" spc="-5" dirty="0">
                <a:latin typeface="Calibri" panose="020F0502020204030204"/>
                <a:cs typeface="Calibri" panose="020F0502020204030204"/>
              </a:rPr>
              <a:t> </a:t>
            </a:r>
            <a:r>
              <a:rPr sz="2400" dirty="0">
                <a:latin typeface="Calibri" panose="020F0502020204030204"/>
                <a:cs typeface="Calibri" panose="020F0502020204030204"/>
              </a:rPr>
              <a:t>nhiệt,</a:t>
            </a:r>
            <a:r>
              <a:rPr sz="2400" spc="-20" dirty="0">
                <a:latin typeface="Calibri" panose="020F0502020204030204"/>
                <a:cs typeface="Calibri" panose="020F0502020204030204"/>
              </a:rPr>
              <a:t> </a:t>
            </a:r>
            <a:r>
              <a:rPr sz="2400" dirty="0">
                <a:latin typeface="Calibri" panose="020F0502020204030204"/>
                <a:cs typeface="Calibri" panose="020F0502020204030204"/>
              </a:rPr>
              <a:t>được</a:t>
            </a:r>
            <a:r>
              <a:rPr sz="2400" spc="-10" dirty="0">
                <a:latin typeface="Calibri" panose="020F0502020204030204"/>
                <a:cs typeface="Calibri" panose="020F0502020204030204"/>
              </a:rPr>
              <a:t> </a:t>
            </a:r>
            <a:r>
              <a:rPr sz="2400" dirty="0">
                <a:latin typeface="Calibri" panose="020F0502020204030204"/>
                <a:cs typeface="Calibri" panose="020F0502020204030204"/>
              </a:rPr>
              <a:t>phủ</a:t>
            </a:r>
            <a:r>
              <a:rPr sz="2400" spc="-20" dirty="0">
                <a:latin typeface="Calibri" panose="020F0502020204030204"/>
                <a:cs typeface="Calibri" panose="020F0502020204030204"/>
              </a:rPr>
              <a:t> </a:t>
            </a:r>
            <a:r>
              <a:rPr sz="2400" dirty="0">
                <a:latin typeface="Calibri" panose="020F0502020204030204"/>
                <a:cs typeface="Calibri" panose="020F0502020204030204"/>
              </a:rPr>
              <a:t>3</a:t>
            </a:r>
            <a:r>
              <a:rPr sz="2400" spc="-5" dirty="0">
                <a:latin typeface="Calibri" panose="020F0502020204030204"/>
                <a:cs typeface="Calibri" panose="020F0502020204030204"/>
              </a:rPr>
              <a:t> </a:t>
            </a:r>
            <a:r>
              <a:rPr sz="2400" dirty="0">
                <a:latin typeface="Calibri" panose="020F0502020204030204"/>
                <a:cs typeface="Calibri" panose="020F0502020204030204"/>
              </a:rPr>
              <a:t>lớp</a:t>
            </a:r>
            <a:r>
              <a:rPr sz="2400" spc="-15" dirty="0">
                <a:latin typeface="Calibri" panose="020F0502020204030204"/>
                <a:cs typeface="Calibri" panose="020F0502020204030204"/>
              </a:rPr>
              <a:t> </a:t>
            </a:r>
            <a:r>
              <a:rPr sz="2400" dirty="0">
                <a:latin typeface="Calibri" panose="020F0502020204030204"/>
                <a:cs typeface="Calibri" panose="020F0502020204030204"/>
              </a:rPr>
              <a:t>đồng,</a:t>
            </a:r>
            <a:r>
              <a:rPr sz="2400" spc="-15" dirty="0">
                <a:latin typeface="Calibri" panose="020F0502020204030204"/>
                <a:cs typeface="Calibri" panose="020F0502020204030204"/>
              </a:rPr>
              <a:t> </a:t>
            </a:r>
            <a:r>
              <a:rPr sz="2400" dirty="0">
                <a:latin typeface="Calibri" panose="020F0502020204030204"/>
                <a:cs typeface="Calibri" panose="020F0502020204030204"/>
              </a:rPr>
              <a:t>bạc,</a:t>
            </a:r>
            <a:r>
              <a:rPr sz="2400" spc="-20" dirty="0">
                <a:latin typeface="Calibri" panose="020F0502020204030204"/>
                <a:cs typeface="Calibri" panose="020F0502020204030204"/>
              </a:rPr>
              <a:t> </a:t>
            </a:r>
            <a:r>
              <a:rPr sz="2400" dirty="0">
                <a:latin typeface="Calibri" panose="020F0502020204030204"/>
                <a:cs typeface="Calibri" panose="020F0502020204030204"/>
              </a:rPr>
              <a:t>titan</a:t>
            </a:r>
            <a:r>
              <a:rPr sz="2400" spc="-15" dirty="0">
                <a:latin typeface="Calibri" panose="020F0502020204030204"/>
                <a:cs typeface="Calibri" panose="020F0502020204030204"/>
              </a:rPr>
              <a:t> </a:t>
            </a:r>
            <a:r>
              <a:rPr sz="2400" dirty="0">
                <a:latin typeface="Calibri" panose="020F0502020204030204"/>
                <a:cs typeface="Calibri" panose="020F0502020204030204"/>
              </a:rPr>
              <a:t>giúp</a:t>
            </a:r>
            <a:r>
              <a:rPr sz="2400" spc="-20" dirty="0">
                <a:latin typeface="Calibri" panose="020F0502020204030204"/>
                <a:cs typeface="Calibri" panose="020F0502020204030204"/>
              </a:rPr>
              <a:t> </a:t>
            </a:r>
            <a:r>
              <a:rPr sz="2400" dirty="0">
                <a:latin typeface="Calibri" panose="020F0502020204030204"/>
                <a:cs typeface="Calibri" panose="020F0502020204030204"/>
              </a:rPr>
              <a:t>hấp</a:t>
            </a:r>
            <a:r>
              <a:rPr sz="2400" spc="-15" dirty="0">
                <a:latin typeface="Calibri" panose="020F0502020204030204"/>
                <a:cs typeface="Calibri" panose="020F0502020204030204"/>
              </a:rPr>
              <a:t> </a:t>
            </a:r>
            <a:r>
              <a:rPr sz="2400" dirty="0">
                <a:latin typeface="Calibri" panose="020F0502020204030204"/>
                <a:cs typeface="Calibri" panose="020F0502020204030204"/>
              </a:rPr>
              <a:t>thụ</a:t>
            </a:r>
            <a:r>
              <a:rPr sz="2400" spc="-15" dirty="0">
                <a:latin typeface="Calibri" panose="020F0502020204030204"/>
                <a:cs typeface="Calibri" panose="020F0502020204030204"/>
              </a:rPr>
              <a:t> </a:t>
            </a:r>
            <a:r>
              <a:rPr sz="2400" dirty="0">
                <a:latin typeface="Calibri" panose="020F0502020204030204"/>
                <a:cs typeface="Calibri" panose="020F0502020204030204"/>
              </a:rPr>
              <a:t>nhiệt</a:t>
            </a:r>
            <a:r>
              <a:rPr sz="2400" spc="-20" dirty="0">
                <a:latin typeface="Calibri" panose="020F0502020204030204"/>
                <a:cs typeface="Calibri" panose="020F0502020204030204"/>
              </a:rPr>
              <a:t> tốt.</a:t>
            </a:r>
            <a:endParaRPr sz="2400">
              <a:latin typeface="Calibri" panose="020F0502020204030204"/>
              <a:cs typeface="Calibri" panose="020F0502020204030204"/>
            </a:endParaRPr>
          </a:p>
          <a:p>
            <a:pPr marL="12700" marR="105410" indent="30480">
              <a:lnSpc>
                <a:spcPct val="110000"/>
              </a:lnSpc>
              <a:spcBef>
                <a:spcPts val="805"/>
              </a:spcBef>
            </a:pPr>
            <a:r>
              <a:rPr sz="2400" b="1" dirty="0">
                <a:latin typeface="Calibri" panose="020F0502020204030204"/>
                <a:cs typeface="Calibri" panose="020F0502020204030204"/>
              </a:rPr>
              <a:t>Bình</a:t>
            </a:r>
            <a:r>
              <a:rPr sz="2400" b="1" spc="-35" dirty="0">
                <a:latin typeface="Calibri" panose="020F0502020204030204"/>
                <a:cs typeface="Calibri" panose="020F0502020204030204"/>
              </a:rPr>
              <a:t> </a:t>
            </a:r>
            <a:r>
              <a:rPr sz="2400" b="1" dirty="0">
                <a:latin typeface="Calibri" panose="020F0502020204030204"/>
                <a:cs typeface="Calibri" panose="020F0502020204030204"/>
              </a:rPr>
              <a:t>bảo</a:t>
            </a:r>
            <a:r>
              <a:rPr sz="2400" b="1" spc="-15" dirty="0">
                <a:latin typeface="Calibri" panose="020F0502020204030204"/>
                <a:cs typeface="Calibri" panose="020F0502020204030204"/>
              </a:rPr>
              <a:t> </a:t>
            </a:r>
            <a:r>
              <a:rPr sz="2400" b="1" dirty="0">
                <a:latin typeface="Calibri" panose="020F0502020204030204"/>
                <a:cs typeface="Calibri" panose="020F0502020204030204"/>
              </a:rPr>
              <a:t>ôn</a:t>
            </a:r>
            <a:r>
              <a:rPr sz="2400" dirty="0">
                <a:latin typeface="Calibri" panose="020F0502020204030204"/>
                <a:cs typeface="Calibri" panose="020F0502020204030204"/>
              </a:rPr>
              <a:t>: là</a:t>
            </a:r>
            <a:r>
              <a:rPr sz="2400" spc="-20" dirty="0">
                <a:latin typeface="Calibri" panose="020F0502020204030204"/>
                <a:cs typeface="Calibri" panose="020F0502020204030204"/>
              </a:rPr>
              <a:t> </a:t>
            </a:r>
            <a:r>
              <a:rPr sz="2400" dirty="0">
                <a:latin typeface="Calibri" panose="020F0502020204030204"/>
                <a:cs typeface="Calibri" panose="020F0502020204030204"/>
              </a:rPr>
              <a:t>bình</a:t>
            </a:r>
            <a:r>
              <a:rPr sz="2400" spc="-15" dirty="0">
                <a:latin typeface="Calibri" panose="020F0502020204030204"/>
                <a:cs typeface="Calibri" panose="020F0502020204030204"/>
              </a:rPr>
              <a:t> </a:t>
            </a:r>
            <a:r>
              <a:rPr sz="2400" dirty="0">
                <a:latin typeface="Calibri" panose="020F0502020204030204"/>
                <a:cs typeface="Calibri" panose="020F0502020204030204"/>
              </a:rPr>
              <a:t>chứa</a:t>
            </a:r>
            <a:r>
              <a:rPr sz="2400" spc="-15" dirty="0">
                <a:latin typeface="Calibri" panose="020F0502020204030204"/>
                <a:cs typeface="Calibri" panose="020F0502020204030204"/>
              </a:rPr>
              <a:t> </a:t>
            </a:r>
            <a:r>
              <a:rPr sz="2400" dirty="0">
                <a:latin typeface="Calibri" panose="020F0502020204030204"/>
                <a:cs typeface="Calibri" panose="020F0502020204030204"/>
              </a:rPr>
              <a:t>nước</a:t>
            </a:r>
            <a:r>
              <a:rPr sz="2400" spc="-20" dirty="0">
                <a:latin typeface="Calibri" panose="020F0502020204030204"/>
                <a:cs typeface="Calibri" panose="020F0502020204030204"/>
              </a:rPr>
              <a:t> </a:t>
            </a:r>
            <a:r>
              <a:rPr sz="2400" dirty="0">
                <a:latin typeface="Calibri" panose="020F0502020204030204"/>
                <a:cs typeface="Calibri" panose="020F0502020204030204"/>
              </a:rPr>
              <a:t>nóng,</a:t>
            </a:r>
            <a:r>
              <a:rPr sz="2400" spc="-15" dirty="0">
                <a:latin typeface="Calibri" panose="020F0502020204030204"/>
                <a:cs typeface="Calibri" panose="020F0502020204030204"/>
              </a:rPr>
              <a:t> </a:t>
            </a:r>
            <a:r>
              <a:rPr sz="2400" dirty="0">
                <a:latin typeface="Calibri" panose="020F0502020204030204"/>
                <a:cs typeface="Calibri" panose="020F0502020204030204"/>
              </a:rPr>
              <a:t>chế</a:t>
            </a:r>
            <a:r>
              <a:rPr sz="2400" spc="-20" dirty="0">
                <a:latin typeface="Calibri" panose="020F0502020204030204"/>
                <a:cs typeface="Calibri" panose="020F0502020204030204"/>
              </a:rPr>
              <a:t> </a:t>
            </a:r>
            <a:r>
              <a:rPr sz="2400" dirty="0">
                <a:latin typeface="Calibri" panose="020F0502020204030204"/>
                <a:cs typeface="Calibri" panose="020F0502020204030204"/>
              </a:rPr>
              <a:t>tạo</a:t>
            </a:r>
            <a:r>
              <a:rPr sz="2400" spc="-5" dirty="0">
                <a:latin typeface="Calibri" panose="020F0502020204030204"/>
                <a:cs typeface="Calibri" panose="020F0502020204030204"/>
              </a:rPr>
              <a:t> </a:t>
            </a:r>
            <a:r>
              <a:rPr sz="2400" dirty="0">
                <a:latin typeface="Calibri" panose="020F0502020204030204"/>
                <a:cs typeface="Calibri" panose="020F0502020204030204"/>
              </a:rPr>
              <a:t>từ</a:t>
            </a:r>
            <a:r>
              <a:rPr sz="2400" spc="-10" dirty="0">
                <a:latin typeface="Calibri" panose="020F0502020204030204"/>
                <a:cs typeface="Calibri" panose="020F0502020204030204"/>
              </a:rPr>
              <a:t> </a:t>
            </a:r>
            <a:r>
              <a:rPr sz="2400" dirty="0">
                <a:latin typeface="Calibri" panose="020F0502020204030204"/>
                <a:cs typeface="Calibri" panose="020F0502020204030204"/>
              </a:rPr>
              <a:t>các</a:t>
            </a:r>
            <a:r>
              <a:rPr sz="2400" spc="-20" dirty="0">
                <a:latin typeface="Calibri" panose="020F0502020204030204"/>
                <a:cs typeface="Calibri" panose="020F0502020204030204"/>
              </a:rPr>
              <a:t> </a:t>
            </a:r>
            <a:r>
              <a:rPr sz="2400" dirty="0">
                <a:latin typeface="Calibri" panose="020F0502020204030204"/>
                <a:cs typeface="Calibri" panose="020F0502020204030204"/>
              </a:rPr>
              <a:t>chất</a:t>
            </a:r>
            <a:r>
              <a:rPr sz="2400" spc="-5" dirty="0">
                <a:latin typeface="Calibri" panose="020F0502020204030204"/>
                <a:cs typeface="Calibri" panose="020F0502020204030204"/>
              </a:rPr>
              <a:t> </a:t>
            </a:r>
            <a:r>
              <a:rPr sz="2400" dirty="0">
                <a:latin typeface="Calibri" panose="020F0502020204030204"/>
                <a:cs typeface="Calibri" panose="020F0502020204030204"/>
              </a:rPr>
              <a:t>liệu</a:t>
            </a:r>
            <a:r>
              <a:rPr sz="2400" spc="-10" dirty="0">
                <a:latin typeface="Calibri" panose="020F0502020204030204"/>
                <a:cs typeface="Calibri" panose="020F0502020204030204"/>
              </a:rPr>
              <a:t> </a:t>
            </a:r>
            <a:r>
              <a:rPr sz="2400" dirty="0">
                <a:latin typeface="Calibri" panose="020F0502020204030204"/>
                <a:cs typeface="Calibri" panose="020F0502020204030204"/>
              </a:rPr>
              <a:t>inox</a:t>
            </a:r>
            <a:r>
              <a:rPr sz="2400" spc="-20" dirty="0">
                <a:latin typeface="Calibri" panose="020F0502020204030204"/>
                <a:cs typeface="Calibri" panose="020F0502020204030204"/>
              </a:rPr>
              <a:t> </a:t>
            </a:r>
            <a:r>
              <a:rPr sz="2400" dirty="0">
                <a:latin typeface="Calibri" panose="020F0502020204030204"/>
                <a:cs typeface="Calibri" panose="020F0502020204030204"/>
              </a:rPr>
              <a:t>bền</a:t>
            </a:r>
            <a:r>
              <a:rPr sz="2400" spc="-10" dirty="0">
                <a:latin typeface="Calibri" panose="020F0502020204030204"/>
                <a:cs typeface="Calibri" panose="020F0502020204030204"/>
              </a:rPr>
              <a:t> </a:t>
            </a:r>
            <a:r>
              <a:rPr sz="2400" dirty="0">
                <a:latin typeface="Calibri" panose="020F0502020204030204"/>
                <a:cs typeface="Calibri" panose="020F0502020204030204"/>
              </a:rPr>
              <a:t>bỉ</a:t>
            </a:r>
            <a:r>
              <a:rPr sz="2400" spc="-10" dirty="0">
                <a:latin typeface="Calibri" panose="020F0502020204030204"/>
                <a:cs typeface="Calibri" panose="020F0502020204030204"/>
              </a:rPr>
              <a:t> </a:t>
            </a:r>
            <a:r>
              <a:rPr sz="2400" dirty="0">
                <a:latin typeface="Calibri" panose="020F0502020204030204"/>
                <a:cs typeface="Calibri" panose="020F0502020204030204"/>
              </a:rPr>
              <a:t>và</a:t>
            </a:r>
            <a:r>
              <a:rPr sz="2400" spc="-10" dirty="0">
                <a:latin typeface="Calibri" panose="020F0502020204030204"/>
                <a:cs typeface="Calibri" panose="020F0502020204030204"/>
              </a:rPr>
              <a:t> </a:t>
            </a:r>
            <a:r>
              <a:rPr sz="2400" dirty="0">
                <a:latin typeface="Calibri" panose="020F0502020204030204"/>
                <a:cs typeface="Calibri" panose="020F0502020204030204"/>
              </a:rPr>
              <a:t>các</a:t>
            </a:r>
            <a:r>
              <a:rPr sz="2400" spc="-15" dirty="0">
                <a:latin typeface="Calibri" panose="020F0502020204030204"/>
                <a:cs typeface="Calibri" panose="020F0502020204030204"/>
              </a:rPr>
              <a:t> </a:t>
            </a:r>
            <a:r>
              <a:rPr sz="2400" dirty="0">
                <a:latin typeface="Calibri" panose="020F0502020204030204"/>
                <a:cs typeface="Calibri" panose="020F0502020204030204"/>
              </a:rPr>
              <a:t>chất</a:t>
            </a:r>
            <a:r>
              <a:rPr sz="2400" spc="-20" dirty="0">
                <a:latin typeface="Calibri" panose="020F0502020204030204"/>
                <a:cs typeface="Calibri" panose="020F0502020204030204"/>
              </a:rPr>
              <a:t> </a:t>
            </a:r>
            <a:r>
              <a:rPr sz="2400" dirty="0">
                <a:latin typeface="Calibri" panose="020F0502020204030204"/>
                <a:cs typeface="Calibri" panose="020F0502020204030204"/>
              </a:rPr>
              <a:t>bảo</a:t>
            </a:r>
            <a:r>
              <a:rPr sz="2400" spc="-10" dirty="0">
                <a:latin typeface="Calibri" panose="020F0502020204030204"/>
                <a:cs typeface="Calibri" panose="020F0502020204030204"/>
              </a:rPr>
              <a:t> </a:t>
            </a:r>
            <a:r>
              <a:rPr sz="2400" dirty="0">
                <a:latin typeface="Calibri" panose="020F0502020204030204"/>
                <a:cs typeface="Calibri" panose="020F0502020204030204"/>
              </a:rPr>
              <a:t>ôn phức</a:t>
            </a:r>
            <a:r>
              <a:rPr sz="2400" spc="-20" dirty="0">
                <a:latin typeface="Calibri" panose="020F0502020204030204"/>
                <a:cs typeface="Calibri" panose="020F0502020204030204"/>
              </a:rPr>
              <a:t> </a:t>
            </a:r>
            <a:r>
              <a:rPr sz="2400" dirty="0">
                <a:latin typeface="Calibri" panose="020F0502020204030204"/>
                <a:cs typeface="Calibri" panose="020F0502020204030204"/>
              </a:rPr>
              <a:t>hợp</a:t>
            </a:r>
            <a:r>
              <a:rPr sz="2400" spc="-20" dirty="0">
                <a:latin typeface="Calibri" panose="020F0502020204030204"/>
                <a:cs typeface="Calibri" panose="020F0502020204030204"/>
              </a:rPr>
              <a:t> </a:t>
            </a:r>
            <a:r>
              <a:rPr sz="2400" dirty="0">
                <a:latin typeface="Calibri" panose="020F0502020204030204"/>
                <a:cs typeface="Calibri" panose="020F0502020204030204"/>
              </a:rPr>
              <a:t>giúp</a:t>
            </a:r>
            <a:r>
              <a:rPr sz="2400" spc="-15" dirty="0">
                <a:latin typeface="Calibri" panose="020F0502020204030204"/>
                <a:cs typeface="Calibri" panose="020F0502020204030204"/>
              </a:rPr>
              <a:t> </a:t>
            </a:r>
            <a:r>
              <a:rPr sz="2400" dirty="0">
                <a:latin typeface="Calibri" panose="020F0502020204030204"/>
                <a:cs typeface="Calibri" panose="020F0502020204030204"/>
              </a:rPr>
              <a:t>cách</a:t>
            </a:r>
            <a:r>
              <a:rPr sz="2400" spc="-20" dirty="0">
                <a:latin typeface="Calibri" panose="020F0502020204030204"/>
                <a:cs typeface="Calibri" panose="020F0502020204030204"/>
              </a:rPr>
              <a:t> </a:t>
            </a:r>
            <a:r>
              <a:rPr sz="2400" spc="-10" dirty="0">
                <a:latin typeface="Calibri" panose="020F0502020204030204"/>
                <a:cs typeface="Calibri" panose="020F0502020204030204"/>
              </a:rPr>
              <a:t>nhiệt </a:t>
            </a:r>
            <a:r>
              <a:rPr sz="2400" dirty="0">
                <a:latin typeface="Calibri" panose="020F0502020204030204"/>
                <a:cs typeface="Calibri" panose="020F0502020204030204"/>
              </a:rPr>
              <a:t>và</a:t>
            </a:r>
            <a:r>
              <a:rPr sz="2400" spc="-20" dirty="0">
                <a:latin typeface="Calibri" panose="020F0502020204030204"/>
                <a:cs typeface="Calibri" panose="020F0502020204030204"/>
              </a:rPr>
              <a:t> </a:t>
            </a:r>
            <a:r>
              <a:rPr sz="2400" dirty="0">
                <a:latin typeface="Calibri" panose="020F0502020204030204"/>
                <a:cs typeface="Calibri" panose="020F0502020204030204"/>
              </a:rPr>
              <a:t>giữ</a:t>
            </a:r>
            <a:r>
              <a:rPr sz="2400" spc="-15" dirty="0">
                <a:latin typeface="Calibri" panose="020F0502020204030204"/>
                <a:cs typeface="Calibri" panose="020F0502020204030204"/>
              </a:rPr>
              <a:t> </a:t>
            </a:r>
            <a:r>
              <a:rPr sz="2400" dirty="0">
                <a:latin typeface="Calibri" panose="020F0502020204030204"/>
                <a:cs typeface="Calibri" panose="020F0502020204030204"/>
              </a:rPr>
              <a:t>nhiệt</a:t>
            </a:r>
            <a:r>
              <a:rPr sz="2400" spc="-20" dirty="0">
                <a:latin typeface="Calibri" panose="020F0502020204030204"/>
                <a:cs typeface="Calibri" panose="020F0502020204030204"/>
              </a:rPr>
              <a:t> </a:t>
            </a:r>
            <a:r>
              <a:rPr sz="2400" dirty="0">
                <a:latin typeface="Calibri" panose="020F0502020204030204"/>
                <a:cs typeface="Calibri" panose="020F0502020204030204"/>
              </a:rPr>
              <a:t>lâu</a:t>
            </a:r>
            <a:r>
              <a:rPr sz="2400" spc="-15" dirty="0">
                <a:latin typeface="Calibri" panose="020F0502020204030204"/>
                <a:cs typeface="Calibri" panose="020F0502020204030204"/>
              </a:rPr>
              <a:t> </a:t>
            </a:r>
            <a:r>
              <a:rPr sz="2400" dirty="0">
                <a:latin typeface="Calibri" panose="020F0502020204030204"/>
                <a:cs typeface="Calibri" panose="020F0502020204030204"/>
              </a:rPr>
              <a:t>dài,</a:t>
            </a:r>
            <a:r>
              <a:rPr sz="2400" spc="-10" dirty="0">
                <a:latin typeface="Calibri" panose="020F0502020204030204"/>
                <a:cs typeface="Calibri" panose="020F0502020204030204"/>
              </a:rPr>
              <a:t> </a:t>
            </a:r>
            <a:r>
              <a:rPr sz="2400" dirty="0">
                <a:latin typeface="Calibri" panose="020F0502020204030204"/>
                <a:cs typeface="Calibri" panose="020F0502020204030204"/>
              </a:rPr>
              <a:t>trên</a:t>
            </a:r>
            <a:r>
              <a:rPr sz="2400" spc="-15" dirty="0">
                <a:latin typeface="Calibri" panose="020F0502020204030204"/>
                <a:cs typeface="Calibri" panose="020F0502020204030204"/>
              </a:rPr>
              <a:t> </a:t>
            </a:r>
            <a:r>
              <a:rPr sz="2400" dirty="0">
                <a:latin typeface="Calibri" panose="020F0502020204030204"/>
                <a:cs typeface="Calibri" panose="020F0502020204030204"/>
              </a:rPr>
              <a:t>binh</a:t>
            </a:r>
            <a:r>
              <a:rPr sz="2400" spc="-15" dirty="0">
                <a:latin typeface="Calibri" panose="020F0502020204030204"/>
                <a:cs typeface="Calibri" panose="020F0502020204030204"/>
              </a:rPr>
              <a:t> </a:t>
            </a:r>
            <a:r>
              <a:rPr sz="2400" dirty="0">
                <a:latin typeface="Calibri" panose="020F0502020204030204"/>
                <a:cs typeface="Calibri" panose="020F0502020204030204"/>
              </a:rPr>
              <a:t>có</a:t>
            </a:r>
            <a:r>
              <a:rPr sz="2400" spc="-15" dirty="0">
                <a:latin typeface="Calibri" panose="020F0502020204030204"/>
                <a:cs typeface="Calibri" panose="020F0502020204030204"/>
              </a:rPr>
              <a:t> </a:t>
            </a:r>
            <a:r>
              <a:rPr sz="2400" dirty="0">
                <a:latin typeface="Calibri" panose="020F0502020204030204"/>
                <a:cs typeface="Calibri" panose="020F0502020204030204"/>
              </a:rPr>
              <a:t>một</a:t>
            </a:r>
            <a:r>
              <a:rPr sz="2400" spc="-20" dirty="0">
                <a:latin typeface="Calibri" panose="020F0502020204030204"/>
                <a:cs typeface="Calibri" panose="020F0502020204030204"/>
              </a:rPr>
              <a:t> </a:t>
            </a:r>
            <a:r>
              <a:rPr sz="2400" dirty="0">
                <a:latin typeface="Calibri" panose="020F0502020204030204"/>
                <a:cs typeface="Calibri" panose="020F0502020204030204"/>
              </a:rPr>
              <a:t>số</a:t>
            </a:r>
            <a:r>
              <a:rPr sz="2400" spc="-15" dirty="0">
                <a:latin typeface="Calibri" panose="020F0502020204030204"/>
                <a:cs typeface="Calibri" panose="020F0502020204030204"/>
              </a:rPr>
              <a:t> </a:t>
            </a:r>
            <a:r>
              <a:rPr sz="2400" dirty="0">
                <a:latin typeface="Calibri" panose="020F0502020204030204"/>
                <a:cs typeface="Calibri" panose="020F0502020204030204"/>
              </a:rPr>
              <a:t>lỗ</a:t>
            </a:r>
            <a:r>
              <a:rPr sz="2400" spc="-15" dirty="0">
                <a:latin typeface="Calibri" panose="020F0502020204030204"/>
                <a:cs typeface="Calibri" panose="020F0502020204030204"/>
              </a:rPr>
              <a:t> </a:t>
            </a:r>
            <a:r>
              <a:rPr sz="2400" dirty="0">
                <a:latin typeface="Calibri" panose="020F0502020204030204"/>
                <a:cs typeface="Calibri" panose="020F0502020204030204"/>
              </a:rPr>
              <a:t>để</a:t>
            </a:r>
            <a:r>
              <a:rPr sz="2400" spc="-20" dirty="0">
                <a:latin typeface="Calibri" panose="020F0502020204030204"/>
                <a:cs typeface="Calibri" panose="020F0502020204030204"/>
              </a:rPr>
              <a:t> </a:t>
            </a:r>
            <a:r>
              <a:rPr sz="2400" dirty="0">
                <a:latin typeface="Calibri" panose="020F0502020204030204"/>
                <a:cs typeface="Calibri" panose="020F0502020204030204"/>
              </a:rPr>
              <a:t>gắn</a:t>
            </a:r>
            <a:r>
              <a:rPr sz="2400" spc="-15" dirty="0">
                <a:latin typeface="Calibri" panose="020F0502020204030204"/>
                <a:cs typeface="Calibri" panose="020F0502020204030204"/>
              </a:rPr>
              <a:t> </a:t>
            </a:r>
            <a:r>
              <a:rPr sz="2400" dirty="0">
                <a:latin typeface="Calibri" panose="020F0502020204030204"/>
                <a:cs typeface="Calibri" panose="020F0502020204030204"/>
              </a:rPr>
              <a:t>các</a:t>
            </a:r>
            <a:r>
              <a:rPr sz="2400" spc="-20" dirty="0">
                <a:latin typeface="Calibri" panose="020F0502020204030204"/>
                <a:cs typeface="Calibri" panose="020F0502020204030204"/>
              </a:rPr>
              <a:t> </a:t>
            </a:r>
            <a:r>
              <a:rPr sz="2400" dirty="0">
                <a:latin typeface="Calibri" panose="020F0502020204030204"/>
                <a:cs typeface="Calibri" panose="020F0502020204030204"/>
              </a:rPr>
              <a:t>đường</a:t>
            </a:r>
            <a:r>
              <a:rPr sz="2400" spc="-15" dirty="0">
                <a:latin typeface="Calibri" panose="020F0502020204030204"/>
                <a:cs typeface="Calibri" panose="020F0502020204030204"/>
              </a:rPr>
              <a:t> </a:t>
            </a:r>
            <a:r>
              <a:rPr sz="2400" dirty="0">
                <a:latin typeface="Calibri" panose="020F0502020204030204"/>
                <a:cs typeface="Calibri" panose="020F0502020204030204"/>
              </a:rPr>
              <a:t>ống</a:t>
            </a:r>
            <a:r>
              <a:rPr sz="2400" spc="-15" dirty="0">
                <a:latin typeface="Calibri" panose="020F0502020204030204"/>
                <a:cs typeface="Calibri" panose="020F0502020204030204"/>
              </a:rPr>
              <a:t> </a:t>
            </a:r>
            <a:r>
              <a:rPr sz="2400" dirty="0">
                <a:latin typeface="Calibri" panose="020F0502020204030204"/>
                <a:cs typeface="Calibri" panose="020F0502020204030204"/>
              </a:rPr>
              <a:t>nước</a:t>
            </a:r>
            <a:r>
              <a:rPr sz="2400" spc="-20" dirty="0">
                <a:latin typeface="Calibri" panose="020F0502020204030204"/>
                <a:cs typeface="Calibri" panose="020F0502020204030204"/>
              </a:rPr>
              <a:t> </a:t>
            </a:r>
            <a:r>
              <a:rPr sz="2400" dirty="0">
                <a:latin typeface="Calibri" panose="020F0502020204030204"/>
                <a:cs typeface="Calibri" panose="020F0502020204030204"/>
              </a:rPr>
              <a:t>ra</a:t>
            </a:r>
            <a:r>
              <a:rPr sz="2400" spc="-10" dirty="0">
                <a:latin typeface="Calibri" panose="020F0502020204030204"/>
                <a:cs typeface="Calibri" panose="020F0502020204030204"/>
              </a:rPr>
              <a:t> </a:t>
            </a:r>
            <a:r>
              <a:rPr sz="2400" dirty="0">
                <a:latin typeface="Calibri" panose="020F0502020204030204"/>
                <a:cs typeface="Calibri" panose="020F0502020204030204"/>
              </a:rPr>
              <a:t>vào</a:t>
            </a:r>
            <a:r>
              <a:rPr sz="2400" spc="-15" dirty="0">
                <a:latin typeface="Calibri" panose="020F0502020204030204"/>
                <a:cs typeface="Calibri" panose="020F0502020204030204"/>
              </a:rPr>
              <a:t> </a:t>
            </a:r>
            <a:r>
              <a:rPr sz="2400" dirty="0">
                <a:latin typeface="Calibri" panose="020F0502020204030204"/>
                <a:cs typeface="Calibri" panose="020F0502020204030204"/>
              </a:rPr>
              <a:t>và</a:t>
            </a:r>
            <a:r>
              <a:rPr sz="2400" spc="-15" dirty="0">
                <a:latin typeface="Calibri" panose="020F0502020204030204"/>
                <a:cs typeface="Calibri" panose="020F0502020204030204"/>
              </a:rPr>
              <a:t> </a:t>
            </a:r>
            <a:r>
              <a:rPr sz="2400" dirty="0">
                <a:latin typeface="Calibri" panose="020F0502020204030204"/>
                <a:cs typeface="Calibri" panose="020F0502020204030204"/>
              </a:rPr>
              <a:t>ống</a:t>
            </a:r>
            <a:r>
              <a:rPr sz="2400" spc="-5" dirty="0">
                <a:latin typeface="Calibri" panose="020F0502020204030204"/>
                <a:cs typeface="Calibri" panose="020F0502020204030204"/>
              </a:rPr>
              <a:t> </a:t>
            </a:r>
            <a:r>
              <a:rPr sz="2400" dirty="0">
                <a:latin typeface="Calibri" panose="020F0502020204030204"/>
                <a:cs typeface="Calibri" panose="020F0502020204030204"/>
              </a:rPr>
              <a:t>thông</a:t>
            </a:r>
            <a:r>
              <a:rPr sz="2400" spc="-10" dirty="0">
                <a:latin typeface="Calibri" panose="020F0502020204030204"/>
                <a:cs typeface="Calibri" panose="020F0502020204030204"/>
              </a:rPr>
              <a:t> </a:t>
            </a:r>
            <a:r>
              <a:rPr sz="2400" spc="-25" dirty="0">
                <a:latin typeface="Calibri" panose="020F0502020204030204"/>
                <a:cs typeface="Calibri" panose="020F0502020204030204"/>
              </a:rPr>
              <a:t>hơi</a:t>
            </a:r>
            <a:endParaRPr sz="2400">
              <a:latin typeface="Calibri" panose="020F0502020204030204"/>
              <a:cs typeface="Calibri" panose="020F0502020204030204"/>
            </a:endParaRPr>
          </a:p>
          <a:p>
            <a:pPr marL="12700" marR="5080" indent="30480" algn="just">
              <a:lnSpc>
                <a:spcPct val="110000"/>
              </a:lnSpc>
              <a:spcBef>
                <a:spcPts val="795"/>
              </a:spcBef>
            </a:pPr>
            <a:r>
              <a:rPr sz="2400" b="1" dirty="0">
                <a:latin typeface="Calibri" panose="020F0502020204030204"/>
                <a:cs typeface="Calibri" panose="020F0502020204030204"/>
              </a:rPr>
              <a:t>Giá</a:t>
            </a:r>
            <a:r>
              <a:rPr sz="2400" b="1" spc="-30" dirty="0">
                <a:latin typeface="Calibri" panose="020F0502020204030204"/>
                <a:cs typeface="Calibri" panose="020F0502020204030204"/>
              </a:rPr>
              <a:t> </a:t>
            </a:r>
            <a:r>
              <a:rPr sz="2400" b="1" dirty="0">
                <a:latin typeface="Calibri" panose="020F0502020204030204"/>
                <a:cs typeface="Calibri" panose="020F0502020204030204"/>
              </a:rPr>
              <a:t>đỡ</a:t>
            </a:r>
            <a:r>
              <a:rPr sz="2400" dirty="0">
                <a:latin typeface="Calibri" panose="020F0502020204030204"/>
                <a:cs typeface="Calibri" panose="020F0502020204030204"/>
              </a:rPr>
              <a:t>:được</a:t>
            </a:r>
            <a:r>
              <a:rPr sz="2400" spc="-20" dirty="0">
                <a:latin typeface="Calibri" panose="020F0502020204030204"/>
                <a:cs typeface="Calibri" panose="020F0502020204030204"/>
              </a:rPr>
              <a:t> </a:t>
            </a:r>
            <a:r>
              <a:rPr sz="2400" dirty="0">
                <a:latin typeface="Calibri" panose="020F0502020204030204"/>
                <a:cs typeface="Calibri" panose="020F0502020204030204"/>
              </a:rPr>
              <a:t>làm</a:t>
            </a:r>
            <a:r>
              <a:rPr sz="2400" spc="-20" dirty="0">
                <a:latin typeface="Calibri" panose="020F0502020204030204"/>
                <a:cs typeface="Calibri" panose="020F0502020204030204"/>
              </a:rPr>
              <a:t> </a:t>
            </a:r>
            <a:r>
              <a:rPr sz="2400" dirty="0">
                <a:latin typeface="Calibri" panose="020F0502020204030204"/>
                <a:cs typeface="Calibri" panose="020F0502020204030204"/>
              </a:rPr>
              <a:t>từ</a:t>
            </a:r>
            <a:r>
              <a:rPr sz="2400" spc="-15" dirty="0">
                <a:latin typeface="Calibri" panose="020F0502020204030204"/>
                <a:cs typeface="Calibri" panose="020F0502020204030204"/>
              </a:rPr>
              <a:t> </a:t>
            </a:r>
            <a:r>
              <a:rPr sz="2400" dirty="0">
                <a:latin typeface="Calibri" panose="020F0502020204030204"/>
                <a:cs typeface="Calibri" panose="020F0502020204030204"/>
              </a:rPr>
              <a:t>thép</a:t>
            </a:r>
            <a:r>
              <a:rPr sz="2400" spc="-15" dirty="0">
                <a:latin typeface="Calibri" panose="020F0502020204030204"/>
                <a:cs typeface="Calibri" panose="020F0502020204030204"/>
              </a:rPr>
              <a:t> </a:t>
            </a:r>
            <a:r>
              <a:rPr sz="2400" dirty="0">
                <a:latin typeface="Calibri" panose="020F0502020204030204"/>
                <a:cs typeface="Calibri" panose="020F0502020204030204"/>
              </a:rPr>
              <a:t>không</a:t>
            </a:r>
            <a:r>
              <a:rPr sz="2400" spc="-5" dirty="0">
                <a:latin typeface="Calibri" panose="020F0502020204030204"/>
                <a:cs typeface="Calibri" panose="020F0502020204030204"/>
              </a:rPr>
              <a:t> </a:t>
            </a:r>
            <a:r>
              <a:rPr sz="2400" dirty="0">
                <a:latin typeface="Calibri" panose="020F0502020204030204"/>
                <a:cs typeface="Calibri" panose="020F0502020204030204"/>
              </a:rPr>
              <a:t>gỉ hoặc</a:t>
            </a:r>
            <a:r>
              <a:rPr sz="2400" spc="-25" dirty="0">
                <a:latin typeface="Calibri" panose="020F0502020204030204"/>
                <a:cs typeface="Calibri" panose="020F0502020204030204"/>
              </a:rPr>
              <a:t> </a:t>
            </a:r>
            <a:r>
              <a:rPr sz="2400" dirty="0">
                <a:latin typeface="Calibri" panose="020F0502020204030204"/>
                <a:cs typeface="Calibri" panose="020F0502020204030204"/>
              </a:rPr>
              <a:t>inox.</a:t>
            </a:r>
            <a:r>
              <a:rPr sz="2400" spc="-25" dirty="0">
                <a:latin typeface="Calibri" panose="020F0502020204030204"/>
                <a:cs typeface="Calibri" panose="020F0502020204030204"/>
              </a:rPr>
              <a:t> </a:t>
            </a:r>
            <a:r>
              <a:rPr sz="2400" dirty="0">
                <a:latin typeface="Calibri" panose="020F0502020204030204"/>
                <a:cs typeface="Calibri" panose="020F0502020204030204"/>
              </a:rPr>
              <a:t>Bộ</a:t>
            </a:r>
            <a:r>
              <a:rPr sz="2400" spc="-15" dirty="0">
                <a:latin typeface="Calibri" panose="020F0502020204030204"/>
                <a:cs typeface="Calibri" panose="020F0502020204030204"/>
              </a:rPr>
              <a:t> </a:t>
            </a:r>
            <a:r>
              <a:rPr sz="2400" dirty="0">
                <a:latin typeface="Calibri" panose="020F0502020204030204"/>
                <a:cs typeface="Calibri" panose="020F0502020204030204"/>
              </a:rPr>
              <a:t>phận</a:t>
            </a:r>
            <a:r>
              <a:rPr sz="2400" spc="-30" dirty="0">
                <a:latin typeface="Calibri" panose="020F0502020204030204"/>
                <a:cs typeface="Calibri" panose="020F0502020204030204"/>
              </a:rPr>
              <a:t> </a:t>
            </a:r>
            <a:r>
              <a:rPr sz="2400" dirty="0">
                <a:latin typeface="Calibri" panose="020F0502020204030204"/>
                <a:cs typeface="Calibri" panose="020F0502020204030204"/>
              </a:rPr>
              <a:t>này</a:t>
            </a:r>
            <a:r>
              <a:rPr sz="2400" spc="-5" dirty="0">
                <a:latin typeface="Calibri" panose="020F0502020204030204"/>
                <a:cs typeface="Calibri" panose="020F0502020204030204"/>
              </a:rPr>
              <a:t> </a:t>
            </a:r>
            <a:r>
              <a:rPr sz="2400" dirty="0">
                <a:latin typeface="Calibri" panose="020F0502020204030204"/>
                <a:cs typeface="Calibri" panose="020F0502020204030204"/>
              </a:rPr>
              <a:t>được</a:t>
            </a:r>
            <a:r>
              <a:rPr sz="2400" spc="-20" dirty="0">
                <a:latin typeface="Calibri" panose="020F0502020204030204"/>
                <a:cs typeface="Calibri" panose="020F0502020204030204"/>
              </a:rPr>
              <a:t> </a:t>
            </a:r>
            <a:r>
              <a:rPr sz="2400" dirty="0">
                <a:latin typeface="Calibri" panose="020F0502020204030204"/>
                <a:cs typeface="Calibri" panose="020F0502020204030204"/>
              </a:rPr>
              <a:t>thiết</a:t>
            </a:r>
            <a:r>
              <a:rPr sz="2400" spc="-25" dirty="0">
                <a:latin typeface="Calibri" panose="020F0502020204030204"/>
                <a:cs typeface="Calibri" panose="020F0502020204030204"/>
              </a:rPr>
              <a:t> </a:t>
            </a:r>
            <a:r>
              <a:rPr sz="2400" dirty="0">
                <a:latin typeface="Calibri" panose="020F0502020204030204"/>
                <a:cs typeface="Calibri" panose="020F0502020204030204"/>
              </a:rPr>
              <a:t>kế</a:t>
            </a:r>
            <a:r>
              <a:rPr sz="2400" spc="-20" dirty="0">
                <a:latin typeface="Calibri" panose="020F0502020204030204"/>
                <a:cs typeface="Calibri" panose="020F0502020204030204"/>
              </a:rPr>
              <a:t> </a:t>
            </a:r>
            <a:r>
              <a:rPr sz="2400" dirty="0">
                <a:latin typeface="Calibri" panose="020F0502020204030204"/>
                <a:cs typeface="Calibri" panose="020F0502020204030204"/>
              </a:rPr>
              <a:t>một</a:t>
            </a:r>
            <a:r>
              <a:rPr sz="2400" spc="-10" dirty="0">
                <a:latin typeface="Calibri" panose="020F0502020204030204"/>
                <a:cs typeface="Calibri" panose="020F0502020204030204"/>
              </a:rPr>
              <a:t> </a:t>
            </a:r>
            <a:r>
              <a:rPr sz="2400" dirty="0">
                <a:latin typeface="Calibri" panose="020F0502020204030204"/>
                <a:cs typeface="Calibri" panose="020F0502020204030204"/>
              </a:rPr>
              <a:t>cách</a:t>
            </a:r>
            <a:r>
              <a:rPr sz="2400" spc="-25" dirty="0">
                <a:latin typeface="Calibri" panose="020F0502020204030204"/>
                <a:cs typeface="Calibri" panose="020F0502020204030204"/>
              </a:rPr>
              <a:t> </a:t>
            </a:r>
            <a:r>
              <a:rPr sz="2400" dirty="0">
                <a:latin typeface="Calibri" panose="020F0502020204030204"/>
                <a:cs typeface="Calibri" panose="020F0502020204030204"/>
              </a:rPr>
              <a:t>đặc</a:t>
            </a:r>
            <a:r>
              <a:rPr sz="2400" spc="-20" dirty="0">
                <a:latin typeface="Calibri" panose="020F0502020204030204"/>
                <a:cs typeface="Calibri" panose="020F0502020204030204"/>
              </a:rPr>
              <a:t> </a:t>
            </a:r>
            <a:r>
              <a:rPr sz="2400" dirty="0">
                <a:latin typeface="Calibri" panose="020F0502020204030204"/>
                <a:cs typeface="Calibri" panose="020F0502020204030204"/>
              </a:rPr>
              <a:t>biệt</a:t>
            </a:r>
            <a:r>
              <a:rPr sz="2400" spc="-10" dirty="0">
                <a:latin typeface="Calibri" panose="020F0502020204030204"/>
                <a:cs typeface="Calibri" panose="020F0502020204030204"/>
              </a:rPr>
              <a:t> </a:t>
            </a:r>
            <a:r>
              <a:rPr sz="2400" dirty="0">
                <a:latin typeface="Calibri" panose="020F0502020204030204"/>
                <a:cs typeface="Calibri" panose="020F0502020204030204"/>
              </a:rPr>
              <a:t>với</a:t>
            </a:r>
            <a:r>
              <a:rPr sz="2400" spc="-10" dirty="0">
                <a:latin typeface="Calibri" panose="020F0502020204030204"/>
                <a:cs typeface="Calibri" panose="020F0502020204030204"/>
              </a:rPr>
              <a:t> </a:t>
            </a:r>
            <a:r>
              <a:rPr sz="2400" dirty="0">
                <a:latin typeface="Calibri" panose="020F0502020204030204"/>
                <a:cs typeface="Calibri" panose="020F0502020204030204"/>
              </a:rPr>
              <a:t>góc</a:t>
            </a:r>
            <a:r>
              <a:rPr sz="2400" spc="-10" dirty="0">
                <a:latin typeface="Calibri" panose="020F0502020204030204"/>
                <a:cs typeface="Calibri" panose="020F0502020204030204"/>
              </a:rPr>
              <a:t> </a:t>
            </a:r>
            <a:r>
              <a:rPr sz="2400" dirty="0">
                <a:latin typeface="Calibri" panose="020F0502020204030204"/>
                <a:cs typeface="Calibri" panose="020F0502020204030204"/>
              </a:rPr>
              <a:t>nghiêng</a:t>
            </a:r>
            <a:r>
              <a:rPr sz="2400" spc="-20" dirty="0">
                <a:latin typeface="Calibri" panose="020F0502020204030204"/>
                <a:cs typeface="Calibri" panose="020F0502020204030204"/>
              </a:rPr>
              <a:t> </a:t>
            </a:r>
            <a:r>
              <a:rPr sz="2400" dirty="0">
                <a:latin typeface="Calibri" panose="020F0502020204030204"/>
                <a:cs typeface="Calibri" panose="020F0502020204030204"/>
              </a:rPr>
              <a:t>thích</a:t>
            </a:r>
            <a:r>
              <a:rPr sz="2400" spc="-25" dirty="0">
                <a:latin typeface="Calibri" panose="020F0502020204030204"/>
                <a:cs typeface="Calibri" panose="020F0502020204030204"/>
              </a:rPr>
              <a:t> </a:t>
            </a:r>
            <a:r>
              <a:rPr sz="2400" dirty="0">
                <a:latin typeface="Calibri" panose="020F0502020204030204"/>
                <a:cs typeface="Calibri" panose="020F0502020204030204"/>
              </a:rPr>
              <a:t>hợp</a:t>
            </a:r>
            <a:r>
              <a:rPr sz="2400" spc="-15" dirty="0">
                <a:latin typeface="Calibri" panose="020F0502020204030204"/>
                <a:cs typeface="Calibri" panose="020F0502020204030204"/>
              </a:rPr>
              <a:t> </a:t>
            </a:r>
            <a:r>
              <a:rPr sz="2400" spc="-25" dirty="0">
                <a:latin typeface="Calibri" panose="020F0502020204030204"/>
                <a:cs typeface="Calibri" panose="020F0502020204030204"/>
              </a:rPr>
              <a:t>để </a:t>
            </a:r>
            <a:r>
              <a:rPr sz="2400" dirty="0">
                <a:latin typeface="Calibri" panose="020F0502020204030204"/>
                <a:cs typeface="Calibri" panose="020F0502020204030204"/>
              </a:rPr>
              <a:t>đón</a:t>
            </a:r>
            <a:r>
              <a:rPr sz="2400" spc="-35" dirty="0">
                <a:latin typeface="Calibri" panose="020F0502020204030204"/>
                <a:cs typeface="Calibri" panose="020F0502020204030204"/>
              </a:rPr>
              <a:t> </a:t>
            </a:r>
            <a:r>
              <a:rPr sz="2400" dirty="0">
                <a:latin typeface="Calibri" panose="020F0502020204030204"/>
                <a:cs typeface="Calibri" panose="020F0502020204030204"/>
              </a:rPr>
              <a:t>lấy</a:t>
            </a:r>
            <a:r>
              <a:rPr sz="2400" spc="-5" dirty="0">
                <a:latin typeface="Calibri" panose="020F0502020204030204"/>
                <a:cs typeface="Calibri" panose="020F0502020204030204"/>
              </a:rPr>
              <a:t> </a:t>
            </a:r>
            <a:r>
              <a:rPr sz="2400" dirty="0">
                <a:latin typeface="Calibri" panose="020F0502020204030204"/>
                <a:cs typeface="Calibri" panose="020F0502020204030204"/>
              </a:rPr>
              <a:t>ánh</a:t>
            </a:r>
            <a:r>
              <a:rPr sz="2400" spc="-15" dirty="0">
                <a:latin typeface="Calibri" panose="020F0502020204030204"/>
                <a:cs typeface="Calibri" panose="020F0502020204030204"/>
              </a:rPr>
              <a:t> </a:t>
            </a:r>
            <a:r>
              <a:rPr sz="2400" dirty="0">
                <a:latin typeface="Calibri" panose="020F0502020204030204"/>
                <a:cs typeface="Calibri" panose="020F0502020204030204"/>
              </a:rPr>
              <a:t>sáng</a:t>
            </a:r>
            <a:r>
              <a:rPr sz="2400" spc="-15" dirty="0">
                <a:latin typeface="Calibri" panose="020F0502020204030204"/>
                <a:cs typeface="Calibri" panose="020F0502020204030204"/>
              </a:rPr>
              <a:t> </a:t>
            </a:r>
            <a:r>
              <a:rPr sz="2400" dirty="0">
                <a:latin typeface="Calibri" panose="020F0502020204030204"/>
                <a:cs typeface="Calibri" panose="020F0502020204030204"/>
              </a:rPr>
              <a:t>mặt</a:t>
            </a:r>
            <a:r>
              <a:rPr sz="2400" spc="-20" dirty="0">
                <a:latin typeface="Calibri" panose="020F0502020204030204"/>
                <a:cs typeface="Calibri" panose="020F0502020204030204"/>
              </a:rPr>
              <a:t> </a:t>
            </a:r>
            <a:r>
              <a:rPr sz="2400" dirty="0">
                <a:latin typeface="Calibri" panose="020F0502020204030204"/>
                <a:cs typeface="Calibri" panose="020F0502020204030204"/>
              </a:rPr>
              <a:t>trời</a:t>
            </a:r>
            <a:r>
              <a:rPr sz="2400" spc="-25" dirty="0">
                <a:latin typeface="Calibri" panose="020F0502020204030204"/>
                <a:cs typeface="Calibri" panose="020F0502020204030204"/>
              </a:rPr>
              <a:t> </a:t>
            </a:r>
            <a:r>
              <a:rPr sz="2400" dirty="0">
                <a:latin typeface="Calibri" panose="020F0502020204030204"/>
                <a:cs typeface="Calibri" panose="020F0502020204030204"/>
              </a:rPr>
              <a:t>tại</a:t>
            </a:r>
            <a:r>
              <a:rPr sz="2400" spc="-10" dirty="0">
                <a:latin typeface="Calibri" panose="020F0502020204030204"/>
                <a:cs typeface="Calibri" panose="020F0502020204030204"/>
              </a:rPr>
              <a:t> </a:t>
            </a:r>
            <a:r>
              <a:rPr sz="2400" dirty="0">
                <a:latin typeface="Calibri" panose="020F0502020204030204"/>
                <a:cs typeface="Calibri" panose="020F0502020204030204"/>
              </a:rPr>
              <a:t>vị</a:t>
            </a:r>
            <a:r>
              <a:rPr sz="2400" spc="-10" dirty="0">
                <a:latin typeface="Calibri" panose="020F0502020204030204"/>
                <a:cs typeface="Calibri" panose="020F0502020204030204"/>
              </a:rPr>
              <a:t> </a:t>
            </a:r>
            <a:r>
              <a:rPr sz="2400" dirty="0">
                <a:latin typeface="Calibri" panose="020F0502020204030204"/>
                <a:cs typeface="Calibri" panose="020F0502020204030204"/>
              </a:rPr>
              <a:t>trí</a:t>
            </a:r>
            <a:r>
              <a:rPr sz="2400" spc="-25" dirty="0">
                <a:latin typeface="Calibri" panose="020F0502020204030204"/>
                <a:cs typeface="Calibri" panose="020F0502020204030204"/>
              </a:rPr>
              <a:t> </a:t>
            </a:r>
            <a:r>
              <a:rPr sz="2400" dirty="0">
                <a:latin typeface="Calibri" panose="020F0502020204030204"/>
                <a:cs typeface="Calibri" panose="020F0502020204030204"/>
              </a:rPr>
              <a:t>tốt</a:t>
            </a:r>
            <a:r>
              <a:rPr sz="2400" spc="-20" dirty="0">
                <a:latin typeface="Calibri" panose="020F0502020204030204"/>
                <a:cs typeface="Calibri" panose="020F0502020204030204"/>
              </a:rPr>
              <a:t> </a:t>
            </a:r>
            <a:r>
              <a:rPr sz="2400" dirty="0">
                <a:latin typeface="Calibri" panose="020F0502020204030204"/>
                <a:cs typeface="Calibri" panose="020F0502020204030204"/>
              </a:rPr>
              <a:t>nhất,</a:t>
            </a:r>
            <a:r>
              <a:rPr sz="2400" spc="-20" dirty="0">
                <a:latin typeface="Calibri" panose="020F0502020204030204"/>
                <a:cs typeface="Calibri" panose="020F0502020204030204"/>
              </a:rPr>
              <a:t> </a:t>
            </a:r>
            <a:r>
              <a:rPr sz="2400" dirty="0">
                <a:latin typeface="Calibri" panose="020F0502020204030204"/>
                <a:cs typeface="Calibri" panose="020F0502020204030204"/>
              </a:rPr>
              <a:t>giúp</a:t>
            </a:r>
            <a:r>
              <a:rPr sz="2400" spc="-10" dirty="0">
                <a:latin typeface="Calibri" panose="020F0502020204030204"/>
                <a:cs typeface="Calibri" panose="020F0502020204030204"/>
              </a:rPr>
              <a:t> </a:t>
            </a:r>
            <a:r>
              <a:rPr sz="2400" dirty="0">
                <a:latin typeface="Calibri" panose="020F0502020204030204"/>
                <a:cs typeface="Calibri" panose="020F0502020204030204"/>
              </a:rPr>
              <a:t>hấp</a:t>
            </a:r>
            <a:r>
              <a:rPr sz="2400" spc="-15" dirty="0">
                <a:latin typeface="Calibri" panose="020F0502020204030204"/>
                <a:cs typeface="Calibri" panose="020F0502020204030204"/>
              </a:rPr>
              <a:t> </a:t>
            </a:r>
            <a:r>
              <a:rPr sz="2400" dirty="0">
                <a:latin typeface="Calibri" panose="020F0502020204030204"/>
                <a:cs typeface="Calibri" panose="020F0502020204030204"/>
              </a:rPr>
              <a:t>thụ</a:t>
            </a:r>
            <a:r>
              <a:rPr sz="2400" spc="-15" dirty="0">
                <a:latin typeface="Calibri" panose="020F0502020204030204"/>
                <a:cs typeface="Calibri" panose="020F0502020204030204"/>
              </a:rPr>
              <a:t> </a:t>
            </a:r>
            <a:r>
              <a:rPr sz="2400" dirty="0">
                <a:latin typeface="Calibri" panose="020F0502020204030204"/>
                <a:cs typeface="Calibri" panose="020F0502020204030204"/>
              </a:rPr>
              <a:t>nhiệt</a:t>
            </a:r>
            <a:r>
              <a:rPr sz="2400" spc="-5" dirty="0">
                <a:latin typeface="Calibri" panose="020F0502020204030204"/>
                <a:cs typeface="Calibri" panose="020F0502020204030204"/>
              </a:rPr>
              <a:t> </a:t>
            </a:r>
            <a:r>
              <a:rPr sz="2400" dirty="0">
                <a:latin typeface="Calibri" panose="020F0502020204030204"/>
                <a:cs typeface="Calibri" panose="020F0502020204030204"/>
              </a:rPr>
              <a:t>tối</a:t>
            </a:r>
            <a:r>
              <a:rPr sz="2400" spc="-25" dirty="0">
                <a:latin typeface="Calibri" panose="020F0502020204030204"/>
                <a:cs typeface="Calibri" panose="020F0502020204030204"/>
              </a:rPr>
              <a:t> </a:t>
            </a:r>
            <a:r>
              <a:rPr sz="2400" dirty="0">
                <a:latin typeface="Calibri" panose="020F0502020204030204"/>
                <a:cs typeface="Calibri" panose="020F0502020204030204"/>
              </a:rPr>
              <a:t>ưu,</a:t>
            </a:r>
            <a:r>
              <a:rPr sz="2400" spc="-10" dirty="0">
                <a:latin typeface="Calibri" panose="020F0502020204030204"/>
                <a:cs typeface="Calibri" panose="020F0502020204030204"/>
              </a:rPr>
              <a:t> </a:t>
            </a:r>
            <a:r>
              <a:rPr sz="2400" dirty="0">
                <a:latin typeface="Calibri" panose="020F0502020204030204"/>
                <a:cs typeface="Calibri" panose="020F0502020204030204"/>
              </a:rPr>
              <a:t>giúp</a:t>
            </a:r>
            <a:r>
              <a:rPr sz="2400" spc="-15" dirty="0">
                <a:latin typeface="Calibri" panose="020F0502020204030204"/>
                <a:cs typeface="Calibri" panose="020F0502020204030204"/>
              </a:rPr>
              <a:t> </a:t>
            </a:r>
            <a:r>
              <a:rPr sz="2400" dirty="0">
                <a:latin typeface="Calibri" panose="020F0502020204030204"/>
                <a:cs typeface="Calibri" panose="020F0502020204030204"/>
              </a:rPr>
              <a:t>gắn</a:t>
            </a:r>
            <a:r>
              <a:rPr sz="2400" spc="-15" dirty="0">
                <a:latin typeface="Calibri" panose="020F0502020204030204"/>
                <a:cs typeface="Calibri" panose="020F0502020204030204"/>
              </a:rPr>
              <a:t> </a:t>
            </a:r>
            <a:r>
              <a:rPr sz="2400" dirty="0">
                <a:latin typeface="Calibri" panose="020F0502020204030204"/>
                <a:cs typeface="Calibri" panose="020F0502020204030204"/>
              </a:rPr>
              <a:t>kết</a:t>
            </a:r>
            <a:r>
              <a:rPr sz="2400" spc="-20" dirty="0">
                <a:latin typeface="Calibri" panose="020F0502020204030204"/>
                <a:cs typeface="Calibri" panose="020F0502020204030204"/>
              </a:rPr>
              <a:t> </a:t>
            </a:r>
            <a:r>
              <a:rPr sz="2400" dirty="0">
                <a:latin typeface="Calibri" panose="020F0502020204030204"/>
                <a:cs typeface="Calibri" panose="020F0502020204030204"/>
              </a:rPr>
              <a:t>các</a:t>
            </a:r>
            <a:r>
              <a:rPr sz="2400" spc="-20" dirty="0">
                <a:latin typeface="Calibri" panose="020F0502020204030204"/>
                <a:cs typeface="Calibri" panose="020F0502020204030204"/>
              </a:rPr>
              <a:t> </a:t>
            </a:r>
            <a:r>
              <a:rPr sz="2400" dirty="0">
                <a:latin typeface="Calibri" panose="020F0502020204030204"/>
                <a:cs typeface="Calibri" panose="020F0502020204030204"/>
              </a:rPr>
              <a:t>bộ</a:t>
            </a:r>
            <a:r>
              <a:rPr sz="2400" spc="-15" dirty="0">
                <a:latin typeface="Calibri" panose="020F0502020204030204"/>
                <a:cs typeface="Calibri" panose="020F0502020204030204"/>
              </a:rPr>
              <a:t> </a:t>
            </a:r>
            <a:r>
              <a:rPr sz="2400" dirty="0">
                <a:latin typeface="Calibri" panose="020F0502020204030204"/>
                <a:cs typeface="Calibri" panose="020F0502020204030204"/>
              </a:rPr>
              <a:t>phận</a:t>
            </a:r>
            <a:r>
              <a:rPr sz="2400" spc="-15" dirty="0">
                <a:latin typeface="Calibri" panose="020F0502020204030204"/>
                <a:cs typeface="Calibri" panose="020F0502020204030204"/>
              </a:rPr>
              <a:t> </a:t>
            </a:r>
            <a:r>
              <a:rPr sz="2400" dirty="0">
                <a:latin typeface="Calibri" panose="020F0502020204030204"/>
                <a:cs typeface="Calibri" panose="020F0502020204030204"/>
              </a:rPr>
              <a:t>khác</a:t>
            </a:r>
            <a:r>
              <a:rPr sz="2400" spc="-10" dirty="0">
                <a:latin typeface="Calibri" panose="020F0502020204030204"/>
                <a:cs typeface="Calibri" panose="020F0502020204030204"/>
              </a:rPr>
              <a:t> </a:t>
            </a:r>
            <a:r>
              <a:rPr sz="2400" dirty="0">
                <a:latin typeface="Calibri" panose="020F0502020204030204"/>
                <a:cs typeface="Calibri" panose="020F0502020204030204"/>
              </a:rPr>
              <a:t>trên</a:t>
            </a:r>
            <a:r>
              <a:rPr sz="2400" spc="-15" dirty="0">
                <a:latin typeface="Calibri" panose="020F0502020204030204"/>
                <a:cs typeface="Calibri" panose="020F0502020204030204"/>
              </a:rPr>
              <a:t> </a:t>
            </a:r>
            <a:r>
              <a:rPr sz="2400" dirty="0">
                <a:latin typeface="Calibri" panose="020F0502020204030204"/>
                <a:cs typeface="Calibri" panose="020F0502020204030204"/>
              </a:rPr>
              <a:t>máy,</a:t>
            </a:r>
            <a:r>
              <a:rPr sz="2400" spc="-10" dirty="0">
                <a:latin typeface="Calibri" panose="020F0502020204030204"/>
                <a:cs typeface="Calibri" panose="020F0502020204030204"/>
              </a:rPr>
              <a:t> </a:t>
            </a:r>
            <a:r>
              <a:rPr sz="2400" dirty="0">
                <a:latin typeface="Calibri" panose="020F0502020204030204"/>
                <a:cs typeface="Calibri" panose="020F0502020204030204"/>
              </a:rPr>
              <a:t>tạo</a:t>
            </a:r>
            <a:r>
              <a:rPr sz="2400" spc="-15" dirty="0">
                <a:latin typeface="Calibri" panose="020F0502020204030204"/>
                <a:cs typeface="Calibri" panose="020F0502020204030204"/>
              </a:rPr>
              <a:t> </a:t>
            </a:r>
            <a:r>
              <a:rPr sz="2400" dirty="0">
                <a:latin typeface="Calibri" panose="020F0502020204030204"/>
                <a:cs typeface="Calibri" panose="020F0502020204030204"/>
              </a:rPr>
              <a:t>ra</a:t>
            </a:r>
            <a:r>
              <a:rPr sz="2400" spc="-5" dirty="0">
                <a:latin typeface="Calibri" panose="020F0502020204030204"/>
                <a:cs typeface="Calibri" panose="020F0502020204030204"/>
              </a:rPr>
              <a:t> </a:t>
            </a:r>
            <a:r>
              <a:rPr sz="2400" spc="-25" dirty="0">
                <a:latin typeface="Calibri" panose="020F0502020204030204"/>
                <a:cs typeface="Calibri" panose="020F0502020204030204"/>
              </a:rPr>
              <a:t>cấu </a:t>
            </a:r>
            <a:r>
              <a:rPr sz="2400" dirty="0">
                <a:latin typeface="Calibri" panose="020F0502020204030204"/>
                <a:cs typeface="Calibri" panose="020F0502020204030204"/>
              </a:rPr>
              <a:t>trúc</a:t>
            </a:r>
            <a:r>
              <a:rPr sz="2400" spc="-25" dirty="0">
                <a:latin typeface="Calibri" panose="020F0502020204030204"/>
                <a:cs typeface="Calibri" panose="020F0502020204030204"/>
              </a:rPr>
              <a:t> </a:t>
            </a:r>
            <a:r>
              <a:rPr sz="2400" dirty="0">
                <a:latin typeface="Calibri" panose="020F0502020204030204"/>
                <a:cs typeface="Calibri" panose="020F0502020204030204"/>
              </a:rPr>
              <a:t>chắc</a:t>
            </a:r>
            <a:r>
              <a:rPr sz="2400" spc="-20" dirty="0">
                <a:latin typeface="Calibri" panose="020F0502020204030204"/>
                <a:cs typeface="Calibri" panose="020F0502020204030204"/>
              </a:rPr>
              <a:t> </a:t>
            </a:r>
            <a:r>
              <a:rPr sz="2400" dirty="0">
                <a:latin typeface="Calibri" panose="020F0502020204030204"/>
                <a:cs typeface="Calibri" panose="020F0502020204030204"/>
              </a:rPr>
              <a:t>chắn</a:t>
            </a:r>
            <a:r>
              <a:rPr sz="2400" spc="-20" dirty="0">
                <a:latin typeface="Calibri" panose="020F0502020204030204"/>
                <a:cs typeface="Calibri" panose="020F0502020204030204"/>
              </a:rPr>
              <a:t> </a:t>
            </a:r>
            <a:r>
              <a:rPr sz="2400" dirty="0">
                <a:latin typeface="Calibri" panose="020F0502020204030204"/>
                <a:cs typeface="Calibri" panose="020F0502020204030204"/>
              </a:rPr>
              <a:t>đồng</a:t>
            </a:r>
            <a:r>
              <a:rPr sz="2400" spc="-15" dirty="0">
                <a:latin typeface="Calibri" panose="020F0502020204030204"/>
                <a:cs typeface="Calibri" panose="020F0502020204030204"/>
              </a:rPr>
              <a:t> </a:t>
            </a:r>
            <a:r>
              <a:rPr sz="2400" dirty="0">
                <a:latin typeface="Calibri" panose="020F0502020204030204"/>
                <a:cs typeface="Calibri" panose="020F0502020204030204"/>
              </a:rPr>
              <a:t>thời</a:t>
            </a:r>
            <a:r>
              <a:rPr sz="2400" spc="-10" dirty="0">
                <a:latin typeface="Calibri" panose="020F0502020204030204"/>
                <a:cs typeface="Calibri" panose="020F0502020204030204"/>
              </a:rPr>
              <a:t> </a:t>
            </a:r>
            <a:r>
              <a:rPr sz="2400" dirty="0">
                <a:latin typeface="Calibri" panose="020F0502020204030204"/>
                <a:cs typeface="Calibri" panose="020F0502020204030204"/>
              </a:rPr>
              <a:t>đảm</a:t>
            </a:r>
            <a:r>
              <a:rPr sz="2400" spc="-20" dirty="0">
                <a:latin typeface="Calibri" panose="020F0502020204030204"/>
                <a:cs typeface="Calibri" panose="020F0502020204030204"/>
              </a:rPr>
              <a:t> </a:t>
            </a:r>
            <a:r>
              <a:rPr sz="2400" dirty="0">
                <a:latin typeface="Calibri" panose="020F0502020204030204"/>
                <a:cs typeface="Calibri" panose="020F0502020204030204"/>
              </a:rPr>
              <a:t>bảo</a:t>
            </a:r>
            <a:r>
              <a:rPr sz="2400" spc="-15" dirty="0">
                <a:latin typeface="Calibri" panose="020F0502020204030204"/>
                <a:cs typeface="Calibri" panose="020F0502020204030204"/>
              </a:rPr>
              <a:t> </a:t>
            </a:r>
            <a:r>
              <a:rPr sz="2400" dirty="0">
                <a:latin typeface="Calibri" panose="020F0502020204030204"/>
                <a:cs typeface="Calibri" panose="020F0502020204030204"/>
              </a:rPr>
              <a:t>an</a:t>
            </a:r>
            <a:r>
              <a:rPr sz="2400" spc="-20" dirty="0">
                <a:latin typeface="Calibri" panose="020F0502020204030204"/>
                <a:cs typeface="Calibri" panose="020F0502020204030204"/>
              </a:rPr>
              <a:t> </a:t>
            </a:r>
            <a:r>
              <a:rPr sz="2400" dirty="0">
                <a:latin typeface="Calibri" panose="020F0502020204030204"/>
                <a:cs typeface="Calibri" panose="020F0502020204030204"/>
              </a:rPr>
              <a:t>toàn</a:t>
            </a:r>
            <a:r>
              <a:rPr sz="2400" spc="-15" dirty="0">
                <a:latin typeface="Calibri" panose="020F0502020204030204"/>
                <a:cs typeface="Calibri" panose="020F0502020204030204"/>
              </a:rPr>
              <a:t> </a:t>
            </a:r>
            <a:r>
              <a:rPr sz="2400" dirty="0">
                <a:latin typeface="Calibri" panose="020F0502020204030204"/>
                <a:cs typeface="Calibri" panose="020F0502020204030204"/>
              </a:rPr>
              <a:t>trong</a:t>
            </a:r>
            <a:r>
              <a:rPr sz="2400" spc="-15" dirty="0">
                <a:latin typeface="Calibri" panose="020F0502020204030204"/>
                <a:cs typeface="Calibri" panose="020F0502020204030204"/>
              </a:rPr>
              <a:t> </a:t>
            </a:r>
            <a:r>
              <a:rPr sz="2400" dirty="0">
                <a:latin typeface="Calibri" panose="020F0502020204030204"/>
                <a:cs typeface="Calibri" panose="020F0502020204030204"/>
              </a:rPr>
              <a:t>quá</a:t>
            </a:r>
            <a:r>
              <a:rPr sz="2400" spc="-15" dirty="0">
                <a:latin typeface="Calibri" panose="020F0502020204030204"/>
                <a:cs typeface="Calibri" panose="020F0502020204030204"/>
              </a:rPr>
              <a:t> </a:t>
            </a:r>
            <a:r>
              <a:rPr sz="2400" dirty="0">
                <a:latin typeface="Calibri" panose="020F0502020204030204"/>
                <a:cs typeface="Calibri" panose="020F0502020204030204"/>
              </a:rPr>
              <a:t>trình</a:t>
            </a:r>
            <a:r>
              <a:rPr sz="2400" spc="-15" dirty="0">
                <a:latin typeface="Calibri" panose="020F0502020204030204"/>
                <a:cs typeface="Calibri" panose="020F0502020204030204"/>
              </a:rPr>
              <a:t> </a:t>
            </a:r>
            <a:r>
              <a:rPr sz="2400" dirty="0">
                <a:latin typeface="Calibri" panose="020F0502020204030204"/>
                <a:cs typeface="Calibri" panose="020F0502020204030204"/>
              </a:rPr>
              <a:t>sử</a:t>
            </a:r>
            <a:r>
              <a:rPr sz="2400" spc="-25" dirty="0">
                <a:latin typeface="Calibri" panose="020F0502020204030204"/>
                <a:cs typeface="Calibri" panose="020F0502020204030204"/>
              </a:rPr>
              <a:t> </a:t>
            </a:r>
            <a:r>
              <a:rPr sz="2400" spc="-10" dirty="0">
                <a:latin typeface="Calibri" panose="020F0502020204030204"/>
                <a:cs typeface="Calibri" panose="020F0502020204030204"/>
              </a:rPr>
              <a:t>dụng.</a:t>
            </a:r>
            <a:endParaRPr sz="2400">
              <a:latin typeface="Calibri" panose="020F0502020204030204"/>
              <a:cs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2000"/>
                                        <p:tgtEl>
                                          <p:spTgt spid="2">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ox(in)">
                                      <p:cBhvr>
                                        <p:cTn id="10" dur="2000"/>
                                        <p:tgtEl>
                                          <p:spTgt spid="2">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ox(in)">
                                      <p:cBhvr>
                                        <p:cTn id="13" dur="20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diamond(in)">
                                      <p:cBhvr>
                                        <p:cTn id="18" dur="20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diamond(in)">
                                      <p:cBhvr>
                                        <p:cTn id="23" dur="20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117839" y="431545"/>
            <a:ext cx="3763645" cy="360045"/>
          </a:xfrm>
          <a:prstGeom prst="rect">
            <a:avLst/>
          </a:prstGeom>
        </p:spPr>
        <p:txBody>
          <a:bodyPr vert="horz" wrap="square" lIns="0" tIns="12065" rIns="0" bIns="0" rtlCol="0">
            <a:spAutoFit/>
          </a:bodyPr>
          <a:lstStyle/>
          <a:p>
            <a:pPr marL="12700">
              <a:lnSpc>
                <a:spcPct val="100000"/>
              </a:lnSpc>
              <a:spcBef>
                <a:spcPts val="95"/>
              </a:spcBef>
            </a:pPr>
            <a:r>
              <a:rPr sz="2200" b="1" dirty="0">
                <a:latin typeface="Calibri" panose="020F0502020204030204"/>
                <a:cs typeface="Calibri" panose="020F0502020204030204"/>
              </a:rPr>
              <a:t>3.</a:t>
            </a:r>
            <a:r>
              <a:rPr sz="2200" b="1" spc="45" dirty="0">
                <a:latin typeface="Calibri" panose="020F0502020204030204"/>
                <a:cs typeface="Calibri" panose="020F0502020204030204"/>
              </a:rPr>
              <a:t> </a:t>
            </a:r>
            <a:r>
              <a:rPr sz="2200" b="1" dirty="0">
                <a:latin typeface="Calibri" panose="020F0502020204030204"/>
                <a:cs typeface="Calibri" panose="020F0502020204030204"/>
              </a:rPr>
              <a:t>Cấu</a:t>
            </a:r>
            <a:r>
              <a:rPr sz="2200" b="1" spc="-35" dirty="0">
                <a:latin typeface="Calibri" panose="020F0502020204030204"/>
                <a:cs typeface="Calibri" panose="020F0502020204030204"/>
              </a:rPr>
              <a:t> </a:t>
            </a:r>
            <a:r>
              <a:rPr sz="2200" b="1" dirty="0">
                <a:latin typeface="Calibri" panose="020F0502020204030204"/>
                <a:cs typeface="Calibri" panose="020F0502020204030204"/>
              </a:rPr>
              <a:t>tạo</a:t>
            </a:r>
            <a:r>
              <a:rPr sz="2200" b="1" spc="-30" dirty="0">
                <a:latin typeface="Calibri" panose="020F0502020204030204"/>
                <a:cs typeface="Calibri" panose="020F0502020204030204"/>
              </a:rPr>
              <a:t> </a:t>
            </a:r>
            <a:r>
              <a:rPr sz="2200" b="1" dirty="0">
                <a:latin typeface="Calibri" panose="020F0502020204030204"/>
                <a:cs typeface="Calibri" panose="020F0502020204030204"/>
              </a:rPr>
              <a:t>bình</a:t>
            </a:r>
            <a:r>
              <a:rPr sz="2200" b="1" spc="-35" dirty="0">
                <a:latin typeface="Calibri" panose="020F0502020204030204"/>
                <a:cs typeface="Calibri" panose="020F0502020204030204"/>
              </a:rPr>
              <a:t> </a:t>
            </a:r>
            <a:r>
              <a:rPr sz="2200" b="1" dirty="0">
                <a:latin typeface="Calibri" panose="020F0502020204030204"/>
                <a:cs typeface="Calibri" panose="020F0502020204030204"/>
              </a:rPr>
              <a:t>chứa</a:t>
            </a:r>
            <a:r>
              <a:rPr sz="2200" b="1" spc="-35" dirty="0">
                <a:latin typeface="Calibri" panose="020F0502020204030204"/>
                <a:cs typeface="Calibri" panose="020F0502020204030204"/>
              </a:rPr>
              <a:t> </a:t>
            </a:r>
            <a:r>
              <a:rPr sz="2200" b="1" dirty="0">
                <a:latin typeface="Calibri" panose="020F0502020204030204"/>
                <a:cs typeface="Calibri" panose="020F0502020204030204"/>
              </a:rPr>
              <a:t>nước</a:t>
            </a:r>
            <a:r>
              <a:rPr sz="2200" b="1" spc="-35" dirty="0">
                <a:latin typeface="Calibri" panose="020F0502020204030204"/>
                <a:cs typeface="Calibri" panose="020F0502020204030204"/>
              </a:rPr>
              <a:t> </a:t>
            </a:r>
            <a:r>
              <a:rPr sz="2200" b="1" spc="-20" dirty="0">
                <a:latin typeface="Calibri" panose="020F0502020204030204"/>
                <a:cs typeface="Calibri" panose="020F0502020204030204"/>
              </a:rPr>
              <a:t>nóng</a:t>
            </a:r>
            <a:endParaRPr sz="2200">
              <a:latin typeface="Calibri" panose="020F0502020204030204"/>
              <a:cs typeface="Calibri" panose="020F0502020204030204"/>
            </a:endParaRPr>
          </a:p>
        </p:txBody>
      </p:sp>
      <p:pic>
        <p:nvPicPr>
          <p:cNvPr id="3" name="object 3"/>
          <p:cNvPicPr/>
          <p:nvPr/>
        </p:nvPicPr>
        <p:blipFill>
          <a:blip r:embed="rId1" cstate="print"/>
          <a:stretch>
            <a:fillRect/>
          </a:stretch>
        </p:blipFill>
        <p:spPr>
          <a:xfrm rot="16200000">
            <a:off x="1024890" y="1895475"/>
            <a:ext cx="5788660" cy="68738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21868" y="398780"/>
            <a:ext cx="6554470" cy="760095"/>
          </a:xfrm>
          <a:prstGeom prst="rect">
            <a:avLst/>
          </a:prstGeom>
        </p:spPr>
        <p:txBody>
          <a:bodyPr vert="horz" wrap="square" lIns="0" tIns="44450" rIns="0" bIns="0" rtlCol="0">
            <a:spAutoFit/>
          </a:bodyPr>
          <a:lstStyle/>
          <a:p>
            <a:pPr marL="12700">
              <a:lnSpc>
                <a:spcPct val="100000"/>
              </a:lnSpc>
              <a:spcBef>
                <a:spcPts val="350"/>
              </a:spcBef>
            </a:pPr>
            <a:r>
              <a:rPr sz="2200" b="1" dirty="0">
                <a:latin typeface="Calibri" panose="020F0502020204030204"/>
                <a:cs typeface="Calibri" panose="020F0502020204030204"/>
              </a:rPr>
              <a:t>2.</a:t>
            </a:r>
            <a:r>
              <a:rPr sz="2200" b="1" spc="50" dirty="0">
                <a:latin typeface="Calibri" panose="020F0502020204030204"/>
                <a:cs typeface="Calibri" panose="020F0502020204030204"/>
              </a:rPr>
              <a:t> </a:t>
            </a:r>
            <a:r>
              <a:rPr sz="2200" b="1" dirty="0">
                <a:latin typeface="Calibri" panose="020F0502020204030204"/>
                <a:cs typeface="Calibri" panose="020F0502020204030204"/>
              </a:rPr>
              <a:t>Cấu</a:t>
            </a:r>
            <a:r>
              <a:rPr sz="2200" b="1" spc="-35" dirty="0">
                <a:latin typeface="Calibri" panose="020F0502020204030204"/>
                <a:cs typeface="Calibri" panose="020F0502020204030204"/>
              </a:rPr>
              <a:t> </a:t>
            </a:r>
            <a:r>
              <a:rPr sz="2200" b="1" dirty="0">
                <a:latin typeface="Calibri" panose="020F0502020204030204"/>
                <a:cs typeface="Calibri" panose="020F0502020204030204"/>
              </a:rPr>
              <a:t>tạo</a:t>
            </a:r>
            <a:r>
              <a:rPr sz="2200" b="1" spc="-35" dirty="0">
                <a:latin typeface="Calibri" panose="020F0502020204030204"/>
                <a:cs typeface="Calibri" panose="020F0502020204030204"/>
              </a:rPr>
              <a:t> </a:t>
            </a:r>
            <a:r>
              <a:rPr sz="2200" b="1" dirty="0">
                <a:latin typeface="Calibri" panose="020F0502020204030204"/>
                <a:cs typeface="Calibri" panose="020F0502020204030204"/>
              </a:rPr>
              <a:t>và</a:t>
            </a:r>
            <a:r>
              <a:rPr sz="2200" b="1" spc="-40" dirty="0">
                <a:latin typeface="Calibri" panose="020F0502020204030204"/>
                <a:cs typeface="Calibri" panose="020F0502020204030204"/>
              </a:rPr>
              <a:t> </a:t>
            </a:r>
            <a:r>
              <a:rPr sz="2200" b="1" dirty="0">
                <a:latin typeface="Calibri" panose="020F0502020204030204"/>
                <a:cs typeface="Calibri" panose="020F0502020204030204"/>
              </a:rPr>
              <a:t>nguyên</a:t>
            </a:r>
            <a:r>
              <a:rPr sz="2200" b="1" spc="-35" dirty="0">
                <a:latin typeface="Calibri" panose="020F0502020204030204"/>
                <a:cs typeface="Calibri" panose="020F0502020204030204"/>
              </a:rPr>
              <a:t> </a:t>
            </a:r>
            <a:r>
              <a:rPr sz="2200" b="1" dirty="0">
                <a:latin typeface="Calibri" panose="020F0502020204030204"/>
                <a:cs typeface="Calibri" panose="020F0502020204030204"/>
              </a:rPr>
              <a:t>lý</a:t>
            </a:r>
            <a:r>
              <a:rPr sz="2200" b="1" spc="-25" dirty="0">
                <a:latin typeface="Calibri" panose="020F0502020204030204"/>
                <a:cs typeface="Calibri" panose="020F0502020204030204"/>
              </a:rPr>
              <a:t> </a:t>
            </a:r>
            <a:r>
              <a:rPr sz="2200" b="1" dirty="0">
                <a:latin typeface="Calibri" panose="020F0502020204030204"/>
                <a:cs typeface="Calibri" panose="020F0502020204030204"/>
              </a:rPr>
              <a:t>làm</a:t>
            </a:r>
            <a:r>
              <a:rPr sz="2200" b="1" spc="-35" dirty="0">
                <a:latin typeface="Calibri" panose="020F0502020204030204"/>
                <a:cs typeface="Calibri" panose="020F0502020204030204"/>
              </a:rPr>
              <a:t> </a:t>
            </a:r>
            <a:r>
              <a:rPr sz="2200" b="1" dirty="0">
                <a:latin typeface="Calibri" panose="020F0502020204030204"/>
                <a:cs typeface="Calibri" panose="020F0502020204030204"/>
              </a:rPr>
              <a:t>việc</a:t>
            </a:r>
            <a:r>
              <a:rPr sz="2200" b="1" spc="-35" dirty="0">
                <a:latin typeface="Calibri" panose="020F0502020204030204"/>
                <a:cs typeface="Calibri" panose="020F0502020204030204"/>
              </a:rPr>
              <a:t> </a:t>
            </a:r>
            <a:r>
              <a:rPr sz="2200" b="1" dirty="0">
                <a:latin typeface="Calibri" panose="020F0502020204030204"/>
                <a:cs typeface="Calibri" panose="020F0502020204030204"/>
              </a:rPr>
              <a:t>của</a:t>
            </a:r>
            <a:r>
              <a:rPr sz="2200" b="1" spc="-35" dirty="0">
                <a:latin typeface="Calibri" panose="020F0502020204030204"/>
                <a:cs typeface="Calibri" panose="020F0502020204030204"/>
              </a:rPr>
              <a:t> </a:t>
            </a:r>
            <a:r>
              <a:rPr sz="2200" b="1" dirty="0">
                <a:latin typeface="Calibri" panose="020F0502020204030204"/>
                <a:cs typeface="Calibri" panose="020F0502020204030204"/>
              </a:rPr>
              <a:t>ống</a:t>
            </a:r>
            <a:r>
              <a:rPr sz="2200" b="1" spc="-25" dirty="0">
                <a:latin typeface="Calibri" panose="020F0502020204030204"/>
                <a:cs typeface="Calibri" panose="020F0502020204030204"/>
              </a:rPr>
              <a:t> </a:t>
            </a:r>
            <a:r>
              <a:rPr sz="2200" b="1" dirty="0">
                <a:latin typeface="Calibri" panose="020F0502020204030204"/>
                <a:cs typeface="Calibri" panose="020F0502020204030204"/>
              </a:rPr>
              <a:t>chân</a:t>
            </a:r>
            <a:r>
              <a:rPr sz="2200" b="1" spc="-40" dirty="0">
                <a:latin typeface="Calibri" panose="020F0502020204030204"/>
                <a:cs typeface="Calibri" panose="020F0502020204030204"/>
              </a:rPr>
              <a:t> </a:t>
            </a:r>
            <a:r>
              <a:rPr sz="2200" b="1" dirty="0">
                <a:latin typeface="Calibri" panose="020F0502020204030204"/>
                <a:cs typeface="Calibri" panose="020F0502020204030204"/>
              </a:rPr>
              <a:t>không</a:t>
            </a:r>
            <a:r>
              <a:rPr sz="2200" b="1" spc="-25" dirty="0">
                <a:latin typeface="Calibri" panose="020F0502020204030204"/>
                <a:cs typeface="Calibri" panose="020F0502020204030204"/>
              </a:rPr>
              <a:t> thu</a:t>
            </a:r>
            <a:endParaRPr sz="2200">
              <a:latin typeface="Calibri" panose="020F0502020204030204"/>
              <a:cs typeface="Calibri" panose="020F0502020204030204"/>
            </a:endParaRPr>
          </a:p>
          <a:p>
            <a:pPr marL="3089275">
              <a:lnSpc>
                <a:spcPct val="100000"/>
              </a:lnSpc>
              <a:spcBef>
                <a:spcPts val="255"/>
              </a:spcBef>
            </a:pPr>
            <a:r>
              <a:rPr sz="2200" b="1" spc="-10" dirty="0">
                <a:latin typeface="Calibri" panose="020F0502020204030204"/>
                <a:cs typeface="Calibri" panose="020F0502020204030204"/>
              </a:rPr>
              <a:t>nhiệt</a:t>
            </a:r>
            <a:endParaRPr sz="2200">
              <a:latin typeface="Calibri" panose="020F0502020204030204"/>
              <a:cs typeface="Calibri" panose="020F0502020204030204"/>
            </a:endParaRPr>
          </a:p>
        </p:txBody>
      </p:sp>
      <p:pic>
        <p:nvPicPr>
          <p:cNvPr id="3" name="object 3"/>
          <p:cNvPicPr/>
          <p:nvPr/>
        </p:nvPicPr>
        <p:blipFill>
          <a:blip r:embed="rId1" cstate="print"/>
          <a:stretch>
            <a:fillRect/>
          </a:stretch>
        </p:blipFill>
        <p:spPr>
          <a:xfrm>
            <a:off x="1604772" y="1662683"/>
            <a:ext cx="4561332" cy="3144011"/>
          </a:xfrm>
          <a:prstGeom prst="rect">
            <a:avLst/>
          </a:prstGeom>
        </p:spPr>
      </p:pic>
      <p:pic>
        <p:nvPicPr>
          <p:cNvPr id="4" name="object 4"/>
          <p:cNvPicPr/>
          <p:nvPr/>
        </p:nvPicPr>
        <p:blipFill>
          <a:blip r:embed="rId2" cstate="print"/>
          <a:stretch>
            <a:fillRect/>
          </a:stretch>
        </p:blipFill>
        <p:spPr>
          <a:xfrm>
            <a:off x="2010155" y="5777484"/>
            <a:ext cx="3744468" cy="29337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533272"/>
            <a:ext cx="6852284" cy="3475990"/>
          </a:xfrm>
          <a:prstGeom prst="rect">
            <a:avLst/>
          </a:prstGeom>
        </p:spPr>
        <p:txBody>
          <a:bodyPr vert="horz" wrap="square" lIns="0" tIns="13335" rIns="0" bIns="0" rtlCol="0">
            <a:spAutoFit/>
          </a:bodyPr>
          <a:lstStyle/>
          <a:p>
            <a:pPr marL="12700">
              <a:lnSpc>
                <a:spcPct val="100000"/>
              </a:lnSpc>
              <a:spcBef>
                <a:spcPts val="105"/>
              </a:spcBef>
            </a:pPr>
            <a:r>
              <a:rPr sz="1400" dirty="0">
                <a:latin typeface="Calibri" panose="020F0502020204030204"/>
                <a:cs typeface="Calibri" panose="020F0502020204030204"/>
              </a:rPr>
              <a:t>Là</a:t>
            </a:r>
            <a:r>
              <a:rPr sz="1400" spc="-2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15" dirty="0">
                <a:latin typeface="Calibri" panose="020F0502020204030204"/>
                <a:cs typeface="Calibri" panose="020F0502020204030204"/>
              </a:rPr>
              <a:t> </a:t>
            </a:r>
            <a:r>
              <a:rPr sz="1400" dirty="0">
                <a:latin typeface="Calibri" panose="020F0502020204030204"/>
                <a:cs typeface="Calibri" panose="020F0502020204030204"/>
              </a:rPr>
              <a:t>2</a:t>
            </a:r>
            <a:r>
              <a:rPr sz="1400" spc="-5" dirty="0">
                <a:latin typeface="Calibri" panose="020F0502020204030204"/>
                <a:cs typeface="Calibri" panose="020F0502020204030204"/>
              </a:rPr>
              <a:t> </a:t>
            </a:r>
            <a:r>
              <a:rPr sz="1400" dirty="0">
                <a:latin typeface="Calibri" panose="020F0502020204030204"/>
                <a:cs typeface="Calibri" panose="020F0502020204030204"/>
              </a:rPr>
              <a:t>lớp </a:t>
            </a:r>
            <a:r>
              <a:rPr sz="1400" spc="-50" dirty="0">
                <a:latin typeface="Calibri" panose="020F0502020204030204"/>
                <a:cs typeface="Calibri" panose="020F0502020204030204"/>
              </a:rPr>
              <a:t>:</a:t>
            </a:r>
            <a:endParaRPr sz="1400">
              <a:latin typeface="Calibri" panose="020F0502020204030204"/>
              <a:cs typeface="Calibri" panose="020F0502020204030204"/>
            </a:endParaRPr>
          </a:p>
          <a:p>
            <a:pPr marL="12700" marR="5080" indent="74930">
              <a:lnSpc>
                <a:spcPct val="110000"/>
              </a:lnSpc>
              <a:spcBef>
                <a:spcPts val="790"/>
              </a:spcBef>
              <a:buChar char="-"/>
              <a:tabLst>
                <a:tab pos="87630" algn="l"/>
              </a:tabLst>
            </a:pPr>
            <a:r>
              <a:rPr sz="1400" dirty="0">
                <a:latin typeface="Calibri" panose="020F0502020204030204"/>
                <a:cs typeface="Calibri" panose="020F0502020204030204"/>
              </a:rPr>
              <a:t>2</a:t>
            </a:r>
            <a:r>
              <a:rPr sz="1400" spc="-30" dirty="0">
                <a:latin typeface="Calibri" panose="020F0502020204030204"/>
                <a:cs typeface="Calibri" panose="020F0502020204030204"/>
              </a:rPr>
              <a:t> </a:t>
            </a:r>
            <a:r>
              <a:rPr sz="1400" dirty="0">
                <a:latin typeface="Calibri" panose="020F0502020204030204"/>
                <a:cs typeface="Calibri" panose="020F0502020204030204"/>
              </a:rPr>
              <a:t>lớp</a:t>
            </a:r>
            <a:r>
              <a:rPr sz="1400" spc="-15" dirty="0">
                <a:latin typeface="Calibri" panose="020F0502020204030204"/>
                <a:cs typeface="Calibri" panose="020F0502020204030204"/>
              </a:rPr>
              <a:t> </a:t>
            </a:r>
            <a:r>
              <a:rPr sz="1400" dirty="0">
                <a:latin typeface="Calibri" panose="020F0502020204030204"/>
                <a:cs typeface="Calibri" panose="020F0502020204030204"/>
              </a:rPr>
              <a:t>bên</a:t>
            </a:r>
            <a:r>
              <a:rPr sz="1400" spc="-20" dirty="0">
                <a:latin typeface="Calibri" panose="020F0502020204030204"/>
                <a:cs typeface="Calibri" panose="020F0502020204030204"/>
              </a:rPr>
              <a:t> </a:t>
            </a:r>
            <a:r>
              <a:rPr sz="1400" dirty="0">
                <a:latin typeface="Calibri" panose="020F0502020204030204"/>
                <a:cs typeface="Calibri" panose="020F0502020204030204"/>
              </a:rPr>
              <a:t>ngoài</a:t>
            </a:r>
            <a:r>
              <a:rPr sz="1400" spc="-10"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chân</a:t>
            </a:r>
            <a:r>
              <a:rPr sz="1400" spc="-15" dirty="0">
                <a:latin typeface="Calibri" panose="020F0502020204030204"/>
                <a:cs typeface="Calibri" panose="020F0502020204030204"/>
              </a:rPr>
              <a:t> </a:t>
            </a:r>
            <a:r>
              <a:rPr sz="1400" dirty="0">
                <a:latin typeface="Calibri" panose="020F0502020204030204"/>
                <a:cs typeface="Calibri" panose="020F0502020204030204"/>
              </a:rPr>
              <a:t>không</a:t>
            </a:r>
            <a:r>
              <a:rPr sz="1400" spc="-15" dirty="0">
                <a:latin typeface="Calibri" panose="020F0502020204030204"/>
                <a:cs typeface="Calibri" panose="020F0502020204030204"/>
              </a:rPr>
              <a:t> </a:t>
            </a:r>
            <a:r>
              <a:rPr sz="1400" dirty="0">
                <a:latin typeface="Calibri" panose="020F0502020204030204"/>
                <a:cs typeface="Calibri" panose="020F0502020204030204"/>
              </a:rPr>
              <a:t>thường</a:t>
            </a:r>
            <a:r>
              <a:rPr sz="1400" spc="-20" dirty="0">
                <a:latin typeface="Calibri" panose="020F0502020204030204"/>
                <a:cs typeface="Calibri" panose="020F0502020204030204"/>
              </a:rPr>
              <a:t> </a:t>
            </a:r>
            <a:r>
              <a:rPr sz="1400" dirty="0">
                <a:latin typeface="Calibri" panose="020F0502020204030204"/>
                <a:cs typeface="Calibri" panose="020F0502020204030204"/>
              </a:rPr>
              <a:t>làm</a:t>
            </a:r>
            <a:r>
              <a:rPr sz="1400" spc="-15" dirty="0">
                <a:latin typeface="Calibri" panose="020F0502020204030204"/>
                <a:cs typeface="Calibri" panose="020F0502020204030204"/>
              </a:rPr>
              <a:t> </a:t>
            </a:r>
            <a:r>
              <a:rPr sz="1400" dirty="0">
                <a:latin typeface="Calibri" panose="020F0502020204030204"/>
                <a:cs typeface="Calibri" panose="020F0502020204030204"/>
              </a:rPr>
              <a:t>bằng</a:t>
            </a:r>
            <a:r>
              <a:rPr sz="1400" spc="-20"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20" dirty="0">
                <a:latin typeface="Calibri" panose="020F0502020204030204"/>
                <a:cs typeface="Calibri" panose="020F0502020204030204"/>
              </a:rPr>
              <a:t> </a:t>
            </a:r>
            <a:r>
              <a:rPr sz="1400" dirty="0">
                <a:latin typeface="Calibri" panose="020F0502020204030204"/>
                <a:cs typeface="Calibri" panose="020F0502020204030204"/>
              </a:rPr>
              <a:t>cao</a:t>
            </a:r>
            <a:r>
              <a:rPr sz="1400" spc="-15" dirty="0">
                <a:latin typeface="Calibri" panose="020F0502020204030204"/>
                <a:cs typeface="Calibri" panose="020F0502020204030204"/>
              </a:rPr>
              <a:t> </a:t>
            </a:r>
            <a:r>
              <a:rPr sz="1400" dirty="0">
                <a:latin typeface="Calibri" panose="020F0502020204030204"/>
                <a:cs typeface="Calibri" panose="020F0502020204030204"/>
              </a:rPr>
              <a:t>cấp(thường</a:t>
            </a:r>
            <a:r>
              <a:rPr sz="1400" spc="-15" dirty="0">
                <a:latin typeface="Calibri" panose="020F0502020204030204"/>
                <a:cs typeface="Calibri" panose="020F0502020204030204"/>
              </a:rPr>
              <a:t> </a:t>
            </a:r>
            <a:r>
              <a:rPr sz="1400" dirty="0">
                <a:latin typeface="Calibri" panose="020F0502020204030204"/>
                <a:cs typeface="Calibri" panose="020F0502020204030204"/>
              </a:rPr>
              <a:t>được</a:t>
            </a:r>
            <a:r>
              <a:rPr sz="1400" spc="-15" dirty="0">
                <a:latin typeface="Calibri" panose="020F0502020204030204"/>
                <a:cs typeface="Calibri" panose="020F0502020204030204"/>
              </a:rPr>
              <a:t> </a:t>
            </a:r>
            <a:r>
              <a:rPr sz="1400" dirty="0">
                <a:latin typeface="Calibri" panose="020F0502020204030204"/>
                <a:cs typeface="Calibri" panose="020F0502020204030204"/>
              </a:rPr>
              <a:t>làm</a:t>
            </a:r>
            <a:r>
              <a:rPr sz="1400" spc="-15" dirty="0">
                <a:latin typeface="Calibri" panose="020F0502020204030204"/>
                <a:cs typeface="Calibri" panose="020F0502020204030204"/>
              </a:rPr>
              <a:t> </a:t>
            </a:r>
            <a:r>
              <a:rPr sz="1400" dirty="0">
                <a:latin typeface="Calibri" panose="020F0502020204030204"/>
                <a:cs typeface="Calibri" panose="020F0502020204030204"/>
              </a:rPr>
              <a:t>từ</a:t>
            </a:r>
            <a:r>
              <a:rPr sz="1400" spc="-30" dirty="0">
                <a:latin typeface="Calibri" panose="020F0502020204030204"/>
                <a:cs typeface="Calibri" panose="020F0502020204030204"/>
              </a:rPr>
              <a:t> </a:t>
            </a:r>
            <a:r>
              <a:rPr sz="1400" dirty="0">
                <a:latin typeface="Calibri" panose="020F0502020204030204"/>
                <a:cs typeface="Calibri" panose="020F0502020204030204"/>
              </a:rPr>
              <a:t>chất</a:t>
            </a:r>
            <a:r>
              <a:rPr sz="1400" spc="-20" dirty="0">
                <a:latin typeface="Calibri" panose="020F0502020204030204"/>
                <a:cs typeface="Calibri" panose="020F0502020204030204"/>
              </a:rPr>
              <a:t> </a:t>
            </a:r>
            <a:r>
              <a:rPr sz="1400" dirty="0">
                <a:latin typeface="Calibri" panose="020F0502020204030204"/>
                <a:cs typeface="Calibri" panose="020F0502020204030204"/>
              </a:rPr>
              <a:t>liệu</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20" dirty="0">
                <a:latin typeface="Calibri" panose="020F0502020204030204"/>
                <a:cs typeface="Calibri" panose="020F0502020204030204"/>
              </a:rPr>
              <a:t> </a:t>
            </a:r>
            <a:r>
              <a:rPr sz="1400" dirty="0">
                <a:latin typeface="Calibri" panose="020F0502020204030204"/>
                <a:cs typeface="Calibri" panose="020F0502020204030204"/>
              </a:rPr>
              <a:t>tinh</a:t>
            </a:r>
            <a:r>
              <a:rPr sz="1400" spc="-15" dirty="0">
                <a:latin typeface="Calibri" panose="020F0502020204030204"/>
                <a:cs typeface="Calibri" panose="020F0502020204030204"/>
              </a:rPr>
              <a:t> </a:t>
            </a:r>
            <a:r>
              <a:rPr sz="1400" dirty="0">
                <a:latin typeface="Calibri" panose="020F0502020204030204"/>
                <a:cs typeface="Calibri" panose="020F0502020204030204"/>
              </a:rPr>
              <a:t>gọi</a:t>
            </a:r>
            <a:r>
              <a:rPr sz="1400" spc="-25" dirty="0">
                <a:latin typeface="Calibri" panose="020F0502020204030204"/>
                <a:cs typeface="Calibri" panose="020F0502020204030204"/>
              </a:rPr>
              <a:t> là </a:t>
            </a:r>
            <a:r>
              <a:rPr sz="1400" spc="-10" dirty="0">
                <a:latin typeface="Calibri" panose="020F0502020204030204"/>
                <a:cs typeface="Calibri" panose="020F0502020204030204"/>
              </a:rPr>
              <a:t>Borosilicate).</a:t>
            </a:r>
            <a:r>
              <a:rPr sz="1400" spc="-35" dirty="0">
                <a:latin typeface="Calibri" panose="020F0502020204030204"/>
                <a:cs typeface="Calibri" panose="020F0502020204030204"/>
              </a:rPr>
              <a:t> </a:t>
            </a:r>
            <a:r>
              <a:rPr sz="1400" dirty="0">
                <a:latin typeface="Calibri" panose="020F0502020204030204"/>
                <a:cs typeface="Calibri" panose="020F0502020204030204"/>
              </a:rPr>
              <a:t>Mặt</a:t>
            </a:r>
            <a:r>
              <a:rPr sz="1400" spc="-5" dirty="0">
                <a:latin typeface="Calibri" panose="020F0502020204030204"/>
                <a:cs typeface="Calibri" panose="020F0502020204030204"/>
              </a:rPr>
              <a:t> </a:t>
            </a:r>
            <a:r>
              <a:rPr sz="1400" dirty="0">
                <a:latin typeface="Calibri" panose="020F0502020204030204"/>
                <a:cs typeface="Calibri" panose="020F0502020204030204"/>
              </a:rPr>
              <a:t>ngoài</a:t>
            </a:r>
            <a:r>
              <a:rPr sz="1400" spc="-5" dirty="0">
                <a:latin typeface="Calibri" panose="020F0502020204030204"/>
                <a:cs typeface="Calibri" panose="020F0502020204030204"/>
              </a:rPr>
              <a:t> </a:t>
            </a:r>
            <a:r>
              <a:rPr sz="1400" dirty="0">
                <a:latin typeface="Calibri" panose="020F0502020204030204"/>
                <a:cs typeface="Calibri" panose="020F0502020204030204"/>
              </a:rPr>
              <a:t>thì</a:t>
            </a:r>
            <a:r>
              <a:rPr sz="1400" spc="-25" dirty="0">
                <a:latin typeface="Calibri" panose="020F0502020204030204"/>
                <a:cs typeface="Calibri" panose="020F0502020204030204"/>
              </a:rPr>
              <a:t> </a:t>
            </a:r>
            <a:r>
              <a:rPr sz="1400" dirty="0">
                <a:latin typeface="Calibri" panose="020F0502020204030204"/>
                <a:cs typeface="Calibri" panose="020F0502020204030204"/>
              </a:rPr>
              <a:t>trong</a:t>
            </a:r>
            <a:r>
              <a:rPr sz="1400" spc="-20" dirty="0">
                <a:latin typeface="Calibri" panose="020F0502020204030204"/>
                <a:cs typeface="Calibri" panose="020F0502020204030204"/>
              </a:rPr>
              <a:t> </a:t>
            </a:r>
            <a:r>
              <a:rPr sz="1400" dirty="0">
                <a:latin typeface="Calibri" panose="020F0502020204030204"/>
                <a:cs typeface="Calibri" panose="020F0502020204030204"/>
              </a:rPr>
              <a:t>suốt</a:t>
            </a:r>
            <a:r>
              <a:rPr sz="1400" spc="-20" dirty="0">
                <a:latin typeface="Calibri" panose="020F0502020204030204"/>
                <a:cs typeface="Calibri" panose="020F0502020204030204"/>
              </a:rPr>
              <a:t> </a:t>
            </a:r>
            <a:r>
              <a:rPr sz="1400" dirty="0">
                <a:latin typeface="Calibri" panose="020F0502020204030204"/>
                <a:cs typeface="Calibri" panose="020F0502020204030204"/>
              </a:rPr>
              <a:t>còn</a:t>
            </a:r>
            <a:r>
              <a:rPr sz="1400" spc="-20" dirty="0">
                <a:latin typeface="Calibri" panose="020F0502020204030204"/>
                <a:cs typeface="Calibri" panose="020F0502020204030204"/>
              </a:rPr>
              <a:t> </a:t>
            </a:r>
            <a:r>
              <a:rPr sz="1400" dirty="0">
                <a:latin typeface="Calibri" panose="020F0502020204030204"/>
                <a:cs typeface="Calibri" panose="020F0502020204030204"/>
              </a:rPr>
              <a:t>mặt</a:t>
            </a:r>
            <a:r>
              <a:rPr sz="1400" spc="-5" dirty="0">
                <a:latin typeface="Calibri" panose="020F0502020204030204"/>
                <a:cs typeface="Calibri" panose="020F0502020204030204"/>
              </a:rPr>
              <a:t> </a:t>
            </a:r>
            <a:r>
              <a:rPr sz="1400" dirty="0">
                <a:latin typeface="Calibri" panose="020F0502020204030204"/>
                <a:cs typeface="Calibri" panose="020F0502020204030204"/>
              </a:rPr>
              <a:t>bên</a:t>
            </a:r>
            <a:r>
              <a:rPr sz="1400" spc="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được</a:t>
            </a:r>
            <a:r>
              <a:rPr sz="1400" spc="-5" dirty="0">
                <a:latin typeface="Calibri" panose="020F0502020204030204"/>
                <a:cs typeface="Calibri" panose="020F0502020204030204"/>
              </a:rPr>
              <a:t> </a:t>
            </a:r>
            <a:r>
              <a:rPr sz="1400" dirty="0">
                <a:latin typeface="Calibri" panose="020F0502020204030204"/>
                <a:cs typeface="Calibri" panose="020F0502020204030204"/>
              </a:rPr>
              <a:t>phủ</a:t>
            </a:r>
            <a:r>
              <a:rPr sz="1400" spc="-15" dirty="0">
                <a:latin typeface="Calibri" panose="020F0502020204030204"/>
                <a:cs typeface="Calibri" panose="020F0502020204030204"/>
              </a:rPr>
              <a:t> </a:t>
            </a:r>
            <a:r>
              <a:rPr sz="1400" dirty="0">
                <a:latin typeface="Calibri" panose="020F0502020204030204"/>
                <a:cs typeface="Calibri" panose="020F0502020204030204"/>
              </a:rPr>
              <a:t>một</a:t>
            </a:r>
            <a:r>
              <a:rPr sz="1400" spc="-15" dirty="0">
                <a:latin typeface="Calibri" panose="020F0502020204030204"/>
                <a:cs typeface="Calibri" panose="020F0502020204030204"/>
              </a:rPr>
              <a:t> </a:t>
            </a:r>
            <a:r>
              <a:rPr sz="1400" dirty="0">
                <a:latin typeface="Calibri" panose="020F0502020204030204"/>
                <a:cs typeface="Calibri" panose="020F0502020204030204"/>
              </a:rPr>
              <a:t>lớp</a:t>
            </a:r>
            <a:r>
              <a:rPr sz="1400" spc="-15" dirty="0">
                <a:latin typeface="Calibri" panose="020F0502020204030204"/>
                <a:cs typeface="Calibri" panose="020F0502020204030204"/>
              </a:rPr>
              <a:t> </a:t>
            </a:r>
            <a:r>
              <a:rPr sz="1400" dirty="0">
                <a:latin typeface="Calibri" panose="020F0502020204030204"/>
                <a:cs typeface="Calibri" panose="020F0502020204030204"/>
              </a:rPr>
              <a:t>sơn</a:t>
            </a:r>
            <a:r>
              <a:rPr sz="1400" spc="-10" dirty="0">
                <a:latin typeface="Calibri" panose="020F0502020204030204"/>
                <a:cs typeface="Calibri" panose="020F0502020204030204"/>
              </a:rPr>
              <a:t> </a:t>
            </a:r>
            <a:r>
              <a:rPr sz="1400" dirty="0">
                <a:latin typeface="Calibri" panose="020F0502020204030204"/>
                <a:cs typeface="Calibri" panose="020F0502020204030204"/>
              </a:rPr>
              <a:t>hoặc</a:t>
            </a:r>
            <a:r>
              <a:rPr sz="1400" spc="-10" dirty="0">
                <a:latin typeface="Calibri" panose="020F0502020204030204"/>
                <a:cs typeface="Calibri" panose="020F0502020204030204"/>
              </a:rPr>
              <a:t> </a:t>
            </a:r>
            <a:r>
              <a:rPr sz="1400" dirty="0">
                <a:latin typeface="Calibri" panose="020F0502020204030204"/>
                <a:cs typeface="Calibri" panose="020F0502020204030204"/>
              </a:rPr>
              <a:t>mạ</a:t>
            </a:r>
            <a:r>
              <a:rPr sz="1400" spc="-5" dirty="0">
                <a:latin typeface="Calibri" panose="020F0502020204030204"/>
                <a:cs typeface="Calibri" panose="020F0502020204030204"/>
              </a:rPr>
              <a:t> </a:t>
            </a:r>
            <a:r>
              <a:rPr sz="1400" dirty="0">
                <a:latin typeface="Calibri" panose="020F0502020204030204"/>
                <a:cs typeface="Calibri" panose="020F0502020204030204"/>
              </a:rPr>
              <a:t>titan</a:t>
            </a:r>
            <a:r>
              <a:rPr sz="1400" spc="-15" dirty="0">
                <a:latin typeface="Calibri" panose="020F0502020204030204"/>
                <a:cs typeface="Calibri" panose="020F0502020204030204"/>
              </a:rPr>
              <a:t> </a:t>
            </a:r>
            <a:r>
              <a:rPr sz="1400" dirty="0">
                <a:latin typeface="Calibri" panose="020F0502020204030204"/>
                <a:cs typeface="Calibri" panose="020F0502020204030204"/>
              </a:rPr>
              <a:t>để</a:t>
            </a:r>
            <a:r>
              <a:rPr sz="1400" spc="-15" dirty="0">
                <a:latin typeface="Calibri" panose="020F0502020204030204"/>
                <a:cs typeface="Calibri" panose="020F0502020204030204"/>
              </a:rPr>
              <a:t> </a:t>
            </a:r>
            <a:r>
              <a:rPr sz="1400" dirty="0">
                <a:latin typeface="Calibri" panose="020F0502020204030204"/>
                <a:cs typeface="Calibri" panose="020F0502020204030204"/>
              </a:rPr>
              <a:t>chống</a:t>
            </a:r>
            <a:r>
              <a:rPr sz="1400" spc="-15" dirty="0">
                <a:latin typeface="Calibri" panose="020F0502020204030204"/>
                <a:cs typeface="Calibri" panose="020F0502020204030204"/>
              </a:rPr>
              <a:t> </a:t>
            </a:r>
            <a:r>
              <a:rPr sz="1400" dirty="0">
                <a:latin typeface="Calibri" panose="020F0502020204030204"/>
                <a:cs typeface="Calibri" panose="020F0502020204030204"/>
              </a:rPr>
              <a:t>phản</a:t>
            </a:r>
            <a:r>
              <a:rPr sz="1400" spc="-10" dirty="0">
                <a:latin typeface="Calibri" panose="020F0502020204030204"/>
                <a:cs typeface="Calibri" panose="020F0502020204030204"/>
              </a:rPr>
              <a:t> quang </a:t>
            </a:r>
            <a:r>
              <a:rPr sz="1400" dirty="0">
                <a:latin typeface="Calibri" panose="020F0502020204030204"/>
                <a:cs typeface="Calibri" panose="020F0502020204030204"/>
              </a:rPr>
              <a:t>ngược</a:t>
            </a:r>
            <a:r>
              <a:rPr sz="1400" spc="-25" dirty="0">
                <a:latin typeface="Calibri" panose="020F0502020204030204"/>
                <a:cs typeface="Calibri" panose="020F0502020204030204"/>
              </a:rPr>
              <a:t> </a:t>
            </a:r>
            <a:r>
              <a:rPr sz="1400" dirty="0">
                <a:latin typeface="Calibri" panose="020F0502020204030204"/>
                <a:cs typeface="Calibri" panose="020F0502020204030204"/>
              </a:rPr>
              <a:t>lại,</a:t>
            </a:r>
            <a:r>
              <a:rPr sz="1400" spc="-15" dirty="0">
                <a:latin typeface="Calibri" panose="020F0502020204030204"/>
                <a:cs typeface="Calibri" panose="020F0502020204030204"/>
              </a:rPr>
              <a:t> </a:t>
            </a:r>
            <a:r>
              <a:rPr sz="1400" dirty="0">
                <a:latin typeface="Calibri" panose="020F0502020204030204"/>
                <a:cs typeface="Calibri" panose="020F0502020204030204"/>
              </a:rPr>
              <a:t>điều</a:t>
            </a:r>
            <a:r>
              <a:rPr sz="1400" spc="-5" dirty="0">
                <a:latin typeface="Calibri" panose="020F0502020204030204"/>
                <a:cs typeface="Calibri" panose="020F0502020204030204"/>
              </a:rPr>
              <a:t> </a:t>
            </a:r>
            <a:r>
              <a:rPr sz="1400" dirty="0">
                <a:latin typeface="Calibri" panose="020F0502020204030204"/>
                <a:cs typeface="Calibri" panose="020F0502020204030204"/>
              </a:rPr>
              <a:t>này</a:t>
            </a:r>
            <a:r>
              <a:rPr sz="1400" spc="-15" dirty="0">
                <a:latin typeface="Calibri" panose="020F0502020204030204"/>
                <a:cs typeface="Calibri" panose="020F0502020204030204"/>
              </a:rPr>
              <a:t> </a:t>
            </a:r>
            <a:r>
              <a:rPr sz="1400" dirty="0">
                <a:latin typeface="Calibri" panose="020F0502020204030204"/>
                <a:cs typeface="Calibri" panose="020F0502020204030204"/>
              </a:rPr>
              <a:t>sẽ</a:t>
            </a:r>
            <a:r>
              <a:rPr sz="1400" spc="-20" dirty="0">
                <a:latin typeface="Calibri" panose="020F0502020204030204"/>
                <a:cs typeface="Calibri" panose="020F0502020204030204"/>
              </a:rPr>
              <a:t> </a:t>
            </a:r>
            <a:r>
              <a:rPr sz="1400" dirty="0">
                <a:latin typeface="Calibri" panose="020F0502020204030204"/>
                <a:cs typeface="Calibri" panose="020F0502020204030204"/>
              </a:rPr>
              <a:t>giúp</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hấp</a:t>
            </a:r>
            <a:r>
              <a:rPr sz="1400" spc="-20" dirty="0">
                <a:latin typeface="Calibri" panose="020F0502020204030204"/>
                <a:cs typeface="Calibri" panose="020F0502020204030204"/>
              </a:rPr>
              <a:t> </a:t>
            </a:r>
            <a:r>
              <a:rPr sz="1400" dirty="0">
                <a:latin typeface="Calibri" panose="020F0502020204030204"/>
                <a:cs typeface="Calibri" panose="020F0502020204030204"/>
              </a:rPr>
              <a:t>thu</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10" dirty="0">
                <a:latin typeface="Calibri" panose="020F0502020204030204"/>
                <a:cs typeface="Calibri" panose="020F0502020204030204"/>
              </a:rPr>
              <a:t> </a:t>
            </a:r>
            <a:r>
              <a:rPr sz="1400" dirty="0">
                <a:latin typeface="Calibri" panose="020F0502020204030204"/>
                <a:cs typeface="Calibri" panose="020F0502020204030204"/>
              </a:rPr>
              <a:t>và</a:t>
            </a:r>
            <a:r>
              <a:rPr sz="1400" spc="-10"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sáng dễ</a:t>
            </a:r>
            <a:r>
              <a:rPr sz="1400" spc="-5" dirty="0">
                <a:latin typeface="Calibri" panose="020F0502020204030204"/>
                <a:cs typeface="Calibri" panose="020F0502020204030204"/>
              </a:rPr>
              <a:t> </a:t>
            </a:r>
            <a:r>
              <a:rPr sz="1400" dirty="0">
                <a:latin typeface="Calibri" panose="020F0502020204030204"/>
                <a:cs typeface="Calibri" panose="020F0502020204030204"/>
              </a:rPr>
              <a:t>dàng</a:t>
            </a:r>
            <a:r>
              <a:rPr sz="1400" spc="-15" dirty="0">
                <a:latin typeface="Calibri" panose="020F0502020204030204"/>
                <a:cs typeface="Calibri" panose="020F0502020204030204"/>
              </a:rPr>
              <a:t> </a:t>
            </a:r>
            <a:r>
              <a:rPr sz="1400" dirty="0">
                <a:latin typeface="Calibri" panose="020F0502020204030204"/>
                <a:cs typeface="Calibri" panose="020F0502020204030204"/>
              </a:rPr>
              <a:t>nhưng</a:t>
            </a:r>
            <a:r>
              <a:rPr sz="1400" spc="-15" dirty="0">
                <a:latin typeface="Calibri" panose="020F0502020204030204"/>
                <a:cs typeface="Calibri" panose="020F0502020204030204"/>
              </a:rPr>
              <a:t> </a:t>
            </a:r>
            <a:r>
              <a:rPr sz="1400" dirty="0">
                <a:latin typeface="Calibri" panose="020F0502020204030204"/>
                <a:cs typeface="Calibri" panose="020F0502020204030204"/>
              </a:rPr>
              <a:t>lại</a:t>
            </a:r>
            <a:r>
              <a:rPr sz="1400" spc="-25" dirty="0">
                <a:latin typeface="Calibri" panose="020F0502020204030204"/>
                <a:cs typeface="Calibri" panose="020F0502020204030204"/>
              </a:rPr>
              <a:t> </a:t>
            </a:r>
            <a:r>
              <a:rPr sz="1400" dirty="0">
                <a:latin typeface="Calibri" panose="020F0502020204030204"/>
                <a:cs typeface="Calibri" panose="020F0502020204030204"/>
              </a:rPr>
              <a:t>hạn</a:t>
            </a:r>
            <a:r>
              <a:rPr sz="1400" spc="-15" dirty="0">
                <a:latin typeface="Calibri" panose="020F0502020204030204"/>
                <a:cs typeface="Calibri" panose="020F0502020204030204"/>
              </a:rPr>
              <a:t> </a:t>
            </a:r>
            <a:r>
              <a:rPr sz="1400" dirty="0">
                <a:latin typeface="Calibri" panose="020F0502020204030204"/>
                <a:cs typeface="Calibri" panose="020F0502020204030204"/>
              </a:rPr>
              <a:t>chế</a:t>
            </a:r>
            <a:r>
              <a:rPr sz="1400" spc="-20" dirty="0">
                <a:latin typeface="Calibri" panose="020F0502020204030204"/>
                <a:cs typeface="Calibri" panose="020F0502020204030204"/>
              </a:rPr>
              <a:t> </a:t>
            </a:r>
            <a:r>
              <a:rPr sz="1400" dirty="0">
                <a:latin typeface="Calibri" panose="020F0502020204030204"/>
                <a:cs typeface="Calibri" panose="020F0502020204030204"/>
              </a:rPr>
              <a:t>tối</a:t>
            </a:r>
            <a:r>
              <a:rPr sz="1400" spc="-25" dirty="0">
                <a:latin typeface="Calibri" panose="020F0502020204030204"/>
                <a:cs typeface="Calibri" panose="020F0502020204030204"/>
              </a:rPr>
              <a:t> </a:t>
            </a:r>
            <a:r>
              <a:rPr sz="1400" dirty="0">
                <a:latin typeface="Calibri" panose="020F0502020204030204"/>
                <a:cs typeface="Calibri" panose="020F0502020204030204"/>
              </a:rPr>
              <a:t>đa</a:t>
            </a:r>
            <a:r>
              <a:rPr sz="1400" spc="-10" dirty="0">
                <a:latin typeface="Calibri" panose="020F0502020204030204"/>
                <a:cs typeface="Calibri" panose="020F0502020204030204"/>
              </a:rPr>
              <a:t> </a:t>
            </a:r>
            <a:r>
              <a:rPr sz="1400" dirty="0">
                <a:latin typeface="Calibri" panose="020F0502020204030204"/>
                <a:cs typeface="Calibri" panose="020F0502020204030204"/>
              </a:rPr>
              <a:t>phản</a:t>
            </a:r>
            <a:r>
              <a:rPr sz="1400" spc="-20" dirty="0">
                <a:latin typeface="Calibri" panose="020F0502020204030204"/>
                <a:cs typeface="Calibri" panose="020F0502020204030204"/>
              </a:rPr>
              <a:t> </a:t>
            </a:r>
            <a:r>
              <a:rPr sz="1400" dirty="0">
                <a:latin typeface="Calibri" panose="020F0502020204030204"/>
                <a:cs typeface="Calibri" panose="020F0502020204030204"/>
              </a:rPr>
              <a:t>lại</a:t>
            </a:r>
            <a:r>
              <a:rPr sz="1400" spc="-5" dirty="0">
                <a:latin typeface="Calibri" panose="020F0502020204030204"/>
                <a:cs typeface="Calibri" panose="020F0502020204030204"/>
              </a:rPr>
              <a:t> </a:t>
            </a:r>
            <a:r>
              <a:rPr sz="1400" dirty="0">
                <a:latin typeface="Calibri" panose="020F0502020204030204"/>
                <a:cs typeface="Calibri" panose="020F0502020204030204"/>
              </a:rPr>
              <a:t>ra</a:t>
            </a:r>
            <a:r>
              <a:rPr sz="1400" spc="-20" dirty="0">
                <a:latin typeface="Calibri" panose="020F0502020204030204"/>
                <a:cs typeface="Calibri" panose="020F0502020204030204"/>
              </a:rPr>
              <a:t> </a:t>
            </a:r>
            <a:r>
              <a:rPr sz="1400" dirty="0">
                <a:latin typeface="Calibri" panose="020F0502020204030204"/>
                <a:cs typeface="Calibri" panose="020F0502020204030204"/>
              </a:rPr>
              <a:t>ngoài</a:t>
            </a:r>
            <a:r>
              <a:rPr sz="1400" spc="-20" dirty="0">
                <a:latin typeface="Calibri" panose="020F0502020204030204"/>
                <a:cs typeface="Calibri" panose="020F0502020204030204"/>
              </a:rPr>
              <a:t> </a:t>
            </a:r>
            <a:r>
              <a:rPr sz="1400" dirty="0">
                <a:latin typeface="Calibri" panose="020F0502020204030204"/>
                <a:cs typeface="Calibri" panose="020F0502020204030204"/>
              </a:rPr>
              <a:t>môi</a:t>
            </a:r>
            <a:r>
              <a:rPr sz="1400" spc="-10" dirty="0">
                <a:latin typeface="Calibri" panose="020F0502020204030204"/>
                <a:cs typeface="Calibri" panose="020F0502020204030204"/>
              </a:rPr>
              <a:t> trường.</a:t>
            </a:r>
            <a:endParaRPr sz="1400">
              <a:latin typeface="Calibri" panose="020F0502020204030204"/>
              <a:cs typeface="Calibri" panose="020F0502020204030204"/>
            </a:endParaRPr>
          </a:p>
          <a:p>
            <a:pPr marL="12700" marR="58420" indent="74930">
              <a:lnSpc>
                <a:spcPct val="110000"/>
              </a:lnSpc>
              <a:spcBef>
                <a:spcPts val="790"/>
              </a:spcBef>
              <a:buChar char="-"/>
              <a:tabLst>
                <a:tab pos="87630" algn="l"/>
              </a:tabLst>
            </a:pPr>
            <a:r>
              <a:rPr sz="1400" dirty="0">
                <a:latin typeface="Calibri" panose="020F0502020204030204"/>
                <a:cs typeface="Calibri" panose="020F0502020204030204"/>
              </a:rPr>
              <a:t>Lớp</a:t>
            </a:r>
            <a:r>
              <a:rPr sz="1400" spc="-25" dirty="0">
                <a:latin typeface="Calibri" panose="020F0502020204030204"/>
                <a:cs typeface="Calibri" panose="020F0502020204030204"/>
              </a:rPr>
              <a:t> </a:t>
            </a:r>
            <a:r>
              <a:rPr sz="1400" dirty="0">
                <a:latin typeface="Calibri" panose="020F0502020204030204"/>
                <a:cs typeface="Calibri" panose="020F0502020204030204"/>
              </a:rPr>
              <a:t>hấp</a:t>
            </a:r>
            <a:r>
              <a:rPr sz="1400" spc="-10" dirty="0">
                <a:latin typeface="Calibri" panose="020F0502020204030204"/>
                <a:cs typeface="Calibri" panose="020F0502020204030204"/>
              </a:rPr>
              <a:t> </a:t>
            </a:r>
            <a:r>
              <a:rPr sz="1400" dirty="0">
                <a:latin typeface="Calibri" panose="020F0502020204030204"/>
                <a:cs typeface="Calibri" panose="020F0502020204030204"/>
              </a:rPr>
              <a:t>thụ</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15" dirty="0">
                <a:latin typeface="Calibri" panose="020F0502020204030204"/>
                <a:cs typeface="Calibri" panose="020F0502020204030204"/>
              </a:rPr>
              <a:t> </a:t>
            </a:r>
            <a:r>
              <a:rPr sz="1400" dirty="0">
                <a:latin typeface="Calibri" panose="020F0502020204030204"/>
                <a:cs typeface="Calibri" panose="020F0502020204030204"/>
              </a:rPr>
              <a:t>một</a:t>
            </a:r>
            <a:r>
              <a:rPr sz="1400" spc="-15" dirty="0">
                <a:latin typeface="Calibri" panose="020F0502020204030204"/>
                <a:cs typeface="Calibri" panose="020F0502020204030204"/>
              </a:rPr>
              <a:t> </a:t>
            </a:r>
            <a:r>
              <a:rPr sz="1400" dirty="0">
                <a:latin typeface="Calibri" panose="020F0502020204030204"/>
                <a:cs typeface="Calibri" panose="020F0502020204030204"/>
              </a:rPr>
              <a:t>cách</a:t>
            </a:r>
            <a:r>
              <a:rPr sz="1400" spc="-25" dirty="0">
                <a:latin typeface="Calibri" panose="020F0502020204030204"/>
                <a:cs typeface="Calibri" panose="020F0502020204030204"/>
              </a:rPr>
              <a:t> </a:t>
            </a:r>
            <a:r>
              <a:rPr sz="1400" dirty="0">
                <a:latin typeface="Calibri" panose="020F0502020204030204"/>
                <a:cs typeface="Calibri" panose="020F0502020204030204"/>
              </a:rPr>
              <a:t>tối</a:t>
            </a:r>
            <a:r>
              <a:rPr sz="1400" spc="-20" dirty="0">
                <a:latin typeface="Calibri" panose="020F0502020204030204"/>
                <a:cs typeface="Calibri" panose="020F0502020204030204"/>
              </a:rPr>
              <a:t> </a:t>
            </a:r>
            <a:r>
              <a:rPr sz="1400" dirty="0">
                <a:latin typeface="Calibri" panose="020F0502020204030204"/>
                <a:cs typeface="Calibri" panose="020F0502020204030204"/>
              </a:rPr>
              <a:t>đa.</a:t>
            </a:r>
            <a:r>
              <a:rPr sz="1400" spc="-10" dirty="0">
                <a:latin typeface="Calibri" panose="020F0502020204030204"/>
                <a:cs typeface="Calibri" panose="020F0502020204030204"/>
              </a:rPr>
              <a:t> </a:t>
            </a:r>
            <a:r>
              <a:rPr sz="1400" dirty="0">
                <a:latin typeface="Calibri" panose="020F0502020204030204"/>
                <a:cs typeface="Calibri" panose="020F0502020204030204"/>
              </a:rPr>
              <a:t>Ở</a:t>
            </a:r>
            <a:r>
              <a:rPr sz="1400" spc="-20" dirty="0">
                <a:latin typeface="Calibri" panose="020F0502020204030204"/>
                <a:cs typeface="Calibri" panose="020F0502020204030204"/>
              </a:rPr>
              <a:t> </a:t>
            </a:r>
            <a:r>
              <a:rPr sz="1400" dirty="0">
                <a:latin typeface="Calibri" panose="020F0502020204030204"/>
                <a:cs typeface="Calibri" panose="020F0502020204030204"/>
              </a:rPr>
              <a:t>lớp</a:t>
            </a:r>
            <a:r>
              <a:rPr sz="1400" spc="-10" dirty="0">
                <a:latin typeface="Calibri" panose="020F0502020204030204"/>
                <a:cs typeface="Calibri" panose="020F0502020204030204"/>
              </a:rPr>
              <a:t> </a:t>
            </a:r>
            <a:r>
              <a:rPr sz="1400" dirty="0">
                <a:latin typeface="Calibri" panose="020F0502020204030204"/>
                <a:cs typeface="Calibri" panose="020F0502020204030204"/>
              </a:rPr>
              <a:t>này</a:t>
            </a:r>
            <a:r>
              <a:rPr sz="1400" spc="-15" dirty="0">
                <a:latin typeface="Calibri" panose="020F0502020204030204"/>
                <a:cs typeface="Calibri" panose="020F0502020204030204"/>
              </a:rPr>
              <a:t> </a:t>
            </a:r>
            <a:r>
              <a:rPr sz="1400" dirty="0">
                <a:latin typeface="Calibri" panose="020F0502020204030204"/>
                <a:cs typeface="Calibri" panose="020F0502020204030204"/>
              </a:rPr>
              <a:t>các</a:t>
            </a:r>
            <a:r>
              <a:rPr sz="1400" spc="-5" dirty="0">
                <a:latin typeface="Calibri" panose="020F0502020204030204"/>
                <a:cs typeface="Calibri" panose="020F0502020204030204"/>
              </a:rPr>
              <a:t> </a:t>
            </a:r>
            <a:r>
              <a:rPr sz="1400" dirty="0">
                <a:latin typeface="Calibri" panose="020F0502020204030204"/>
                <a:cs typeface="Calibri" panose="020F0502020204030204"/>
              </a:rPr>
              <a:t>nhà</a:t>
            </a:r>
            <a:r>
              <a:rPr sz="1400" spc="-10" dirty="0">
                <a:latin typeface="Calibri" panose="020F0502020204030204"/>
                <a:cs typeface="Calibri" panose="020F0502020204030204"/>
              </a:rPr>
              <a:t> </a:t>
            </a:r>
            <a:r>
              <a:rPr sz="1400" dirty="0">
                <a:latin typeface="Calibri" panose="020F0502020204030204"/>
                <a:cs typeface="Calibri" panose="020F0502020204030204"/>
              </a:rPr>
              <a:t>sản</a:t>
            </a:r>
            <a:r>
              <a:rPr sz="1400" spc="-10" dirty="0">
                <a:latin typeface="Calibri" panose="020F0502020204030204"/>
                <a:cs typeface="Calibri" panose="020F0502020204030204"/>
              </a:rPr>
              <a:t> </a:t>
            </a:r>
            <a:r>
              <a:rPr sz="1400" dirty="0">
                <a:latin typeface="Calibri" panose="020F0502020204030204"/>
                <a:cs typeface="Calibri" panose="020F0502020204030204"/>
              </a:rPr>
              <a:t>xuất</a:t>
            </a:r>
            <a:r>
              <a:rPr sz="1400" spc="-20" dirty="0">
                <a:latin typeface="Calibri" panose="020F0502020204030204"/>
                <a:cs typeface="Calibri" panose="020F0502020204030204"/>
              </a:rPr>
              <a:t> </a:t>
            </a:r>
            <a:r>
              <a:rPr sz="1400" dirty="0">
                <a:latin typeface="Calibri" panose="020F0502020204030204"/>
                <a:cs typeface="Calibri" panose="020F0502020204030204"/>
              </a:rPr>
              <a:t>thường</a:t>
            </a:r>
            <a:r>
              <a:rPr sz="1400" spc="-10" dirty="0">
                <a:latin typeface="Calibri" panose="020F0502020204030204"/>
                <a:cs typeface="Calibri" panose="020F0502020204030204"/>
              </a:rPr>
              <a:t> </a:t>
            </a:r>
            <a:r>
              <a:rPr sz="1400" dirty="0">
                <a:latin typeface="Calibri" panose="020F0502020204030204"/>
                <a:cs typeface="Calibri" panose="020F0502020204030204"/>
              </a:rPr>
              <a:t>sử</a:t>
            </a:r>
            <a:r>
              <a:rPr sz="1400" spc="-10" dirty="0">
                <a:latin typeface="Calibri" panose="020F0502020204030204"/>
                <a:cs typeface="Calibri" panose="020F0502020204030204"/>
              </a:rPr>
              <a:t> </a:t>
            </a:r>
            <a:r>
              <a:rPr sz="1400" dirty="0">
                <a:latin typeface="Calibri" panose="020F0502020204030204"/>
                <a:cs typeface="Calibri" panose="020F0502020204030204"/>
              </a:rPr>
              <a:t>dụng</a:t>
            </a:r>
            <a:r>
              <a:rPr sz="1400" spc="-15" dirty="0">
                <a:latin typeface="Calibri" panose="020F0502020204030204"/>
                <a:cs typeface="Calibri" panose="020F0502020204030204"/>
              </a:rPr>
              <a:t> </a:t>
            </a:r>
            <a:r>
              <a:rPr sz="1400" dirty="0">
                <a:latin typeface="Calibri" panose="020F0502020204030204"/>
                <a:cs typeface="Calibri" panose="020F0502020204030204"/>
              </a:rPr>
              <a:t>hợp</a:t>
            </a:r>
            <a:r>
              <a:rPr sz="1400" spc="-10" dirty="0">
                <a:latin typeface="Calibri" panose="020F0502020204030204"/>
                <a:cs typeface="Calibri" panose="020F0502020204030204"/>
              </a:rPr>
              <a:t> </a:t>
            </a:r>
            <a:r>
              <a:rPr sz="1400" dirty="0">
                <a:latin typeface="Calibri" panose="020F0502020204030204"/>
                <a:cs typeface="Calibri" panose="020F0502020204030204"/>
              </a:rPr>
              <a:t>kim</a:t>
            </a:r>
            <a:r>
              <a:rPr sz="1400" spc="-30" dirty="0">
                <a:latin typeface="Calibri" panose="020F0502020204030204"/>
                <a:cs typeface="Calibri" panose="020F0502020204030204"/>
              </a:rPr>
              <a:t> </a:t>
            </a:r>
            <a:r>
              <a:rPr sz="1400" dirty="0">
                <a:latin typeface="Calibri" panose="020F0502020204030204"/>
                <a:cs typeface="Calibri" panose="020F0502020204030204"/>
              </a:rPr>
              <a:t>của</a:t>
            </a:r>
            <a:r>
              <a:rPr sz="1400" spc="-5" dirty="0">
                <a:latin typeface="Calibri" panose="020F0502020204030204"/>
                <a:cs typeface="Calibri" panose="020F0502020204030204"/>
              </a:rPr>
              <a:t> </a:t>
            </a:r>
            <a:r>
              <a:rPr sz="1400" dirty="0">
                <a:latin typeface="Calibri" panose="020F0502020204030204"/>
                <a:cs typeface="Calibri" panose="020F0502020204030204"/>
              </a:rPr>
              <a:t>nhôm</a:t>
            </a:r>
            <a:r>
              <a:rPr sz="1400" spc="-25" dirty="0">
                <a:latin typeface="Calibri" panose="020F0502020204030204"/>
                <a:cs typeface="Calibri" panose="020F0502020204030204"/>
              </a:rPr>
              <a:t> </a:t>
            </a:r>
            <a:r>
              <a:rPr sz="1400" dirty="0">
                <a:latin typeface="Calibri" panose="020F0502020204030204"/>
                <a:cs typeface="Calibri" panose="020F0502020204030204"/>
              </a:rPr>
              <a:t>nhằm</a:t>
            </a:r>
            <a:r>
              <a:rPr sz="1400" spc="-15" dirty="0">
                <a:latin typeface="Calibri" panose="020F0502020204030204"/>
                <a:cs typeface="Calibri" panose="020F0502020204030204"/>
              </a:rPr>
              <a:t> </a:t>
            </a:r>
            <a:r>
              <a:rPr sz="1400" dirty="0">
                <a:latin typeface="Calibri" panose="020F0502020204030204"/>
                <a:cs typeface="Calibri" panose="020F0502020204030204"/>
              </a:rPr>
              <a:t>hấp</a:t>
            </a:r>
            <a:r>
              <a:rPr sz="1400" spc="-20" dirty="0">
                <a:latin typeface="Calibri" panose="020F0502020204030204"/>
                <a:cs typeface="Calibri" panose="020F0502020204030204"/>
              </a:rPr>
              <a:t> </a:t>
            </a:r>
            <a:r>
              <a:rPr sz="1400" dirty="0">
                <a:latin typeface="Calibri" panose="020F0502020204030204"/>
                <a:cs typeface="Calibri" panose="020F0502020204030204"/>
              </a:rPr>
              <a:t>thụ</a:t>
            </a:r>
            <a:r>
              <a:rPr sz="1400" spc="-20" dirty="0">
                <a:latin typeface="Calibri" panose="020F0502020204030204"/>
                <a:cs typeface="Calibri" panose="020F0502020204030204"/>
              </a:rPr>
              <a:t> </a:t>
            </a:r>
            <a:r>
              <a:rPr sz="1400" spc="-10" dirty="0">
                <a:latin typeface="Calibri" panose="020F0502020204030204"/>
                <a:cs typeface="Calibri" panose="020F0502020204030204"/>
              </a:rPr>
              <a:t>nhiệt </a:t>
            </a:r>
            <a:r>
              <a:rPr sz="1400" dirty="0">
                <a:latin typeface="Calibri" panose="020F0502020204030204"/>
                <a:cs typeface="Calibri" panose="020F0502020204030204"/>
              </a:rPr>
              <a:t>tối</a:t>
            </a:r>
            <a:r>
              <a:rPr sz="1400" spc="-30" dirty="0">
                <a:latin typeface="Calibri" panose="020F0502020204030204"/>
                <a:cs typeface="Calibri" panose="020F0502020204030204"/>
              </a:rPr>
              <a:t> </a:t>
            </a:r>
            <a:r>
              <a:rPr sz="1400" dirty="0">
                <a:latin typeface="Calibri" panose="020F0502020204030204"/>
                <a:cs typeface="Calibri" panose="020F0502020204030204"/>
              </a:rPr>
              <a:t>đa</a:t>
            </a:r>
            <a:r>
              <a:rPr sz="1400" spc="-15" dirty="0">
                <a:latin typeface="Calibri" panose="020F0502020204030204"/>
                <a:cs typeface="Calibri" panose="020F0502020204030204"/>
              </a:rPr>
              <a:t> </a:t>
            </a:r>
            <a:r>
              <a:rPr sz="1400" dirty="0">
                <a:latin typeface="Calibri" panose="020F0502020204030204"/>
                <a:cs typeface="Calibri" panose="020F0502020204030204"/>
              </a:rPr>
              <a:t>giúp</a:t>
            </a:r>
            <a:r>
              <a:rPr sz="1400" spc="-20" dirty="0">
                <a:latin typeface="Calibri" panose="020F0502020204030204"/>
                <a:cs typeface="Calibri" panose="020F0502020204030204"/>
              </a:rPr>
              <a:t> </a:t>
            </a:r>
            <a:r>
              <a:rPr sz="1400" dirty="0">
                <a:latin typeface="Calibri" panose="020F0502020204030204"/>
                <a:cs typeface="Calibri" panose="020F0502020204030204"/>
              </a:rPr>
              <a:t>làm</a:t>
            </a:r>
            <a:r>
              <a:rPr sz="1400" spc="-20" dirty="0">
                <a:latin typeface="Calibri" panose="020F0502020204030204"/>
                <a:cs typeface="Calibri" panose="020F0502020204030204"/>
              </a:rPr>
              <a:t> </a:t>
            </a:r>
            <a:r>
              <a:rPr sz="1400" dirty="0">
                <a:latin typeface="Calibri" panose="020F0502020204030204"/>
                <a:cs typeface="Calibri" panose="020F0502020204030204"/>
              </a:rPr>
              <a:t>nóng</a:t>
            </a:r>
            <a:r>
              <a:rPr sz="1400" spc="-5" dirty="0">
                <a:latin typeface="Calibri" panose="020F0502020204030204"/>
                <a:cs typeface="Calibri" panose="020F0502020204030204"/>
              </a:rPr>
              <a:t> </a:t>
            </a:r>
            <a:r>
              <a:rPr sz="1400" dirty="0">
                <a:latin typeface="Calibri" panose="020F0502020204030204"/>
                <a:cs typeface="Calibri" panose="020F0502020204030204"/>
              </a:rPr>
              <a:t>nước</a:t>
            </a:r>
            <a:r>
              <a:rPr sz="1400" spc="-25" dirty="0">
                <a:latin typeface="Calibri" panose="020F0502020204030204"/>
                <a:cs typeface="Calibri" panose="020F0502020204030204"/>
              </a:rPr>
              <a:t> </a:t>
            </a:r>
            <a:r>
              <a:rPr sz="1400" dirty="0">
                <a:latin typeface="Calibri" panose="020F0502020204030204"/>
                <a:cs typeface="Calibri" panose="020F0502020204030204"/>
              </a:rPr>
              <a:t>nhanh</a:t>
            </a:r>
            <a:r>
              <a:rPr sz="1400" spc="-15" dirty="0">
                <a:latin typeface="Calibri" panose="020F0502020204030204"/>
                <a:cs typeface="Calibri" panose="020F0502020204030204"/>
              </a:rPr>
              <a:t> </a:t>
            </a:r>
            <a:r>
              <a:rPr sz="1400" spc="-20" dirty="0">
                <a:latin typeface="Calibri" panose="020F0502020204030204"/>
                <a:cs typeface="Calibri" panose="020F0502020204030204"/>
              </a:rPr>
              <a:t>hơn.</a:t>
            </a:r>
            <a:endParaRPr sz="1400">
              <a:latin typeface="Calibri" panose="020F0502020204030204"/>
              <a:cs typeface="Calibri" panose="020F0502020204030204"/>
            </a:endParaRPr>
          </a:p>
          <a:p>
            <a:pPr marL="12700" marR="193675" indent="74930">
              <a:lnSpc>
                <a:spcPct val="110000"/>
              </a:lnSpc>
              <a:spcBef>
                <a:spcPts val="795"/>
              </a:spcBef>
              <a:buChar char="-"/>
              <a:tabLst>
                <a:tab pos="87630" algn="l"/>
              </a:tabLst>
            </a:pPr>
            <a:r>
              <a:rPr sz="1400" dirty="0">
                <a:latin typeface="Calibri" panose="020F0502020204030204"/>
                <a:cs typeface="Calibri" panose="020F0502020204030204"/>
              </a:rPr>
              <a:t>Lớp</a:t>
            </a:r>
            <a:r>
              <a:rPr sz="1400" spc="-30" dirty="0">
                <a:latin typeface="Calibri" panose="020F0502020204030204"/>
                <a:cs typeface="Calibri" panose="020F0502020204030204"/>
              </a:rPr>
              <a:t> </a:t>
            </a:r>
            <a:r>
              <a:rPr sz="1400" dirty="0">
                <a:latin typeface="Calibri" panose="020F0502020204030204"/>
                <a:cs typeface="Calibri" panose="020F0502020204030204"/>
              </a:rPr>
              <a:t>truyền</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là</a:t>
            </a:r>
            <a:r>
              <a:rPr sz="1400" spc="-10" dirty="0">
                <a:latin typeface="Calibri" panose="020F0502020204030204"/>
                <a:cs typeface="Calibri" panose="020F0502020204030204"/>
              </a:rPr>
              <a:t> </a:t>
            </a:r>
            <a:r>
              <a:rPr sz="1400" dirty="0">
                <a:latin typeface="Calibri" panose="020F0502020204030204"/>
                <a:cs typeface="Calibri" panose="020F0502020204030204"/>
              </a:rPr>
              <a:t>lớp</a:t>
            </a:r>
            <a:r>
              <a:rPr sz="1400" spc="-15" dirty="0">
                <a:latin typeface="Calibri" panose="020F0502020204030204"/>
                <a:cs typeface="Calibri" panose="020F0502020204030204"/>
              </a:rPr>
              <a:t> </a:t>
            </a:r>
            <a:r>
              <a:rPr sz="1400" dirty="0">
                <a:latin typeface="Calibri" panose="020F0502020204030204"/>
                <a:cs typeface="Calibri" panose="020F0502020204030204"/>
              </a:rPr>
              <a:t>thường</a:t>
            </a:r>
            <a:r>
              <a:rPr sz="1400" spc="-20" dirty="0">
                <a:latin typeface="Calibri" panose="020F0502020204030204"/>
                <a:cs typeface="Calibri" panose="020F0502020204030204"/>
              </a:rPr>
              <a:t> </a:t>
            </a:r>
            <a:r>
              <a:rPr sz="1400" dirty="0">
                <a:latin typeface="Calibri" panose="020F0502020204030204"/>
                <a:cs typeface="Calibri" panose="020F0502020204030204"/>
              </a:rPr>
              <a:t>được</a:t>
            </a:r>
            <a:r>
              <a:rPr sz="1400" spc="-20" dirty="0">
                <a:latin typeface="Calibri" panose="020F0502020204030204"/>
                <a:cs typeface="Calibri" panose="020F0502020204030204"/>
              </a:rPr>
              <a:t> </a:t>
            </a:r>
            <a:r>
              <a:rPr sz="1400" dirty="0">
                <a:latin typeface="Calibri" panose="020F0502020204030204"/>
                <a:cs typeface="Calibri" panose="020F0502020204030204"/>
              </a:rPr>
              <a:t>sử</a:t>
            </a:r>
            <a:r>
              <a:rPr sz="1400" spc="-15" dirty="0">
                <a:latin typeface="Calibri" panose="020F0502020204030204"/>
                <a:cs typeface="Calibri" panose="020F0502020204030204"/>
              </a:rPr>
              <a:t> </a:t>
            </a:r>
            <a:r>
              <a:rPr sz="1400" dirty="0">
                <a:latin typeface="Calibri" panose="020F0502020204030204"/>
                <a:cs typeface="Calibri" panose="020F0502020204030204"/>
              </a:rPr>
              <a:t>dụng</a:t>
            </a:r>
            <a:r>
              <a:rPr sz="1400" spc="-15" dirty="0">
                <a:latin typeface="Calibri" panose="020F0502020204030204"/>
                <a:cs typeface="Calibri" panose="020F0502020204030204"/>
              </a:rPr>
              <a:t> </a:t>
            </a:r>
            <a:r>
              <a:rPr sz="1400" dirty="0">
                <a:latin typeface="Calibri" panose="020F0502020204030204"/>
                <a:cs typeface="Calibri" panose="020F0502020204030204"/>
              </a:rPr>
              <a:t>bằng</a:t>
            </a:r>
            <a:r>
              <a:rPr sz="1400" spc="-15" dirty="0">
                <a:latin typeface="Calibri" panose="020F0502020204030204"/>
                <a:cs typeface="Calibri" panose="020F0502020204030204"/>
              </a:rPr>
              <a:t> </a:t>
            </a:r>
            <a:r>
              <a:rPr sz="1400" dirty="0">
                <a:latin typeface="Calibri" panose="020F0502020204030204"/>
                <a:cs typeface="Calibri" panose="020F0502020204030204"/>
              </a:rPr>
              <a:t>đồng,</a:t>
            </a:r>
            <a:r>
              <a:rPr sz="1400" spc="-25" dirty="0">
                <a:latin typeface="Calibri" panose="020F0502020204030204"/>
                <a:cs typeface="Calibri" panose="020F0502020204030204"/>
              </a:rPr>
              <a:t> </a:t>
            </a:r>
            <a:r>
              <a:rPr sz="1400" dirty="0">
                <a:latin typeface="Calibri" panose="020F0502020204030204"/>
                <a:cs typeface="Calibri" panose="020F0502020204030204"/>
              </a:rPr>
              <a:t>giúp</a:t>
            </a:r>
            <a:r>
              <a:rPr sz="1400" spc="-25" dirty="0">
                <a:latin typeface="Calibri" panose="020F0502020204030204"/>
                <a:cs typeface="Calibri" panose="020F0502020204030204"/>
              </a:rPr>
              <a:t> </a:t>
            </a:r>
            <a:r>
              <a:rPr sz="1400" dirty="0">
                <a:latin typeface="Calibri" panose="020F0502020204030204"/>
                <a:cs typeface="Calibri" panose="020F0502020204030204"/>
              </a:rPr>
              <a:t>truyền</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từ</a:t>
            </a:r>
            <a:r>
              <a:rPr sz="1400" spc="-15" dirty="0">
                <a:latin typeface="Calibri" panose="020F0502020204030204"/>
                <a:cs typeface="Calibri" panose="020F0502020204030204"/>
              </a:rPr>
              <a:t> </a:t>
            </a:r>
            <a:r>
              <a:rPr sz="1400" dirty="0">
                <a:latin typeface="Calibri" panose="020F0502020204030204"/>
                <a:cs typeface="Calibri" panose="020F0502020204030204"/>
              </a:rPr>
              <a:t>bên</a:t>
            </a:r>
            <a:r>
              <a:rPr sz="1400" spc="-20" dirty="0">
                <a:latin typeface="Calibri" panose="020F0502020204030204"/>
                <a:cs typeface="Calibri" panose="020F0502020204030204"/>
              </a:rPr>
              <a:t> </a:t>
            </a:r>
            <a:r>
              <a:rPr sz="1400" dirty="0">
                <a:latin typeface="Calibri" panose="020F0502020204030204"/>
                <a:cs typeface="Calibri" panose="020F0502020204030204"/>
              </a:rPr>
              <a:t>ngoài</a:t>
            </a:r>
            <a:r>
              <a:rPr sz="1400" spc="-25" dirty="0">
                <a:latin typeface="Calibri" panose="020F0502020204030204"/>
                <a:cs typeface="Calibri" panose="020F0502020204030204"/>
              </a:rPr>
              <a:t> </a:t>
            </a:r>
            <a:r>
              <a:rPr sz="1400" dirty="0">
                <a:latin typeface="Calibri" panose="020F0502020204030204"/>
                <a:cs typeface="Calibri" panose="020F0502020204030204"/>
              </a:rPr>
              <a:t>vào</a:t>
            </a:r>
            <a:r>
              <a:rPr sz="1400" spc="-15" dirty="0">
                <a:latin typeface="Calibri" panose="020F0502020204030204"/>
                <a:cs typeface="Calibri" panose="020F0502020204030204"/>
              </a:rPr>
              <a:t> </a:t>
            </a:r>
            <a:r>
              <a:rPr sz="1400" dirty="0">
                <a:latin typeface="Calibri" panose="020F0502020204030204"/>
                <a:cs typeface="Calibri" panose="020F0502020204030204"/>
              </a:rPr>
              <a:t>bên</a:t>
            </a:r>
            <a:r>
              <a:rPr sz="1400" spc="-25"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để</a:t>
            </a:r>
            <a:r>
              <a:rPr sz="1400" spc="-20" dirty="0">
                <a:latin typeface="Calibri" panose="020F0502020204030204"/>
                <a:cs typeface="Calibri" panose="020F0502020204030204"/>
              </a:rPr>
              <a:t> </a:t>
            </a:r>
            <a:r>
              <a:rPr sz="1400" dirty="0">
                <a:latin typeface="Calibri" panose="020F0502020204030204"/>
                <a:cs typeface="Calibri" panose="020F0502020204030204"/>
              </a:rPr>
              <a:t>làm</a:t>
            </a:r>
            <a:r>
              <a:rPr sz="1400" spc="-15" dirty="0">
                <a:latin typeface="Calibri" panose="020F0502020204030204"/>
                <a:cs typeface="Calibri" panose="020F0502020204030204"/>
              </a:rPr>
              <a:t> </a:t>
            </a:r>
            <a:r>
              <a:rPr sz="1400" spc="-20" dirty="0">
                <a:latin typeface="Calibri" panose="020F0502020204030204"/>
                <a:cs typeface="Calibri" panose="020F0502020204030204"/>
              </a:rPr>
              <a:t>nóng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dirty="0">
                <a:latin typeface="Calibri" panose="020F0502020204030204"/>
                <a:cs typeface="Calibri" panose="020F0502020204030204"/>
              </a:rPr>
              <a:t>hiệu</a:t>
            </a:r>
            <a:r>
              <a:rPr sz="1400" spc="-20" dirty="0">
                <a:latin typeface="Calibri" panose="020F0502020204030204"/>
                <a:cs typeface="Calibri" panose="020F0502020204030204"/>
              </a:rPr>
              <a:t> </a:t>
            </a:r>
            <a:r>
              <a:rPr sz="1400" dirty="0">
                <a:latin typeface="Calibri" panose="020F0502020204030204"/>
                <a:cs typeface="Calibri" panose="020F0502020204030204"/>
              </a:rPr>
              <a:t>quả</a:t>
            </a:r>
            <a:r>
              <a:rPr sz="1400" spc="-20" dirty="0">
                <a:latin typeface="Calibri" panose="020F0502020204030204"/>
                <a:cs typeface="Calibri" panose="020F0502020204030204"/>
              </a:rPr>
              <a:t> hơn.</a:t>
            </a:r>
            <a:endParaRPr sz="1400">
              <a:latin typeface="Calibri" panose="020F0502020204030204"/>
              <a:cs typeface="Calibri" panose="020F0502020204030204"/>
            </a:endParaRPr>
          </a:p>
          <a:p>
            <a:pPr marL="12700" marR="112395" indent="74930">
              <a:lnSpc>
                <a:spcPct val="110000"/>
              </a:lnSpc>
              <a:spcBef>
                <a:spcPts val="810"/>
              </a:spcBef>
              <a:buChar char="-"/>
              <a:tabLst>
                <a:tab pos="87630" algn="l"/>
              </a:tabLst>
            </a:pPr>
            <a:r>
              <a:rPr sz="1400" dirty="0">
                <a:latin typeface="Calibri" panose="020F0502020204030204"/>
                <a:cs typeface="Calibri" panose="020F0502020204030204"/>
              </a:rPr>
              <a:t>Bên</a:t>
            </a:r>
            <a:r>
              <a:rPr sz="1400" spc="-30"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chân</a:t>
            </a:r>
            <a:r>
              <a:rPr sz="1400" spc="-20" dirty="0">
                <a:latin typeface="Calibri" panose="020F0502020204030204"/>
                <a:cs typeface="Calibri" panose="020F0502020204030204"/>
              </a:rPr>
              <a:t> </a:t>
            </a:r>
            <a:r>
              <a:rPr sz="1400" dirty="0">
                <a:latin typeface="Calibri" panose="020F0502020204030204"/>
                <a:cs typeface="Calibri" panose="020F0502020204030204"/>
              </a:rPr>
              <a:t>không</a:t>
            </a:r>
            <a:r>
              <a:rPr sz="1400" spc="-15" dirty="0">
                <a:latin typeface="Calibri" panose="020F0502020204030204"/>
                <a:cs typeface="Calibri" panose="020F0502020204030204"/>
              </a:rPr>
              <a:t> </a:t>
            </a:r>
            <a:r>
              <a:rPr sz="1400" dirty="0">
                <a:latin typeface="Calibri" panose="020F0502020204030204"/>
                <a:cs typeface="Calibri" panose="020F0502020204030204"/>
              </a:rPr>
              <a:t>thu</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máy</a:t>
            </a:r>
            <a:r>
              <a:rPr sz="1400" spc="-15" dirty="0">
                <a:latin typeface="Calibri" panose="020F0502020204030204"/>
                <a:cs typeface="Calibri" panose="020F0502020204030204"/>
              </a:rPr>
              <a:t> </a:t>
            </a:r>
            <a:r>
              <a:rPr sz="1400" dirty="0">
                <a:latin typeface="Calibri" panose="020F0502020204030204"/>
                <a:cs typeface="Calibri" panose="020F0502020204030204"/>
              </a:rPr>
              <a:t>năng</a:t>
            </a:r>
            <a:r>
              <a:rPr sz="1400" spc="-15" dirty="0">
                <a:latin typeface="Calibri" panose="020F0502020204030204"/>
                <a:cs typeface="Calibri" panose="020F0502020204030204"/>
              </a:rPr>
              <a:t> </a:t>
            </a:r>
            <a:r>
              <a:rPr sz="1400" dirty="0">
                <a:latin typeface="Calibri" panose="020F0502020204030204"/>
                <a:cs typeface="Calibri" panose="020F0502020204030204"/>
              </a:rPr>
              <a:t>lượng</a:t>
            </a:r>
            <a:r>
              <a:rPr sz="1400" spc="-5" dirty="0">
                <a:latin typeface="Calibri" panose="020F0502020204030204"/>
                <a:cs typeface="Calibri" panose="020F0502020204030204"/>
              </a:rPr>
              <a:t> </a:t>
            </a:r>
            <a:r>
              <a:rPr sz="1400" dirty="0">
                <a:latin typeface="Calibri" panose="020F0502020204030204"/>
                <a:cs typeface="Calibri" panose="020F0502020204030204"/>
              </a:rPr>
              <a:t>mặt</a:t>
            </a:r>
            <a:r>
              <a:rPr sz="1400" spc="-20" dirty="0">
                <a:latin typeface="Calibri" panose="020F0502020204030204"/>
                <a:cs typeface="Calibri" panose="020F0502020204030204"/>
              </a:rPr>
              <a:t> </a:t>
            </a:r>
            <a:r>
              <a:rPr sz="1400" dirty="0">
                <a:latin typeface="Calibri" panose="020F0502020204030204"/>
                <a:cs typeface="Calibri" panose="020F0502020204030204"/>
              </a:rPr>
              <a:t>trời</a:t>
            </a:r>
            <a:r>
              <a:rPr sz="1400" spc="-10"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dầu</a:t>
            </a:r>
            <a:r>
              <a:rPr sz="1400" spc="-15" dirty="0">
                <a:latin typeface="Calibri" panose="020F0502020204030204"/>
                <a:cs typeface="Calibri" panose="020F0502020204030204"/>
              </a:rPr>
              <a:t> </a:t>
            </a:r>
            <a:r>
              <a:rPr sz="1400" dirty="0">
                <a:latin typeface="Calibri" panose="020F0502020204030204"/>
                <a:cs typeface="Calibri" panose="020F0502020204030204"/>
              </a:rPr>
              <a:t>sẽ</a:t>
            </a:r>
            <a:r>
              <a:rPr sz="1400" spc="-20" dirty="0">
                <a:latin typeface="Calibri" panose="020F0502020204030204"/>
                <a:cs typeface="Calibri" panose="020F0502020204030204"/>
              </a:rPr>
              <a:t> </a:t>
            </a:r>
            <a:r>
              <a:rPr sz="1400" dirty="0">
                <a:latin typeface="Calibri" panose="020F0502020204030204"/>
                <a:cs typeface="Calibri" panose="020F0502020204030204"/>
              </a:rPr>
              <a:t>chứa</a:t>
            </a:r>
            <a:r>
              <a:rPr sz="1400" spc="-15" dirty="0">
                <a:latin typeface="Calibri" panose="020F0502020204030204"/>
                <a:cs typeface="Calibri" panose="020F0502020204030204"/>
              </a:rPr>
              <a:t> </a:t>
            </a:r>
            <a:r>
              <a:rPr sz="1400" dirty="0">
                <a:latin typeface="Calibri" panose="020F0502020204030204"/>
                <a:cs typeface="Calibri" panose="020F0502020204030204"/>
              </a:rPr>
              <a:t>dầu</a:t>
            </a:r>
            <a:r>
              <a:rPr sz="1400" spc="-15" dirty="0">
                <a:latin typeface="Calibri" panose="020F0502020204030204"/>
                <a:cs typeface="Calibri" panose="020F0502020204030204"/>
              </a:rPr>
              <a:t> </a:t>
            </a:r>
            <a:r>
              <a:rPr sz="1400" dirty="0">
                <a:latin typeface="Calibri" panose="020F0502020204030204"/>
                <a:cs typeface="Calibri" panose="020F0502020204030204"/>
              </a:rPr>
              <a:t>thay</a:t>
            </a:r>
            <a:r>
              <a:rPr sz="1400" spc="-15" dirty="0">
                <a:latin typeface="Calibri" panose="020F0502020204030204"/>
                <a:cs typeface="Calibri" panose="020F0502020204030204"/>
              </a:rPr>
              <a:t> </a:t>
            </a:r>
            <a:r>
              <a:rPr sz="1400" dirty="0">
                <a:latin typeface="Calibri" panose="020F0502020204030204"/>
                <a:cs typeface="Calibri" panose="020F0502020204030204"/>
              </a:rPr>
              <a:t>vì</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a:t>
            </a:r>
            <a:r>
              <a:rPr sz="1400" spc="-20" dirty="0">
                <a:latin typeface="Calibri" panose="020F0502020204030204"/>
                <a:cs typeface="Calibri" panose="020F0502020204030204"/>
              </a:rPr>
              <a:t> </a:t>
            </a:r>
            <a:r>
              <a:rPr sz="1400" dirty="0">
                <a:latin typeface="Calibri" panose="020F0502020204030204"/>
                <a:cs typeface="Calibri" panose="020F0502020204030204"/>
              </a:rPr>
              <a:t>một</a:t>
            </a:r>
            <a:r>
              <a:rPr sz="1400" spc="-20" dirty="0">
                <a:latin typeface="Calibri" panose="020F0502020204030204"/>
                <a:cs typeface="Calibri" panose="020F0502020204030204"/>
              </a:rPr>
              <a:t> </a:t>
            </a:r>
            <a:r>
              <a:rPr sz="1400" dirty="0">
                <a:latin typeface="Calibri" panose="020F0502020204030204"/>
                <a:cs typeface="Calibri" panose="020F0502020204030204"/>
              </a:rPr>
              <a:t>loại</a:t>
            </a:r>
            <a:r>
              <a:rPr sz="1400" spc="-25" dirty="0">
                <a:latin typeface="Calibri" panose="020F0502020204030204"/>
                <a:cs typeface="Calibri" panose="020F0502020204030204"/>
              </a:rPr>
              <a:t> </a:t>
            </a:r>
            <a:r>
              <a:rPr sz="1400" spc="-20" dirty="0">
                <a:latin typeface="Calibri" panose="020F0502020204030204"/>
                <a:cs typeface="Calibri" panose="020F0502020204030204"/>
              </a:rPr>
              <a:t>dung </a:t>
            </a:r>
            <a:r>
              <a:rPr sz="1400" dirty="0">
                <a:latin typeface="Calibri" panose="020F0502020204030204"/>
                <a:cs typeface="Calibri" panose="020F0502020204030204"/>
              </a:rPr>
              <a:t>môi</a:t>
            </a:r>
            <a:r>
              <a:rPr sz="1400" spc="-20" dirty="0">
                <a:latin typeface="Calibri" panose="020F0502020204030204"/>
                <a:cs typeface="Calibri" panose="020F0502020204030204"/>
              </a:rPr>
              <a:t> </a:t>
            </a:r>
            <a:r>
              <a:rPr sz="1400" dirty="0">
                <a:latin typeface="Calibri" panose="020F0502020204030204"/>
                <a:cs typeface="Calibri" panose="020F0502020204030204"/>
              </a:rPr>
              <a:t>trung</a:t>
            </a:r>
            <a:r>
              <a:rPr sz="1400" spc="-15" dirty="0">
                <a:latin typeface="Calibri" panose="020F0502020204030204"/>
                <a:cs typeface="Calibri" panose="020F0502020204030204"/>
              </a:rPr>
              <a:t> </a:t>
            </a:r>
            <a:r>
              <a:rPr sz="1400" dirty="0">
                <a:latin typeface="Calibri" panose="020F0502020204030204"/>
                <a:cs typeface="Calibri" panose="020F0502020204030204"/>
              </a:rPr>
              <a:t>gian</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độ</a:t>
            </a:r>
            <a:r>
              <a:rPr sz="1400" spc="-15" dirty="0">
                <a:latin typeface="Calibri" panose="020F0502020204030204"/>
                <a:cs typeface="Calibri" panose="020F0502020204030204"/>
              </a:rPr>
              <a:t> </a:t>
            </a:r>
            <a:r>
              <a:rPr sz="1400" dirty="0">
                <a:latin typeface="Calibri" panose="020F0502020204030204"/>
                <a:cs typeface="Calibri" panose="020F0502020204030204"/>
              </a:rPr>
              <a:t>sôi</a:t>
            </a:r>
            <a:r>
              <a:rPr sz="1400" spc="-10" dirty="0">
                <a:latin typeface="Calibri" panose="020F0502020204030204"/>
                <a:cs typeface="Calibri" panose="020F0502020204030204"/>
              </a:rPr>
              <a:t> </a:t>
            </a:r>
            <a:r>
              <a:rPr sz="1400" dirty="0">
                <a:latin typeface="Calibri" panose="020F0502020204030204"/>
                <a:cs typeface="Calibri" panose="020F0502020204030204"/>
              </a:rPr>
              <a:t>thấp</a:t>
            </a:r>
            <a:r>
              <a:rPr sz="1400" spc="-15" dirty="0">
                <a:latin typeface="Calibri" panose="020F0502020204030204"/>
                <a:cs typeface="Calibri" panose="020F0502020204030204"/>
              </a:rPr>
              <a:t> </a:t>
            </a:r>
            <a:r>
              <a:rPr sz="1400" dirty="0">
                <a:latin typeface="Calibri" panose="020F0502020204030204"/>
                <a:cs typeface="Calibri" panose="020F0502020204030204"/>
              </a:rPr>
              <a:t>hơn</a:t>
            </a:r>
            <a:r>
              <a:rPr sz="1400" spc="-25" dirty="0">
                <a:latin typeface="Calibri" panose="020F0502020204030204"/>
                <a:cs typeface="Calibri" panose="020F0502020204030204"/>
              </a:rPr>
              <a:t> </a:t>
            </a:r>
            <a:r>
              <a:rPr sz="1400" dirty="0">
                <a:latin typeface="Calibri" panose="020F0502020204030204"/>
                <a:cs typeface="Calibri" panose="020F0502020204030204"/>
              </a:rPr>
              <a:t>nhiều</a:t>
            </a:r>
            <a:r>
              <a:rPr sz="1400" spc="-10" dirty="0">
                <a:latin typeface="Calibri" panose="020F0502020204030204"/>
                <a:cs typeface="Calibri" panose="020F0502020204030204"/>
              </a:rPr>
              <a:t> </a:t>
            </a:r>
            <a:r>
              <a:rPr sz="1400" dirty="0">
                <a:latin typeface="Calibri" panose="020F0502020204030204"/>
                <a:cs typeface="Calibri" panose="020F0502020204030204"/>
              </a:rPr>
              <a:t>so</a:t>
            </a:r>
            <a:r>
              <a:rPr sz="1400" spc="-15" dirty="0">
                <a:latin typeface="Calibri" panose="020F0502020204030204"/>
                <a:cs typeface="Calibri" panose="020F0502020204030204"/>
              </a:rPr>
              <a:t> </a:t>
            </a:r>
            <a:r>
              <a:rPr sz="1400" dirty="0">
                <a:latin typeface="Calibri" panose="020F0502020204030204"/>
                <a:cs typeface="Calibri" panose="020F0502020204030204"/>
              </a:rPr>
              <a:t>với</a:t>
            </a:r>
            <a:r>
              <a:rPr sz="1400" spc="-25" dirty="0">
                <a:latin typeface="Calibri" panose="020F0502020204030204"/>
                <a:cs typeface="Calibri" panose="020F0502020204030204"/>
              </a:rPr>
              <a:t> </a:t>
            </a:r>
            <a:r>
              <a:rPr sz="1400" dirty="0">
                <a:latin typeface="Calibri" panose="020F0502020204030204"/>
                <a:cs typeface="Calibri" panose="020F0502020204030204"/>
              </a:rPr>
              <a:t>nước.</a:t>
            </a:r>
            <a:r>
              <a:rPr sz="1400" spc="-10" dirty="0">
                <a:latin typeface="Calibri" panose="020F0502020204030204"/>
                <a:cs typeface="Calibri" panose="020F0502020204030204"/>
              </a:rPr>
              <a:t> </a:t>
            </a:r>
            <a:r>
              <a:rPr sz="1400" dirty="0">
                <a:latin typeface="Calibri" panose="020F0502020204030204"/>
                <a:cs typeface="Calibri" panose="020F0502020204030204"/>
              </a:rPr>
              <a:t>dung</a:t>
            </a:r>
            <a:r>
              <a:rPr sz="1400" spc="-15" dirty="0">
                <a:latin typeface="Calibri" panose="020F0502020204030204"/>
                <a:cs typeface="Calibri" panose="020F0502020204030204"/>
              </a:rPr>
              <a:t> </a:t>
            </a:r>
            <a:r>
              <a:rPr sz="1400" dirty="0">
                <a:latin typeface="Calibri" panose="020F0502020204030204"/>
                <a:cs typeface="Calibri" panose="020F0502020204030204"/>
              </a:rPr>
              <a:t>môi</a:t>
            </a:r>
            <a:r>
              <a:rPr sz="1400" spc="-10" dirty="0">
                <a:latin typeface="Calibri" panose="020F0502020204030204"/>
                <a:cs typeface="Calibri" panose="020F0502020204030204"/>
              </a:rPr>
              <a:t> </a:t>
            </a:r>
            <a:r>
              <a:rPr sz="1400" dirty="0">
                <a:latin typeface="Calibri" panose="020F0502020204030204"/>
                <a:cs typeface="Calibri" panose="020F0502020204030204"/>
              </a:rPr>
              <a:t>này</a:t>
            </a:r>
            <a:r>
              <a:rPr sz="1400" spc="-15" dirty="0">
                <a:latin typeface="Calibri" panose="020F0502020204030204"/>
                <a:cs typeface="Calibri" panose="020F0502020204030204"/>
              </a:rPr>
              <a:t> </a:t>
            </a:r>
            <a:r>
              <a:rPr sz="1400" dirty="0">
                <a:latin typeface="Calibri" panose="020F0502020204030204"/>
                <a:cs typeface="Calibri" panose="020F0502020204030204"/>
              </a:rPr>
              <a:t>sẽ</a:t>
            </a:r>
            <a:r>
              <a:rPr sz="1400" spc="-20" dirty="0">
                <a:latin typeface="Calibri" panose="020F0502020204030204"/>
                <a:cs typeface="Calibri" panose="020F0502020204030204"/>
              </a:rPr>
              <a:t> </a:t>
            </a:r>
            <a:r>
              <a:rPr sz="1400" dirty="0">
                <a:latin typeface="Calibri" panose="020F0502020204030204"/>
                <a:cs typeface="Calibri" panose="020F0502020204030204"/>
              </a:rPr>
              <a:t>hấp</a:t>
            </a:r>
            <a:r>
              <a:rPr sz="1400" spc="-20" dirty="0">
                <a:latin typeface="Calibri" panose="020F0502020204030204"/>
                <a:cs typeface="Calibri" panose="020F0502020204030204"/>
              </a:rPr>
              <a:t> </a:t>
            </a:r>
            <a:r>
              <a:rPr sz="1400" dirty="0">
                <a:latin typeface="Calibri" panose="020F0502020204030204"/>
                <a:cs typeface="Calibri" panose="020F0502020204030204"/>
              </a:rPr>
              <a:t>thụ</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từ</a:t>
            </a:r>
            <a:r>
              <a:rPr sz="1400" spc="-15"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nắng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20" dirty="0">
                <a:latin typeface="Calibri" panose="020F0502020204030204"/>
                <a:cs typeface="Calibri" panose="020F0502020204030204"/>
              </a:rPr>
              <a:t> </a:t>
            </a:r>
            <a:r>
              <a:rPr sz="1400" dirty="0">
                <a:latin typeface="Calibri" panose="020F0502020204030204"/>
                <a:cs typeface="Calibri" panose="020F0502020204030204"/>
              </a:rPr>
              <a:t>trời</a:t>
            </a:r>
            <a:r>
              <a:rPr sz="1400" spc="-25" dirty="0">
                <a:latin typeface="Calibri" panose="020F0502020204030204"/>
                <a:cs typeface="Calibri" panose="020F0502020204030204"/>
              </a:rPr>
              <a:t> </a:t>
            </a:r>
            <a:r>
              <a:rPr sz="1400" dirty="0">
                <a:latin typeface="Calibri" panose="020F0502020204030204"/>
                <a:cs typeface="Calibri" panose="020F0502020204030204"/>
              </a:rPr>
              <a:t>rồi</a:t>
            </a:r>
            <a:r>
              <a:rPr sz="1400" spc="-20" dirty="0">
                <a:latin typeface="Calibri" panose="020F0502020204030204"/>
                <a:cs typeface="Calibri" panose="020F0502020204030204"/>
              </a:rPr>
              <a:t> </a:t>
            </a:r>
            <a:r>
              <a:rPr sz="1400" spc="-25" dirty="0">
                <a:latin typeface="Calibri" panose="020F0502020204030204"/>
                <a:cs typeface="Calibri" panose="020F0502020204030204"/>
              </a:rPr>
              <a:t>bay </a:t>
            </a:r>
            <a:r>
              <a:rPr sz="1400" dirty="0">
                <a:latin typeface="Calibri" panose="020F0502020204030204"/>
                <a:cs typeface="Calibri" panose="020F0502020204030204"/>
              </a:rPr>
              <a:t>hơi</a:t>
            </a:r>
            <a:r>
              <a:rPr sz="1400" spc="-35" dirty="0">
                <a:latin typeface="Calibri" panose="020F0502020204030204"/>
                <a:cs typeface="Calibri" panose="020F0502020204030204"/>
              </a:rPr>
              <a:t> </a:t>
            </a:r>
            <a:r>
              <a:rPr sz="1400" dirty="0">
                <a:latin typeface="Calibri" panose="020F0502020204030204"/>
                <a:cs typeface="Calibri" panose="020F0502020204030204"/>
              </a:rPr>
              <a:t>lên</a:t>
            </a:r>
            <a:r>
              <a:rPr sz="1400" spc="-20" dirty="0">
                <a:latin typeface="Calibri" panose="020F0502020204030204"/>
                <a:cs typeface="Calibri" panose="020F0502020204030204"/>
              </a:rPr>
              <a:t> </a:t>
            </a:r>
            <a:r>
              <a:rPr sz="1400" dirty="0">
                <a:latin typeface="Calibri" panose="020F0502020204030204"/>
                <a:cs typeface="Calibri" panose="020F0502020204030204"/>
              </a:rPr>
              <a:t>phía</a:t>
            </a:r>
            <a:r>
              <a:rPr sz="1400" spc="-10" dirty="0">
                <a:latin typeface="Calibri" panose="020F0502020204030204"/>
                <a:cs typeface="Calibri" panose="020F0502020204030204"/>
              </a:rPr>
              <a:t> </a:t>
            </a:r>
            <a:r>
              <a:rPr sz="1400" dirty="0">
                <a:latin typeface="Calibri" panose="020F0502020204030204"/>
                <a:cs typeface="Calibri" panose="020F0502020204030204"/>
              </a:rPr>
              <a:t>trên</a:t>
            </a:r>
            <a:r>
              <a:rPr sz="1400" spc="-15" dirty="0">
                <a:latin typeface="Calibri" panose="020F0502020204030204"/>
                <a:cs typeface="Calibri" panose="020F0502020204030204"/>
              </a:rPr>
              <a:t> </a:t>
            </a:r>
            <a:r>
              <a:rPr sz="1400" dirty="0">
                <a:latin typeface="Calibri" panose="020F0502020204030204"/>
                <a:cs typeface="Calibri" panose="020F0502020204030204"/>
              </a:rPr>
              <a:t>đầu</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kín</a:t>
            </a:r>
            <a:r>
              <a:rPr sz="1400" spc="-15" dirty="0">
                <a:latin typeface="Calibri" panose="020F0502020204030204"/>
                <a:cs typeface="Calibri" panose="020F0502020204030204"/>
              </a:rPr>
              <a:t> </a:t>
            </a:r>
            <a:r>
              <a:rPr sz="1400" dirty="0">
                <a:latin typeface="Calibri" panose="020F0502020204030204"/>
                <a:cs typeface="Calibri" panose="020F0502020204030204"/>
              </a:rPr>
              <a:t>bằng</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15" dirty="0">
                <a:latin typeface="Calibri" panose="020F0502020204030204"/>
                <a:cs typeface="Calibri" panose="020F0502020204030204"/>
              </a:rPr>
              <a:t> </a:t>
            </a:r>
            <a:r>
              <a:rPr sz="1400" dirty="0">
                <a:latin typeface="Calibri" panose="020F0502020204030204"/>
                <a:cs typeface="Calibri" panose="020F0502020204030204"/>
              </a:rPr>
              <a:t>và</a:t>
            </a:r>
            <a:r>
              <a:rPr sz="1400" spc="-10" dirty="0">
                <a:latin typeface="Calibri" panose="020F0502020204030204"/>
                <a:cs typeface="Calibri" panose="020F0502020204030204"/>
              </a:rPr>
              <a:t> </a:t>
            </a:r>
            <a:r>
              <a:rPr sz="1400" dirty="0">
                <a:latin typeface="Calibri" panose="020F0502020204030204"/>
                <a:cs typeface="Calibri" panose="020F0502020204030204"/>
              </a:rPr>
              <a:t>truyền</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cho</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bên</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bảo</a:t>
            </a:r>
            <a:r>
              <a:rPr sz="1400" spc="-15" dirty="0">
                <a:latin typeface="Calibri" panose="020F0502020204030204"/>
                <a:cs typeface="Calibri" panose="020F0502020204030204"/>
              </a:rPr>
              <a:t> </a:t>
            </a:r>
            <a:r>
              <a:rPr sz="1400" spc="-25" dirty="0">
                <a:latin typeface="Calibri" panose="020F0502020204030204"/>
                <a:cs typeface="Calibri" panose="020F0502020204030204"/>
              </a:rPr>
              <a:t>ôn.</a:t>
            </a:r>
            <a:endParaRPr sz="1400">
              <a:latin typeface="Calibri" panose="020F0502020204030204"/>
              <a:cs typeface="Calibri" panose="020F0502020204030204"/>
            </a:endParaRPr>
          </a:p>
        </p:txBody>
      </p:sp>
      <p:sp>
        <p:nvSpPr>
          <p:cNvPr id="3" name="object 3"/>
          <p:cNvSpPr txBox="1"/>
          <p:nvPr/>
        </p:nvSpPr>
        <p:spPr>
          <a:xfrm>
            <a:off x="381000" y="4114914"/>
            <a:ext cx="6840220" cy="1278890"/>
          </a:xfrm>
          <a:prstGeom prst="rect">
            <a:avLst/>
          </a:prstGeom>
        </p:spPr>
        <p:txBody>
          <a:bodyPr vert="horz" wrap="square" lIns="0" tIns="13335" rIns="0" bIns="0" rtlCol="0">
            <a:spAutoFit/>
          </a:bodyPr>
          <a:lstStyle/>
          <a:p>
            <a:pPr marL="12700">
              <a:lnSpc>
                <a:spcPct val="100000"/>
              </a:lnSpc>
              <a:spcBef>
                <a:spcPts val="105"/>
              </a:spcBef>
            </a:pPr>
            <a:r>
              <a:rPr sz="1400" b="1" i="1" dirty="0">
                <a:latin typeface="Calibri" panose="020F0502020204030204"/>
                <a:cs typeface="Calibri" panose="020F0502020204030204"/>
              </a:rPr>
              <a:t>Nguyên</a:t>
            </a:r>
            <a:r>
              <a:rPr sz="1400" b="1" i="1" spc="-25" dirty="0">
                <a:latin typeface="Calibri" panose="020F0502020204030204"/>
                <a:cs typeface="Calibri" panose="020F0502020204030204"/>
              </a:rPr>
              <a:t> </a:t>
            </a:r>
            <a:r>
              <a:rPr sz="1400" b="1" i="1" dirty="0">
                <a:latin typeface="Calibri" panose="020F0502020204030204"/>
                <a:cs typeface="Calibri" panose="020F0502020204030204"/>
              </a:rPr>
              <a:t>lí</a:t>
            </a:r>
            <a:r>
              <a:rPr sz="1400" b="1" i="1" spc="-20" dirty="0">
                <a:latin typeface="Calibri" panose="020F0502020204030204"/>
                <a:cs typeface="Calibri" panose="020F0502020204030204"/>
              </a:rPr>
              <a:t> </a:t>
            </a:r>
            <a:r>
              <a:rPr sz="1400" b="1" i="1" dirty="0">
                <a:latin typeface="Calibri" panose="020F0502020204030204"/>
                <a:cs typeface="Calibri" panose="020F0502020204030204"/>
              </a:rPr>
              <a:t>hoạt</a:t>
            </a:r>
            <a:r>
              <a:rPr sz="1400" b="1" i="1" spc="-25" dirty="0">
                <a:latin typeface="Calibri" panose="020F0502020204030204"/>
                <a:cs typeface="Calibri" panose="020F0502020204030204"/>
              </a:rPr>
              <a:t> </a:t>
            </a:r>
            <a:r>
              <a:rPr sz="1400" b="1" i="1" spc="-20" dirty="0">
                <a:latin typeface="Calibri" panose="020F0502020204030204"/>
                <a:cs typeface="Calibri" panose="020F0502020204030204"/>
              </a:rPr>
              <a:t>động</a:t>
            </a:r>
            <a:endParaRPr sz="1400">
              <a:latin typeface="Calibri" panose="020F0502020204030204"/>
              <a:cs typeface="Calibri" panose="020F0502020204030204"/>
            </a:endParaRPr>
          </a:p>
          <a:p>
            <a:pPr marL="12700" marR="5080">
              <a:lnSpc>
                <a:spcPct val="110000"/>
              </a:lnSpc>
              <a:spcBef>
                <a:spcPts val="810"/>
              </a:spcBef>
            </a:pPr>
            <a:r>
              <a:rPr sz="1400" dirty="0">
                <a:latin typeface="Calibri" panose="020F0502020204030204"/>
                <a:cs typeface="Calibri" panose="020F0502020204030204"/>
              </a:rPr>
              <a:t>Hoạt</a:t>
            </a:r>
            <a:r>
              <a:rPr sz="1400" spc="-35" dirty="0">
                <a:latin typeface="Calibri" panose="020F0502020204030204"/>
                <a:cs typeface="Calibri" panose="020F0502020204030204"/>
              </a:rPr>
              <a:t> </a:t>
            </a:r>
            <a:r>
              <a:rPr sz="1400" dirty="0">
                <a:latin typeface="Calibri" panose="020F0502020204030204"/>
                <a:cs typeface="Calibri" panose="020F0502020204030204"/>
              </a:rPr>
              <a:t>động</a:t>
            </a:r>
            <a:r>
              <a:rPr sz="1400" spc="-15"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máy</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nóng</a:t>
            </a:r>
            <a:r>
              <a:rPr sz="1400" spc="-20" dirty="0">
                <a:latin typeface="Calibri" panose="020F0502020204030204"/>
                <a:cs typeface="Calibri" panose="020F0502020204030204"/>
              </a:rPr>
              <a:t> </a:t>
            </a:r>
            <a:r>
              <a:rPr sz="1400" dirty="0">
                <a:latin typeface="Calibri" panose="020F0502020204030204"/>
                <a:cs typeface="Calibri" panose="020F0502020204030204"/>
              </a:rPr>
              <a:t>năng</a:t>
            </a:r>
            <a:r>
              <a:rPr sz="1400" spc="-15" dirty="0">
                <a:latin typeface="Calibri" panose="020F0502020204030204"/>
                <a:cs typeface="Calibri" panose="020F0502020204030204"/>
              </a:rPr>
              <a:t> </a:t>
            </a:r>
            <a:r>
              <a:rPr sz="1400" dirty="0">
                <a:latin typeface="Calibri" panose="020F0502020204030204"/>
                <a:cs typeface="Calibri" panose="020F0502020204030204"/>
              </a:rPr>
              <a:t>lượng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10" dirty="0">
                <a:latin typeface="Calibri" panose="020F0502020204030204"/>
                <a:cs typeface="Calibri" panose="020F0502020204030204"/>
              </a:rPr>
              <a:t> </a:t>
            </a:r>
            <a:r>
              <a:rPr sz="1400" dirty="0">
                <a:latin typeface="Calibri" panose="020F0502020204030204"/>
                <a:cs typeface="Calibri" panose="020F0502020204030204"/>
              </a:rPr>
              <a:t>trời</a:t>
            </a:r>
            <a:r>
              <a:rPr sz="1400" spc="-2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thu</a:t>
            </a:r>
            <a:r>
              <a:rPr sz="1400" spc="-3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dầu</a:t>
            </a:r>
            <a:r>
              <a:rPr sz="1400" spc="-20" dirty="0">
                <a:latin typeface="Calibri" panose="020F0502020204030204"/>
                <a:cs typeface="Calibri" panose="020F0502020204030204"/>
              </a:rPr>
              <a:t> </a:t>
            </a:r>
            <a:r>
              <a:rPr sz="1400" dirty="0">
                <a:latin typeface="Calibri" panose="020F0502020204030204"/>
                <a:cs typeface="Calibri" panose="020F0502020204030204"/>
              </a:rPr>
              <a:t>khá</a:t>
            </a:r>
            <a:r>
              <a:rPr sz="1400" spc="-10" dirty="0">
                <a:latin typeface="Calibri" panose="020F0502020204030204"/>
                <a:cs typeface="Calibri" panose="020F0502020204030204"/>
              </a:rPr>
              <a:t> </a:t>
            </a:r>
            <a:r>
              <a:rPr sz="1400" dirty="0">
                <a:latin typeface="Calibri" panose="020F0502020204030204"/>
                <a:cs typeface="Calibri" panose="020F0502020204030204"/>
              </a:rPr>
              <a:t>đặc</a:t>
            </a:r>
            <a:r>
              <a:rPr sz="1400" spc="-20" dirty="0">
                <a:latin typeface="Calibri" panose="020F0502020204030204"/>
                <a:cs typeface="Calibri" panose="020F0502020204030204"/>
              </a:rPr>
              <a:t> </a:t>
            </a:r>
            <a:r>
              <a:rPr sz="1400" dirty="0">
                <a:latin typeface="Calibri" panose="020F0502020204030204"/>
                <a:cs typeface="Calibri" panose="020F0502020204030204"/>
              </a:rPr>
              <a:t>biệt,</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được</a:t>
            </a:r>
            <a:r>
              <a:rPr sz="1400" spc="-15" dirty="0">
                <a:latin typeface="Calibri" panose="020F0502020204030204"/>
                <a:cs typeface="Calibri" panose="020F0502020204030204"/>
              </a:rPr>
              <a:t> </a:t>
            </a:r>
            <a:r>
              <a:rPr sz="1400" dirty="0">
                <a:latin typeface="Calibri" panose="020F0502020204030204"/>
                <a:cs typeface="Calibri" panose="020F0502020204030204"/>
              </a:rPr>
              <a:t>chảy</a:t>
            </a:r>
            <a:r>
              <a:rPr sz="1400" spc="-15" dirty="0">
                <a:latin typeface="Calibri" panose="020F0502020204030204"/>
                <a:cs typeface="Calibri" panose="020F0502020204030204"/>
              </a:rPr>
              <a:t> </a:t>
            </a:r>
            <a:r>
              <a:rPr sz="1400" dirty="0">
                <a:latin typeface="Calibri" panose="020F0502020204030204"/>
                <a:cs typeface="Calibri" panose="020F0502020204030204"/>
              </a:rPr>
              <a:t>trực</a:t>
            </a:r>
            <a:r>
              <a:rPr sz="1400" spc="-20" dirty="0">
                <a:latin typeface="Calibri" panose="020F0502020204030204"/>
                <a:cs typeface="Calibri" panose="020F0502020204030204"/>
              </a:rPr>
              <a:t> </a:t>
            </a:r>
            <a:r>
              <a:rPr sz="1400" dirty="0">
                <a:latin typeface="Calibri" panose="020F0502020204030204"/>
                <a:cs typeface="Calibri" panose="020F0502020204030204"/>
              </a:rPr>
              <a:t>tiếp</a:t>
            </a:r>
            <a:r>
              <a:rPr sz="1400" spc="-25" dirty="0">
                <a:latin typeface="Calibri" panose="020F0502020204030204"/>
                <a:cs typeface="Calibri" panose="020F0502020204030204"/>
              </a:rPr>
              <a:t> vào </a:t>
            </a:r>
            <a:r>
              <a:rPr sz="1400" dirty="0">
                <a:latin typeface="Calibri" panose="020F0502020204030204"/>
                <a:cs typeface="Calibri" panose="020F0502020204030204"/>
              </a:rPr>
              <a:t>trong</a:t>
            </a:r>
            <a:r>
              <a:rPr sz="1400" spc="-40"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bảo</a:t>
            </a:r>
            <a:r>
              <a:rPr sz="1400" spc="-20" dirty="0">
                <a:latin typeface="Calibri" panose="020F0502020204030204"/>
                <a:cs typeface="Calibri" panose="020F0502020204030204"/>
              </a:rPr>
              <a:t> </a:t>
            </a:r>
            <a:r>
              <a:rPr sz="1400" dirty="0">
                <a:latin typeface="Calibri" panose="020F0502020204030204"/>
                <a:cs typeface="Calibri" panose="020F0502020204030204"/>
              </a:rPr>
              <a:t>ôn</a:t>
            </a:r>
            <a:r>
              <a:rPr sz="1400" spc="-25" dirty="0">
                <a:latin typeface="Calibri" panose="020F0502020204030204"/>
                <a:cs typeface="Calibri" panose="020F0502020204030204"/>
              </a:rPr>
              <a:t> </a:t>
            </a:r>
            <a:r>
              <a:rPr sz="1400" dirty="0">
                <a:latin typeface="Calibri" panose="020F0502020204030204"/>
                <a:cs typeface="Calibri" panose="020F0502020204030204"/>
              </a:rPr>
              <a:t>chứ</a:t>
            </a:r>
            <a:r>
              <a:rPr sz="1400" spc="-15" dirty="0">
                <a:latin typeface="Calibri" panose="020F0502020204030204"/>
                <a:cs typeface="Calibri" panose="020F0502020204030204"/>
              </a:rPr>
              <a:t> </a:t>
            </a:r>
            <a:r>
              <a:rPr sz="1400" dirty="0">
                <a:latin typeface="Calibri" panose="020F0502020204030204"/>
                <a:cs typeface="Calibri" panose="020F0502020204030204"/>
              </a:rPr>
              <a:t>không</a:t>
            </a:r>
            <a:r>
              <a:rPr sz="1400" spc="-20" dirty="0">
                <a:latin typeface="Calibri" panose="020F0502020204030204"/>
                <a:cs typeface="Calibri" panose="020F0502020204030204"/>
              </a:rPr>
              <a:t> </a:t>
            </a:r>
            <a:r>
              <a:rPr sz="1400" dirty="0">
                <a:latin typeface="Calibri" panose="020F0502020204030204"/>
                <a:cs typeface="Calibri" panose="020F0502020204030204"/>
              </a:rPr>
              <a:t>chảy</a:t>
            </a:r>
            <a:r>
              <a:rPr sz="1400" spc="-5" dirty="0">
                <a:latin typeface="Calibri" panose="020F0502020204030204"/>
                <a:cs typeface="Calibri" panose="020F0502020204030204"/>
              </a:rPr>
              <a:t> </a:t>
            </a:r>
            <a:r>
              <a:rPr sz="1400" dirty="0">
                <a:latin typeface="Calibri" panose="020F0502020204030204"/>
                <a:cs typeface="Calibri" panose="020F0502020204030204"/>
              </a:rPr>
              <a:t>trực</a:t>
            </a:r>
            <a:r>
              <a:rPr sz="1400" spc="-15" dirty="0">
                <a:latin typeface="Calibri" panose="020F0502020204030204"/>
                <a:cs typeface="Calibri" panose="020F0502020204030204"/>
              </a:rPr>
              <a:t> </a:t>
            </a:r>
            <a:r>
              <a:rPr sz="1400" dirty="0">
                <a:latin typeface="Calibri" panose="020F0502020204030204"/>
                <a:cs typeface="Calibri" panose="020F0502020204030204"/>
              </a:rPr>
              <a:t>tiếp</a:t>
            </a:r>
            <a:r>
              <a:rPr sz="1400" spc="-15" dirty="0">
                <a:latin typeface="Calibri" panose="020F0502020204030204"/>
                <a:cs typeface="Calibri" panose="020F0502020204030204"/>
              </a:rPr>
              <a:t> </a:t>
            </a:r>
            <a:r>
              <a:rPr sz="1400" dirty="0">
                <a:latin typeface="Calibri" panose="020F0502020204030204"/>
                <a:cs typeface="Calibri" panose="020F0502020204030204"/>
              </a:rPr>
              <a:t>vào</a:t>
            </a:r>
            <a:r>
              <a:rPr sz="1400" spc="-5" dirty="0">
                <a:latin typeface="Calibri" panose="020F0502020204030204"/>
                <a:cs typeface="Calibri" panose="020F0502020204030204"/>
              </a:rPr>
              <a:t> </a:t>
            </a:r>
            <a:r>
              <a:rPr sz="1400" dirty="0">
                <a:latin typeface="Calibri" panose="020F0502020204030204"/>
                <a:cs typeface="Calibri" panose="020F0502020204030204"/>
              </a:rPr>
              <a:t>trong</a:t>
            </a:r>
            <a:r>
              <a:rPr sz="1400" spc="-20"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năng</a:t>
            </a:r>
            <a:r>
              <a:rPr sz="1400" spc="-20" dirty="0">
                <a:latin typeface="Calibri" panose="020F0502020204030204"/>
                <a:cs typeface="Calibri" panose="020F0502020204030204"/>
              </a:rPr>
              <a:t> </a:t>
            </a:r>
            <a:r>
              <a:rPr sz="1400" dirty="0">
                <a:latin typeface="Calibri" panose="020F0502020204030204"/>
                <a:cs typeface="Calibri" panose="020F0502020204030204"/>
              </a:rPr>
              <a:t>lượng.</a:t>
            </a:r>
            <a:r>
              <a:rPr sz="1400" spc="-10" dirty="0">
                <a:latin typeface="Calibri" panose="020F0502020204030204"/>
                <a:cs typeface="Calibri" panose="020F0502020204030204"/>
              </a:rPr>
              <a:t> </a:t>
            </a:r>
            <a:r>
              <a:rPr sz="1400" dirty="0">
                <a:latin typeface="Calibri" panose="020F0502020204030204"/>
                <a:cs typeface="Calibri" panose="020F0502020204030204"/>
              </a:rPr>
              <a:t>Hoạt</a:t>
            </a:r>
            <a:r>
              <a:rPr sz="1400" spc="-20" dirty="0">
                <a:latin typeface="Calibri" panose="020F0502020204030204"/>
                <a:cs typeface="Calibri" panose="020F0502020204030204"/>
              </a:rPr>
              <a:t> </a:t>
            </a:r>
            <a:r>
              <a:rPr sz="1400" dirty="0">
                <a:latin typeface="Calibri" panose="020F0502020204030204"/>
                <a:cs typeface="Calibri" panose="020F0502020204030204"/>
              </a:rPr>
              <a:t>động</a:t>
            </a:r>
            <a:r>
              <a:rPr sz="1400" spc="-20" dirty="0">
                <a:latin typeface="Calibri" panose="020F0502020204030204"/>
                <a:cs typeface="Calibri" panose="020F0502020204030204"/>
              </a:rPr>
              <a:t> </a:t>
            </a:r>
            <a:r>
              <a:rPr sz="1400" dirty="0">
                <a:latin typeface="Calibri" panose="020F0502020204030204"/>
                <a:cs typeface="Calibri" panose="020F0502020204030204"/>
              </a:rPr>
              <a:t>theo</a:t>
            </a:r>
            <a:r>
              <a:rPr sz="1400" spc="-15" dirty="0">
                <a:latin typeface="Calibri" panose="020F0502020204030204"/>
                <a:cs typeface="Calibri" panose="020F0502020204030204"/>
              </a:rPr>
              <a:t> </a:t>
            </a:r>
            <a:r>
              <a:rPr sz="1400" dirty="0">
                <a:latin typeface="Calibri" panose="020F0502020204030204"/>
                <a:cs typeface="Calibri" panose="020F0502020204030204"/>
              </a:rPr>
              <a:t>nguyên</a:t>
            </a:r>
            <a:r>
              <a:rPr sz="1400" spc="-20" dirty="0">
                <a:latin typeface="Calibri" panose="020F0502020204030204"/>
                <a:cs typeface="Calibri" panose="020F0502020204030204"/>
              </a:rPr>
              <a:t> </a:t>
            </a:r>
            <a:r>
              <a:rPr sz="1400" dirty="0">
                <a:latin typeface="Calibri" panose="020F0502020204030204"/>
                <a:cs typeface="Calibri" panose="020F0502020204030204"/>
              </a:rPr>
              <a:t>lý</a:t>
            </a:r>
            <a:r>
              <a:rPr sz="1400" spc="-15" dirty="0">
                <a:latin typeface="Calibri" panose="020F0502020204030204"/>
                <a:cs typeface="Calibri" panose="020F0502020204030204"/>
              </a:rPr>
              <a:t> </a:t>
            </a:r>
            <a:r>
              <a:rPr sz="1400" b="1" dirty="0">
                <a:latin typeface="Calibri" panose="020F0502020204030204"/>
                <a:cs typeface="Calibri" panose="020F0502020204030204"/>
              </a:rPr>
              <a:t>đối</a:t>
            </a:r>
            <a:r>
              <a:rPr sz="1400" b="1" spc="-15" dirty="0">
                <a:latin typeface="Calibri" panose="020F0502020204030204"/>
                <a:cs typeface="Calibri" panose="020F0502020204030204"/>
              </a:rPr>
              <a:t> </a:t>
            </a:r>
            <a:r>
              <a:rPr sz="1400" b="1" dirty="0">
                <a:latin typeface="Calibri" panose="020F0502020204030204"/>
                <a:cs typeface="Calibri" panose="020F0502020204030204"/>
              </a:rPr>
              <a:t>lưu</a:t>
            </a:r>
            <a:r>
              <a:rPr sz="1400" b="1" spc="-20" dirty="0">
                <a:latin typeface="Calibri" panose="020F0502020204030204"/>
                <a:cs typeface="Calibri" panose="020F0502020204030204"/>
              </a:rPr>
              <a:t> </a:t>
            </a:r>
            <a:r>
              <a:rPr sz="1400" b="1" dirty="0">
                <a:latin typeface="Calibri" panose="020F0502020204030204"/>
                <a:cs typeface="Calibri" panose="020F0502020204030204"/>
              </a:rPr>
              <a:t>nhiệt</a:t>
            </a:r>
            <a:r>
              <a:rPr sz="1400" b="1" spc="-20" dirty="0">
                <a:latin typeface="Calibri" panose="020F0502020204030204"/>
                <a:cs typeface="Calibri" panose="020F0502020204030204"/>
              </a:rPr>
              <a:t> </a:t>
            </a:r>
            <a:r>
              <a:rPr sz="1400" b="1" dirty="0">
                <a:latin typeface="Calibri" panose="020F0502020204030204"/>
                <a:cs typeface="Calibri" panose="020F0502020204030204"/>
              </a:rPr>
              <a:t>tự</a:t>
            </a:r>
            <a:r>
              <a:rPr sz="1400" b="1" spc="-15" dirty="0">
                <a:latin typeface="Calibri" panose="020F0502020204030204"/>
                <a:cs typeface="Calibri" panose="020F0502020204030204"/>
              </a:rPr>
              <a:t> </a:t>
            </a:r>
            <a:r>
              <a:rPr sz="1400" b="1" spc="-10" dirty="0">
                <a:latin typeface="Calibri" panose="020F0502020204030204"/>
                <a:cs typeface="Calibri" panose="020F0502020204030204"/>
              </a:rPr>
              <a:t>nhiên </a:t>
            </a:r>
            <a:r>
              <a:rPr sz="1400" dirty="0">
                <a:latin typeface="Calibri" panose="020F0502020204030204"/>
                <a:cs typeface="Calibri" panose="020F0502020204030204"/>
              </a:rPr>
              <a:t>và</a:t>
            </a:r>
            <a:r>
              <a:rPr sz="1400" spc="-30" dirty="0">
                <a:latin typeface="Calibri" panose="020F0502020204030204"/>
                <a:cs typeface="Calibri" panose="020F0502020204030204"/>
              </a:rPr>
              <a:t> </a:t>
            </a:r>
            <a:r>
              <a:rPr sz="1400" b="1" dirty="0">
                <a:latin typeface="Calibri" panose="020F0502020204030204"/>
                <a:cs typeface="Calibri" panose="020F0502020204030204"/>
              </a:rPr>
              <a:t>hiện</a:t>
            </a:r>
            <a:r>
              <a:rPr sz="1400" b="1" spc="-20" dirty="0">
                <a:latin typeface="Calibri" panose="020F0502020204030204"/>
                <a:cs typeface="Calibri" panose="020F0502020204030204"/>
              </a:rPr>
              <a:t> </a:t>
            </a:r>
            <a:r>
              <a:rPr sz="1400" b="1" dirty="0">
                <a:latin typeface="Calibri" panose="020F0502020204030204"/>
                <a:cs typeface="Calibri" panose="020F0502020204030204"/>
              </a:rPr>
              <a:t>tượng</a:t>
            </a:r>
            <a:r>
              <a:rPr sz="1400" b="1" spc="-20" dirty="0">
                <a:latin typeface="Calibri" panose="020F0502020204030204"/>
                <a:cs typeface="Calibri" panose="020F0502020204030204"/>
              </a:rPr>
              <a:t> </a:t>
            </a:r>
            <a:r>
              <a:rPr sz="1400" b="1" dirty="0">
                <a:latin typeface="Calibri" panose="020F0502020204030204"/>
                <a:cs typeface="Calibri" panose="020F0502020204030204"/>
              </a:rPr>
              <a:t>hiệu</a:t>
            </a:r>
            <a:r>
              <a:rPr sz="1400" b="1" spc="-20" dirty="0">
                <a:latin typeface="Calibri" panose="020F0502020204030204"/>
                <a:cs typeface="Calibri" panose="020F0502020204030204"/>
              </a:rPr>
              <a:t> </a:t>
            </a:r>
            <a:r>
              <a:rPr sz="1400" b="1" dirty="0">
                <a:latin typeface="Calibri" panose="020F0502020204030204"/>
                <a:cs typeface="Calibri" panose="020F0502020204030204"/>
              </a:rPr>
              <a:t>ứng</a:t>
            </a:r>
            <a:r>
              <a:rPr sz="1400" b="1" spc="-10" dirty="0">
                <a:latin typeface="Calibri" panose="020F0502020204030204"/>
                <a:cs typeface="Calibri" panose="020F0502020204030204"/>
              </a:rPr>
              <a:t> </a:t>
            </a:r>
            <a:r>
              <a:rPr sz="1400" b="1" dirty="0">
                <a:latin typeface="Calibri" panose="020F0502020204030204"/>
                <a:cs typeface="Calibri" panose="020F0502020204030204"/>
              </a:rPr>
              <a:t>lồng</a:t>
            </a:r>
            <a:r>
              <a:rPr sz="1400" b="1" spc="-10" dirty="0">
                <a:latin typeface="Calibri" panose="020F0502020204030204"/>
                <a:cs typeface="Calibri" panose="020F0502020204030204"/>
              </a:rPr>
              <a:t> </a:t>
            </a:r>
            <a:r>
              <a:rPr sz="1400" b="1" dirty="0">
                <a:latin typeface="Calibri" panose="020F0502020204030204"/>
                <a:cs typeface="Calibri" panose="020F0502020204030204"/>
              </a:rPr>
              <a:t>kính</a:t>
            </a:r>
            <a:r>
              <a:rPr sz="1400" dirty="0">
                <a:latin typeface="Calibri" panose="020F0502020204030204"/>
                <a:cs typeface="Calibri" panose="020F0502020204030204"/>
              </a:rPr>
              <a:t>,</a:t>
            </a:r>
            <a:r>
              <a:rPr sz="1400" spc="-25" dirty="0">
                <a:latin typeface="Calibri" panose="020F0502020204030204"/>
                <a:cs typeface="Calibri" panose="020F0502020204030204"/>
              </a:rPr>
              <a:t> </a:t>
            </a:r>
            <a:r>
              <a:rPr sz="1400" dirty="0">
                <a:latin typeface="Calibri" panose="020F0502020204030204"/>
                <a:cs typeface="Calibri" panose="020F0502020204030204"/>
              </a:rPr>
              <a:t>giúp</a:t>
            </a:r>
            <a:r>
              <a:rPr sz="1400" spc="-5" dirty="0">
                <a:latin typeface="Calibri" panose="020F0502020204030204"/>
                <a:cs typeface="Calibri" panose="020F0502020204030204"/>
              </a:rPr>
              <a:t> </a:t>
            </a:r>
            <a:r>
              <a:rPr sz="1400" dirty="0">
                <a:latin typeface="Calibri" panose="020F0502020204030204"/>
                <a:cs typeface="Calibri" panose="020F0502020204030204"/>
              </a:rPr>
              <a:t>biến</a:t>
            </a:r>
            <a:r>
              <a:rPr sz="1400" spc="-20" dirty="0">
                <a:latin typeface="Calibri" panose="020F0502020204030204"/>
                <a:cs typeface="Calibri" panose="020F0502020204030204"/>
              </a:rPr>
              <a:t> </a:t>
            </a:r>
            <a:r>
              <a:rPr sz="1400" dirty="0">
                <a:latin typeface="Calibri" panose="020F0502020204030204"/>
                <a:cs typeface="Calibri" panose="020F0502020204030204"/>
              </a:rPr>
              <a:t>đổi</a:t>
            </a:r>
            <a:r>
              <a:rPr sz="1400" spc="-15" dirty="0">
                <a:latin typeface="Calibri" panose="020F0502020204030204"/>
                <a:cs typeface="Calibri" panose="020F0502020204030204"/>
              </a:rPr>
              <a:t> </a:t>
            </a:r>
            <a:r>
              <a:rPr sz="1400" dirty="0">
                <a:latin typeface="Calibri" panose="020F0502020204030204"/>
                <a:cs typeface="Calibri" panose="020F0502020204030204"/>
              </a:rPr>
              <a:t>quang</a:t>
            </a:r>
            <a:r>
              <a:rPr sz="1400" spc="-20" dirty="0">
                <a:latin typeface="Calibri" panose="020F0502020204030204"/>
                <a:cs typeface="Calibri" panose="020F0502020204030204"/>
              </a:rPr>
              <a:t> </a:t>
            </a:r>
            <a:r>
              <a:rPr sz="1400" dirty="0">
                <a:latin typeface="Calibri" panose="020F0502020204030204"/>
                <a:cs typeface="Calibri" panose="020F0502020204030204"/>
              </a:rPr>
              <a:t>năng</a:t>
            </a:r>
            <a:r>
              <a:rPr sz="1400" spc="-20" dirty="0">
                <a:latin typeface="Calibri" panose="020F0502020204030204"/>
                <a:cs typeface="Calibri" panose="020F0502020204030204"/>
              </a:rPr>
              <a:t> </a:t>
            </a:r>
            <a:r>
              <a:rPr sz="1400" dirty="0">
                <a:latin typeface="Calibri" panose="020F0502020204030204"/>
                <a:cs typeface="Calibri" panose="020F0502020204030204"/>
              </a:rPr>
              <a:t>thành</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spc="-10" dirty="0">
                <a:latin typeface="Calibri" panose="020F0502020204030204"/>
                <a:cs typeface="Calibri" panose="020F0502020204030204"/>
              </a:rPr>
              <a:t>năng.</a:t>
            </a:r>
            <a:endParaRPr sz="1400">
              <a:latin typeface="Calibri" panose="020F0502020204030204"/>
              <a:cs typeface="Calibri" panose="020F0502020204030204"/>
            </a:endParaRPr>
          </a:p>
        </p:txBody>
      </p:sp>
      <p:sp>
        <p:nvSpPr>
          <p:cNvPr id="4" name="object 4"/>
          <p:cNvSpPr txBox="1"/>
          <p:nvPr/>
        </p:nvSpPr>
        <p:spPr>
          <a:xfrm>
            <a:off x="533400" y="5638800"/>
            <a:ext cx="6847840" cy="3798570"/>
          </a:xfrm>
          <a:prstGeom prst="rect">
            <a:avLst/>
          </a:prstGeom>
        </p:spPr>
        <p:txBody>
          <a:bodyPr vert="horz" wrap="square" lIns="0" tIns="13335" rIns="0" bIns="0" rtlCol="0">
            <a:spAutoFit/>
          </a:bodyPr>
          <a:lstStyle/>
          <a:p>
            <a:pPr marL="12700">
              <a:lnSpc>
                <a:spcPct val="100000"/>
              </a:lnSpc>
              <a:spcBef>
                <a:spcPts val="105"/>
              </a:spcBef>
            </a:pPr>
            <a:r>
              <a:rPr sz="1400" dirty="0">
                <a:latin typeface="Calibri" panose="020F0502020204030204"/>
                <a:cs typeface="Calibri" panose="020F0502020204030204"/>
              </a:rPr>
              <a:t>Sau</a:t>
            </a:r>
            <a:r>
              <a:rPr sz="1400" spc="-30" dirty="0">
                <a:latin typeface="Calibri" panose="020F0502020204030204"/>
                <a:cs typeface="Calibri" panose="020F0502020204030204"/>
              </a:rPr>
              <a:t> </a:t>
            </a:r>
            <a:r>
              <a:rPr sz="1400" dirty="0">
                <a:latin typeface="Calibri" panose="020F0502020204030204"/>
                <a:cs typeface="Calibri" panose="020F0502020204030204"/>
              </a:rPr>
              <a:t>khi</a:t>
            </a:r>
            <a:r>
              <a:rPr sz="1400" spc="-25" dirty="0">
                <a:latin typeface="Calibri" panose="020F0502020204030204"/>
                <a:cs typeface="Calibri" panose="020F0502020204030204"/>
              </a:rPr>
              <a:t>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dirty="0">
                <a:latin typeface="Calibri" panose="020F0502020204030204"/>
                <a:cs typeface="Calibri" panose="020F0502020204030204"/>
              </a:rPr>
              <a:t>được</a:t>
            </a:r>
            <a:r>
              <a:rPr sz="1400" spc="-20" dirty="0">
                <a:latin typeface="Calibri" panose="020F0502020204030204"/>
                <a:cs typeface="Calibri" panose="020F0502020204030204"/>
              </a:rPr>
              <a:t> </a:t>
            </a:r>
            <a:r>
              <a:rPr sz="1400" dirty="0">
                <a:latin typeface="Calibri" panose="020F0502020204030204"/>
                <a:cs typeface="Calibri" panose="020F0502020204030204"/>
              </a:rPr>
              <a:t>cấp</a:t>
            </a:r>
            <a:r>
              <a:rPr sz="1400" spc="-20" dirty="0">
                <a:latin typeface="Calibri" panose="020F0502020204030204"/>
                <a:cs typeface="Calibri" panose="020F0502020204030204"/>
              </a:rPr>
              <a:t> </a:t>
            </a:r>
            <a:r>
              <a:rPr sz="1400" dirty="0">
                <a:latin typeface="Calibri" panose="020F0502020204030204"/>
                <a:cs typeface="Calibri" panose="020F0502020204030204"/>
              </a:rPr>
              <a:t>vào</a:t>
            </a:r>
            <a:r>
              <a:rPr sz="1400" spc="-15" dirty="0">
                <a:latin typeface="Calibri" panose="020F0502020204030204"/>
                <a:cs typeface="Calibri" panose="020F0502020204030204"/>
              </a:rPr>
              <a:t> </a:t>
            </a:r>
            <a:r>
              <a:rPr sz="1400" dirty="0">
                <a:latin typeface="Calibri" panose="020F0502020204030204"/>
                <a:cs typeface="Calibri" panose="020F0502020204030204"/>
              </a:rPr>
              <a:t>bồn</a:t>
            </a:r>
            <a:r>
              <a:rPr sz="1400" spc="-20" dirty="0">
                <a:latin typeface="Calibri" panose="020F0502020204030204"/>
                <a:cs typeface="Calibri" panose="020F0502020204030204"/>
              </a:rPr>
              <a:t> </a:t>
            </a:r>
            <a:r>
              <a:rPr sz="1400" dirty="0">
                <a:latin typeface="Calibri" panose="020F0502020204030204"/>
                <a:cs typeface="Calibri" panose="020F0502020204030204"/>
              </a:rPr>
              <a:t>chứa,</a:t>
            </a:r>
            <a:r>
              <a:rPr sz="1400" spc="-20" dirty="0">
                <a:latin typeface="Calibri" panose="020F0502020204030204"/>
                <a:cs typeface="Calibri" panose="020F0502020204030204"/>
              </a:rPr>
              <a:t> </a:t>
            </a:r>
            <a:r>
              <a:rPr sz="1400" dirty="0">
                <a:latin typeface="Calibri" panose="020F0502020204030204"/>
                <a:cs typeface="Calibri" panose="020F0502020204030204"/>
              </a:rPr>
              <a:t>nước</a:t>
            </a:r>
            <a:r>
              <a:rPr sz="1400" spc="-25" dirty="0">
                <a:latin typeface="Calibri" panose="020F0502020204030204"/>
                <a:cs typeface="Calibri" panose="020F0502020204030204"/>
              </a:rPr>
              <a:t> </a:t>
            </a:r>
            <a:r>
              <a:rPr sz="1400" dirty="0">
                <a:latin typeface="Calibri" panose="020F0502020204030204"/>
                <a:cs typeface="Calibri" panose="020F0502020204030204"/>
              </a:rPr>
              <a:t>sẽ</a:t>
            </a:r>
            <a:r>
              <a:rPr sz="1400" spc="-5" dirty="0">
                <a:latin typeface="Calibri" panose="020F0502020204030204"/>
                <a:cs typeface="Calibri" panose="020F0502020204030204"/>
              </a:rPr>
              <a:t> </a:t>
            </a:r>
            <a:r>
              <a:rPr sz="1400" dirty="0">
                <a:latin typeface="Calibri" panose="020F0502020204030204"/>
                <a:cs typeface="Calibri" panose="020F0502020204030204"/>
              </a:rPr>
              <a:t>không</a:t>
            </a:r>
            <a:r>
              <a:rPr sz="1400" spc="-5" dirty="0">
                <a:latin typeface="Calibri" panose="020F0502020204030204"/>
                <a:cs typeface="Calibri" panose="020F0502020204030204"/>
              </a:rPr>
              <a:t> </a:t>
            </a:r>
            <a:r>
              <a:rPr sz="1400" dirty="0">
                <a:latin typeface="Calibri" panose="020F0502020204030204"/>
                <a:cs typeface="Calibri" panose="020F0502020204030204"/>
              </a:rPr>
              <a:t>thể</a:t>
            </a:r>
            <a:r>
              <a:rPr sz="1400" spc="-20" dirty="0">
                <a:latin typeface="Calibri" panose="020F0502020204030204"/>
                <a:cs typeface="Calibri" panose="020F0502020204030204"/>
              </a:rPr>
              <a:t> </a:t>
            </a:r>
            <a:r>
              <a:rPr sz="1400" dirty="0">
                <a:latin typeface="Calibri" panose="020F0502020204030204"/>
                <a:cs typeface="Calibri" panose="020F0502020204030204"/>
              </a:rPr>
              <a:t>chảy</a:t>
            </a:r>
            <a:r>
              <a:rPr sz="1400" spc="-20" dirty="0">
                <a:latin typeface="Calibri" panose="020F0502020204030204"/>
                <a:cs typeface="Calibri" panose="020F0502020204030204"/>
              </a:rPr>
              <a:t> </a:t>
            </a:r>
            <a:r>
              <a:rPr sz="1400" dirty="0">
                <a:latin typeface="Calibri" panose="020F0502020204030204"/>
                <a:cs typeface="Calibri" panose="020F0502020204030204"/>
              </a:rPr>
              <a:t>xuống</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mà</a:t>
            </a:r>
            <a:r>
              <a:rPr sz="1400" spc="-10" dirty="0">
                <a:latin typeface="Calibri" panose="020F0502020204030204"/>
                <a:cs typeface="Calibri" panose="020F0502020204030204"/>
              </a:rPr>
              <a:t> </a:t>
            </a:r>
            <a:r>
              <a:rPr sz="1400" dirty="0">
                <a:latin typeface="Calibri" panose="020F0502020204030204"/>
                <a:cs typeface="Calibri" panose="020F0502020204030204"/>
              </a:rPr>
              <a:t>nguyên</a:t>
            </a:r>
            <a:r>
              <a:rPr sz="1400" spc="-20" dirty="0">
                <a:latin typeface="Calibri" panose="020F0502020204030204"/>
                <a:cs typeface="Calibri" panose="020F0502020204030204"/>
              </a:rPr>
              <a:t> </a:t>
            </a:r>
            <a:r>
              <a:rPr sz="1400" dirty="0">
                <a:latin typeface="Calibri" panose="020F0502020204030204"/>
                <a:cs typeface="Calibri" panose="020F0502020204030204"/>
              </a:rPr>
              <a:t>tại</a:t>
            </a:r>
            <a:r>
              <a:rPr sz="1400" spc="-25"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spc="-10" dirty="0">
                <a:latin typeface="Calibri" panose="020F0502020204030204"/>
                <a:cs typeface="Calibri" panose="020F0502020204030204"/>
              </a:rPr>
              <a:t>chứa.</a:t>
            </a:r>
            <a:endParaRPr sz="1400">
              <a:latin typeface="Calibri" panose="020F0502020204030204"/>
              <a:cs typeface="Calibri" panose="020F0502020204030204"/>
            </a:endParaRPr>
          </a:p>
          <a:p>
            <a:pPr marL="42545">
              <a:lnSpc>
                <a:spcPct val="100000"/>
              </a:lnSpc>
              <a:spcBef>
                <a:spcPts val="925"/>
              </a:spcBef>
            </a:pPr>
            <a:r>
              <a:rPr sz="1400" dirty="0">
                <a:latin typeface="Calibri" panose="020F0502020204030204"/>
                <a:cs typeface="Calibri" panose="020F0502020204030204"/>
              </a:rPr>
              <a:t>Lúc</a:t>
            </a:r>
            <a:r>
              <a:rPr sz="1400" spc="-20" dirty="0">
                <a:latin typeface="Calibri" panose="020F0502020204030204"/>
                <a:cs typeface="Calibri" panose="020F0502020204030204"/>
              </a:rPr>
              <a:t> </a:t>
            </a:r>
            <a:r>
              <a:rPr sz="1400" dirty="0">
                <a:latin typeface="Calibri" panose="020F0502020204030204"/>
                <a:cs typeface="Calibri" panose="020F0502020204030204"/>
              </a:rPr>
              <a:t>chưa</a:t>
            </a:r>
            <a:r>
              <a:rPr sz="1400" spc="-2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nắng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5" dirty="0">
                <a:latin typeface="Calibri" panose="020F0502020204030204"/>
                <a:cs typeface="Calibri" panose="020F0502020204030204"/>
              </a:rPr>
              <a:t> </a:t>
            </a:r>
            <a:r>
              <a:rPr sz="1400" dirty="0">
                <a:latin typeface="Calibri" panose="020F0502020204030204"/>
                <a:cs typeface="Calibri" panose="020F0502020204030204"/>
              </a:rPr>
              <a:t>trời</a:t>
            </a:r>
            <a:r>
              <a:rPr sz="1400" spc="-10" dirty="0">
                <a:latin typeface="Calibri" panose="020F0502020204030204"/>
                <a:cs typeface="Calibri" panose="020F0502020204030204"/>
              </a:rPr>
              <a:t> </a:t>
            </a:r>
            <a:r>
              <a:rPr sz="1400" dirty="0">
                <a:latin typeface="Calibri" panose="020F0502020204030204"/>
                <a:cs typeface="Calibri" panose="020F0502020204030204"/>
              </a:rPr>
              <a:t>thì</a:t>
            </a:r>
            <a:r>
              <a:rPr sz="1400" spc="-10"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độ</a:t>
            </a:r>
            <a:r>
              <a:rPr sz="1400" spc="-15" dirty="0">
                <a:latin typeface="Calibri" panose="020F0502020204030204"/>
                <a:cs typeface="Calibri" panose="020F0502020204030204"/>
              </a:rPr>
              <a:t> </a:t>
            </a:r>
            <a:r>
              <a:rPr sz="1400" dirty="0">
                <a:latin typeface="Calibri" panose="020F0502020204030204"/>
                <a:cs typeface="Calibri" panose="020F0502020204030204"/>
              </a:rPr>
              <a:t>của</a:t>
            </a:r>
            <a:r>
              <a:rPr sz="1400" spc="-10" dirty="0">
                <a:latin typeface="Calibri" panose="020F0502020204030204"/>
                <a:cs typeface="Calibri" panose="020F0502020204030204"/>
              </a:rPr>
              <a:t> </a:t>
            </a:r>
            <a:r>
              <a:rPr sz="1400" dirty="0">
                <a:latin typeface="Calibri" panose="020F0502020204030204"/>
                <a:cs typeface="Calibri" panose="020F0502020204030204"/>
              </a:rPr>
              <a:t>dầu</a:t>
            </a:r>
            <a:r>
              <a:rPr sz="1400" spc="-15" dirty="0">
                <a:latin typeface="Calibri" panose="020F0502020204030204"/>
                <a:cs typeface="Calibri" panose="020F0502020204030204"/>
              </a:rPr>
              <a:t> </a:t>
            </a:r>
            <a:r>
              <a:rPr sz="1400" dirty="0">
                <a:latin typeface="Calibri" panose="020F0502020204030204"/>
                <a:cs typeface="Calibri" panose="020F0502020204030204"/>
              </a:rPr>
              <a:t>bên</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ống</a:t>
            </a:r>
            <a:r>
              <a:rPr sz="1400" spc="-25" dirty="0">
                <a:latin typeface="Calibri" panose="020F0502020204030204"/>
                <a:cs typeface="Calibri" panose="020F0502020204030204"/>
              </a:rPr>
              <a:t> </a:t>
            </a:r>
            <a:r>
              <a:rPr sz="1400" dirty="0">
                <a:latin typeface="Calibri" panose="020F0502020204030204"/>
                <a:cs typeface="Calibri" panose="020F0502020204030204"/>
              </a:rPr>
              <a:t>sẽ</a:t>
            </a:r>
            <a:r>
              <a:rPr sz="1400" spc="-5" dirty="0">
                <a:latin typeface="Calibri" panose="020F0502020204030204"/>
                <a:cs typeface="Calibri" panose="020F0502020204030204"/>
              </a:rPr>
              <a:t> </a:t>
            </a:r>
            <a:r>
              <a:rPr sz="1400" dirty="0">
                <a:latin typeface="Calibri" panose="020F0502020204030204"/>
                <a:cs typeface="Calibri" panose="020F0502020204030204"/>
              </a:rPr>
              <a:t>bằng</a:t>
            </a:r>
            <a:r>
              <a:rPr sz="1400" spc="-15" dirty="0">
                <a:latin typeface="Calibri" panose="020F0502020204030204"/>
                <a:cs typeface="Calibri" panose="020F0502020204030204"/>
              </a:rPr>
              <a:t> </a:t>
            </a:r>
            <a:r>
              <a:rPr sz="1400" dirty="0">
                <a:latin typeface="Calibri" panose="020F0502020204030204"/>
                <a:cs typeface="Calibri" panose="020F0502020204030204"/>
              </a:rPr>
              <a:t>với</a:t>
            </a:r>
            <a:r>
              <a:rPr sz="1400" spc="-10" dirty="0">
                <a:latin typeface="Calibri" panose="020F0502020204030204"/>
                <a:cs typeface="Calibri" panose="020F0502020204030204"/>
              </a:rPr>
              <a:t> </a:t>
            </a:r>
            <a:r>
              <a:rPr sz="1400" dirty="0">
                <a:latin typeface="Calibri" panose="020F0502020204030204"/>
                <a:cs typeface="Calibri" panose="020F0502020204030204"/>
              </a:rPr>
              <a:t>nhiệt</a:t>
            </a:r>
            <a:r>
              <a:rPr sz="1400" spc="-20" dirty="0">
                <a:latin typeface="Calibri" panose="020F0502020204030204"/>
                <a:cs typeface="Calibri" panose="020F0502020204030204"/>
              </a:rPr>
              <a:t> </a:t>
            </a:r>
            <a:r>
              <a:rPr sz="1400" dirty="0">
                <a:latin typeface="Calibri" panose="020F0502020204030204"/>
                <a:cs typeface="Calibri" panose="020F0502020204030204"/>
              </a:rPr>
              <a:t>độ</a:t>
            </a:r>
            <a:r>
              <a:rPr sz="1400" spc="-15" dirty="0">
                <a:latin typeface="Calibri" panose="020F0502020204030204"/>
                <a:cs typeface="Calibri" panose="020F0502020204030204"/>
              </a:rPr>
              <a:t> </a:t>
            </a:r>
            <a:r>
              <a:rPr sz="1400" dirty="0">
                <a:latin typeface="Calibri" panose="020F0502020204030204"/>
                <a:cs typeface="Calibri" panose="020F0502020204030204"/>
              </a:rPr>
              <a:t>của</a:t>
            </a:r>
            <a:r>
              <a:rPr sz="1400" spc="-10" dirty="0">
                <a:latin typeface="Calibri" panose="020F0502020204030204"/>
                <a:cs typeface="Calibri" panose="020F0502020204030204"/>
              </a:rPr>
              <a:t> </a:t>
            </a:r>
            <a:r>
              <a:rPr sz="1400" dirty="0">
                <a:latin typeface="Calibri" panose="020F0502020204030204"/>
                <a:cs typeface="Calibri" panose="020F0502020204030204"/>
              </a:rPr>
              <a:t>nước</a:t>
            </a:r>
            <a:r>
              <a:rPr sz="1400" spc="-10"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bồn</a:t>
            </a:r>
            <a:r>
              <a:rPr sz="1400" spc="-10" dirty="0">
                <a:latin typeface="Calibri" panose="020F0502020204030204"/>
                <a:cs typeface="Calibri" panose="020F0502020204030204"/>
              </a:rPr>
              <a:t> chứa.</a:t>
            </a:r>
            <a:endParaRPr sz="1400">
              <a:latin typeface="Calibri" panose="020F0502020204030204"/>
              <a:cs typeface="Calibri" panose="020F0502020204030204"/>
            </a:endParaRPr>
          </a:p>
          <a:p>
            <a:pPr marL="12700" marR="5080" indent="30480">
              <a:lnSpc>
                <a:spcPct val="110000"/>
              </a:lnSpc>
              <a:spcBef>
                <a:spcPts val="805"/>
              </a:spcBef>
            </a:pPr>
            <a:r>
              <a:rPr sz="1400" dirty="0">
                <a:latin typeface="Calibri" panose="020F0502020204030204"/>
                <a:cs typeface="Calibri" panose="020F0502020204030204"/>
              </a:rPr>
              <a:t>Khi</a:t>
            </a:r>
            <a:r>
              <a:rPr sz="1400" spc="-20"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nắng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5" dirty="0">
                <a:latin typeface="Calibri" panose="020F0502020204030204"/>
                <a:cs typeface="Calibri" panose="020F0502020204030204"/>
              </a:rPr>
              <a:t> </a:t>
            </a:r>
            <a:r>
              <a:rPr sz="1400" dirty="0">
                <a:latin typeface="Calibri" panose="020F0502020204030204"/>
                <a:cs typeface="Calibri" panose="020F0502020204030204"/>
              </a:rPr>
              <a:t>trời</a:t>
            </a:r>
            <a:r>
              <a:rPr sz="1400" spc="-5" dirty="0">
                <a:latin typeface="Calibri" panose="020F0502020204030204"/>
                <a:cs typeface="Calibri" panose="020F0502020204030204"/>
              </a:rPr>
              <a:t> </a:t>
            </a:r>
            <a:r>
              <a:rPr sz="1400" dirty="0">
                <a:latin typeface="Calibri" panose="020F0502020204030204"/>
                <a:cs typeface="Calibri" panose="020F0502020204030204"/>
              </a:rPr>
              <a:t>lên,</a:t>
            </a:r>
            <a:r>
              <a:rPr sz="1400" spc="-20" dirty="0">
                <a:latin typeface="Calibri" panose="020F0502020204030204"/>
                <a:cs typeface="Calibri" panose="020F0502020204030204"/>
              </a:rPr>
              <a:t> </a:t>
            </a:r>
            <a:r>
              <a:rPr sz="1400" dirty="0">
                <a:latin typeface="Calibri" panose="020F0502020204030204"/>
                <a:cs typeface="Calibri" panose="020F0502020204030204"/>
              </a:rPr>
              <a:t>các</a:t>
            </a:r>
            <a:r>
              <a:rPr sz="1400" spc="-10"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10" dirty="0">
                <a:latin typeface="Calibri" panose="020F0502020204030204"/>
                <a:cs typeface="Calibri" panose="020F0502020204030204"/>
              </a:rPr>
              <a:t> </a:t>
            </a:r>
            <a:r>
              <a:rPr sz="1400" dirty="0">
                <a:latin typeface="Calibri" panose="020F0502020204030204"/>
                <a:cs typeface="Calibri" panose="020F0502020204030204"/>
              </a:rPr>
              <a:t>tinh</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tính năng</a:t>
            </a:r>
            <a:r>
              <a:rPr sz="1400" spc="-10" dirty="0">
                <a:latin typeface="Calibri" panose="020F0502020204030204"/>
                <a:cs typeface="Calibri" panose="020F0502020204030204"/>
              </a:rPr>
              <a:t> </a:t>
            </a:r>
            <a:r>
              <a:rPr sz="1400" dirty="0">
                <a:latin typeface="Calibri" panose="020F0502020204030204"/>
                <a:cs typeface="Calibri" panose="020F0502020204030204"/>
              </a:rPr>
              <a:t>hấp</a:t>
            </a:r>
            <a:r>
              <a:rPr sz="1400" spc="-15" dirty="0">
                <a:latin typeface="Calibri" panose="020F0502020204030204"/>
                <a:cs typeface="Calibri" panose="020F0502020204030204"/>
              </a:rPr>
              <a:t> </a:t>
            </a:r>
            <a:r>
              <a:rPr sz="1400" dirty="0">
                <a:latin typeface="Calibri" panose="020F0502020204030204"/>
                <a:cs typeface="Calibri" panose="020F0502020204030204"/>
              </a:rPr>
              <a:t>thụ</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cao</a:t>
            </a:r>
            <a:r>
              <a:rPr sz="1400" spc="-10" dirty="0">
                <a:latin typeface="Calibri" panose="020F0502020204030204"/>
                <a:cs typeface="Calibri" panose="020F0502020204030204"/>
              </a:rPr>
              <a:t> </a:t>
            </a:r>
            <a:r>
              <a:rPr sz="1400" dirty="0">
                <a:latin typeface="Calibri" panose="020F0502020204030204"/>
                <a:cs typeface="Calibri" panose="020F0502020204030204"/>
              </a:rPr>
              <a:t>do</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chất</a:t>
            </a:r>
            <a:r>
              <a:rPr sz="1400" spc="-20" dirty="0">
                <a:latin typeface="Calibri" panose="020F0502020204030204"/>
                <a:cs typeface="Calibri" panose="020F0502020204030204"/>
              </a:rPr>
              <a:t> </a:t>
            </a:r>
            <a:r>
              <a:rPr sz="1400" dirty="0">
                <a:latin typeface="Calibri" panose="020F0502020204030204"/>
                <a:cs typeface="Calibri" panose="020F0502020204030204"/>
              </a:rPr>
              <a:t>liệu</a:t>
            </a:r>
            <a:r>
              <a:rPr sz="1400" spc="-20" dirty="0">
                <a:latin typeface="Calibri" panose="020F0502020204030204"/>
                <a:cs typeface="Calibri" panose="020F0502020204030204"/>
              </a:rPr>
              <a:t> </a:t>
            </a:r>
            <a:r>
              <a:rPr sz="1400" dirty="0">
                <a:latin typeface="Calibri" panose="020F0502020204030204"/>
                <a:cs typeface="Calibri" panose="020F0502020204030204"/>
              </a:rPr>
              <a:t>hấp</a:t>
            </a:r>
            <a:r>
              <a:rPr sz="1400" spc="-25" dirty="0">
                <a:latin typeface="Calibri" panose="020F0502020204030204"/>
                <a:cs typeface="Calibri" panose="020F0502020204030204"/>
              </a:rPr>
              <a:t> </a:t>
            </a:r>
            <a:r>
              <a:rPr sz="1400" dirty="0">
                <a:latin typeface="Calibri" panose="020F0502020204030204"/>
                <a:cs typeface="Calibri" panose="020F0502020204030204"/>
              </a:rPr>
              <a:t>thụ</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tỉ</a:t>
            </a:r>
            <a:r>
              <a:rPr sz="1400" spc="-10" dirty="0">
                <a:latin typeface="Calibri" panose="020F0502020204030204"/>
                <a:cs typeface="Calibri" panose="020F0502020204030204"/>
              </a:rPr>
              <a:t> </a:t>
            </a:r>
            <a:r>
              <a:rPr sz="1400" dirty="0">
                <a:latin typeface="Calibri" panose="020F0502020204030204"/>
                <a:cs typeface="Calibri" panose="020F0502020204030204"/>
              </a:rPr>
              <a:t>lệ</a:t>
            </a:r>
            <a:r>
              <a:rPr sz="1400" spc="-20" dirty="0">
                <a:latin typeface="Calibri" panose="020F0502020204030204"/>
                <a:cs typeface="Calibri" panose="020F0502020204030204"/>
              </a:rPr>
              <a:t> </a:t>
            </a:r>
            <a:r>
              <a:rPr sz="1400" dirty="0">
                <a:latin typeface="Calibri" panose="020F0502020204030204"/>
                <a:cs typeface="Calibri" panose="020F0502020204030204"/>
              </a:rPr>
              <a:t>phát </a:t>
            </a:r>
            <a:r>
              <a:rPr sz="1400" spc="-25" dirty="0">
                <a:latin typeface="Calibri" panose="020F0502020204030204"/>
                <a:cs typeface="Calibri" panose="020F0502020204030204"/>
              </a:rPr>
              <a:t>xạ </a:t>
            </a:r>
            <a:r>
              <a:rPr sz="1400" dirty="0">
                <a:latin typeface="Calibri" panose="020F0502020204030204"/>
                <a:cs typeface="Calibri" panose="020F0502020204030204"/>
              </a:rPr>
              <a:t>thấp</a:t>
            </a:r>
            <a:r>
              <a:rPr sz="1400" spc="-30" dirty="0">
                <a:latin typeface="Calibri" panose="020F0502020204030204"/>
                <a:cs typeface="Calibri" panose="020F0502020204030204"/>
              </a:rPr>
              <a:t> </a:t>
            </a:r>
            <a:r>
              <a:rPr sz="1400" dirty="0">
                <a:latin typeface="Calibri" panose="020F0502020204030204"/>
                <a:cs typeface="Calibri" panose="020F0502020204030204"/>
              </a:rPr>
              <a:t>sẽ</a:t>
            </a:r>
            <a:r>
              <a:rPr sz="1400" spc="-5" dirty="0">
                <a:latin typeface="Calibri" panose="020F0502020204030204"/>
                <a:cs typeface="Calibri" panose="020F0502020204030204"/>
              </a:rPr>
              <a:t> </a:t>
            </a:r>
            <a:r>
              <a:rPr sz="1400" dirty="0">
                <a:latin typeface="Calibri" panose="020F0502020204030204"/>
                <a:cs typeface="Calibri" panose="020F0502020204030204"/>
              </a:rPr>
              <a:t>hấp</a:t>
            </a:r>
            <a:r>
              <a:rPr sz="1400" spc="-15" dirty="0">
                <a:latin typeface="Calibri" panose="020F0502020204030204"/>
                <a:cs typeface="Calibri" panose="020F0502020204030204"/>
              </a:rPr>
              <a:t> </a:t>
            </a:r>
            <a:r>
              <a:rPr sz="1400" dirty="0">
                <a:latin typeface="Calibri" panose="020F0502020204030204"/>
                <a:cs typeface="Calibri" panose="020F0502020204030204"/>
              </a:rPr>
              <a:t>thụ</a:t>
            </a:r>
            <a:r>
              <a:rPr sz="1400" spc="-15" dirty="0">
                <a:latin typeface="Calibri" panose="020F0502020204030204"/>
                <a:cs typeface="Calibri" panose="020F0502020204030204"/>
              </a:rPr>
              <a:t> </a:t>
            </a:r>
            <a:r>
              <a:rPr sz="1400" dirty="0">
                <a:latin typeface="Calibri" panose="020F0502020204030204"/>
                <a:cs typeface="Calibri" panose="020F0502020204030204"/>
              </a:rPr>
              <a:t>bức</a:t>
            </a:r>
            <a:r>
              <a:rPr sz="1400" spc="-20" dirty="0">
                <a:latin typeface="Calibri" panose="020F0502020204030204"/>
                <a:cs typeface="Calibri" panose="020F0502020204030204"/>
              </a:rPr>
              <a:t> </a:t>
            </a:r>
            <a:r>
              <a:rPr sz="1400" dirty="0">
                <a:latin typeface="Calibri" panose="020F0502020204030204"/>
                <a:cs typeface="Calibri" panose="020F0502020204030204"/>
              </a:rPr>
              <a:t>xạ</a:t>
            </a:r>
            <a:r>
              <a:rPr sz="1400" spc="-10" dirty="0">
                <a:latin typeface="Calibri" panose="020F0502020204030204"/>
                <a:cs typeface="Calibri" panose="020F0502020204030204"/>
              </a:rPr>
              <a:t> </a:t>
            </a:r>
            <a:r>
              <a:rPr sz="1400" dirty="0">
                <a:latin typeface="Calibri" panose="020F0502020204030204"/>
                <a:cs typeface="Calibri" panose="020F0502020204030204"/>
              </a:rPr>
              <a:t>ánh</a:t>
            </a:r>
            <a:r>
              <a:rPr sz="1400" spc="-15" dirty="0">
                <a:latin typeface="Calibri" panose="020F0502020204030204"/>
                <a:cs typeface="Calibri" panose="020F0502020204030204"/>
              </a:rPr>
              <a:t> </a:t>
            </a:r>
            <a:r>
              <a:rPr sz="1400" dirty="0">
                <a:latin typeface="Calibri" panose="020F0502020204030204"/>
                <a:cs typeface="Calibri" panose="020F0502020204030204"/>
              </a:rPr>
              <a:t>sáng</a:t>
            </a:r>
            <a:r>
              <a:rPr sz="1400" spc="-15" dirty="0">
                <a:latin typeface="Calibri" panose="020F0502020204030204"/>
                <a:cs typeface="Calibri" panose="020F0502020204030204"/>
              </a:rPr>
              <a:t> </a:t>
            </a:r>
            <a:r>
              <a:rPr sz="1400" dirty="0">
                <a:latin typeface="Calibri" panose="020F0502020204030204"/>
                <a:cs typeface="Calibri" panose="020F0502020204030204"/>
              </a:rPr>
              <a:t>mặt</a:t>
            </a:r>
            <a:r>
              <a:rPr sz="1400" spc="-20" dirty="0">
                <a:latin typeface="Calibri" panose="020F0502020204030204"/>
                <a:cs typeface="Calibri" panose="020F0502020204030204"/>
              </a:rPr>
              <a:t> </a:t>
            </a:r>
            <a:r>
              <a:rPr sz="1400" dirty="0">
                <a:latin typeface="Calibri" panose="020F0502020204030204"/>
                <a:cs typeface="Calibri" panose="020F0502020204030204"/>
              </a:rPr>
              <a:t>trời</a:t>
            </a:r>
            <a:r>
              <a:rPr sz="1400" spc="-25" dirty="0">
                <a:latin typeface="Calibri" panose="020F0502020204030204"/>
                <a:cs typeface="Calibri" panose="020F0502020204030204"/>
              </a:rPr>
              <a:t> </a:t>
            </a:r>
            <a:r>
              <a:rPr sz="1400" dirty="0">
                <a:latin typeface="Calibri" panose="020F0502020204030204"/>
                <a:cs typeface="Calibri" panose="020F0502020204030204"/>
              </a:rPr>
              <a:t>và</a:t>
            </a:r>
            <a:r>
              <a:rPr sz="1400" spc="-20" dirty="0">
                <a:latin typeface="Calibri" panose="020F0502020204030204"/>
                <a:cs typeface="Calibri" panose="020F0502020204030204"/>
              </a:rPr>
              <a:t> </a:t>
            </a:r>
            <a:r>
              <a:rPr sz="1400" dirty="0">
                <a:latin typeface="Calibri" panose="020F0502020204030204"/>
                <a:cs typeface="Calibri" panose="020F0502020204030204"/>
              </a:rPr>
              <a:t>chuyển</a:t>
            </a:r>
            <a:r>
              <a:rPr sz="1400" spc="-25" dirty="0">
                <a:latin typeface="Calibri" panose="020F0502020204030204"/>
                <a:cs typeface="Calibri" panose="020F0502020204030204"/>
              </a:rPr>
              <a:t> </a:t>
            </a:r>
            <a:r>
              <a:rPr sz="1400" dirty="0">
                <a:latin typeface="Calibri" panose="020F0502020204030204"/>
                <a:cs typeface="Calibri" panose="020F0502020204030204"/>
              </a:rPr>
              <a:t>hóa</a:t>
            </a:r>
            <a:r>
              <a:rPr sz="1400" spc="-10" dirty="0">
                <a:latin typeface="Calibri" panose="020F0502020204030204"/>
                <a:cs typeface="Calibri" panose="020F0502020204030204"/>
              </a:rPr>
              <a:t> </a:t>
            </a:r>
            <a:r>
              <a:rPr sz="1400" dirty="0">
                <a:latin typeface="Calibri" panose="020F0502020204030204"/>
                <a:cs typeface="Calibri" panose="020F0502020204030204"/>
              </a:rPr>
              <a:t>thành</a:t>
            </a:r>
            <a:r>
              <a:rPr sz="1400" spc="-2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năng</a:t>
            </a:r>
            <a:r>
              <a:rPr sz="1400" spc="-15" dirty="0">
                <a:latin typeface="Calibri" panose="020F0502020204030204"/>
                <a:cs typeface="Calibri" panose="020F0502020204030204"/>
              </a:rPr>
              <a:t> </a:t>
            </a:r>
            <a:r>
              <a:rPr sz="1400" dirty="0">
                <a:latin typeface="Calibri" panose="020F0502020204030204"/>
                <a:cs typeface="Calibri" panose="020F0502020204030204"/>
              </a:rPr>
              <a:t>làm</a:t>
            </a:r>
            <a:r>
              <a:rPr sz="1400" spc="-1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lớp</a:t>
            </a:r>
            <a:r>
              <a:rPr sz="1400" spc="-15" dirty="0">
                <a:latin typeface="Calibri" panose="020F0502020204030204"/>
                <a:cs typeface="Calibri" panose="020F0502020204030204"/>
              </a:rPr>
              <a:t> </a:t>
            </a:r>
            <a:r>
              <a:rPr sz="1400" dirty="0">
                <a:latin typeface="Calibri" panose="020F0502020204030204"/>
                <a:cs typeface="Calibri" panose="020F0502020204030204"/>
              </a:rPr>
              <a:t>thủy</a:t>
            </a:r>
            <a:r>
              <a:rPr sz="1400" spc="-5" dirty="0">
                <a:latin typeface="Calibri" panose="020F0502020204030204"/>
                <a:cs typeface="Calibri" panose="020F0502020204030204"/>
              </a:rPr>
              <a:t> </a:t>
            </a:r>
            <a:r>
              <a:rPr sz="1400" dirty="0">
                <a:latin typeface="Calibri" panose="020F0502020204030204"/>
                <a:cs typeface="Calibri" panose="020F0502020204030204"/>
              </a:rPr>
              <a:t>tinh</a:t>
            </a:r>
            <a:r>
              <a:rPr sz="1400" spc="-25" dirty="0">
                <a:latin typeface="Calibri" panose="020F0502020204030204"/>
                <a:cs typeface="Calibri" panose="020F0502020204030204"/>
              </a:rPr>
              <a:t> </a:t>
            </a:r>
            <a:r>
              <a:rPr sz="1400" dirty="0">
                <a:latin typeface="Calibri" panose="020F0502020204030204"/>
                <a:cs typeface="Calibri" panose="020F0502020204030204"/>
              </a:rPr>
              <a:t>ngoài,</a:t>
            </a:r>
            <a:r>
              <a:rPr sz="1400" spc="-20" dirty="0">
                <a:latin typeface="Calibri" panose="020F0502020204030204"/>
                <a:cs typeface="Calibri" panose="020F0502020204030204"/>
              </a:rPr>
              <a:t> </a:t>
            </a:r>
            <a:r>
              <a:rPr sz="1400" dirty="0">
                <a:latin typeface="Calibri" panose="020F0502020204030204"/>
                <a:cs typeface="Calibri" panose="020F0502020204030204"/>
              </a:rPr>
              <a:t>sau</a:t>
            </a:r>
            <a:r>
              <a:rPr sz="1400" spc="-15" dirty="0">
                <a:latin typeface="Calibri" panose="020F0502020204030204"/>
                <a:cs typeface="Calibri" panose="020F0502020204030204"/>
              </a:rPr>
              <a:t> </a:t>
            </a:r>
            <a:r>
              <a:rPr sz="1400" dirty="0">
                <a:latin typeface="Calibri" panose="020F0502020204030204"/>
                <a:cs typeface="Calibri" panose="020F0502020204030204"/>
              </a:rPr>
              <a:t>đó</a:t>
            </a:r>
            <a:r>
              <a:rPr sz="1400" spc="-15" dirty="0">
                <a:latin typeface="Calibri" panose="020F0502020204030204"/>
                <a:cs typeface="Calibri" panose="020F0502020204030204"/>
              </a:rPr>
              <a:t> </a:t>
            </a:r>
            <a:r>
              <a:rPr sz="1400" spc="-10" dirty="0">
                <a:latin typeface="Calibri" panose="020F0502020204030204"/>
                <a:cs typeface="Calibri" panose="020F0502020204030204"/>
              </a:rPr>
              <a:t>truyền </a:t>
            </a:r>
            <a:r>
              <a:rPr sz="1400" dirty="0">
                <a:latin typeface="Calibri" panose="020F0502020204030204"/>
                <a:cs typeface="Calibri" panose="020F0502020204030204"/>
              </a:rPr>
              <a:t>vào</a:t>
            </a:r>
            <a:r>
              <a:rPr sz="1400" spc="-30" dirty="0">
                <a:latin typeface="Calibri" panose="020F0502020204030204"/>
                <a:cs typeface="Calibri" panose="020F0502020204030204"/>
              </a:rPr>
              <a:t> </a:t>
            </a:r>
            <a:r>
              <a:rPr sz="1400" dirty="0">
                <a:latin typeface="Calibri" panose="020F0502020204030204"/>
                <a:cs typeface="Calibri" panose="020F0502020204030204"/>
              </a:rPr>
              <a:t>ống</a:t>
            </a:r>
            <a:r>
              <a:rPr sz="1400" spc="-5" dirty="0">
                <a:latin typeface="Calibri" panose="020F0502020204030204"/>
                <a:cs typeface="Calibri" panose="020F0502020204030204"/>
              </a:rPr>
              <a:t> </a:t>
            </a:r>
            <a:r>
              <a:rPr sz="1400" dirty="0">
                <a:latin typeface="Calibri" panose="020F0502020204030204"/>
                <a:cs typeface="Calibri" panose="020F0502020204030204"/>
              </a:rPr>
              <a:t>dầu</a:t>
            </a:r>
            <a:r>
              <a:rPr sz="1400" spc="-25" dirty="0">
                <a:latin typeface="Calibri" panose="020F0502020204030204"/>
                <a:cs typeface="Calibri" panose="020F0502020204030204"/>
              </a:rPr>
              <a:t> </a:t>
            </a:r>
            <a:r>
              <a:rPr sz="1400" dirty="0">
                <a:latin typeface="Calibri" panose="020F0502020204030204"/>
                <a:cs typeface="Calibri" panose="020F0502020204030204"/>
              </a:rPr>
              <a:t>làm</a:t>
            </a:r>
            <a:r>
              <a:rPr sz="1400" spc="-10"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20" dirty="0">
                <a:latin typeface="Calibri" panose="020F0502020204030204"/>
                <a:cs typeface="Calibri" panose="020F0502020204030204"/>
              </a:rPr>
              <a:t> </a:t>
            </a:r>
            <a:r>
              <a:rPr sz="1400" dirty="0">
                <a:latin typeface="Calibri" panose="020F0502020204030204"/>
                <a:cs typeface="Calibri" panose="020F0502020204030204"/>
              </a:rPr>
              <a:t>phía</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nóng</a:t>
            </a:r>
            <a:r>
              <a:rPr sz="1400" spc="-20" dirty="0">
                <a:latin typeface="Calibri" panose="020F0502020204030204"/>
                <a:cs typeface="Calibri" panose="020F0502020204030204"/>
              </a:rPr>
              <a:t> </a:t>
            </a:r>
            <a:r>
              <a:rPr sz="1400" dirty="0">
                <a:latin typeface="Calibri" panose="020F0502020204030204"/>
                <a:cs typeface="Calibri" panose="020F0502020204030204"/>
              </a:rPr>
              <a:t>lên</a:t>
            </a:r>
            <a:r>
              <a:rPr sz="1400" spc="-15" dirty="0">
                <a:latin typeface="Calibri" panose="020F0502020204030204"/>
                <a:cs typeface="Calibri" panose="020F0502020204030204"/>
              </a:rPr>
              <a:t> </a:t>
            </a:r>
            <a:r>
              <a:rPr sz="1400" dirty="0">
                <a:latin typeface="Calibri" panose="020F0502020204030204"/>
                <a:cs typeface="Calibri" panose="020F0502020204030204"/>
              </a:rPr>
              <a:t>và</a:t>
            </a:r>
            <a:r>
              <a:rPr sz="1400" spc="-15" dirty="0">
                <a:latin typeface="Calibri" panose="020F0502020204030204"/>
                <a:cs typeface="Calibri" panose="020F0502020204030204"/>
              </a:rPr>
              <a:t> </a:t>
            </a:r>
            <a:r>
              <a:rPr sz="1400" dirty="0">
                <a:latin typeface="Calibri" panose="020F0502020204030204"/>
                <a:cs typeface="Calibri" panose="020F0502020204030204"/>
              </a:rPr>
              <a:t>truyền</a:t>
            </a:r>
            <a:r>
              <a:rPr sz="1400" spc="-2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lên</a:t>
            </a:r>
            <a:r>
              <a:rPr sz="1400" spc="-20" dirty="0">
                <a:latin typeface="Calibri" panose="020F0502020204030204"/>
                <a:cs typeface="Calibri" panose="020F0502020204030204"/>
              </a:rPr>
              <a:t> </a:t>
            </a:r>
            <a:r>
              <a:rPr sz="1400" dirty="0">
                <a:latin typeface="Calibri" panose="020F0502020204030204"/>
                <a:cs typeface="Calibri" panose="020F0502020204030204"/>
              </a:rPr>
              <a:t>trên</a:t>
            </a:r>
            <a:r>
              <a:rPr sz="1400" spc="-20"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ngưng</a:t>
            </a:r>
            <a:r>
              <a:rPr sz="1400" spc="-20"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dầu</a:t>
            </a:r>
            <a:r>
              <a:rPr sz="1400" spc="-20" dirty="0">
                <a:latin typeface="Calibri" panose="020F0502020204030204"/>
                <a:cs typeface="Calibri" panose="020F0502020204030204"/>
              </a:rPr>
              <a:t> </a:t>
            </a:r>
            <a:r>
              <a:rPr sz="1400" dirty="0">
                <a:latin typeface="Calibri" panose="020F0502020204030204"/>
                <a:cs typeface="Calibri" panose="020F0502020204030204"/>
              </a:rPr>
              <a:t>bằng</a:t>
            </a:r>
            <a:r>
              <a:rPr sz="1400" spc="-20" dirty="0">
                <a:latin typeface="Calibri" panose="020F0502020204030204"/>
                <a:cs typeface="Calibri" panose="020F0502020204030204"/>
              </a:rPr>
              <a:t> </a:t>
            </a:r>
            <a:r>
              <a:rPr sz="1400" dirty="0">
                <a:latin typeface="Calibri" panose="020F0502020204030204"/>
                <a:cs typeface="Calibri" panose="020F0502020204030204"/>
              </a:rPr>
              <a:t>thủy</a:t>
            </a:r>
            <a:r>
              <a:rPr sz="1400" spc="-15" dirty="0">
                <a:latin typeface="Calibri" panose="020F0502020204030204"/>
                <a:cs typeface="Calibri" panose="020F0502020204030204"/>
              </a:rPr>
              <a:t> </a:t>
            </a:r>
            <a:r>
              <a:rPr sz="1400" dirty="0">
                <a:latin typeface="Calibri" panose="020F0502020204030204"/>
                <a:cs typeface="Calibri" panose="020F0502020204030204"/>
              </a:rPr>
              <a:t>tinh</a:t>
            </a:r>
            <a:r>
              <a:rPr sz="1400" spc="-20" dirty="0">
                <a:latin typeface="Calibri" panose="020F0502020204030204"/>
                <a:cs typeface="Calibri" panose="020F0502020204030204"/>
              </a:rPr>
              <a:t> </a:t>
            </a:r>
            <a:r>
              <a:rPr sz="1400" dirty="0">
                <a:latin typeface="Calibri" panose="020F0502020204030204"/>
                <a:cs typeface="Calibri" panose="020F0502020204030204"/>
              </a:rPr>
              <a:t>rồi</a:t>
            </a:r>
            <a:r>
              <a:rPr sz="1400" spc="-10" dirty="0">
                <a:latin typeface="Calibri" panose="020F0502020204030204"/>
                <a:cs typeface="Calibri" panose="020F0502020204030204"/>
              </a:rPr>
              <a:t> </a:t>
            </a:r>
            <a:r>
              <a:rPr sz="1400" spc="-25" dirty="0">
                <a:latin typeface="Calibri" panose="020F0502020204030204"/>
                <a:cs typeface="Calibri" panose="020F0502020204030204"/>
              </a:rPr>
              <a:t>làm </a:t>
            </a:r>
            <a:r>
              <a:rPr sz="1400" dirty="0">
                <a:latin typeface="Calibri" panose="020F0502020204030204"/>
                <a:cs typeface="Calibri" panose="020F0502020204030204"/>
              </a:rPr>
              <a:t>nóng</a:t>
            </a:r>
            <a:r>
              <a:rPr sz="1400" spc="-30" dirty="0">
                <a:latin typeface="Calibri" panose="020F0502020204030204"/>
                <a:cs typeface="Calibri" panose="020F0502020204030204"/>
              </a:rPr>
              <a:t> </a:t>
            </a:r>
            <a:r>
              <a:rPr sz="1400" dirty="0">
                <a:latin typeface="Calibri" panose="020F0502020204030204"/>
                <a:cs typeface="Calibri" panose="020F0502020204030204"/>
              </a:rPr>
              <a:t>vào</a:t>
            </a:r>
            <a:r>
              <a:rPr sz="1400" spc="-30" dirty="0">
                <a:latin typeface="Calibri" panose="020F0502020204030204"/>
                <a:cs typeface="Calibri" panose="020F0502020204030204"/>
              </a:rPr>
              <a:t> </a:t>
            </a:r>
            <a:r>
              <a:rPr sz="1400" dirty="0">
                <a:latin typeface="Calibri" panose="020F0502020204030204"/>
                <a:cs typeface="Calibri" panose="020F0502020204030204"/>
              </a:rPr>
              <a:t>nước</a:t>
            </a:r>
            <a:r>
              <a:rPr sz="1400" spc="-10" dirty="0">
                <a:latin typeface="Calibri" panose="020F0502020204030204"/>
                <a:cs typeface="Calibri" panose="020F0502020204030204"/>
              </a:rPr>
              <a:t> </a:t>
            </a:r>
            <a:r>
              <a:rPr sz="1400" dirty="0">
                <a:latin typeface="Calibri" panose="020F0502020204030204"/>
                <a:cs typeface="Calibri" panose="020F0502020204030204"/>
              </a:rPr>
              <a:t>chứa</a:t>
            </a:r>
            <a:r>
              <a:rPr sz="1400" spc="-20" dirty="0">
                <a:latin typeface="Calibri" panose="020F0502020204030204"/>
                <a:cs typeface="Calibri" panose="020F0502020204030204"/>
              </a:rPr>
              <a:t> </a:t>
            </a:r>
            <a:r>
              <a:rPr sz="1400" dirty="0">
                <a:latin typeface="Calibri" panose="020F0502020204030204"/>
                <a:cs typeface="Calibri" panose="020F0502020204030204"/>
              </a:rPr>
              <a:t>bên</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bảo</a:t>
            </a:r>
            <a:r>
              <a:rPr sz="1400" spc="-20" dirty="0">
                <a:latin typeface="Calibri" panose="020F0502020204030204"/>
                <a:cs typeface="Calibri" panose="020F0502020204030204"/>
              </a:rPr>
              <a:t> </a:t>
            </a:r>
            <a:r>
              <a:rPr sz="1400" dirty="0">
                <a:latin typeface="Calibri" panose="020F0502020204030204"/>
                <a:cs typeface="Calibri" panose="020F0502020204030204"/>
              </a:rPr>
              <a:t>ôn.</a:t>
            </a:r>
            <a:r>
              <a:rPr sz="1400" spc="-10" dirty="0">
                <a:latin typeface="Calibri" panose="020F0502020204030204"/>
                <a:cs typeface="Calibri" panose="020F0502020204030204"/>
              </a:rPr>
              <a:t> </a:t>
            </a:r>
            <a:r>
              <a:rPr sz="1400" dirty="0">
                <a:latin typeface="Calibri" panose="020F0502020204030204"/>
                <a:cs typeface="Calibri" panose="020F0502020204030204"/>
              </a:rPr>
              <a:t>Cụ thể,</a:t>
            </a:r>
            <a:r>
              <a:rPr sz="1400" spc="-10" dirty="0">
                <a:latin typeface="Calibri" panose="020F0502020204030204"/>
                <a:cs typeface="Calibri" panose="020F0502020204030204"/>
              </a:rPr>
              <a:t> </a:t>
            </a:r>
            <a:r>
              <a:rPr sz="1400" dirty="0">
                <a:latin typeface="Calibri" panose="020F0502020204030204"/>
                <a:cs typeface="Calibri" panose="020F0502020204030204"/>
              </a:rPr>
              <a:t>lúc</a:t>
            </a:r>
            <a:r>
              <a:rPr sz="1400" spc="-20" dirty="0">
                <a:latin typeface="Calibri" panose="020F0502020204030204"/>
                <a:cs typeface="Calibri" panose="020F0502020204030204"/>
              </a:rPr>
              <a:t> </a:t>
            </a:r>
            <a:r>
              <a:rPr sz="1400" dirty="0">
                <a:latin typeface="Calibri" panose="020F0502020204030204"/>
                <a:cs typeface="Calibri" panose="020F0502020204030204"/>
              </a:rPr>
              <a:t>này</a:t>
            </a:r>
            <a:r>
              <a:rPr sz="1400" spc="-20" dirty="0">
                <a:latin typeface="Calibri" panose="020F0502020204030204"/>
                <a:cs typeface="Calibri" panose="020F0502020204030204"/>
              </a:rPr>
              <a:t> </a:t>
            </a:r>
            <a:r>
              <a:rPr sz="1400" dirty="0">
                <a:latin typeface="Calibri" panose="020F0502020204030204"/>
                <a:cs typeface="Calibri" panose="020F0502020204030204"/>
              </a:rPr>
              <a:t>hơi</a:t>
            </a:r>
            <a:r>
              <a:rPr sz="1400" spc="-25" dirty="0">
                <a:latin typeface="Calibri" panose="020F0502020204030204"/>
                <a:cs typeface="Calibri" panose="020F0502020204030204"/>
              </a:rPr>
              <a:t> </a:t>
            </a:r>
            <a:r>
              <a:rPr sz="1400" dirty="0">
                <a:latin typeface="Calibri" panose="020F0502020204030204"/>
                <a:cs typeface="Calibri" panose="020F0502020204030204"/>
              </a:rPr>
              <a:t>môi</a:t>
            </a:r>
            <a:r>
              <a:rPr sz="1400" spc="-10" dirty="0">
                <a:latin typeface="Calibri" panose="020F0502020204030204"/>
                <a:cs typeface="Calibri" panose="020F0502020204030204"/>
              </a:rPr>
              <a:t> </a:t>
            </a:r>
            <a:r>
              <a:rPr sz="1400" dirty="0">
                <a:latin typeface="Calibri" panose="020F0502020204030204"/>
                <a:cs typeface="Calibri" panose="020F0502020204030204"/>
              </a:rPr>
              <a:t>chất</a:t>
            </a:r>
            <a:r>
              <a:rPr sz="1400" spc="-20" dirty="0">
                <a:latin typeface="Calibri" panose="020F0502020204030204"/>
                <a:cs typeface="Calibri" panose="020F0502020204030204"/>
              </a:rPr>
              <a:t> </a:t>
            </a:r>
            <a:r>
              <a:rPr sz="1400" dirty="0">
                <a:latin typeface="Calibri" panose="020F0502020204030204"/>
                <a:cs typeface="Calibri" panose="020F0502020204030204"/>
              </a:rPr>
              <a:t>nóng lên</a:t>
            </a:r>
            <a:r>
              <a:rPr sz="1400" spc="-15" dirty="0">
                <a:latin typeface="Calibri" panose="020F0502020204030204"/>
                <a:cs typeface="Calibri" panose="020F0502020204030204"/>
              </a:rPr>
              <a:t> </a:t>
            </a:r>
            <a:r>
              <a:rPr sz="1400" dirty="0">
                <a:latin typeface="Calibri" panose="020F0502020204030204"/>
                <a:cs typeface="Calibri" panose="020F0502020204030204"/>
              </a:rPr>
              <a:t>sẽ</a:t>
            </a:r>
            <a:r>
              <a:rPr sz="1400" spc="-20" dirty="0">
                <a:latin typeface="Calibri" panose="020F0502020204030204"/>
                <a:cs typeface="Calibri" panose="020F0502020204030204"/>
              </a:rPr>
              <a:t> </a:t>
            </a:r>
            <a:r>
              <a:rPr sz="1400" dirty="0">
                <a:latin typeface="Calibri" panose="020F0502020204030204"/>
                <a:cs typeface="Calibri" panose="020F0502020204030204"/>
              </a:rPr>
              <a:t>di</a:t>
            </a:r>
            <a:r>
              <a:rPr sz="1400" spc="-15" dirty="0">
                <a:latin typeface="Calibri" panose="020F0502020204030204"/>
                <a:cs typeface="Calibri" panose="020F0502020204030204"/>
              </a:rPr>
              <a:t> </a:t>
            </a:r>
            <a:r>
              <a:rPr sz="1400" dirty="0">
                <a:latin typeface="Calibri" panose="020F0502020204030204"/>
                <a:cs typeface="Calibri" panose="020F0502020204030204"/>
              </a:rPr>
              <a:t>chuyển</a:t>
            </a:r>
            <a:r>
              <a:rPr sz="1400" spc="-25" dirty="0">
                <a:latin typeface="Calibri" panose="020F0502020204030204"/>
                <a:cs typeface="Calibri" panose="020F0502020204030204"/>
              </a:rPr>
              <a:t> </a:t>
            </a:r>
            <a:r>
              <a:rPr sz="1400" dirty="0">
                <a:latin typeface="Calibri" panose="020F0502020204030204"/>
                <a:cs typeface="Calibri" panose="020F0502020204030204"/>
              </a:rPr>
              <a:t>lên</a:t>
            </a:r>
            <a:r>
              <a:rPr sz="1400" spc="-15" dirty="0">
                <a:latin typeface="Calibri" panose="020F0502020204030204"/>
                <a:cs typeface="Calibri" panose="020F0502020204030204"/>
              </a:rPr>
              <a:t> </a:t>
            </a:r>
            <a:r>
              <a:rPr sz="1400" dirty="0">
                <a:latin typeface="Calibri" panose="020F0502020204030204"/>
                <a:cs typeface="Calibri" panose="020F0502020204030204"/>
              </a:rPr>
              <a:t>trên</a:t>
            </a:r>
            <a:r>
              <a:rPr sz="1400" spc="-15" dirty="0">
                <a:latin typeface="Calibri" panose="020F0502020204030204"/>
                <a:cs typeface="Calibri" panose="020F0502020204030204"/>
              </a:rPr>
              <a:t> </a:t>
            </a:r>
            <a:r>
              <a:rPr sz="1400" dirty="0">
                <a:latin typeface="Calibri" panose="020F0502020204030204"/>
                <a:cs typeface="Calibri" panose="020F0502020204030204"/>
              </a:rPr>
              <a:t>ở</a:t>
            </a:r>
            <a:r>
              <a:rPr sz="1400" spc="-10" dirty="0">
                <a:latin typeface="Calibri" panose="020F0502020204030204"/>
                <a:cs typeface="Calibri" panose="020F0502020204030204"/>
              </a:rPr>
              <a:t> </a:t>
            </a:r>
            <a:r>
              <a:rPr sz="1400" dirty="0">
                <a:latin typeface="Calibri" panose="020F0502020204030204"/>
                <a:cs typeface="Calibri" panose="020F0502020204030204"/>
              </a:rPr>
              <a:t>phần</a:t>
            </a:r>
            <a:r>
              <a:rPr sz="1400" spc="-15" dirty="0">
                <a:latin typeface="Calibri" panose="020F0502020204030204"/>
                <a:cs typeface="Calibri" panose="020F0502020204030204"/>
              </a:rPr>
              <a:t> </a:t>
            </a:r>
            <a:r>
              <a:rPr sz="1400" dirty="0">
                <a:latin typeface="Calibri" panose="020F0502020204030204"/>
                <a:cs typeface="Calibri" panose="020F0502020204030204"/>
              </a:rPr>
              <a:t>ngưng</a:t>
            </a:r>
            <a:r>
              <a:rPr sz="1400" spc="-15" dirty="0">
                <a:latin typeface="Calibri" panose="020F0502020204030204"/>
                <a:cs typeface="Calibri" panose="020F0502020204030204"/>
              </a:rPr>
              <a:t> </a:t>
            </a:r>
            <a:r>
              <a:rPr sz="1400" spc="-25" dirty="0">
                <a:latin typeface="Calibri" panose="020F0502020204030204"/>
                <a:cs typeface="Calibri" panose="020F0502020204030204"/>
              </a:rPr>
              <a:t>tụ </a:t>
            </a:r>
            <a:r>
              <a:rPr sz="1400" dirty="0">
                <a:latin typeface="Calibri" panose="020F0502020204030204"/>
                <a:cs typeface="Calibri" panose="020F0502020204030204"/>
              </a:rPr>
              <a:t>và</a:t>
            </a:r>
            <a:r>
              <a:rPr sz="1400" spc="-15" dirty="0">
                <a:latin typeface="Calibri" panose="020F0502020204030204"/>
                <a:cs typeface="Calibri" panose="020F0502020204030204"/>
              </a:rPr>
              <a:t> </a:t>
            </a:r>
            <a:r>
              <a:rPr sz="1400" dirty="0">
                <a:latin typeface="Calibri" panose="020F0502020204030204"/>
                <a:cs typeface="Calibri" panose="020F0502020204030204"/>
              </a:rPr>
              <a:t>phần</a:t>
            </a:r>
            <a:r>
              <a:rPr sz="1400" spc="-15" dirty="0">
                <a:latin typeface="Calibri" panose="020F0502020204030204"/>
                <a:cs typeface="Calibri" panose="020F0502020204030204"/>
              </a:rPr>
              <a:t> </a:t>
            </a:r>
            <a:r>
              <a:rPr sz="1400" dirty="0">
                <a:latin typeface="Calibri" panose="020F0502020204030204"/>
                <a:cs typeface="Calibri" panose="020F0502020204030204"/>
              </a:rPr>
              <a:t>hơi</a:t>
            </a:r>
            <a:r>
              <a:rPr sz="1400" spc="-10" dirty="0">
                <a:latin typeface="Calibri" panose="020F0502020204030204"/>
                <a:cs typeface="Calibri" panose="020F0502020204030204"/>
              </a:rPr>
              <a:t> </a:t>
            </a:r>
            <a:r>
              <a:rPr sz="1400" dirty="0">
                <a:latin typeface="Calibri" panose="020F0502020204030204"/>
                <a:cs typeface="Calibri" panose="020F0502020204030204"/>
              </a:rPr>
              <a:t>môi</a:t>
            </a:r>
            <a:r>
              <a:rPr sz="1400" spc="-25" dirty="0">
                <a:latin typeface="Calibri" panose="020F0502020204030204"/>
                <a:cs typeface="Calibri" panose="020F0502020204030204"/>
              </a:rPr>
              <a:t> </a:t>
            </a:r>
            <a:r>
              <a:rPr sz="1400" dirty="0">
                <a:latin typeface="Calibri" panose="020F0502020204030204"/>
                <a:cs typeface="Calibri" panose="020F0502020204030204"/>
              </a:rPr>
              <a:t>nhả</a:t>
            </a:r>
            <a:r>
              <a:rPr sz="1400" spc="-1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sẽ</a:t>
            </a:r>
            <a:r>
              <a:rPr sz="1400" spc="-5" dirty="0">
                <a:latin typeface="Calibri" panose="020F0502020204030204"/>
                <a:cs typeface="Calibri" panose="020F0502020204030204"/>
              </a:rPr>
              <a:t> </a:t>
            </a:r>
            <a:r>
              <a:rPr sz="1400" dirty="0">
                <a:latin typeface="Calibri" panose="020F0502020204030204"/>
                <a:cs typeface="Calibri" panose="020F0502020204030204"/>
              </a:rPr>
              <a:t>di</a:t>
            </a:r>
            <a:r>
              <a:rPr sz="1400" spc="-10" dirty="0">
                <a:latin typeface="Calibri" panose="020F0502020204030204"/>
                <a:cs typeface="Calibri" panose="020F0502020204030204"/>
              </a:rPr>
              <a:t> </a:t>
            </a:r>
            <a:r>
              <a:rPr sz="1400" dirty="0">
                <a:latin typeface="Calibri" panose="020F0502020204030204"/>
                <a:cs typeface="Calibri" panose="020F0502020204030204"/>
              </a:rPr>
              <a:t>chuyển</a:t>
            </a:r>
            <a:r>
              <a:rPr sz="1400" spc="-15" dirty="0">
                <a:latin typeface="Calibri" panose="020F0502020204030204"/>
                <a:cs typeface="Calibri" panose="020F0502020204030204"/>
              </a:rPr>
              <a:t> </a:t>
            </a:r>
            <a:r>
              <a:rPr sz="1400" dirty="0">
                <a:latin typeface="Calibri" panose="020F0502020204030204"/>
                <a:cs typeface="Calibri" panose="020F0502020204030204"/>
              </a:rPr>
              <a:t>xuống</a:t>
            </a:r>
            <a:r>
              <a:rPr sz="1400" spc="-15" dirty="0">
                <a:latin typeface="Calibri" panose="020F0502020204030204"/>
                <a:cs typeface="Calibri" panose="020F0502020204030204"/>
              </a:rPr>
              <a:t> </a:t>
            </a:r>
            <a:r>
              <a:rPr sz="1400" dirty="0">
                <a:latin typeface="Calibri" panose="020F0502020204030204"/>
                <a:cs typeface="Calibri" panose="020F0502020204030204"/>
              </a:rPr>
              <a:t>dưới</a:t>
            </a:r>
            <a:r>
              <a:rPr sz="1400" spc="-15" dirty="0">
                <a:latin typeface="Calibri" panose="020F0502020204030204"/>
                <a:cs typeface="Calibri" panose="020F0502020204030204"/>
              </a:rPr>
              <a:t> </a:t>
            </a:r>
            <a:r>
              <a:rPr sz="1400" dirty="0">
                <a:latin typeface="Calibri" panose="020F0502020204030204"/>
                <a:cs typeface="Calibri" panose="020F0502020204030204"/>
              </a:rPr>
              <a:t>về</a:t>
            </a:r>
            <a:r>
              <a:rPr sz="1400" spc="-5" dirty="0">
                <a:latin typeface="Calibri" panose="020F0502020204030204"/>
                <a:cs typeface="Calibri" panose="020F0502020204030204"/>
              </a:rPr>
              <a:t> </a:t>
            </a:r>
            <a:r>
              <a:rPr sz="1400" dirty="0">
                <a:latin typeface="Calibri" panose="020F0502020204030204"/>
                <a:cs typeface="Calibri" panose="020F0502020204030204"/>
              </a:rPr>
              <a:t>phía</a:t>
            </a:r>
            <a:r>
              <a:rPr sz="1400" spc="-10" dirty="0">
                <a:latin typeface="Calibri" panose="020F0502020204030204"/>
                <a:cs typeface="Calibri" panose="020F0502020204030204"/>
              </a:rPr>
              <a:t> </a:t>
            </a:r>
            <a:r>
              <a:rPr sz="1400" dirty="0">
                <a:latin typeface="Calibri" panose="020F0502020204030204"/>
                <a:cs typeface="Calibri" panose="020F0502020204030204"/>
              </a:rPr>
              <a:t>đáy</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theo</a:t>
            </a:r>
            <a:r>
              <a:rPr sz="1400" spc="-30" dirty="0">
                <a:latin typeface="Calibri" panose="020F0502020204030204"/>
                <a:cs typeface="Calibri" panose="020F0502020204030204"/>
              </a:rPr>
              <a:t> </a:t>
            </a:r>
            <a:r>
              <a:rPr sz="1400" dirty="0">
                <a:latin typeface="Calibri" panose="020F0502020204030204"/>
                <a:cs typeface="Calibri" panose="020F0502020204030204"/>
              </a:rPr>
              <a:t>nguyên</a:t>
            </a:r>
            <a:r>
              <a:rPr sz="1400" spc="-15" dirty="0">
                <a:latin typeface="Calibri" panose="020F0502020204030204"/>
                <a:cs typeface="Calibri" panose="020F0502020204030204"/>
              </a:rPr>
              <a:t> </a:t>
            </a:r>
            <a:r>
              <a:rPr sz="1400" dirty="0">
                <a:latin typeface="Calibri" panose="020F0502020204030204"/>
                <a:cs typeface="Calibri" panose="020F0502020204030204"/>
              </a:rPr>
              <a:t>lí</a:t>
            </a:r>
            <a:r>
              <a:rPr sz="1400" spc="-10" dirty="0">
                <a:latin typeface="Calibri" panose="020F0502020204030204"/>
                <a:cs typeface="Calibri" panose="020F0502020204030204"/>
              </a:rPr>
              <a:t> </a:t>
            </a:r>
            <a:r>
              <a:rPr sz="1400" dirty="0">
                <a:latin typeface="Calibri" panose="020F0502020204030204"/>
                <a:cs typeface="Calibri" panose="020F0502020204030204"/>
              </a:rPr>
              <a:t>đối</a:t>
            </a:r>
            <a:r>
              <a:rPr sz="1400" spc="-25" dirty="0">
                <a:latin typeface="Calibri" panose="020F0502020204030204"/>
                <a:cs typeface="Calibri" panose="020F0502020204030204"/>
              </a:rPr>
              <a:t> </a:t>
            </a:r>
            <a:r>
              <a:rPr sz="1400" dirty="0">
                <a:latin typeface="Calibri" panose="020F0502020204030204"/>
                <a:cs typeface="Calibri" panose="020F0502020204030204"/>
              </a:rPr>
              <a:t>lưu</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10" dirty="0">
                <a:latin typeface="Calibri" panose="020F0502020204030204"/>
                <a:cs typeface="Calibri" panose="020F0502020204030204"/>
              </a:rPr>
              <a:t> </a:t>
            </a:r>
            <a:r>
              <a:rPr sz="1400" dirty="0">
                <a:latin typeface="Calibri" panose="020F0502020204030204"/>
                <a:cs typeface="Calibri" panose="020F0502020204030204"/>
              </a:rPr>
              <a:t>quy</a:t>
            </a:r>
            <a:r>
              <a:rPr sz="1400" spc="-15" dirty="0">
                <a:latin typeface="Calibri" panose="020F0502020204030204"/>
                <a:cs typeface="Calibri" panose="020F0502020204030204"/>
              </a:rPr>
              <a:t> </a:t>
            </a:r>
            <a:r>
              <a:rPr sz="1400" dirty="0">
                <a:latin typeface="Calibri" panose="020F0502020204030204"/>
                <a:cs typeface="Calibri" panose="020F0502020204030204"/>
              </a:rPr>
              <a:t>trình</a:t>
            </a:r>
            <a:r>
              <a:rPr sz="1400" spc="-15" dirty="0">
                <a:latin typeface="Calibri" panose="020F0502020204030204"/>
                <a:cs typeface="Calibri" panose="020F0502020204030204"/>
              </a:rPr>
              <a:t> </a:t>
            </a:r>
            <a:r>
              <a:rPr sz="1400" dirty="0">
                <a:latin typeface="Calibri" panose="020F0502020204030204"/>
                <a:cs typeface="Calibri" panose="020F0502020204030204"/>
              </a:rPr>
              <a:t>cứ</a:t>
            </a:r>
            <a:r>
              <a:rPr sz="1400" spc="-20" dirty="0">
                <a:latin typeface="Calibri" panose="020F0502020204030204"/>
                <a:cs typeface="Calibri" panose="020F0502020204030204"/>
              </a:rPr>
              <a:t> </a:t>
            </a:r>
            <a:r>
              <a:rPr sz="1400" dirty="0">
                <a:latin typeface="Calibri" panose="020F0502020204030204"/>
                <a:cs typeface="Calibri" panose="020F0502020204030204"/>
              </a:rPr>
              <a:t>diễn</a:t>
            </a:r>
            <a:r>
              <a:rPr sz="1400" spc="-20" dirty="0">
                <a:latin typeface="Calibri" panose="020F0502020204030204"/>
                <a:cs typeface="Calibri" panose="020F0502020204030204"/>
              </a:rPr>
              <a:t> </a:t>
            </a:r>
            <a:r>
              <a:rPr sz="1400" spc="-25" dirty="0">
                <a:latin typeface="Calibri" panose="020F0502020204030204"/>
                <a:cs typeface="Calibri" panose="020F0502020204030204"/>
              </a:rPr>
              <a:t>ra</a:t>
            </a:r>
            <a:r>
              <a:rPr sz="1400" spc="500" dirty="0">
                <a:latin typeface="Calibri" panose="020F0502020204030204"/>
                <a:cs typeface="Calibri" panose="020F0502020204030204"/>
              </a:rPr>
              <a:t> </a:t>
            </a:r>
            <a:r>
              <a:rPr sz="1400" dirty="0">
                <a:latin typeface="Calibri" panose="020F0502020204030204"/>
                <a:cs typeface="Calibri" panose="020F0502020204030204"/>
              </a:rPr>
              <a:t>luân</a:t>
            </a:r>
            <a:r>
              <a:rPr sz="1400" spc="-25" dirty="0">
                <a:latin typeface="Calibri" panose="020F0502020204030204"/>
                <a:cs typeface="Calibri" panose="020F0502020204030204"/>
              </a:rPr>
              <a:t> </a:t>
            </a:r>
            <a:r>
              <a:rPr sz="1400" dirty="0">
                <a:latin typeface="Calibri" panose="020F0502020204030204"/>
                <a:cs typeface="Calibri" panose="020F0502020204030204"/>
              </a:rPr>
              <a:t>phiên</a:t>
            </a:r>
            <a:r>
              <a:rPr sz="1400" spc="-15" dirty="0">
                <a:latin typeface="Calibri" panose="020F0502020204030204"/>
                <a:cs typeface="Calibri" panose="020F0502020204030204"/>
              </a:rPr>
              <a:t> </a:t>
            </a:r>
            <a:r>
              <a:rPr sz="1400" dirty="0">
                <a:latin typeface="Calibri" panose="020F0502020204030204"/>
                <a:cs typeface="Calibri" panose="020F0502020204030204"/>
              </a:rPr>
              <a:t>đến</a:t>
            </a:r>
            <a:r>
              <a:rPr sz="1400" spc="-10" dirty="0">
                <a:latin typeface="Calibri" panose="020F0502020204030204"/>
                <a:cs typeface="Calibri" panose="020F0502020204030204"/>
              </a:rPr>
              <a:t> </a:t>
            </a:r>
            <a:r>
              <a:rPr sz="1400" dirty="0">
                <a:latin typeface="Calibri" panose="020F0502020204030204"/>
                <a:cs typeface="Calibri" panose="020F0502020204030204"/>
              </a:rPr>
              <a:t>khi</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độ</a:t>
            </a:r>
            <a:r>
              <a:rPr sz="1400" spc="-25"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bình</a:t>
            </a:r>
            <a:r>
              <a:rPr sz="1400" spc="-15" dirty="0">
                <a:latin typeface="Calibri" panose="020F0502020204030204"/>
                <a:cs typeface="Calibri" panose="020F0502020204030204"/>
              </a:rPr>
              <a:t> </a:t>
            </a:r>
            <a:r>
              <a:rPr sz="1400" dirty="0">
                <a:latin typeface="Calibri" panose="020F0502020204030204"/>
                <a:cs typeface="Calibri" panose="020F0502020204030204"/>
              </a:rPr>
              <a:t>chứa</a:t>
            </a:r>
            <a:r>
              <a:rPr sz="1400" spc="-15" dirty="0">
                <a:latin typeface="Calibri" panose="020F0502020204030204"/>
                <a:cs typeface="Calibri" panose="020F0502020204030204"/>
              </a:rPr>
              <a:t> </a:t>
            </a:r>
            <a:r>
              <a:rPr sz="1400" dirty="0">
                <a:latin typeface="Calibri" panose="020F0502020204030204"/>
                <a:cs typeface="Calibri" panose="020F0502020204030204"/>
              </a:rPr>
              <a:t>bằng với</a:t>
            </a:r>
            <a:r>
              <a:rPr sz="1400" spc="-10" dirty="0">
                <a:latin typeface="Calibri" panose="020F0502020204030204"/>
                <a:cs typeface="Calibri" panose="020F0502020204030204"/>
              </a:rPr>
              <a:t> </a:t>
            </a:r>
            <a:r>
              <a:rPr sz="1400" dirty="0">
                <a:latin typeface="Calibri" panose="020F0502020204030204"/>
                <a:cs typeface="Calibri" panose="020F0502020204030204"/>
              </a:rPr>
              <a:t>nhiệt</a:t>
            </a:r>
            <a:r>
              <a:rPr sz="1400" spc="-15" dirty="0">
                <a:latin typeface="Calibri" panose="020F0502020204030204"/>
                <a:cs typeface="Calibri" panose="020F0502020204030204"/>
              </a:rPr>
              <a:t> </a:t>
            </a:r>
            <a:r>
              <a:rPr sz="1400" dirty="0">
                <a:latin typeface="Calibri" panose="020F0502020204030204"/>
                <a:cs typeface="Calibri" panose="020F0502020204030204"/>
              </a:rPr>
              <a:t>độ</a:t>
            </a:r>
            <a:r>
              <a:rPr sz="1400" spc="-15"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dầu</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25" dirty="0">
                <a:latin typeface="Calibri" panose="020F0502020204030204"/>
                <a:cs typeface="Calibri" panose="020F0502020204030204"/>
              </a:rPr>
              <a:t> </a:t>
            </a:r>
            <a:r>
              <a:rPr sz="1400" dirty="0">
                <a:latin typeface="Calibri" panose="020F0502020204030204"/>
                <a:cs typeface="Calibri" panose="020F0502020204030204"/>
              </a:rPr>
              <a:t>ống</a:t>
            </a:r>
            <a:r>
              <a:rPr sz="1400" spc="-20" dirty="0">
                <a:latin typeface="Calibri" panose="020F0502020204030204"/>
                <a:cs typeface="Calibri" panose="020F0502020204030204"/>
              </a:rPr>
              <a:t> </a:t>
            </a:r>
            <a:r>
              <a:rPr sz="1400" dirty="0">
                <a:latin typeface="Calibri" panose="020F0502020204030204"/>
                <a:cs typeface="Calibri" panose="020F0502020204030204"/>
              </a:rPr>
              <a:t>thì</a:t>
            </a:r>
            <a:r>
              <a:rPr sz="1400" spc="-25" dirty="0">
                <a:latin typeface="Calibri" panose="020F0502020204030204"/>
                <a:cs typeface="Calibri" panose="020F0502020204030204"/>
              </a:rPr>
              <a:t> </a:t>
            </a:r>
            <a:r>
              <a:rPr sz="1400" dirty="0">
                <a:latin typeface="Calibri" panose="020F0502020204030204"/>
                <a:cs typeface="Calibri" panose="020F0502020204030204"/>
              </a:rPr>
              <a:t>quá</a:t>
            </a:r>
            <a:r>
              <a:rPr sz="1400" spc="-10" dirty="0">
                <a:latin typeface="Calibri" panose="020F0502020204030204"/>
                <a:cs typeface="Calibri" panose="020F0502020204030204"/>
              </a:rPr>
              <a:t> </a:t>
            </a:r>
            <a:r>
              <a:rPr sz="1400" dirty="0">
                <a:latin typeface="Calibri" panose="020F0502020204030204"/>
                <a:cs typeface="Calibri" panose="020F0502020204030204"/>
              </a:rPr>
              <a:t>trình</a:t>
            </a:r>
            <a:r>
              <a:rPr sz="1400" spc="-10" dirty="0">
                <a:latin typeface="Calibri" panose="020F0502020204030204"/>
                <a:cs typeface="Calibri" panose="020F0502020204030204"/>
              </a:rPr>
              <a:t> </a:t>
            </a:r>
            <a:r>
              <a:rPr sz="1400" dirty="0">
                <a:latin typeface="Calibri" panose="020F0502020204030204"/>
                <a:cs typeface="Calibri" panose="020F0502020204030204"/>
              </a:rPr>
              <a:t>này</a:t>
            </a:r>
            <a:r>
              <a:rPr sz="1400" spc="-15" dirty="0">
                <a:latin typeface="Calibri" panose="020F0502020204030204"/>
                <a:cs typeface="Calibri" panose="020F0502020204030204"/>
              </a:rPr>
              <a:t> </a:t>
            </a:r>
            <a:r>
              <a:rPr sz="1400" dirty="0">
                <a:latin typeface="Calibri" panose="020F0502020204030204"/>
                <a:cs typeface="Calibri" panose="020F0502020204030204"/>
              </a:rPr>
              <a:t>kết</a:t>
            </a:r>
            <a:r>
              <a:rPr sz="1400" spc="-15" dirty="0">
                <a:latin typeface="Calibri" panose="020F0502020204030204"/>
                <a:cs typeface="Calibri" panose="020F0502020204030204"/>
              </a:rPr>
              <a:t> </a:t>
            </a:r>
            <a:r>
              <a:rPr sz="1400" spc="-10" dirty="0">
                <a:latin typeface="Calibri" panose="020F0502020204030204"/>
                <a:cs typeface="Calibri" panose="020F0502020204030204"/>
              </a:rPr>
              <a:t>thúc.</a:t>
            </a:r>
            <a:endParaRPr sz="1400">
              <a:latin typeface="Calibri" panose="020F0502020204030204"/>
              <a:cs typeface="Calibri" panose="020F0502020204030204"/>
            </a:endParaRPr>
          </a:p>
          <a:p>
            <a:pPr marL="12700" marR="138430" indent="30480">
              <a:lnSpc>
                <a:spcPct val="109000"/>
              </a:lnSpc>
              <a:spcBef>
                <a:spcPts val="820"/>
              </a:spcBef>
            </a:pPr>
            <a:r>
              <a:rPr sz="1400" dirty="0">
                <a:latin typeface="Calibri" panose="020F0502020204030204"/>
                <a:cs typeface="Calibri" panose="020F0502020204030204"/>
              </a:rPr>
              <a:t>Do</a:t>
            </a:r>
            <a:r>
              <a:rPr sz="1400" spc="-30"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truyền</a:t>
            </a:r>
            <a:r>
              <a:rPr sz="1400" spc="-30"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thông</a:t>
            </a:r>
            <a:r>
              <a:rPr sz="1400" spc="-15" dirty="0">
                <a:latin typeface="Calibri" panose="020F0502020204030204"/>
                <a:cs typeface="Calibri" panose="020F0502020204030204"/>
              </a:rPr>
              <a:t> </a:t>
            </a:r>
            <a:r>
              <a:rPr sz="1400" dirty="0">
                <a:latin typeface="Calibri" panose="020F0502020204030204"/>
                <a:cs typeface="Calibri" panose="020F0502020204030204"/>
              </a:rPr>
              <a:t>qua</a:t>
            </a:r>
            <a:r>
              <a:rPr sz="1400" spc="-10" dirty="0">
                <a:latin typeface="Calibri" panose="020F0502020204030204"/>
                <a:cs typeface="Calibri" panose="020F0502020204030204"/>
              </a:rPr>
              <a:t> </a:t>
            </a:r>
            <a:r>
              <a:rPr sz="1400" dirty="0">
                <a:latin typeface="Calibri" panose="020F0502020204030204"/>
                <a:cs typeface="Calibri" panose="020F0502020204030204"/>
              </a:rPr>
              <a:t>trao</a:t>
            </a:r>
            <a:r>
              <a:rPr sz="1400" spc="-20" dirty="0">
                <a:latin typeface="Calibri" panose="020F0502020204030204"/>
                <a:cs typeface="Calibri" panose="020F0502020204030204"/>
              </a:rPr>
              <a:t> </a:t>
            </a:r>
            <a:r>
              <a:rPr sz="1400" dirty="0">
                <a:latin typeface="Calibri" panose="020F0502020204030204"/>
                <a:cs typeface="Calibri" panose="020F0502020204030204"/>
              </a:rPr>
              <a:t>đổi</a:t>
            </a:r>
            <a:r>
              <a:rPr sz="1400" spc="-25" dirty="0">
                <a:latin typeface="Calibri" panose="020F0502020204030204"/>
                <a:cs typeface="Calibri" panose="020F0502020204030204"/>
              </a:rPr>
              <a:t> </a:t>
            </a:r>
            <a:r>
              <a:rPr sz="1400" dirty="0">
                <a:latin typeface="Calibri" panose="020F0502020204030204"/>
                <a:cs typeface="Calibri" panose="020F0502020204030204"/>
              </a:rPr>
              <a:t>nhiệt</a:t>
            </a:r>
            <a:r>
              <a:rPr sz="1400" spc="-5"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dung</a:t>
            </a:r>
            <a:r>
              <a:rPr sz="1400" spc="-15" dirty="0">
                <a:latin typeface="Calibri" panose="020F0502020204030204"/>
                <a:cs typeface="Calibri" panose="020F0502020204030204"/>
              </a:rPr>
              <a:t> </a:t>
            </a:r>
            <a:r>
              <a:rPr sz="1400" dirty="0">
                <a:latin typeface="Calibri" panose="020F0502020204030204"/>
                <a:cs typeface="Calibri" panose="020F0502020204030204"/>
              </a:rPr>
              <a:t>dịch</a:t>
            </a:r>
            <a:r>
              <a:rPr sz="1400" spc="-15" dirty="0">
                <a:latin typeface="Calibri" panose="020F0502020204030204"/>
                <a:cs typeface="Calibri" panose="020F0502020204030204"/>
              </a:rPr>
              <a:t> </a:t>
            </a:r>
            <a:r>
              <a:rPr sz="1400" dirty="0">
                <a:latin typeface="Calibri" panose="020F0502020204030204"/>
                <a:cs typeface="Calibri" panose="020F0502020204030204"/>
              </a:rPr>
              <a:t>lỏng</a:t>
            </a:r>
            <a:r>
              <a:rPr sz="1400" spc="-15" dirty="0">
                <a:latin typeface="Calibri" panose="020F0502020204030204"/>
                <a:cs typeface="Calibri" panose="020F0502020204030204"/>
              </a:rPr>
              <a:t> </a:t>
            </a:r>
            <a:r>
              <a:rPr sz="1400" dirty="0">
                <a:latin typeface="Calibri" panose="020F0502020204030204"/>
                <a:cs typeface="Calibri" panose="020F0502020204030204"/>
              </a:rPr>
              <a:t>nằm</a:t>
            </a:r>
            <a:r>
              <a:rPr sz="1400" spc="-20" dirty="0">
                <a:latin typeface="Calibri" panose="020F0502020204030204"/>
                <a:cs typeface="Calibri" panose="020F0502020204030204"/>
              </a:rPr>
              <a:t> </a:t>
            </a:r>
            <a:r>
              <a:rPr sz="1400" dirty="0">
                <a:latin typeface="Calibri" panose="020F0502020204030204"/>
                <a:cs typeface="Calibri" panose="020F0502020204030204"/>
              </a:rPr>
              <a:t>bên</a:t>
            </a:r>
            <a:r>
              <a:rPr sz="1400" spc="-15" dirty="0">
                <a:latin typeface="Calibri" panose="020F0502020204030204"/>
                <a:cs typeface="Calibri" panose="020F0502020204030204"/>
              </a:rPr>
              <a:t> </a:t>
            </a:r>
            <a:r>
              <a:rPr sz="1400" dirty="0">
                <a:latin typeface="Calibri" panose="020F0502020204030204"/>
                <a:cs typeface="Calibri" panose="020F0502020204030204"/>
              </a:rPr>
              <a:t>trong</a:t>
            </a:r>
            <a:r>
              <a:rPr sz="1400" spc="-15" dirty="0">
                <a:latin typeface="Calibri" panose="020F0502020204030204"/>
                <a:cs typeface="Calibri" panose="020F0502020204030204"/>
              </a:rPr>
              <a:t> </a:t>
            </a:r>
            <a:r>
              <a:rPr sz="1400" dirty="0">
                <a:latin typeface="Calibri" panose="020F0502020204030204"/>
                <a:cs typeface="Calibri" panose="020F0502020204030204"/>
              </a:rPr>
              <a:t>ống</a:t>
            </a:r>
            <a:r>
              <a:rPr sz="1400" spc="-15" dirty="0">
                <a:latin typeface="Calibri" panose="020F0502020204030204"/>
                <a:cs typeface="Calibri" panose="020F0502020204030204"/>
              </a:rPr>
              <a:t> </a:t>
            </a:r>
            <a:r>
              <a:rPr sz="1400" dirty="0">
                <a:latin typeface="Calibri" panose="020F0502020204030204"/>
                <a:cs typeface="Calibri" panose="020F0502020204030204"/>
              </a:rPr>
              <a:t>nhiệt(</a:t>
            </a:r>
            <a:r>
              <a:rPr sz="1400" spc="-25" dirty="0">
                <a:latin typeface="Calibri" panose="020F0502020204030204"/>
                <a:cs typeface="Calibri" panose="020F0502020204030204"/>
              </a:rPr>
              <a:t> </a:t>
            </a:r>
            <a:r>
              <a:rPr sz="1400" dirty="0">
                <a:latin typeface="Calibri" panose="020F0502020204030204"/>
                <a:cs typeface="Calibri" panose="020F0502020204030204"/>
              </a:rPr>
              <a:t>dầu),</a:t>
            </a:r>
            <a:r>
              <a:rPr sz="1400" spc="-10" dirty="0">
                <a:latin typeface="Calibri" panose="020F0502020204030204"/>
                <a:cs typeface="Calibri" panose="020F0502020204030204"/>
              </a:rPr>
              <a:t> </a:t>
            </a:r>
            <a:r>
              <a:rPr sz="1400" dirty="0">
                <a:latin typeface="Calibri" panose="020F0502020204030204"/>
                <a:cs typeface="Calibri" panose="020F0502020204030204"/>
              </a:rPr>
              <a:t>theo</a:t>
            </a:r>
            <a:r>
              <a:rPr sz="1400" spc="-30" dirty="0">
                <a:latin typeface="Calibri" panose="020F0502020204030204"/>
                <a:cs typeface="Calibri" panose="020F0502020204030204"/>
              </a:rPr>
              <a:t> </a:t>
            </a:r>
            <a:r>
              <a:rPr sz="1400" dirty="0">
                <a:latin typeface="Calibri" panose="020F0502020204030204"/>
                <a:cs typeface="Calibri" panose="020F0502020204030204"/>
              </a:rPr>
              <a:t>đó</a:t>
            </a:r>
            <a:r>
              <a:rPr sz="1400" spc="-15" dirty="0">
                <a:latin typeface="Calibri" panose="020F0502020204030204"/>
                <a:cs typeface="Calibri" panose="020F0502020204030204"/>
              </a:rPr>
              <a:t> </a:t>
            </a:r>
            <a:r>
              <a:rPr sz="1400" dirty="0">
                <a:latin typeface="Calibri" panose="020F0502020204030204"/>
                <a:cs typeface="Calibri" panose="020F0502020204030204"/>
              </a:rPr>
              <a:t>tốc</a:t>
            </a:r>
            <a:r>
              <a:rPr sz="1400" spc="-10" dirty="0">
                <a:latin typeface="Calibri" panose="020F0502020204030204"/>
                <a:cs typeface="Calibri" panose="020F0502020204030204"/>
              </a:rPr>
              <a:t> </a:t>
            </a:r>
            <a:r>
              <a:rPr sz="1400" spc="-25" dirty="0">
                <a:latin typeface="Calibri" panose="020F0502020204030204"/>
                <a:cs typeface="Calibri" panose="020F0502020204030204"/>
              </a:rPr>
              <a:t>độ </a:t>
            </a:r>
            <a:r>
              <a:rPr sz="1400" dirty="0">
                <a:latin typeface="Calibri" panose="020F0502020204030204"/>
                <a:cs typeface="Calibri" panose="020F0502020204030204"/>
              </a:rPr>
              <a:t>truyền</a:t>
            </a:r>
            <a:r>
              <a:rPr sz="1400" spc="-20" dirty="0">
                <a:latin typeface="Calibri" panose="020F0502020204030204"/>
                <a:cs typeface="Calibri" panose="020F0502020204030204"/>
              </a:rPr>
              <a:t> </a:t>
            </a:r>
            <a:r>
              <a:rPr sz="1400" dirty="0">
                <a:latin typeface="Calibri" panose="020F0502020204030204"/>
                <a:cs typeface="Calibri" panose="020F0502020204030204"/>
              </a:rPr>
              <a:t>nhiệt</a:t>
            </a:r>
            <a:r>
              <a:rPr sz="1400" spc="-25" dirty="0">
                <a:latin typeface="Calibri" panose="020F0502020204030204"/>
                <a:cs typeface="Calibri" panose="020F0502020204030204"/>
              </a:rPr>
              <a:t> </a:t>
            </a:r>
            <a:r>
              <a:rPr sz="1400" dirty="0">
                <a:latin typeface="Calibri" panose="020F0502020204030204"/>
                <a:cs typeface="Calibri" panose="020F0502020204030204"/>
              </a:rPr>
              <a:t>nhanh</a:t>
            </a:r>
            <a:r>
              <a:rPr sz="1400" spc="-20" dirty="0">
                <a:latin typeface="Calibri" panose="020F0502020204030204"/>
                <a:cs typeface="Calibri" panose="020F0502020204030204"/>
              </a:rPr>
              <a:t> </a:t>
            </a:r>
            <a:r>
              <a:rPr sz="1400" dirty="0">
                <a:latin typeface="Calibri" panose="020F0502020204030204"/>
                <a:cs typeface="Calibri" panose="020F0502020204030204"/>
              </a:rPr>
              <a:t>gấp</a:t>
            </a:r>
            <a:r>
              <a:rPr sz="1400" spc="220" dirty="0">
                <a:latin typeface="Calibri" panose="020F0502020204030204"/>
                <a:cs typeface="Calibri" panose="020F0502020204030204"/>
              </a:rPr>
              <a:t> </a:t>
            </a:r>
            <a:r>
              <a:rPr sz="1400" dirty="0">
                <a:latin typeface="Calibri" panose="020F0502020204030204"/>
                <a:cs typeface="Calibri" panose="020F0502020204030204"/>
              </a:rPr>
              <a:t>nhiều</a:t>
            </a:r>
            <a:r>
              <a:rPr sz="1400" spc="-20" dirty="0">
                <a:latin typeface="Calibri" panose="020F0502020204030204"/>
                <a:cs typeface="Calibri" panose="020F0502020204030204"/>
              </a:rPr>
              <a:t> </a:t>
            </a:r>
            <a:r>
              <a:rPr sz="1400" dirty="0">
                <a:latin typeface="Calibri" panose="020F0502020204030204"/>
                <a:cs typeface="Calibri" panose="020F0502020204030204"/>
              </a:rPr>
              <a:t>lần</a:t>
            </a:r>
            <a:r>
              <a:rPr sz="1400" spc="-30" dirty="0">
                <a:latin typeface="Calibri" panose="020F0502020204030204"/>
                <a:cs typeface="Calibri" panose="020F0502020204030204"/>
              </a:rPr>
              <a:t> </a:t>
            </a:r>
            <a:r>
              <a:rPr sz="1400" dirty="0">
                <a:latin typeface="Calibri" panose="020F0502020204030204"/>
                <a:cs typeface="Calibri" panose="020F0502020204030204"/>
              </a:rPr>
              <a:t>so</a:t>
            </a:r>
            <a:r>
              <a:rPr sz="1400" spc="-20" dirty="0">
                <a:latin typeface="Calibri" panose="020F0502020204030204"/>
                <a:cs typeface="Calibri" panose="020F0502020204030204"/>
              </a:rPr>
              <a:t> </a:t>
            </a:r>
            <a:r>
              <a:rPr sz="1400" dirty="0">
                <a:latin typeface="Calibri" panose="020F0502020204030204"/>
                <a:cs typeface="Calibri" panose="020F0502020204030204"/>
              </a:rPr>
              <a:t>với</a:t>
            </a:r>
            <a:r>
              <a:rPr sz="1400" spc="-10" dirty="0">
                <a:latin typeface="Calibri" panose="020F0502020204030204"/>
                <a:cs typeface="Calibri" panose="020F0502020204030204"/>
              </a:rPr>
              <a:t> </a:t>
            </a:r>
            <a:r>
              <a:rPr sz="1400" dirty="0">
                <a:latin typeface="Calibri" panose="020F0502020204030204"/>
                <a:cs typeface="Calibri" panose="020F0502020204030204"/>
              </a:rPr>
              <a:t>các</a:t>
            </a:r>
            <a:r>
              <a:rPr sz="1400" spc="-15" dirty="0">
                <a:latin typeface="Calibri" panose="020F0502020204030204"/>
                <a:cs typeface="Calibri" panose="020F0502020204030204"/>
              </a:rPr>
              <a:t> </a:t>
            </a:r>
            <a:r>
              <a:rPr sz="1400" dirty="0">
                <a:latin typeface="Calibri" panose="020F0502020204030204"/>
                <a:cs typeface="Calibri" panose="020F0502020204030204"/>
              </a:rPr>
              <a:t>phương</a:t>
            </a:r>
            <a:r>
              <a:rPr sz="1400" spc="-20" dirty="0">
                <a:latin typeface="Calibri" panose="020F0502020204030204"/>
                <a:cs typeface="Calibri" panose="020F0502020204030204"/>
              </a:rPr>
              <a:t> </a:t>
            </a:r>
            <a:r>
              <a:rPr sz="1400" dirty="0">
                <a:latin typeface="Calibri" panose="020F0502020204030204"/>
                <a:cs typeface="Calibri" panose="020F0502020204030204"/>
              </a:rPr>
              <a:t>pháp</a:t>
            </a:r>
            <a:r>
              <a:rPr sz="1400" spc="-20" dirty="0">
                <a:latin typeface="Calibri" panose="020F0502020204030204"/>
                <a:cs typeface="Calibri" panose="020F0502020204030204"/>
              </a:rPr>
              <a:t> </a:t>
            </a:r>
            <a:r>
              <a:rPr sz="1400" dirty="0">
                <a:latin typeface="Calibri" panose="020F0502020204030204"/>
                <a:cs typeface="Calibri" panose="020F0502020204030204"/>
              </a:rPr>
              <a:t>truyền</a:t>
            </a:r>
            <a:r>
              <a:rPr sz="1400" spc="-20" dirty="0">
                <a:latin typeface="Calibri" panose="020F0502020204030204"/>
                <a:cs typeface="Calibri" panose="020F0502020204030204"/>
              </a:rPr>
              <a:t> </a:t>
            </a:r>
            <a:r>
              <a:rPr sz="1400" dirty="0">
                <a:latin typeface="Calibri" panose="020F0502020204030204"/>
                <a:cs typeface="Calibri" panose="020F0502020204030204"/>
              </a:rPr>
              <a:t>nhiệt</a:t>
            </a:r>
            <a:r>
              <a:rPr sz="1400" spc="-10" dirty="0">
                <a:latin typeface="Calibri" panose="020F0502020204030204"/>
                <a:cs typeface="Calibri" panose="020F0502020204030204"/>
              </a:rPr>
              <a:t> </a:t>
            </a:r>
            <a:r>
              <a:rPr sz="1400" dirty="0">
                <a:latin typeface="Calibri" panose="020F0502020204030204"/>
                <a:cs typeface="Calibri" panose="020F0502020204030204"/>
              </a:rPr>
              <a:t>thông</a:t>
            </a:r>
            <a:r>
              <a:rPr sz="1400" spc="-20" dirty="0">
                <a:latin typeface="Calibri" panose="020F0502020204030204"/>
                <a:cs typeface="Calibri" panose="020F0502020204030204"/>
              </a:rPr>
              <a:t> </a:t>
            </a:r>
            <a:r>
              <a:rPr sz="1400" spc="-10" dirty="0">
                <a:latin typeface="Calibri" panose="020F0502020204030204"/>
                <a:cs typeface="Calibri" panose="020F0502020204030204"/>
              </a:rPr>
              <a:t>thường.</a:t>
            </a:r>
            <a:endParaRPr sz="1400">
              <a:latin typeface="Calibri" panose="020F0502020204030204"/>
              <a:cs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amond(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heel(1)">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 calcmode="lin" valueType="num">
                                      <p:cBhvr>
                                        <p:cTn id="22" dur="1000" fill="hold"/>
                                        <p:tgtEl>
                                          <p:spTgt spid="2">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2">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2">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Effect transition="in" filter="wipe(down)">
                                      <p:cBhvr>
                                        <p:cTn id="29" dur="500"/>
                                        <p:tgtEl>
                                          <p:spTgt spid="2">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3">
                                            <p:txEl>
                                              <p:pRg st="0" end="0"/>
                                            </p:txEl>
                                          </p:spTgt>
                                        </p:tgtEl>
                                        <p:attrNameLst>
                                          <p:attrName>style.visibility</p:attrName>
                                        </p:attrNameLst>
                                      </p:cBhvr>
                                      <p:to>
                                        <p:strVal val="visible"/>
                                      </p:to>
                                    </p:set>
                                    <p:animEffect transition="in" filter="barn(inVertical)">
                                      <p:cBhvr>
                                        <p:cTn id="34" dur="500"/>
                                        <p:tgtEl>
                                          <p:spTgt spid="3">
                                            <p:txEl>
                                              <p:pRg st="0" end="0"/>
                                            </p:txEl>
                                          </p:spTgt>
                                        </p:tgtEl>
                                      </p:cBhvr>
                                    </p:animEffect>
                                  </p:childTnLst>
                                </p:cTn>
                              </p:par>
                              <p:par>
                                <p:cTn id="35" presetID="16" presetClass="entr" presetSubtype="21" fill="hold" nodeType="with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barn(inVertical)">
                                      <p:cBhvr>
                                        <p:cTn id="37" dur="500"/>
                                        <p:tgtEl>
                                          <p:spTgt spid="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 calcmode="lin" valueType="num">
                                      <p:cBhvr>
                                        <p:cTn id="42" dur="1000" fill="hold"/>
                                        <p:tgtEl>
                                          <p:spTgt spid="4">
                                            <p:txEl>
                                              <p:pRg st="0" end="0"/>
                                            </p:txEl>
                                          </p:spTgt>
                                        </p:tgtEl>
                                        <p:attrNameLst>
                                          <p:attrName>ppt_w</p:attrName>
                                        </p:attrNameLst>
                                      </p:cBhvr>
                                      <p:tavLst>
                                        <p:tav tm="0">
                                          <p:val>
                                            <p:strVal val="#ppt_w*0.70"/>
                                          </p:val>
                                        </p:tav>
                                        <p:tav tm="100000">
                                          <p:val>
                                            <p:strVal val="#ppt_w"/>
                                          </p:val>
                                        </p:tav>
                                      </p:tavLst>
                                    </p:anim>
                                    <p:anim calcmode="lin" valueType="num">
                                      <p:cBhvr>
                                        <p:cTn id="43" dur="1000" fill="hold"/>
                                        <p:tgtEl>
                                          <p:spTgt spid="4">
                                            <p:txEl>
                                              <p:pRg st="0" end="0"/>
                                            </p:txEl>
                                          </p:spTgt>
                                        </p:tgtEl>
                                        <p:attrNameLst>
                                          <p:attrName>ppt_h</p:attrName>
                                        </p:attrNameLst>
                                      </p:cBhvr>
                                      <p:tavLst>
                                        <p:tav tm="0">
                                          <p:val>
                                            <p:strVal val="#ppt_h"/>
                                          </p:val>
                                        </p:tav>
                                        <p:tav tm="100000">
                                          <p:val>
                                            <p:strVal val="#ppt_h"/>
                                          </p:val>
                                        </p:tav>
                                      </p:tavLst>
                                    </p:anim>
                                    <p:animEffect transition="in" filter="fade">
                                      <p:cBhvr>
                                        <p:cTn id="44" dur="1000"/>
                                        <p:tgtEl>
                                          <p:spTgt spid="4">
                                            <p:txEl>
                                              <p:pRg st="0" end="0"/>
                                            </p:txEl>
                                          </p:spTgt>
                                        </p:tgtEl>
                                      </p:cBhvr>
                                    </p:animEffect>
                                  </p:childTnLst>
                                </p:cTn>
                              </p:par>
                              <p:par>
                                <p:cTn id="45" presetID="55" presetClass="entr" presetSubtype="0" fill="hold" nodeType="with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anim calcmode="lin" valueType="num">
                                      <p:cBhvr>
                                        <p:cTn id="47" dur="1000" fill="hold"/>
                                        <p:tgtEl>
                                          <p:spTgt spid="4">
                                            <p:txEl>
                                              <p:pRg st="1" end="1"/>
                                            </p:txEl>
                                          </p:spTgt>
                                        </p:tgtEl>
                                        <p:attrNameLst>
                                          <p:attrName>ppt_w</p:attrName>
                                        </p:attrNameLst>
                                      </p:cBhvr>
                                      <p:tavLst>
                                        <p:tav tm="0">
                                          <p:val>
                                            <p:strVal val="#ppt_w*0.70"/>
                                          </p:val>
                                        </p:tav>
                                        <p:tav tm="100000">
                                          <p:val>
                                            <p:strVal val="#ppt_w"/>
                                          </p:val>
                                        </p:tav>
                                      </p:tavLst>
                                    </p:anim>
                                    <p:anim calcmode="lin" valueType="num">
                                      <p:cBhvr>
                                        <p:cTn id="48" dur="1000" fill="hold"/>
                                        <p:tgtEl>
                                          <p:spTgt spid="4">
                                            <p:txEl>
                                              <p:pRg st="1" end="1"/>
                                            </p:txEl>
                                          </p:spTgt>
                                        </p:tgtEl>
                                        <p:attrNameLst>
                                          <p:attrName>ppt_h</p:attrName>
                                        </p:attrNameLst>
                                      </p:cBhvr>
                                      <p:tavLst>
                                        <p:tav tm="0">
                                          <p:val>
                                            <p:strVal val="#ppt_h"/>
                                          </p:val>
                                        </p:tav>
                                        <p:tav tm="100000">
                                          <p:val>
                                            <p:strVal val="#ppt_h"/>
                                          </p:val>
                                        </p:tav>
                                      </p:tavLst>
                                    </p:anim>
                                    <p:animEffect transition="in" filter="fade">
                                      <p:cBhvr>
                                        <p:cTn id="49" dur="1000"/>
                                        <p:tgtEl>
                                          <p:spTgt spid="4">
                                            <p:txEl>
                                              <p:pRg st="1" end="1"/>
                                            </p:txEl>
                                          </p:spTgt>
                                        </p:tgtEl>
                                      </p:cBhvr>
                                    </p:animEffect>
                                  </p:childTnLst>
                                </p:cTn>
                              </p:par>
                              <p:par>
                                <p:cTn id="50" presetID="55" presetClass="entr" presetSubtype="0" fill="hold" nodeType="withEffect">
                                  <p:stCondLst>
                                    <p:cond delay="0"/>
                                  </p:stCondLst>
                                  <p:childTnLst>
                                    <p:set>
                                      <p:cBhvr>
                                        <p:cTn id="51" dur="1" fill="hold">
                                          <p:stCondLst>
                                            <p:cond delay="0"/>
                                          </p:stCondLst>
                                        </p:cTn>
                                        <p:tgtEl>
                                          <p:spTgt spid="4">
                                            <p:txEl>
                                              <p:pRg st="2" end="2"/>
                                            </p:txEl>
                                          </p:spTgt>
                                        </p:tgtEl>
                                        <p:attrNameLst>
                                          <p:attrName>style.visibility</p:attrName>
                                        </p:attrNameLst>
                                      </p:cBhvr>
                                      <p:to>
                                        <p:strVal val="visible"/>
                                      </p:to>
                                    </p:set>
                                    <p:anim calcmode="lin" valueType="num">
                                      <p:cBhvr>
                                        <p:cTn id="52" dur="1000" fill="hold"/>
                                        <p:tgtEl>
                                          <p:spTgt spid="4">
                                            <p:txEl>
                                              <p:pRg st="2" end="2"/>
                                            </p:txEl>
                                          </p:spTgt>
                                        </p:tgtEl>
                                        <p:attrNameLst>
                                          <p:attrName>ppt_w</p:attrName>
                                        </p:attrNameLst>
                                      </p:cBhvr>
                                      <p:tavLst>
                                        <p:tav tm="0">
                                          <p:val>
                                            <p:strVal val="#ppt_w*0.70"/>
                                          </p:val>
                                        </p:tav>
                                        <p:tav tm="100000">
                                          <p:val>
                                            <p:strVal val="#ppt_w"/>
                                          </p:val>
                                        </p:tav>
                                      </p:tavLst>
                                    </p:anim>
                                    <p:anim calcmode="lin" valueType="num">
                                      <p:cBhvr>
                                        <p:cTn id="53" dur="1000" fill="hold"/>
                                        <p:tgtEl>
                                          <p:spTgt spid="4">
                                            <p:txEl>
                                              <p:pRg st="2" end="2"/>
                                            </p:txEl>
                                          </p:spTgt>
                                        </p:tgtEl>
                                        <p:attrNameLst>
                                          <p:attrName>ppt_h</p:attrName>
                                        </p:attrNameLst>
                                      </p:cBhvr>
                                      <p:tavLst>
                                        <p:tav tm="0">
                                          <p:val>
                                            <p:strVal val="#ppt_h"/>
                                          </p:val>
                                        </p:tav>
                                        <p:tav tm="100000">
                                          <p:val>
                                            <p:strVal val="#ppt_h"/>
                                          </p:val>
                                        </p:tav>
                                      </p:tavLst>
                                    </p:anim>
                                    <p:animEffect transition="in" filter="fade">
                                      <p:cBhvr>
                                        <p:cTn id="54" dur="1000"/>
                                        <p:tgtEl>
                                          <p:spTgt spid="4">
                                            <p:txEl>
                                              <p:pRg st="2" end="2"/>
                                            </p:txEl>
                                          </p:spTgt>
                                        </p:tgtEl>
                                      </p:cBhvr>
                                    </p:animEffect>
                                  </p:childTnLst>
                                </p:cTn>
                              </p:par>
                              <p:par>
                                <p:cTn id="55" presetID="55" presetClass="entr" presetSubtype="0" fill="hold" nodeType="withEffect">
                                  <p:stCondLst>
                                    <p:cond delay="0"/>
                                  </p:stCondLst>
                                  <p:childTnLst>
                                    <p:set>
                                      <p:cBhvr>
                                        <p:cTn id="56" dur="1" fill="hold">
                                          <p:stCondLst>
                                            <p:cond delay="0"/>
                                          </p:stCondLst>
                                        </p:cTn>
                                        <p:tgtEl>
                                          <p:spTgt spid="4">
                                            <p:txEl>
                                              <p:pRg st="3" end="3"/>
                                            </p:txEl>
                                          </p:spTgt>
                                        </p:tgtEl>
                                        <p:attrNameLst>
                                          <p:attrName>style.visibility</p:attrName>
                                        </p:attrNameLst>
                                      </p:cBhvr>
                                      <p:to>
                                        <p:strVal val="visible"/>
                                      </p:to>
                                    </p:set>
                                    <p:anim calcmode="lin" valueType="num">
                                      <p:cBhvr>
                                        <p:cTn id="57" dur="1000" fill="hold"/>
                                        <p:tgtEl>
                                          <p:spTgt spid="4">
                                            <p:txEl>
                                              <p:pRg st="3" end="3"/>
                                            </p:txEl>
                                          </p:spTgt>
                                        </p:tgtEl>
                                        <p:attrNameLst>
                                          <p:attrName>ppt_w</p:attrName>
                                        </p:attrNameLst>
                                      </p:cBhvr>
                                      <p:tavLst>
                                        <p:tav tm="0">
                                          <p:val>
                                            <p:strVal val="#ppt_w*0.70"/>
                                          </p:val>
                                        </p:tav>
                                        <p:tav tm="100000">
                                          <p:val>
                                            <p:strVal val="#ppt_w"/>
                                          </p:val>
                                        </p:tav>
                                      </p:tavLst>
                                    </p:anim>
                                    <p:anim calcmode="lin" valueType="num">
                                      <p:cBhvr>
                                        <p:cTn id="58" dur="1000" fill="hold"/>
                                        <p:tgtEl>
                                          <p:spTgt spid="4">
                                            <p:txEl>
                                              <p:pRg st="3" end="3"/>
                                            </p:txEl>
                                          </p:spTgt>
                                        </p:tgtEl>
                                        <p:attrNameLst>
                                          <p:attrName>ppt_h</p:attrName>
                                        </p:attrNameLst>
                                      </p:cBhvr>
                                      <p:tavLst>
                                        <p:tav tm="0">
                                          <p:val>
                                            <p:strVal val="#ppt_h"/>
                                          </p:val>
                                        </p:tav>
                                        <p:tav tm="100000">
                                          <p:val>
                                            <p:strVal val="#ppt_h"/>
                                          </p:val>
                                        </p:tav>
                                      </p:tavLst>
                                    </p:anim>
                                    <p:animEffect transition="in" filter="fade">
                                      <p:cBhvr>
                                        <p:cTn id="59"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5800" y="457200"/>
            <a:ext cx="6566535" cy="6016625"/>
          </a:xfrm>
          <a:prstGeom prst="rect">
            <a:avLst/>
          </a:prstGeom>
        </p:spPr>
        <p:txBody>
          <a:bodyPr vert="horz" wrap="square" lIns="0" tIns="12065" rIns="0" bIns="0" rtlCol="0">
            <a:spAutoFit/>
          </a:bodyPr>
          <a:lstStyle/>
          <a:p>
            <a:pPr marL="12700" marR="194310">
              <a:lnSpc>
                <a:spcPct val="109000"/>
              </a:lnSpc>
              <a:spcBef>
                <a:spcPts val="95"/>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1800" dirty="0">
                <a:latin typeface="Calibri" panose="020F0502020204030204"/>
                <a:cs typeface="Calibri" panose="020F0502020204030204"/>
              </a:rPr>
              <a:t>Lớp vỏ</a:t>
            </a:r>
            <a:r>
              <a:rPr sz="1800" spc="-15" dirty="0">
                <a:latin typeface="Calibri" panose="020F0502020204030204"/>
                <a:cs typeface="Calibri" panose="020F0502020204030204"/>
              </a:rPr>
              <a:t> </a:t>
            </a:r>
            <a:r>
              <a:rPr sz="1800" dirty="0">
                <a:latin typeface="Calibri" panose="020F0502020204030204"/>
                <a:cs typeface="Calibri" panose="020F0502020204030204"/>
              </a:rPr>
              <a:t>bình:</a:t>
            </a:r>
            <a:r>
              <a:rPr sz="1800" spc="-5" dirty="0">
                <a:latin typeface="Calibri" panose="020F0502020204030204"/>
                <a:cs typeface="Calibri" panose="020F0502020204030204"/>
              </a:rPr>
              <a:t> </a:t>
            </a:r>
            <a:r>
              <a:rPr sz="1800" dirty="0">
                <a:latin typeface="Calibri" panose="020F0502020204030204"/>
                <a:cs typeface="Calibri" panose="020F0502020204030204"/>
              </a:rPr>
              <a:t>Thường</a:t>
            </a:r>
            <a:r>
              <a:rPr sz="1800" spc="-15" dirty="0">
                <a:latin typeface="Calibri" panose="020F0502020204030204"/>
                <a:cs typeface="Calibri" panose="020F0502020204030204"/>
              </a:rPr>
              <a:t> </a:t>
            </a:r>
            <a:r>
              <a:rPr sz="1800" dirty="0">
                <a:latin typeface="Calibri" panose="020F0502020204030204"/>
                <a:cs typeface="Calibri" panose="020F0502020204030204"/>
              </a:rPr>
              <a:t>được</a:t>
            </a:r>
            <a:r>
              <a:rPr sz="1800" spc="-20" dirty="0">
                <a:latin typeface="Calibri" panose="020F0502020204030204"/>
                <a:cs typeface="Calibri" panose="020F0502020204030204"/>
              </a:rPr>
              <a:t> </a:t>
            </a:r>
            <a:r>
              <a:rPr sz="1800" dirty="0">
                <a:latin typeface="Calibri" panose="020F0502020204030204"/>
                <a:cs typeface="Calibri" panose="020F0502020204030204"/>
              </a:rPr>
              <a:t>làm</a:t>
            </a:r>
            <a:r>
              <a:rPr sz="1800" spc="-15" dirty="0">
                <a:latin typeface="Calibri" panose="020F0502020204030204"/>
                <a:cs typeface="Calibri" panose="020F0502020204030204"/>
              </a:rPr>
              <a:t> </a:t>
            </a:r>
            <a:r>
              <a:rPr sz="1800" dirty="0">
                <a:latin typeface="Calibri" panose="020F0502020204030204"/>
                <a:cs typeface="Calibri" panose="020F0502020204030204"/>
              </a:rPr>
              <a:t>bằng</a:t>
            </a:r>
            <a:r>
              <a:rPr sz="1800" spc="-20" dirty="0">
                <a:latin typeface="Calibri" panose="020F0502020204030204"/>
                <a:cs typeface="Calibri" panose="020F0502020204030204"/>
              </a:rPr>
              <a:t> </a:t>
            </a:r>
            <a:r>
              <a:rPr sz="1800" dirty="0">
                <a:latin typeface="Calibri" panose="020F0502020204030204"/>
                <a:cs typeface="Calibri" panose="020F0502020204030204"/>
              </a:rPr>
              <a:t>Inox</a:t>
            </a:r>
            <a:r>
              <a:rPr sz="1800" spc="-20" dirty="0">
                <a:latin typeface="Calibri" panose="020F0502020204030204"/>
                <a:cs typeface="Calibri" panose="020F0502020204030204"/>
              </a:rPr>
              <a:t> </a:t>
            </a:r>
            <a:r>
              <a:rPr sz="1800" dirty="0">
                <a:latin typeface="Calibri" panose="020F0502020204030204"/>
                <a:cs typeface="Calibri" panose="020F0502020204030204"/>
              </a:rPr>
              <a:t>chịu</a:t>
            </a:r>
            <a:r>
              <a:rPr sz="1800" spc="-15" dirty="0">
                <a:latin typeface="Calibri" panose="020F0502020204030204"/>
                <a:cs typeface="Calibri" panose="020F0502020204030204"/>
              </a:rPr>
              <a:t> </a:t>
            </a:r>
            <a:r>
              <a:rPr sz="1800" dirty="0">
                <a:latin typeface="Calibri" panose="020F0502020204030204"/>
                <a:cs typeface="Calibri" panose="020F0502020204030204"/>
              </a:rPr>
              <a:t>sự</a:t>
            </a:r>
            <a:r>
              <a:rPr sz="1800" spc="-15" dirty="0">
                <a:latin typeface="Calibri" panose="020F0502020204030204"/>
                <a:cs typeface="Calibri" panose="020F0502020204030204"/>
              </a:rPr>
              <a:t> </a:t>
            </a:r>
            <a:r>
              <a:rPr sz="1800" dirty="0">
                <a:latin typeface="Calibri" panose="020F0502020204030204"/>
                <a:cs typeface="Calibri" panose="020F0502020204030204"/>
              </a:rPr>
              <a:t>ăn</a:t>
            </a:r>
            <a:r>
              <a:rPr sz="1800" spc="-15" dirty="0">
                <a:latin typeface="Calibri" panose="020F0502020204030204"/>
                <a:cs typeface="Calibri" panose="020F0502020204030204"/>
              </a:rPr>
              <a:t> </a:t>
            </a:r>
            <a:r>
              <a:rPr sz="1800" dirty="0">
                <a:latin typeface="Calibri" panose="020F0502020204030204"/>
                <a:cs typeface="Calibri" panose="020F0502020204030204"/>
              </a:rPr>
              <a:t>mòn</a:t>
            </a:r>
            <a:r>
              <a:rPr sz="1800" spc="-15" dirty="0">
                <a:latin typeface="Calibri" panose="020F0502020204030204"/>
                <a:cs typeface="Calibri" panose="020F0502020204030204"/>
              </a:rPr>
              <a:t> </a:t>
            </a:r>
            <a:r>
              <a:rPr sz="1800" dirty="0">
                <a:latin typeface="Calibri" panose="020F0502020204030204"/>
                <a:cs typeface="Calibri" panose="020F0502020204030204"/>
              </a:rPr>
              <a:t>của</a:t>
            </a:r>
            <a:r>
              <a:rPr sz="1800" spc="-10" dirty="0">
                <a:latin typeface="Calibri" panose="020F0502020204030204"/>
                <a:cs typeface="Calibri" panose="020F0502020204030204"/>
              </a:rPr>
              <a:t> </a:t>
            </a:r>
            <a:r>
              <a:rPr sz="1800" dirty="0">
                <a:latin typeface="Calibri" panose="020F0502020204030204"/>
                <a:cs typeface="Calibri" panose="020F0502020204030204"/>
              </a:rPr>
              <a:t>thời</a:t>
            </a:r>
            <a:r>
              <a:rPr sz="1800" spc="-15" dirty="0">
                <a:latin typeface="Calibri" panose="020F0502020204030204"/>
                <a:cs typeface="Calibri" panose="020F0502020204030204"/>
              </a:rPr>
              <a:t> </a:t>
            </a:r>
            <a:r>
              <a:rPr sz="1800" dirty="0">
                <a:latin typeface="Calibri" panose="020F0502020204030204"/>
                <a:cs typeface="Calibri" panose="020F0502020204030204"/>
              </a:rPr>
              <a:t>tiết</a:t>
            </a:r>
            <a:r>
              <a:rPr sz="1800" spc="-20" dirty="0">
                <a:latin typeface="Calibri" panose="020F0502020204030204"/>
                <a:cs typeface="Calibri" panose="020F0502020204030204"/>
              </a:rPr>
              <a:t> </a:t>
            </a:r>
            <a:r>
              <a:rPr sz="1800" dirty="0">
                <a:latin typeface="Calibri" panose="020F0502020204030204"/>
                <a:cs typeface="Calibri" panose="020F0502020204030204"/>
              </a:rPr>
              <a:t>khắc</a:t>
            </a:r>
            <a:r>
              <a:rPr sz="1800" spc="-20" dirty="0">
                <a:latin typeface="Calibri" panose="020F0502020204030204"/>
                <a:cs typeface="Calibri" panose="020F0502020204030204"/>
              </a:rPr>
              <a:t> </a:t>
            </a:r>
            <a:r>
              <a:rPr sz="1800" dirty="0">
                <a:latin typeface="Calibri" panose="020F0502020204030204"/>
                <a:cs typeface="Calibri" panose="020F0502020204030204"/>
              </a:rPr>
              <a:t>nghiệt</a:t>
            </a:r>
            <a:r>
              <a:rPr sz="1800" spc="-5" dirty="0">
                <a:latin typeface="Calibri" panose="020F0502020204030204"/>
                <a:cs typeface="Calibri" panose="020F0502020204030204"/>
              </a:rPr>
              <a:t> </a:t>
            </a:r>
            <a:r>
              <a:rPr sz="1800" dirty="0">
                <a:latin typeface="Calibri" panose="020F0502020204030204"/>
                <a:cs typeface="Calibri" panose="020F0502020204030204"/>
              </a:rPr>
              <a:t>của</a:t>
            </a:r>
            <a:r>
              <a:rPr sz="1800" spc="-20" dirty="0">
                <a:latin typeface="Calibri" panose="020F0502020204030204"/>
                <a:cs typeface="Calibri" panose="020F0502020204030204"/>
              </a:rPr>
              <a:t> </a:t>
            </a:r>
            <a:r>
              <a:rPr sz="1800" dirty="0">
                <a:latin typeface="Calibri" panose="020F0502020204030204"/>
                <a:cs typeface="Calibri" panose="020F0502020204030204"/>
              </a:rPr>
              <a:t>nước</a:t>
            </a:r>
            <a:r>
              <a:rPr sz="1800" spc="-20" dirty="0">
                <a:latin typeface="Calibri" panose="020F0502020204030204"/>
                <a:cs typeface="Calibri" panose="020F0502020204030204"/>
              </a:rPr>
              <a:t> </a:t>
            </a:r>
            <a:r>
              <a:rPr sz="1800" dirty="0">
                <a:latin typeface="Calibri" panose="020F0502020204030204"/>
                <a:cs typeface="Calibri" panose="020F0502020204030204"/>
              </a:rPr>
              <a:t>ta.</a:t>
            </a:r>
            <a:r>
              <a:rPr sz="1800" spc="-10" dirty="0">
                <a:latin typeface="Calibri" panose="020F0502020204030204"/>
                <a:cs typeface="Calibri" panose="020F0502020204030204"/>
              </a:rPr>
              <a:t> </a:t>
            </a:r>
            <a:r>
              <a:rPr sz="1800" dirty="0">
                <a:latin typeface="Calibri" panose="020F0502020204030204"/>
                <a:cs typeface="Calibri" panose="020F0502020204030204"/>
              </a:rPr>
              <a:t>Nó</a:t>
            </a:r>
            <a:r>
              <a:rPr sz="1800" spc="-15" dirty="0">
                <a:latin typeface="Calibri" panose="020F0502020204030204"/>
                <a:cs typeface="Calibri" panose="020F0502020204030204"/>
              </a:rPr>
              <a:t> </a:t>
            </a:r>
            <a:r>
              <a:rPr sz="1800" dirty="0">
                <a:latin typeface="Calibri" panose="020F0502020204030204"/>
                <a:cs typeface="Calibri" panose="020F0502020204030204"/>
              </a:rPr>
              <a:t>có</a:t>
            </a:r>
            <a:r>
              <a:rPr sz="1800" spc="-15" dirty="0">
                <a:latin typeface="Calibri" panose="020F0502020204030204"/>
                <a:cs typeface="Calibri" panose="020F0502020204030204"/>
              </a:rPr>
              <a:t> </a:t>
            </a:r>
            <a:r>
              <a:rPr sz="1800" spc="-20" dirty="0">
                <a:latin typeface="Calibri" panose="020F0502020204030204"/>
                <a:cs typeface="Calibri" panose="020F0502020204030204"/>
              </a:rPr>
              <a:t>chức </a:t>
            </a:r>
            <a:r>
              <a:rPr sz="1800" dirty="0">
                <a:latin typeface="Calibri" panose="020F0502020204030204"/>
                <a:cs typeface="Calibri" panose="020F0502020204030204"/>
              </a:rPr>
              <a:t>năng</a:t>
            </a:r>
            <a:r>
              <a:rPr sz="1800" spc="-15" dirty="0">
                <a:latin typeface="Calibri" panose="020F0502020204030204"/>
                <a:cs typeface="Calibri" panose="020F0502020204030204"/>
              </a:rPr>
              <a:t> </a:t>
            </a:r>
            <a:r>
              <a:rPr sz="1800" dirty="0">
                <a:latin typeface="Calibri" panose="020F0502020204030204"/>
                <a:cs typeface="Calibri" panose="020F0502020204030204"/>
              </a:rPr>
              <a:t>bao</a:t>
            </a:r>
            <a:r>
              <a:rPr sz="1800" spc="-10" dirty="0">
                <a:latin typeface="Calibri" panose="020F0502020204030204"/>
                <a:cs typeface="Calibri" panose="020F0502020204030204"/>
              </a:rPr>
              <a:t> </a:t>
            </a:r>
            <a:r>
              <a:rPr sz="1800" dirty="0">
                <a:latin typeface="Calibri" panose="020F0502020204030204"/>
                <a:cs typeface="Calibri" panose="020F0502020204030204"/>
              </a:rPr>
              <a:t>bọc</a:t>
            </a:r>
            <a:r>
              <a:rPr sz="1800" spc="-20" dirty="0">
                <a:latin typeface="Calibri" panose="020F0502020204030204"/>
                <a:cs typeface="Calibri" panose="020F0502020204030204"/>
              </a:rPr>
              <a:t> </a:t>
            </a:r>
            <a:r>
              <a:rPr sz="1800" dirty="0">
                <a:latin typeface="Calibri" panose="020F0502020204030204"/>
                <a:cs typeface="Calibri" panose="020F0502020204030204"/>
              </a:rPr>
              <a:t>và</a:t>
            </a:r>
            <a:r>
              <a:rPr sz="1800" spc="-5" dirty="0">
                <a:latin typeface="Calibri" panose="020F0502020204030204"/>
                <a:cs typeface="Calibri" panose="020F0502020204030204"/>
              </a:rPr>
              <a:t> </a:t>
            </a:r>
            <a:r>
              <a:rPr sz="1800" dirty="0">
                <a:latin typeface="Calibri" panose="020F0502020204030204"/>
                <a:cs typeface="Calibri" panose="020F0502020204030204"/>
              </a:rPr>
              <a:t>bảo</a:t>
            </a:r>
            <a:r>
              <a:rPr sz="1800" spc="-10" dirty="0">
                <a:latin typeface="Calibri" panose="020F0502020204030204"/>
                <a:cs typeface="Calibri" panose="020F0502020204030204"/>
              </a:rPr>
              <a:t> </a:t>
            </a:r>
            <a:r>
              <a:rPr sz="1800" dirty="0">
                <a:latin typeface="Calibri" panose="020F0502020204030204"/>
                <a:cs typeface="Calibri" panose="020F0502020204030204"/>
              </a:rPr>
              <a:t>vệ</a:t>
            </a:r>
            <a:r>
              <a:rPr sz="1800" spc="-20" dirty="0">
                <a:latin typeface="Calibri" panose="020F0502020204030204"/>
                <a:cs typeface="Calibri" panose="020F0502020204030204"/>
              </a:rPr>
              <a:t> </a:t>
            </a:r>
            <a:r>
              <a:rPr sz="1800" dirty="0">
                <a:latin typeface="Calibri" panose="020F0502020204030204"/>
                <a:cs typeface="Calibri" panose="020F0502020204030204"/>
              </a:rPr>
              <a:t>lớp</a:t>
            </a:r>
            <a:r>
              <a:rPr sz="1800" spc="-10" dirty="0">
                <a:latin typeface="Calibri" panose="020F0502020204030204"/>
                <a:cs typeface="Calibri" panose="020F0502020204030204"/>
              </a:rPr>
              <a:t> </a:t>
            </a:r>
            <a:r>
              <a:rPr sz="1800" dirty="0">
                <a:latin typeface="Calibri" panose="020F0502020204030204"/>
                <a:cs typeface="Calibri" panose="020F0502020204030204"/>
              </a:rPr>
              <a:t>cách</a:t>
            </a:r>
            <a:r>
              <a:rPr sz="1800" spc="-20" dirty="0">
                <a:latin typeface="Calibri" panose="020F0502020204030204"/>
                <a:cs typeface="Calibri" panose="020F0502020204030204"/>
              </a:rPr>
              <a:t> </a:t>
            </a:r>
            <a:r>
              <a:rPr sz="1800" spc="-10" dirty="0">
                <a:latin typeface="Calibri" panose="020F0502020204030204"/>
                <a:cs typeface="Calibri" panose="020F0502020204030204"/>
              </a:rPr>
              <a:t>nhiệt.</a:t>
            </a:r>
            <a:endParaRPr sz="1800">
              <a:latin typeface="Calibri" panose="020F0502020204030204"/>
              <a:cs typeface="Calibri" panose="020F0502020204030204"/>
            </a:endParaRPr>
          </a:p>
          <a:p>
            <a:pPr marL="12700" marR="37465">
              <a:lnSpc>
                <a:spcPct val="110000"/>
              </a:lnSpc>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1800" dirty="0">
                <a:latin typeface="Calibri" panose="020F0502020204030204"/>
                <a:cs typeface="Calibri" panose="020F0502020204030204"/>
              </a:rPr>
              <a:t>Lớp cách</a:t>
            </a:r>
            <a:r>
              <a:rPr sz="1800" spc="-15" dirty="0">
                <a:latin typeface="Calibri" panose="020F0502020204030204"/>
                <a:cs typeface="Calibri" panose="020F0502020204030204"/>
              </a:rPr>
              <a:t> </a:t>
            </a:r>
            <a:r>
              <a:rPr sz="1800" dirty="0">
                <a:latin typeface="Calibri" panose="020F0502020204030204"/>
                <a:cs typeface="Calibri" panose="020F0502020204030204"/>
              </a:rPr>
              <a:t>nhiệt</a:t>
            </a:r>
            <a:r>
              <a:rPr sz="1800" spc="-20" dirty="0">
                <a:latin typeface="Calibri" panose="020F0502020204030204"/>
                <a:cs typeface="Calibri" panose="020F0502020204030204"/>
              </a:rPr>
              <a:t> </a:t>
            </a:r>
            <a:r>
              <a:rPr sz="1800" dirty="0">
                <a:latin typeface="Calibri" panose="020F0502020204030204"/>
                <a:cs typeface="Calibri" panose="020F0502020204030204"/>
              </a:rPr>
              <a:t>(lớp</a:t>
            </a:r>
            <a:r>
              <a:rPr sz="1800" spc="-15" dirty="0">
                <a:latin typeface="Calibri" panose="020F0502020204030204"/>
                <a:cs typeface="Calibri" panose="020F0502020204030204"/>
              </a:rPr>
              <a:t> </a:t>
            </a:r>
            <a:r>
              <a:rPr sz="1800" dirty="0">
                <a:latin typeface="Calibri" panose="020F0502020204030204"/>
                <a:cs typeface="Calibri" panose="020F0502020204030204"/>
              </a:rPr>
              <a:t>bảo</a:t>
            </a:r>
            <a:r>
              <a:rPr sz="1800" spc="-15" dirty="0">
                <a:latin typeface="Calibri" panose="020F0502020204030204"/>
                <a:cs typeface="Calibri" panose="020F0502020204030204"/>
              </a:rPr>
              <a:t> </a:t>
            </a:r>
            <a:r>
              <a:rPr sz="1800" dirty="0">
                <a:latin typeface="Calibri" panose="020F0502020204030204"/>
                <a:cs typeface="Calibri" panose="020F0502020204030204"/>
              </a:rPr>
              <a:t>ôn):</a:t>
            </a:r>
            <a:r>
              <a:rPr sz="1800" spc="-30" dirty="0">
                <a:latin typeface="Calibri" panose="020F0502020204030204"/>
                <a:cs typeface="Calibri" panose="020F0502020204030204"/>
              </a:rPr>
              <a:t> </a:t>
            </a:r>
            <a:r>
              <a:rPr sz="1800" dirty="0">
                <a:latin typeface="Calibri" panose="020F0502020204030204"/>
                <a:cs typeface="Calibri" panose="020F0502020204030204"/>
              </a:rPr>
              <a:t>Lớp</a:t>
            </a:r>
            <a:r>
              <a:rPr sz="1800" spc="-15" dirty="0">
                <a:latin typeface="Calibri" panose="020F0502020204030204"/>
                <a:cs typeface="Calibri" panose="020F0502020204030204"/>
              </a:rPr>
              <a:t> </a:t>
            </a:r>
            <a:r>
              <a:rPr sz="1800" dirty="0">
                <a:latin typeface="Calibri" panose="020F0502020204030204"/>
                <a:cs typeface="Calibri" panose="020F0502020204030204"/>
              </a:rPr>
              <a:t>này</a:t>
            </a:r>
            <a:r>
              <a:rPr sz="1800" spc="-15" dirty="0">
                <a:latin typeface="Calibri" panose="020F0502020204030204"/>
                <a:cs typeface="Calibri" panose="020F0502020204030204"/>
              </a:rPr>
              <a:t> </a:t>
            </a:r>
            <a:r>
              <a:rPr sz="1800" dirty="0">
                <a:latin typeface="Calibri" panose="020F0502020204030204"/>
                <a:cs typeface="Calibri" panose="020F0502020204030204"/>
              </a:rPr>
              <a:t>chủ</a:t>
            </a:r>
            <a:r>
              <a:rPr sz="1800" spc="-15" dirty="0">
                <a:latin typeface="Calibri" panose="020F0502020204030204"/>
                <a:cs typeface="Calibri" panose="020F0502020204030204"/>
              </a:rPr>
              <a:t> </a:t>
            </a:r>
            <a:r>
              <a:rPr sz="1800" dirty="0">
                <a:latin typeface="Calibri" panose="020F0502020204030204"/>
                <a:cs typeface="Calibri" panose="020F0502020204030204"/>
              </a:rPr>
              <a:t>yếu</a:t>
            </a:r>
            <a:r>
              <a:rPr sz="1800" spc="-15" dirty="0">
                <a:latin typeface="Calibri" panose="020F0502020204030204"/>
                <a:cs typeface="Calibri" panose="020F0502020204030204"/>
              </a:rPr>
              <a:t> </a:t>
            </a:r>
            <a:r>
              <a:rPr sz="1800" dirty="0">
                <a:latin typeface="Calibri" panose="020F0502020204030204"/>
                <a:cs typeface="Calibri" panose="020F0502020204030204"/>
              </a:rPr>
              <a:t>được</a:t>
            </a:r>
            <a:r>
              <a:rPr sz="1800" spc="-20" dirty="0">
                <a:latin typeface="Calibri" panose="020F0502020204030204"/>
                <a:cs typeface="Calibri" panose="020F0502020204030204"/>
              </a:rPr>
              <a:t> </a:t>
            </a:r>
            <a:r>
              <a:rPr sz="1800" dirty="0">
                <a:latin typeface="Calibri" panose="020F0502020204030204"/>
                <a:cs typeface="Calibri" panose="020F0502020204030204"/>
              </a:rPr>
              <a:t>làm</a:t>
            </a:r>
            <a:r>
              <a:rPr sz="1800" spc="-15" dirty="0">
                <a:latin typeface="Calibri" panose="020F0502020204030204"/>
                <a:cs typeface="Calibri" panose="020F0502020204030204"/>
              </a:rPr>
              <a:t> </a:t>
            </a:r>
            <a:r>
              <a:rPr sz="1800" dirty="0">
                <a:latin typeface="Calibri" panose="020F0502020204030204"/>
                <a:cs typeface="Calibri" panose="020F0502020204030204"/>
              </a:rPr>
              <a:t>từ</a:t>
            </a:r>
            <a:r>
              <a:rPr sz="1800" spc="-15" dirty="0">
                <a:latin typeface="Calibri" panose="020F0502020204030204"/>
                <a:cs typeface="Calibri" panose="020F0502020204030204"/>
              </a:rPr>
              <a:t> </a:t>
            </a:r>
            <a:r>
              <a:rPr sz="1800" dirty="0">
                <a:latin typeface="Calibri" panose="020F0502020204030204"/>
                <a:cs typeface="Calibri" panose="020F0502020204030204"/>
              </a:rPr>
              <a:t>hợp</a:t>
            </a:r>
            <a:r>
              <a:rPr sz="1800" spc="-15" dirty="0">
                <a:latin typeface="Calibri" panose="020F0502020204030204"/>
                <a:cs typeface="Calibri" panose="020F0502020204030204"/>
              </a:rPr>
              <a:t> </a:t>
            </a:r>
            <a:r>
              <a:rPr sz="1800" dirty="0">
                <a:latin typeface="Calibri" panose="020F0502020204030204"/>
                <a:cs typeface="Calibri" panose="020F0502020204030204"/>
              </a:rPr>
              <a:t>chất</a:t>
            </a:r>
            <a:r>
              <a:rPr sz="1800" spc="-20" dirty="0">
                <a:latin typeface="Calibri" panose="020F0502020204030204"/>
                <a:cs typeface="Calibri" panose="020F0502020204030204"/>
              </a:rPr>
              <a:t> </a:t>
            </a:r>
            <a:r>
              <a:rPr sz="1800" dirty="0">
                <a:latin typeface="Calibri" panose="020F0502020204030204"/>
                <a:cs typeface="Calibri" panose="020F0502020204030204"/>
              </a:rPr>
              <a:t>PolyUrethane</a:t>
            </a:r>
            <a:r>
              <a:rPr sz="1800" spc="-20" dirty="0">
                <a:latin typeface="Calibri" panose="020F0502020204030204"/>
                <a:cs typeface="Calibri" panose="020F0502020204030204"/>
              </a:rPr>
              <a:t> </a:t>
            </a:r>
            <a:r>
              <a:rPr sz="1800" dirty="0">
                <a:latin typeface="Calibri" panose="020F0502020204030204"/>
                <a:cs typeface="Calibri" panose="020F0502020204030204"/>
              </a:rPr>
              <a:t>bọt</a:t>
            </a:r>
            <a:r>
              <a:rPr sz="1800" spc="-20" dirty="0">
                <a:latin typeface="Calibri" panose="020F0502020204030204"/>
                <a:cs typeface="Calibri" panose="020F0502020204030204"/>
              </a:rPr>
              <a:t> </a:t>
            </a:r>
            <a:r>
              <a:rPr sz="1800" dirty="0">
                <a:latin typeface="Calibri" panose="020F0502020204030204"/>
                <a:cs typeface="Calibri" panose="020F0502020204030204"/>
              </a:rPr>
              <a:t>PU.</a:t>
            </a:r>
            <a:r>
              <a:rPr sz="1800" spc="-25" dirty="0">
                <a:latin typeface="Calibri" panose="020F0502020204030204"/>
                <a:cs typeface="Calibri" panose="020F0502020204030204"/>
              </a:rPr>
              <a:t> </a:t>
            </a:r>
            <a:r>
              <a:rPr sz="1800" dirty="0">
                <a:latin typeface="Calibri" panose="020F0502020204030204"/>
                <a:cs typeface="Calibri" panose="020F0502020204030204"/>
              </a:rPr>
              <a:t>Trong</a:t>
            </a:r>
            <a:r>
              <a:rPr sz="1800" spc="-20" dirty="0">
                <a:latin typeface="Calibri" panose="020F0502020204030204"/>
                <a:cs typeface="Calibri" panose="020F0502020204030204"/>
              </a:rPr>
              <a:t> </a:t>
            </a:r>
            <a:r>
              <a:rPr sz="1800" dirty="0">
                <a:latin typeface="Calibri" panose="020F0502020204030204"/>
                <a:cs typeface="Calibri" panose="020F0502020204030204"/>
              </a:rPr>
              <a:t>điều</a:t>
            </a:r>
            <a:r>
              <a:rPr sz="1800" spc="-20" dirty="0">
                <a:latin typeface="Calibri" panose="020F0502020204030204"/>
                <a:cs typeface="Calibri" panose="020F0502020204030204"/>
              </a:rPr>
              <a:t> kiện </a:t>
            </a:r>
            <a:r>
              <a:rPr sz="1800" dirty="0">
                <a:latin typeface="Calibri" panose="020F0502020204030204"/>
                <a:cs typeface="Calibri" panose="020F0502020204030204"/>
              </a:rPr>
              <a:t>nhiệt</a:t>
            </a:r>
            <a:r>
              <a:rPr sz="1800" spc="-30" dirty="0">
                <a:latin typeface="Calibri" panose="020F0502020204030204"/>
                <a:cs typeface="Calibri" panose="020F0502020204030204"/>
              </a:rPr>
              <a:t> </a:t>
            </a:r>
            <a:r>
              <a:rPr sz="1800" dirty="0">
                <a:latin typeface="Calibri" panose="020F0502020204030204"/>
                <a:cs typeface="Calibri" panose="020F0502020204030204"/>
              </a:rPr>
              <a:t>độ</a:t>
            </a:r>
            <a:r>
              <a:rPr sz="1800" spc="-15" dirty="0">
                <a:latin typeface="Calibri" panose="020F0502020204030204"/>
                <a:cs typeface="Calibri" panose="020F0502020204030204"/>
              </a:rPr>
              <a:t> </a:t>
            </a:r>
            <a:r>
              <a:rPr sz="1800" dirty="0">
                <a:latin typeface="Calibri" panose="020F0502020204030204"/>
                <a:cs typeface="Calibri" panose="020F0502020204030204"/>
              </a:rPr>
              <a:t>ổn</a:t>
            </a:r>
            <a:r>
              <a:rPr sz="1800" spc="-15" dirty="0">
                <a:latin typeface="Calibri" panose="020F0502020204030204"/>
                <a:cs typeface="Calibri" panose="020F0502020204030204"/>
              </a:rPr>
              <a:t> </a:t>
            </a:r>
            <a:r>
              <a:rPr sz="1800" dirty="0">
                <a:latin typeface="Calibri" panose="020F0502020204030204"/>
                <a:cs typeface="Calibri" panose="020F0502020204030204"/>
              </a:rPr>
              <a:t>định,</a:t>
            </a:r>
            <a:r>
              <a:rPr sz="1800" spc="-10" dirty="0">
                <a:latin typeface="Calibri" panose="020F0502020204030204"/>
                <a:cs typeface="Calibri" panose="020F0502020204030204"/>
              </a:rPr>
              <a:t> </a:t>
            </a:r>
            <a:r>
              <a:rPr sz="1800" dirty="0">
                <a:latin typeface="Calibri" panose="020F0502020204030204"/>
                <a:cs typeface="Calibri" panose="020F0502020204030204"/>
              </a:rPr>
              <a:t>lớp</a:t>
            </a:r>
            <a:r>
              <a:rPr sz="1800" spc="-25" dirty="0">
                <a:latin typeface="Calibri" panose="020F0502020204030204"/>
                <a:cs typeface="Calibri" panose="020F0502020204030204"/>
              </a:rPr>
              <a:t> </a:t>
            </a:r>
            <a:r>
              <a:rPr sz="1800" dirty="0">
                <a:latin typeface="Calibri" panose="020F0502020204030204"/>
                <a:cs typeface="Calibri" panose="020F0502020204030204"/>
              </a:rPr>
              <a:t>bảo</a:t>
            </a:r>
            <a:r>
              <a:rPr sz="1800" spc="-5" dirty="0">
                <a:latin typeface="Calibri" panose="020F0502020204030204"/>
                <a:cs typeface="Calibri" panose="020F0502020204030204"/>
              </a:rPr>
              <a:t> </a:t>
            </a:r>
            <a:r>
              <a:rPr sz="1800" dirty="0">
                <a:latin typeface="Calibri" panose="020F0502020204030204"/>
                <a:cs typeface="Calibri" panose="020F0502020204030204"/>
              </a:rPr>
              <a:t>ôn</a:t>
            </a:r>
            <a:r>
              <a:rPr sz="1800" spc="-15" dirty="0">
                <a:latin typeface="Calibri" panose="020F0502020204030204"/>
                <a:cs typeface="Calibri" panose="020F0502020204030204"/>
              </a:rPr>
              <a:t> </a:t>
            </a:r>
            <a:r>
              <a:rPr sz="1800" dirty="0">
                <a:latin typeface="Calibri" panose="020F0502020204030204"/>
                <a:cs typeface="Calibri" panose="020F0502020204030204"/>
              </a:rPr>
              <a:t>cho</a:t>
            </a:r>
            <a:r>
              <a:rPr sz="1800" spc="-15" dirty="0">
                <a:latin typeface="Calibri" panose="020F0502020204030204"/>
                <a:cs typeface="Calibri" panose="020F0502020204030204"/>
              </a:rPr>
              <a:t> </a:t>
            </a:r>
            <a:r>
              <a:rPr sz="1800" dirty="0">
                <a:latin typeface="Calibri" panose="020F0502020204030204"/>
                <a:cs typeface="Calibri" panose="020F0502020204030204"/>
              </a:rPr>
              <a:t>phép</a:t>
            </a:r>
            <a:r>
              <a:rPr sz="1800" spc="-15" dirty="0">
                <a:latin typeface="Calibri" panose="020F0502020204030204"/>
                <a:cs typeface="Calibri" panose="020F0502020204030204"/>
              </a:rPr>
              <a:t> </a:t>
            </a:r>
            <a:r>
              <a:rPr sz="1800" dirty="0">
                <a:latin typeface="Calibri" panose="020F0502020204030204"/>
                <a:cs typeface="Calibri" panose="020F0502020204030204"/>
              </a:rPr>
              <a:t>cách</a:t>
            </a:r>
            <a:r>
              <a:rPr sz="1800" spc="-15" dirty="0">
                <a:latin typeface="Calibri" panose="020F0502020204030204"/>
                <a:cs typeface="Calibri" panose="020F0502020204030204"/>
              </a:rPr>
              <a:t> </a:t>
            </a:r>
            <a:r>
              <a:rPr sz="1800" dirty="0">
                <a:latin typeface="Calibri" panose="020F0502020204030204"/>
                <a:cs typeface="Calibri" panose="020F0502020204030204"/>
              </a:rPr>
              <a:t>nhiệt</a:t>
            </a:r>
            <a:r>
              <a:rPr sz="1800" spc="-20" dirty="0">
                <a:latin typeface="Calibri" panose="020F0502020204030204"/>
                <a:cs typeface="Calibri" panose="020F0502020204030204"/>
              </a:rPr>
              <a:t> </a:t>
            </a:r>
            <a:r>
              <a:rPr sz="1800" dirty="0">
                <a:latin typeface="Calibri" panose="020F0502020204030204"/>
                <a:cs typeface="Calibri" panose="020F0502020204030204"/>
              </a:rPr>
              <a:t>rất</a:t>
            </a:r>
            <a:r>
              <a:rPr sz="1800" spc="-15" dirty="0">
                <a:latin typeface="Calibri" panose="020F0502020204030204"/>
                <a:cs typeface="Calibri" panose="020F0502020204030204"/>
              </a:rPr>
              <a:t> </a:t>
            </a:r>
            <a:r>
              <a:rPr sz="1800" dirty="0">
                <a:latin typeface="Calibri" panose="020F0502020204030204"/>
                <a:cs typeface="Calibri" panose="020F0502020204030204"/>
              </a:rPr>
              <a:t>tốt</a:t>
            </a:r>
            <a:r>
              <a:rPr sz="1800" spc="-20" dirty="0">
                <a:latin typeface="Calibri" panose="020F0502020204030204"/>
                <a:cs typeface="Calibri" panose="020F0502020204030204"/>
              </a:rPr>
              <a:t> </a:t>
            </a:r>
            <a:r>
              <a:rPr sz="1800" dirty="0">
                <a:latin typeface="Calibri" panose="020F0502020204030204"/>
                <a:cs typeface="Calibri" panose="020F0502020204030204"/>
              </a:rPr>
              <a:t>và</a:t>
            </a:r>
            <a:r>
              <a:rPr sz="1800" spc="-20" dirty="0">
                <a:latin typeface="Calibri" panose="020F0502020204030204"/>
                <a:cs typeface="Calibri" panose="020F0502020204030204"/>
              </a:rPr>
              <a:t> </a:t>
            </a:r>
            <a:r>
              <a:rPr sz="1800" dirty="0">
                <a:latin typeface="Calibri" panose="020F0502020204030204"/>
                <a:cs typeface="Calibri" panose="020F0502020204030204"/>
              </a:rPr>
              <a:t>giữ</a:t>
            </a:r>
            <a:r>
              <a:rPr sz="1800" spc="-15" dirty="0">
                <a:latin typeface="Calibri" panose="020F0502020204030204"/>
                <a:cs typeface="Calibri" panose="020F0502020204030204"/>
              </a:rPr>
              <a:t> </a:t>
            </a:r>
            <a:r>
              <a:rPr sz="1800" dirty="0">
                <a:latin typeface="Calibri" panose="020F0502020204030204"/>
                <a:cs typeface="Calibri" panose="020F0502020204030204"/>
              </a:rPr>
              <a:t>được</a:t>
            </a:r>
            <a:r>
              <a:rPr sz="1800" spc="-20" dirty="0">
                <a:latin typeface="Calibri" panose="020F0502020204030204"/>
                <a:cs typeface="Calibri" panose="020F0502020204030204"/>
              </a:rPr>
              <a:t> </a:t>
            </a:r>
            <a:r>
              <a:rPr sz="1800" dirty="0">
                <a:latin typeface="Calibri" panose="020F0502020204030204"/>
                <a:cs typeface="Calibri" panose="020F0502020204030204"/>
              </a:rPr>
              <a:t>nhiệt</a:t>
            </a:r>
            <a:r>
              <a:rPr sz="1800" spc="-5" dirty="0">
                <a:latin typeface="Calibri" panose="020F0502020204030204"/>
                <a:cs typeface="Calibri" panose="020F0502020204030204"/>
              </a:rPr>
              <a:t> </a:t>
            </a:r>
            <a:r>
              <a:rPr sz="1800" dirty="0">
                <a:latin typeface="Calibri" panose="020F0502020204030204"/>
                <a:cs typeface="Calibri" panose="020F0502020204030204"/>
              </a:rPr>
              <a:t>độ</a:t>
            </a:r>
            <a:r>
              <a:rPr sz="1800" spc="-15" dirty="0">
                <a:latin typeface="Calibri" panose="020F0502020204030204"/>
                <a:cs typeface="Calibri" panose="020F0502020204030204"/>
              </a:rPr>
              <a:t> </a:t>
            </a:r>
            <a:r>
              <a:rPr sz="1800" dirty="0">
                <a:latin typeface="Calibri" panose="020F0502020204030204"/>
                <a:cs typeface="Calibri" panose="020F0502020204030204"/>
              </a:rPr>
              <a:t>rất</a:t>
            </a:r>
            <a:r>
              <a:rPr sz="1800" spc="-5" dirty="0">
                <a:latin typeface="Calibri" panose="020F0502020204030204"/>
                <a:cs typeface="Calibri" panose="020F0502020204030204"/>
              </a:rPr>
              <a:t> </a:t>
            </a:r>
            <a:r>
              <a:rPr sz="1800" dirty="0">
                <a:latin typeface="Calibri" panose="020F0502020204030204"/>
                <a:cs typeface="Calibri" panose="020F0502020204030204"/>
              </a:rPr>
              <a:t>lâu,</a:t>
            </a:r>
            <a:r>
              <a:rPr sz="1800" spc="-10" dirty="0">
                <a:latin typeface="Calibri" panose="020F0502020204030204"/>
                <a:cs typeface="Calibri" panose="020F0502020204030204"/>
              </a:rPr>
              <a:t> </a:t>
            </a:r>
            <a:r>
              <a:rPr sz="1800" dirty="0">
                <a:latin typeface="Calibri" panose="020F0502020204030204"/>
                <a:cs typeface="Calibri" panose="020F0502020204030204"/>
              </a:rPr>
              <a:t>khả</a:t>
            </a:r>
            <a:r>
              <a:rPr sz="1800" spc="-10" dirty="0">
                <a:latin typeface="Calibri" panose="020F0502020204030204"/>
                <a:cs typeface="Calibri" panose="020F0502020204030204"/>
              </a:rPr>
              <a:t> </a:t>
            </a:r>
            <a:r>
              <a:rPr sz="1800" dirty="0">
                <a:latin typeface="Calibri" panose="020F0502020204030204"/>
                <a:cs typeface="Calibri" panose="020F0502020204030204"/>
              </a:rPr>
              <a:t>năng</a:t>
            </a:r>
            <a:r>
              <a:rPr sz="1800" spc="-15" dirty="0">
                <a:latin typeface="Calibri" panose="020F0502020204030204"/>
                <a:cs typeface="Calibri" panose="020F0502020204030204"/>
              </a:rPr>
              <a:t> </a:t>
            </a:r>
            <a:r>
              <a:rPr sz="1800" dirty="0">
                <a:latin typeface="Calibri" panose="020F0502020204030204"/>
                <a:cs typeface="Calibri" panose="020F0502020204030204"/>
              </a:rPr>
              <a:t>thất</a:t>
            </a:r>
            <a:r>
              <a:rPr sz="1800" spc="-20" dirty="0">
                <a:latin typeface="Calibri" panose="020F0502020204030204"/>
                <a:cs typeface="Calibri" panose="020F0502020204030204"/>
              </a:rPr>
              <a:t> </a:t>
            </a:r>
            <a:r>
              <a:rPr sz="1800" dirty="0">
                <a:latin typeface="Calibri" panose="020F0502020204030204"/>
                <a:cs typeface="Calibri" panose="020F0502020204030204"/>
              </a:rPr>
              <a:t>thoát</a:t>
            </a:r>
            <a:r>
              <a:rPr sz="1800" spc="-15" dirty="0">
                <a:latin typeface="Calibri" panose="020F0502020204030204"/>
                <a:cs typeface="Calibri" panose="020F0502020204030204"/>
              </a:rPr>
              <a:t> </a:t>
            </a:r>
            <a:r>
              <a:rPr sz="1800" spc="-10" dirty="0">
                <a:latin typeface="Calibri" panose="020F0502020204030204"/>
                <a:cs typeface="Calibri" panose="020F0502020204030204"/>
              </a:rPr>
              <a:t>nhiệt </a:t>
            </a:r>
            <a:r>
              <a:rPr sz="1800" dirty="0">
                <a:latin typeface="Calibri" panose="020F0502020204030204"/>
                <a:cs typeface="Calibri" panose="020F0502020204030204"/>
              </a:rPr>
              <a:t>là</a:t>
            </a:r>
            <a:r>
              <a:rPr sz="1800" spc="-30" dirty="0">
                <a:latin typeface="Calibri" panose="020F0502020204030204"/>
                <a:cs typeface="Calibri" panose="020F0502020204030204"/>
              </a:rPr>
              <a:t> </a:t>
            </a:r>
            <a:r>
              <a:rPr sz="1800" dirty="0">
                <a:latin typeface="Calibri" panose="020F0502020204030204"/>
                <a:cs typeface="Calibri" panose="020F0502020204030204"/>
              </a:rPr>
              <a:t>không</a:t>
            </a:r>
            <a:r>
              <a:rPr sz="1800" spc="-15" dirty="0">
                <a:latin typeface="Calibri" panose="020F0502020204030204"/>
                <a:cs typeface="Calibri" panose="020F0502020204030204"/>
              </a:rPr>
              <a:t> </a:t>
            </a:r>
            <a:r>
              <a:rPr sz="1800" dirty="0">
                <a:latin typeface="Calibri" panose="020F0502020204030204"/>
                <a:cs typeface="Calibri" panose="020F0502020204030204"/>
              </a:rPr>
              <a:t>đáng</a:t>
            </a:r>
            <a:r>
              <a:rPr sz="1800" spc="-15" dirty="0">
                <a:latin typeface="Calibri" panose="020F0502020204030204"/>
                <a:cs typeface="Calibri" panose="020F0502020204030204"/>
              </a:rPr>
              <a:t> </a:t>
            </a:r>
            <a:r>
              <a:rPr sz="1800" dirty="0">
                <a:latin typeface="Calibri" panose="020F0502020204030204"/>
                <a:cs typeface="Calibri" panose="020F0502020204030204"/>
              </a:rPr>
              <a:t>kể.</a:t>
            </a:r>
            <a:r>
              <a:rPr sz="1800" spc="-20" dirty="0">
                <a:latin typeface="Calibri" panose="020F0502020204030204"/>
                <a:cs typeface="Calibri" panose="020F0502020204030204"/>
              </a:rPr>
              <a:t> </a:t>
            </a:r>
            <a:r>
              <a:rPr sz="1800" dirty="0">
                <a:latin typeface="Calibri" panose="020F0502020204030204"/>
                <a:cs typeface="Calibri" panose="020F0502020204030204"/>
              </a:rPr>
              <a:t>Giữa</a:t>
            </a:r>
            <a:r>
              <a:rPr sz="1800" spc="-10" dirty="0">
                <a:latin typeface="Calibri" panose="020F0502020204030204"/>
                <a:cs typeface="Calibri" panose="020F0502020204030204"/>
              </a:rPr>
              <a:t> </a:t>
            </a:r>
            <a:r>
              <a:rPr sz="1800" dirty="0">
                <a:latin typeface="Calibri" panose="020F0502020204030204"/>
                <a:cs typeface="Calibri" panose="020F0502020204030204"/>
              </a:rPr>
              <a:t>lớp</a:t>
            </a:r>
            <a:r>
              <a:rPr sz="1800" spc="-15" dirty="0">
                <a:latin typeface="Calibri" panose="020F0502020204030204"/>
                <a:cs typeface="Calibri" panose="020F0502020204030204"/>
              </a:rPr>
              <a:t> </a:t>
            </a:r>
            <a:r>
              <a:rPr sz="1800" dirty="0">
                <a:latin typeface="Calibri" panose="020F0502020204030204"/>
                <a:cs typeface="Calibri" panose="020F0502020204030204"/>
              </a:rPr>
              <a:t>vỏ</a:t>
            </a:r>
            <a:r>
              <a:rPr sz="1800" spc="-10" dirty="0">
                <a:latin typeface="Calibri" panose="020F0502020204030204"/>
                <a:cs typeface="Calibri" panose="020F0502020204030204"/>
              </a:rPr>
              <a:t> </a:t>
            </a:r>
            <a:r>
              <a:rPr sz="1800" dirty="0">
                <a:latin typeface="Calibri" panose="020F0502020204030204"/>
                <a:cs typeface="Calibri" panose="020F0502020204030204"/>
              </a:rPr>
              <a:t>và</a:t>
            </a:r>
            <a:r>
              <a:rPr sz="1800" spc="-10" dirty="0">
                <a:latin typeface="Calibri" panose="020F0502020204030204"/>
                <a:cs typeface="Calibri" panose="020F0502020204030204"/>
              </a:rPr>
              <a:t> </a:t>
            </a:r>
            <a:r>
              <a:rPr sz="1800" dirty="0">
                <a:latin typeface="Calibri" panose="020F0502020204030204"/>
                <a:cs typeface="Calibri" panose="020F0502020204030204"/>
              </a:rPr>
              <a:t>ruột</a:t>
            </a:r>
            <a:r>
              <a:rPr sz="1800" spc="-20" dirty="0">
                <a:latin typeface="Calibri" panose="020F0502020204030204"/>
                <a:cs typeface="Calibri" panose="020F0502020204030204"/>
              </a:rPr>
              <a:t> </a:t>
            </a:r>
            <a:r>
              <a:rPr sz="1800" dirty="0">
                <a:latin typeface="Calibri" panose="020F0502020204030204"/>
                <a:cs typeface="Calibri" panose="020F0502020204030204"/>
              </a:rPr>
              <a:t>bình</a:t>
            </a:r>
            <a:r>
              <a:rPr sz="1800" spc="-10" dirty="0">
                <a:latin typeface="Calibri" panose="020F0502020204030204"/>
                <a:cs typeface="Calibri" panose="020F0502020204030204"/>
              </a:rPr>
              <a:t> </a:t>
            </a:r>
            <a:r>
              <a:rPr sz="1800" dirty="0">
                <a:latin typeface="Calibri" panose="020F0502020204030204"/>
                <a:cs typeface="Calibri" panose="020F0502020204030204"/>
              </a:rPr>
              <a:t>có</a:t>
            </a:r>
            <a:r>
              <a:rPr sz="1800" spc="-15" dirty="0">
                <a:latin typeface="Calibri" panose="020F0502020204030204"/>
                <a:cs typeface="Calibri" panose="020F0502020204030204"/>
              </a:rPr>
              <a:t> </a:t>
            </a:r>
            <a:r>
              <a:rPr sz="1800" dirty="0">
                <a:latin typeface="Calibri" panose="020F0502020204030204"/>
                <a:cs typeface="Calibri" panose="020F0502020204030204"/>
              </a:rPr>
              <a:t>một</a:t>
            </a:r>
            <a:r>
              <a:rPr sz="1800" spc="-20" dirty="0">
                <a:latin typeface="Calibri" panose="020F0502020204030204"/>
                <a:cs typeface="Calibri" panose="020F0502020204030204"/>
              </a:rPr>
              <a:t> </a:t>
            </a:r>
            <a:r>
              <a:rPr sz="1800" dirty="0">
                <a:latin typeface="Calibri" panose="020F0502020204030204"/>
                <a:cs typeface="Calibri" panose="020F0502020204030204"/>
              </a:rPr>
              <a:t>lớp</a:t>
            </a:r>
            <a:r>
              <a:rPr sz="1800" spc="-10" dirty="0">
                <a:latin typeface="Calibri" panose="020F0502020204030204"/>
                <a:cs typeface="Calibri" panose="020F0502020204030204"/>
              </a:rPr>
              <a:t> </a:t>
            </a:r>
            <a:r>
              <a:rPr sz="1800" dirty="0">
                <a:latin typeface="Calibri" panose="020F0502020204030204"/>
                <a:cs typeface="Calibri" panose="020F0502020204030204"/>
              </a:rPr>
              <a:t>bảo</a:t>
            </a:r>
            <a:r>
              <a:rPr sz="1800" spc="-15" dirty="0">
                <a:latin typeface="Calibri" panose="020F0502020204030204"/>
                <a:cs typeface="Calibri" panose="020F0502020204030204"/>
              </a:rPr>
              <a:t> </a:t>
            </a:r>
            <a:r>
              <a:rPr sz="1800" dirty="0">
                <a:latin typeface="Calibri" panose="020F0502020204030204"/>
                <a:cs typeface="Calibri" panose="020F0502020204030204"/>
              </a:rPr>
              <a:t>ôn</a:t>
            </a:r>
            <a:r>
              <a:rPr sz="1800" spc="-15" dirty="0">
                <a:latin typeface="Calibri" panose="020F0502020204030204"/>
                <a:cs typeface="Calibri" panose="020F0502020204030204"/>
              </a:rPr>
              <a:t> </a:t>
            </a:r>
            <a:r>
              <a:rPr sz="1800" dirty="0">
                <a:latin typeface="Calibri" panose="020F0502020204030204"/>
                <a:cs typeface="Calibri" panose="020F0502020204030204"/>
              </a:rPr>
              <a:t>phức</a:t>
            </a:r>
            <a:r>
              <a:rPr sz="1800" spc="-5" dirty="0">
                <a:latin typeface="Calibri" panose="020F0502020204030204"/>
                <a:cs typeface="Calibri" panose="020F0502020204030204"/>
              </a:rPr>
              <a:t> </a:t>
            </a:r>
            <a:r>
              <a:rPr sz="1800" dirty="0">
                <a:latin typeface="Calibri" panose="020F0502020204030204"/>
                <a:cs typeface="Calibri" panose="020F0502020204030204"/>
              </a:rPr>
              <a:t>hợp</a:t>
            </a:r>
            <a:r>
              <a:rPr sz="1800" spc="-15" dirty="0">
                <a:latin typeface="Calibri" panose="020F0502020204030204"/>
                <a:cs typeface="Calibri" panose="020F0502020204030204"/>
              </a:rPr>
              <a:t> </a:t>
            </a:r>
            <a:r>
              <a:rPr sz="1800" dirty="0">
                <a:latin typeface="Calibri" panose="020F0502020204030204"/>
                <a:cs typeface="Calibri" panose="020F0502020204030204"/>
              </a:rPr>
              <a:t>với</a:t>
            </a:r>
            <a:r>
              <a:rPr sz="1800" spc="-10" dirty="0">
                <a:latin typeface="Calibri" panose="020F0502020204030204"/>
                <a:cs typeface="Calibri" panose="020F0502020204030204"/>
              </a:rPr>
              <a:t> </a:t>
            </a:r>
            <a:r>
              <a:rPr sz="1800" dirty="0">
                <a:latin typeface="Calibri" panose="020F0502020204030204"/>
                <a:cs typeface="Calibri" panose="020F0502020204030204"/>
              </a:rPr>
              <a:t>độ</a:t>
            </a:r>
            <a:r>
              <a:rPr sz="1800" spc="-10" dirty="0">
                <a:latin typeface="Calibri" panose="020F0502020204030204"/>
                <a:cs typeface="Calibri" panose="020F0502020204030204"/>
              </a:rPr>
              <a:t> </a:t>
            </a:r>
            <a:r>
              <a:rPr sz="1800" dirty="0">
                <a:latin typeface="Calibri" panose="020F0502020204030204"/>
                <a:cs typeface="Calibri" panose="020F0502020204030204"/>
              </a:rPr>
              <a:t>dày</a:t>
            </a:r>
            <a:r>
              <a:rPr sz="1800" spc="-15" dirty="0">
                <a:latin typeface="Calibri" panose="020F0502020204030204"/>
                <a:cs typeface="Calibri" panose="020F0502020204030204"/>
              </a:rPr>
              <a:t> </a:t>
            </a:r>
            <a:r>
              <a:rPr sz="1800" dirty="0">
                <a:latin typeface="Calibri" panose="020F0502020204030204"/>
                <a:cs typeface="Calibri" panose="020F0502020204030204"/>
              </a:rPr>
              <a:t>hơn</a:t>
            </a:r>
            <a:r>
              <a:rPr sz="1800" spc="-15" dirty="0">
                <a:latin typeface="Calibri" panose="020F0502020204030204"/>
                <a:cs typeface="Calibri" panose="020F0502020204030204"/>
              </a:rPr>
              <a:t> </a:t>
            </a:r>
            <a:r>
              <a:rPr sz="1800" dirty="0">
                <a:latin typeface="Calibri" panose="020F0502020204030204"/>
                <a:cs typeface="Calibri" panose="020F0502020204030204"/>
              </a:rPr>
              <a:t>50</a:t>
            </a:r>
            <a:r>
              <a:rPr sz="1800" spc="-10" dirty="0">
                <a:latin typeface="Calibri" panose="020F0502020204030204"/>
                <a:cs typeface="Calibri" panose="020F0502020204030204"/>
              </a:rPr>
              <a:t> </a:t>
            </a:r>
            <a:r>
              <a:rPr sz="1800" spc="-25" dirty="0">
                <a:latin typeface="Calibri" panose="020F0502020204030204"/>
                <a:cs typeface="Calibri" panose="020F0502020204030204"/>
              </a:rPr>
              <a:t>mm</a:t>
            </a:r>
            <a:endParaRPr sz="1800">
              <a:latin typeface="Calibri" panose="020F0502020204030204"/>
              <a:cs typeface="Calibri" panose="020F0502020204030204"/>
            </a:endParaRPr>
          </a:p>
          <a:p>
            <a:pPr marL="12700" marR="17145">
              <a:lnSpc>
                <a:spcPct val="110000"/>
              </a:lnSpc>
              <a:spcBef>
                <a:spcPts val="10"/>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1800" dirty="0">
                <a:latin typeface="Calibri" panose="020F0502020204030204"/>
                <a:cs typeface="Calibri" panose="020F0502020204030204"/>
              </a:rPr>
              <a:t>Lớp ruột</a:t>
            </a:r>
            <a:r>
              <a:rPr sz="1800" spc="-10" dirty="0">
                <a:latin typeface="Calibri" panose="020F0502020204030204"/>
                <a:cs typeface="Calibri" panose="020F0502020204030204"/>
              </a:rPr>
              <a:t> </a:t>
            </a:r>
            <a:r>
              <a:rPr sz="1800" dirty="0">
                <a:latin typeface="Calibri" panose="020F0502020204030204"/>
                <a:cs typeface="Calibri" panose="020F0502020204030204"/>
              </a:rPr>
              <a:t>bình:</a:t>
            </a:r>
            <a:r>
              <a:rPr sz="1800" spc="-15" dirty="0">
                <a:latin typeface="Calibri" panose="020F0502020204030204"/>
                <a:cs typeface="Calibri" panose="020F0502020204030204"/>
              </a:rPr>
              <a:t> </a:t>
            </a:r>
            <a:r>
              <a:rPr sz="1800" dirty="0">
                <a:latin typeface="Calibri" panose="020F0502020204030204"/>
                <a:cs typeface="Calibri" panose="020F0502020204030204"/>
              </a:rPr>
              <a:t>Bộ</a:t>
            </a:r>
            <a:r>
              <a:rPr sz="1800" spc="-15" dirty="0">
                <a:latin typeface="Calibri" panose="020F0502020204030204"/>
                <a:cs typeface="Calibri" panose="020F0502020204030204"/>
              </a:rPr>
              <a:t> </a:t>
            </a:r>
            <a:r>
              <a:rPr sz="1800" dirty="0">
                <a:latin typeface="Calibri" panose="020F0502020204030204"/>
                <a:cs typeface="Calibri" panose="020F0502020204030204"/>
              </a:rPr>
              <a:t>phận</a:t>
            </a:r>
            <a:r>
              <a:rPr sz="1800" spc="-20" dirty="0">
                <a:latin typeface="Calibri" panose="020F0502020204030204"/>
                <a:cs typeface="Calibri" panose="020F0502020204030204"/>
              </a:rPr>
              <a:t> </a:t>
            </a:r>
            <a:r>
              <a:rPr sz="1800" dirty="0">
                <a:latin typeface="Calibri" panose="020F0502020204030204"/>
                <a:cs typeface="Calibri" panose="020F0502020204030204"/>
              </a:rPr>
              <a:t>này</a:t>
            </a:r>
            <a:r>
              <a:rPr sz="1800" spc="-5" dirty="0">
                <a:latin typeface="Calibri" panose="020F0502020204030204"/>
                <a:cs typeface="Calibri" panose="020F0502020204030204"/>
              </a:rPr>
              <a:t> </a:t>
            </a:r>
            <a:r>
              <a:rPr sz="1800" dirty="0">
                <a:latin typeface="Calibri" panose="020F0502020204030204"/>
                <a:cs typeface="Calibri" panose="020F0502020204030204"/>
              </a:rPr>
              <a:t>thường</a:t>
            </a:r>
            <a:r>
              <a:rPr sz="1800" spc="-20" dirty="0">
                <a:latin typeface="Calibri" panose="020F0502020204030204"/>
                <a:cs typeface="Calibri" panose="020F0502020204030204"/>
              </a:rPr>
              <a:t> </a:t>
            </a:r>
            <a:r>
              <a:rPr sz="1800" dirty="0">
                <a:latin typeface="Calibri" panose="020F0502020204030204"/>
                <a:cs typeface="Calibri" panose="020F0502020204030204"/>
              </a:rPr>
              <a:t>được</a:t>
            </a:r>
            <a:r>
              <a:rPr sz="1800" spc="-10" dirty="0">
                <a:latin typeface="Calibri" panose="020F0502020204030204"/>
                <a:cs typeface="Calibri" panose="020F0502020204030204"/>
              </a:rPr>
              <a:t> </a:t>
            </a:r>
            <a:r>
              <a:rPr sz="1800" dirty="0">
                <a:latin typeface="Calibri" panose="020F0502020204030204"/>
                <a:cs typeface="Calibri" panose="020F0502020204030204"/>
              </a:rPr>
              <a:t>chế</a:t>
            </a:r>
            <a:r>
              <a:rPr sz="1800" spc="-20" dirty="0">
                <a:latin typeface="Calibri" panose="020F0502020204030204"/>
                <a:cs typeface="Calibri" panose="020F0502020204030204"/>
              </a:rPr>
              <a:t> </a:t>
            </a:r>
            <a:r>
              <a:rPr sz="1800" dirty="0">
                <a:latin typeface="Calibri" panose="020F0502020204030204"/>
                <a:cs typeface="Calibri" panose="020F0502020204030204"/>
              </a:rPr>
              <a:t>tạo</a:t>
            </a:r>
            <a:r>
              <a:rPr sz="1800" spc="-20" dirty="0">
                <a:latin typeface="Calibri" panose="020F0502020204030204"/>
                <a:cs typeface="Calibri" panose="020F0502020204030204"/>
              </a:rPr>
              <a:t> </a:t>
            </a:r>
            <a:r>
              <a:rPr sz="1800" dirty="0">
                <a:latin typeface="Calibri" panose="020F0502020204030204"/>
                <a:cs typeface="Calibri" panose="020F0502020204030204"/>
              </a:rPr>
              <a:t>từ</a:t>
            </a:r>
            <a:r>
              <a:rPr sz="1800" spc="-25" dirty="0">
                <a:latin typeface="Calibri" panose="020F0502020204030204"/>
                <a:cs typeface="Calibri" panose="020F0502020204030204"/>
              </a:rPr>
              <a:t> </a:t>
            </a:r>
            <a:r>
              <a:rPr sz="1800" dirty="0">
                <a:latin typeface="Calibri" panose="020F0502020204030204"/>
                <a:cs typeface="Calibri" panose="020F0502020204030204"/>
              </a:rPr>
              <a:t>thép</a:t>
            </a:r>
            <a:r>
              <a:rPr sz="1800" spc="-15" dirty="0">
                <a:latin typeface="Calibri" panose="020F0502020204030204"/>
                <a:cs typeface="Calibri" panose="020F0502020204030204"/>
              </a:rPr>
              <a:t> </a:t>
            </a:r>
            <a:r>
              <a:rPr sz="1800" dirty="0">
                <a:latin typeface="Calibri" panose="020F0502020204030204"/>
                <a:cs typeface="Calibri" panose="020F0502020204030204"/>
              </a:rPr>
              <a:t>không</a:t>
            </a:r>
            <a:r>
              <a:rPr sz="1800" spc="-20" dirty="0">
                <a:latin typeface="Calibri" panose="020F0502020204030204"/>
                <a:cs typeface="Calibri" panose="020F0502020204030204"/>
              </a:rPr>
              <a:t> </a:t>
            </a:r>
            <a:r>
              <a:rPr sz="1800" dirty="0">
                <a:latin typeface="Calibri" panose="020F0502020204030204"/>
                <a:cs typeface="Calibri" panose="020F0502020204030204"/>
              </a:rPr>
              <a:t>gỉ</a:t>
            </a:r>
            <a:r>
              <a:rPr sz="1800" spc="-10" dirty="0">
                <a:latin typeface="Calibri" panose="020F0502020204030204"/>
                <a:cs typeface="Calibri" panose="020F0502020204030204"/>
              </a:rPr>
              <a:t> </a:t>
            </a:r>
            <a:r>
              <a:rPr sz="1800" dirty="0">
                <a:latin typeface="Calibri" panose="020F0502020204030204"/>
                <a:cs typeface="Calibri" panose="020F0502020204030204"/>
              </a:rPr>
              <a:t>hoặc</a:t>
            </a:r>
            <a:r>
              <a:rPr sz="1800" spc="-20" dirty="0">
                <a:latin typeface="Calibri" panose="020F0502020204030204"/>
                <a:cs typeface="Calibri" panose="020F0502020204030204"/>
              </a:rPr>
              <a:t> </a:t>
            </a:r>
            <a:r>
              <a:rPr sz="1800" dirty="0">
                <a:latin typeface="Calibri" panose="020F0502020204030204"/>
                <a:cs typeface="Calibri" panose="020F0502020204030204"/>
              </a:rPr>
              <a:t>bình</a:t>
            </a:r>
            <a:r>
              <a:rPr sz="1800" spc="-20" dirty="0">
                <a:latin typeface="Calibri" panose="020F0502020204030204"/>
                <a:cs typeface="Calibri" panose="020F0502020204030204"/>
              </a:rPr>
              <a:t> </a:t>
            </a:r>
            <a:r>
              <a:rPr sz="1800" dirty="0">
                <a:latin typeface="Calibri" panose="020F0502020204030204"/>
                <a:cs typeface="Calibri" panose="020F0502020204030204"/>
              </a:rPr>
              <a:t>tráng</a:t>
            </a:r>
            <a:r>
              <a:rPr sz="1800" spc="-15" dirty="0">
                <a:latin typeface="Calibri" panose="020F0502020204030204"/>
                <a:cs typeface="Calibri" panose="020F0502020204030204"/>
              </a:rPr>
              <a:t> </a:t>
            </a:r>
            <a:r>
              <a:rPr sz="1800" dirty="0">
                <a:latin typeface="Calibri" panose="020F0502020204030204"/>
                <a:cs typeface="Calibri" panose="020F0502020204030204"/>
              </a:rPr>
              <a:t>men</a:t>
            </a:r>
            <a:r>
              <a:rPr sz="1800" spc="-20" dirty="0">
                <a:latin typeface="Calibri" panose="020F0502020204030204"/>
                <a:cs typeface="Calibri" panose="020F0502020204030204"/>
              </a:rPr>
              <a:t> </a:t>
            </a:r>
            <a:r>
              <a:rPr sz="1800" dirty="0">
                <a:latin typeface="Calibri" panose="020F0502020204030204"/>
                <a:cs typeface="Calibri" panose="020F0502020204030204"/>
              </a:rPr>
              <a:t>dùng</a:t>
            </a:r>
            <a:r>
              <a:rPr sz="1800" spc="-15" dirty="0">
                <a:latin typeface="Calibri" panose="020F0502020204030204"/>
                <a:cs typeface="Calibri" panose="020F0502020204030204"/>
              </a:rPr>
              <a:t> </a:t>
            </a:r>
            <a:r>
              <a:rPr sz="1800" dirty="0">
                <a:latin typeface="Calibri" panose="020F0502020204030204"/>
                <a:cs typeface="Calibri" panose="020F0502020204030204"/>
              </a:rPr>
              <a:t>trong</a:t>
            </a:r>
            <a:r>
              <a:rPr sz="1800" spc="-25" dirty="0">
                <a:latin typeface="Calibri" panose="020F0502020204030204"/>
                <a:cs typeface="Calibri" panose="020F0502020204030204"/>
              </a:rPr>
              <a:t> </a:t>
            </a:r>
            <a:r>
              <a:rPr sz="1800" dirty="0">
                <a:latin typeface="Calibri" panose="020F0502020204030204"/>
                <a:cs typeface="Calibri" panose="020F0502020204030204"/>
              </a:rPr>
              <a:t>công</a:t>
            </a:r>
            <a:r>
              <a:rPr sz="1800" spc="-15" dirty="0">
                <a:latin typeface="Calibri" panose="020F0502020204030204"/>
                <a:cs typeface="Calibri" panose="020F0502020204030204"/>
              </a:rPr>
              <a:t> </a:t>
            </a:r>
            <a:r>
              <a:rPr sz="1800" spc="-20" dirty="0">
                <a:latin typeface="Calibri" panose="020F0502020204030204"/>
                <a:cs typeface="Calibri" panose="020F0502020204030204"/>
              </a:rPr>
              <a:t>nghệ </a:t>
            </a:r>
            <a:r>
              <a:rPr sz="1800" dirty="0">
                <a:latin typeface="Calibri" panose="020F0502020204030204"/>
                <a:cs typeface="Calibri" panose="020F0502020204030204"/>
              </a:rPr>
              <a:t>thực</a:t>
            </a:r>
            <a:r>
              <a:rPr sz="1800" spc="-35" dirty="0">
                <a:latin typeface="Calibri" panose="020F0502020204030204"/>
                <a:cs typeface="Calibri" panose="020F0502020204030204"/>
              </a:rPr>
              <a:t> </a:t>
            </a:r>
            <a:r>
              <a:rPr sz="1800" dirty="0">
                <a:latin typeface="Calibri" panose="020F0502020204030204"/>
                <a:cs typeface="Calibri" panose="020F0502020204030204"/>
              </a:rPr>
              <a:t>phẩm,</a:t>
            </a:r>
            <a:r>
              <a:rPr sz="1800" spc="-25" dirty="0">
                <a:latin typeface="Calibri" panose="020F0502020204030204"/>
                <a:cs typeface="Calibri" panose="020F0502020204030204"/>
              </a:rPr>
              <a:t> </a:t>
            </a:r>
            <a:r>
              <a:rPr sz="1800" dirty="0">
                <a:latin typeface="Calibri" panose="020F0502020204030204"/>
                <a:cs typeface="Calibri" panose="020F0502020204030204"/>
              </a:rPr>
              <a:t>được</a:t>
            </a:r>
            <a:r>
              <a:rPr sz="1800" spc="-15" dirty="0">
                <a:latin typeface="Calibri" panose="020F0502020204030204"/>
                <a:cs typeface="Calibri" panose="020F0502020204030204"/>
              </a:rPr>
              <a:t> </a:t>
            </a:r>
            <a:r>
              <a:rPr sz="1800" dirty="0">
                <a:latin typeface="Calibri" panose="020F0502020204030204"/>
                <a:cs typeface="Calibri" panose="020F0502020204030204"/>
              </a:rPr>
              <a:t>hàn</a:t>
            </a:r>
            <a:r>
              <a:rPr sz="1800" spc="-15" dirty="0">
                <a:latin typeface="Calibri" panose="020F0502020204030204"/>
                <a:cs typeface="Calibri" panose="020F0502020204030204"/>
              </a:rPr>
              <a:t> </a:t>
            </a:r>
            <a:r>
              <a:rPr sz="1800" dirty="0">
                <a:latin typeface="Calibri" panose="020F0502020204030204"/>
                <a:cs typeface="Calibri" panose="020F0502020204030204"/>
              </a:rPr>
              <a:t>bằng</a:t>
            </a:r>
            <a:r>
              <a:rPr sz="1800" spc="-20" dirty="0">
                <a:latin typeface="Calibri" panose="020F0502020204030204"/>
                <a:cs typeface="Calibri" panose="020F0502020204030204"/>
              </a:rPr>
              <a:t> </a:t>
            </a:r>
            <a:r>
              <a:rPr sz="1800" dirty="0">
                <a:latin typeface="Calibri" panose="020F0502020204030204"/>
                <a:cs typeface="Calibri" panose="020F0502020204030204"/>
              </a:rPr>
              <a:t>phương</a:t>
            </a:r>
            <a:r>
              <a:rPr sz="1800" spc="-20" dirty="0">
                <a:latin typeface="Calibri" panose="020F0502020204030204"/>
                <a:cs typeface="Calibri" panose="020F0502020204030204"/>
              </a:rPr>
              <a:t> </a:t>
            </a:r>
            <a:r>
              <a:rPr sz="1800" dirty="0">
                <a:latin typeface="Calibri" panose="020F0502020204030204"/>
                <a:cs typeface="Calibri" panose="020F0502020204030204"/>
              </a:rPr>
              <a:t>pháp</a:t>
            </a:r>
            <a:r>
              <a:rPr sz="1800" spc="-5" dirty="0">
                <a:latin typeface="Calibri" panose="020F0502020204030204"/>
                <a:cs typeface="Calibri" panose="020F0502020204030204"/>
              </a:rPr>
              <a:t> </a:t>
            </a:r>
            <a:r>
              <a:rPr sz="1800" dirty="0">
                <a:latin typeface="Calibri" panose="020F0502020204030204"/>
                <a:cs typeface="Calibri" panose="020F0502020204030204"/>
              </a:rPr>
              <a:t>hàn</a:t>
            </a:r>
            <a:r>
              <a:rPr sz="1800" spc="-25" dirty="0">
                <a:latin typeface="Calibri" panose="020F0502020204030204"/>
                <a:cs typeface="Calibri" panose="020F0502020204030204"/>
              </a:rPr>
              <a:t> </a:t>
            </a:r>
            <a:r>
              <a:rPr sz="1800" dirty="0">
                <a:latin typeface="Calibri" panose="020F0502020204030204"/>
                <a:cs typeface="Calibri" panose="020F0502020204030204"/>
              </a:rPr>
              <a:t>cao</a:t>
            </a:r>
            <a:r>
              <a:rPr sz="1800" spc="-20" dirty="0">
                <a:latin typeface="Calibri" panose="020F0502020204030204"/>
                <a:cs typeface="Calibri" panose="020F0502020204030204"/>
              </a:rPr>
              <a:t> </a:t>
            </a:r>
            <a:r>
              <a:rPr sz="1800" dirty="0">
                <a:latin typeface="Calibri" panose="020F0502020204030204"/>
                <a:cs typeface="Calibri" panose="020F0502020204030204"/>
              </a:rPr>
              <a:t>tần,</a:t>
            </a:r>
            <a:r>
              <a:rPr sz="1800" spc="-25" dirty="0">
                <a:latin typeface="Calibri" panose="020F0502020204030204"/>
                <a:cs typeface="Calibri" panose="020F0502020204030204"/>
              </a:rPr>
              <a:t> </a:t>
            </a:r>
            <a:r>
              <a:rPr sz="1800" dirty="0">
                <a:latin typeface="Calibri" panose="020F0502020204030204"/>
                <a:cs typeface="Calibri" panose="020F0502020204030204"/>
              </a:rPr>
              <a:t>áp</a:t>
            </a:r>
            <a:r>
              <a:rPr sz="1800" spc="-20" dirty="0">
                <a:latin typeface="Calibri" panose="020F0502020204030204"/>
                <a:cs typeface="Calibri" panose="020F0502020204030204"/>
              </a:rPr>
              <a:t> </a:t>
            </a:r>
            <a:r>
              <a:rPr sz="1800" dirty="0">
                <a:latin typeface="Calibri" panose="020F0502020204030204"/>
                <a:cs typeface="Calibri" panose="020F0502020204030204"/>
              </a:rPr>
              <a:t>dụng công</a:t>
            </a:r>
            <a:r>
              <a:rPr sz="1800" spc="-20" dirty="0">
                <a:latin typeface="Calibri" panose="020F0502020204030204"/>
                <a:cs typeface="Calibri" panose="020F0502020204030204"/>
              </a:rPr>
              <a:t> </a:t>
            </a:r>
            <a:r>
              <a:rPr sz="1800" dirty="0">
                <a:latin typeface="Calibri" panose="020F0502020204030204"/>
                <a:cs typeface="Calibri" panose="020F0502020204030204"/>
              </a:rPr>
              <a:t>nghệ</a:t>
            </a:r>
            <a:r>
              <a:rPr sz="1800" spc="-10" dirty="0">
                <a:latin typeface="Calibri" panose="020F0502020204030204"/>
                <a:cs typeface="Calibri" panose="020F0502020204030204"/>
              </a:rPr>
              <a:t> </a:t>
            </a:r>
            <a:r>
              <a:rPr sz="1800" dirty="0">
                <a:latin typeface="Calibri" panose="020F0502020204030204"/>
                <a:cs typeface="Calibri" panose="020F0502020204030204"/>
              </a:rPr>
              <a:t>hàn</a:t>
            </a:r>
            <a:r>
              <a:rPr sz="1800" spc="-30" dirty="0">
                <a:latin typeface="Calibri" panose="020F0502020204030204"/>
                <a:cs typeface="Calibri" panose="020F0502020204030204"/>
              </a:rPr>
              <a:t> </a:t>
            </a:r>
            <a:r>
              <a:rPr sz="1800" dirty="0">
                <a:latin typeface="Calibri" panose="020F0502020204030204"/>
                <a:cs typeface="Calibri" panose="020F0502020204030204"/>
              </a:rPr>
              <a:t>lăn</a:t>
            </a:r>
            <a:r>
              <a:rPr sz="1800" spc="-5" dirty="0">
                <a:latin typeface="Calibri" panose="020F0502020204030204"/>
                <a:cs typeface="Calibri" panose="020F0502020204030204"/>
              </a:rPr>
              <a:t> </a:t>
            </a:r>
            <a:r>
              <a:rPr sz="1800" dirty="0">
                <a:latin typeface="Calibri" panose="020F0502020204030204"/>
                <a:cs typeface="Calibri" panose="020F0502020204030204"/>
              </a:rPr>
              <a:t>tự</a:t>
            </a:r>
            <a:r>
              <a:rPr sz="1800" spc="-15" dirty="0">
                <a:latin typeface="Calibri" panose="020F0502020204030204"/>
                <a:cs typeface="Calibri" panose="020F0502020204030204"/>
              </a:rPr>
              <a:t> </a:t>
            </a:r>
            <a:r>
              <a:rPr sz="1800" dirty="0">
                <a:latin typeface="Calibri" panose="020F0502020204030204"/>
                <a:cs typeface="Calibri" panose="020F0502020204030204"/>
              </a:rPr>
              <a:t>động.</a:t>
            </a:r>
            <a:r>
              <a:rPr sz="1800" spc="-15" dirty="0">
                <a:latin typeface="Calibri" panose="020F0502020204030204"/>
                <a:cs typeface="Calibri" panose="020F0502020204030204"/>
              </a:rPr>
              <a:t> </a:t>
            </a:r>
            <a:r>
              <a:rPr sz="1800" dirty="0">
                <a:latin typeface="Calibri" panose="020F0502020204030204"/>
                <a:cs typeface="Calibri" panose="020F0502020204030204"/>
              </a:rPr>
              <a:t>Nhờ</a:t>
            </a:r>
            <a:r>
              <a:rPr sz="1800" spc="-15" dirty="0">
                <a:latin typeface="Calibri" panose="020F0502020204030204"/>
                <a:cs typeface="Calibri" panose="020F0502020204030204"/>
              </a:rPr>
              <a:t> </a:t>
            </a:r>
            <a:r>
              <a:rPr sz="1800" dirty="0">
                <a:latin typeface="Calibri" panose="020F0502020204030204"/>
                <a:cs typeface="Calibri" panose="020F0502020204030204"/>
              </a:rPr>
              <a:t>đó,</a:t>
            </a:r>
            <a:r>
              <a:rPr sz="1800" spc="-15" dirty="0">
                <a:latin typeface="Calibri" panose="020F0502020204030204"/>
                <a:cs typeface="Calibri" panose="020F0502020204030204"/>
              </a:rPr>
              <a:t> </a:t>
            </a:r>
            <a:r>
              <a:rPr sz="1800" dirty="0">
                <a:latin typeface="Calibri" panose="020F0502020204030204"/>
                <a:cs typeface="Calibri" panose="020F0502020204030204"/>
              </a:rPr>
              <a:t>ruột</a:t>
            </a:r>
            <a:r>
              <a:rPr sz="1800" spc="-5" dirty="0">
                <a:latin typeface="Calibri" panose="020F0502020204030204"/>
                <a:cs typeface="Calibri" panose="020F0502020204030204"/>
              </a:rPr>
              <a:t> </a:t>
            </a:r>
            <a:r>
              <a:rPr sz="1800" spc="-20" dirty="0">
                <a:latin typeface="Calibri" panose="020F0502020204030204"/>
                <a:cs typeface="Calibri" panose="020F0502020204030204"/>
              </a:rPr>
              <a:t>bình </a:t>
            </a:r>
            <a:r>
              <a:rPr sz="1800" dirty="0">
                <a:latin typeface="Calibri" panose="020F0502020204030204"/>
                <a:cs typeface="Calibri" panose="020F0502020204030204"/>
              </a:rPr>
              <a:t>đảm</a:t>
            </a:r>
            <a:r>
              <a:rPr sz="1800" spc="-25" dirty="0">
                <a:latin typeface="Calibri" panose="020F0502020204030204"/>
                <a:cs typeface="Calibri" panose="020F0502020204030204"/>
              </a:rPr>
              <a:t> </a:t>
            </a:r>
            <a:r>
              <a:rPr sz="1800" dirty="0">
                <a:latin typeface="Calibri" panose="020F0502020204030204"/>
                <a:cs typeface="Calibri" panose="020F0502020204030204"/>
              </a:rPr>
              <a:t>bảo</a:t>
            </a:r>
            <a:r>
              <a:rPr sz="1800" spc="-15" dirty="0">
                <a:latin typeface="Calibri" panose="020F0502020204030204"/>
                <a:cs typeface="Calibri" panose="020F0502020204030204"/>
              </a:rPr>
              <a:t> </a:t>
            </a:r>
            <a:r>
              <a:rPr sz="1800" dirty="0">
                <a:latin typeface="Calibri" panose="020F0502020204030204"/>
                <a:cs typeface="Calibri" panose="020F0502020204030204"/>
              </a:rPr>
              <a:t>giữ</a:t>
            </a:r>
            <a:r>
              <a:rPr sz="1800" spc="-15" dirty="0">
                <a:latin typeface="Calibri" panose="020F0502020204030204"/>
                <a:cs typeface="Calibri" panose="020F0502020204030204"/>
              </a:rPr>
              <a:t> </a:t>
            </a:r>
            <a:r>
              <a:rPr sz="1800" dirty="0">
                <a:latin typeface="Calibri" panose="020F0502020204030204"/>
                <a:cs typeface="Calibri" panose="020F0502020204030204"/>
              </a:rPr>
              <a:t>được</a:t>
            </a:r>
            <a:r>
              <a:rPr sz="1800" spc="-10" dirty="0">
                <a:latin typeface="Calibri" panose="020F0502020204030204"/>
                <a:cs typeface="Calibri" panose="020F0502020204030204"/>
              </a:rPr>
              <a:t> </a:t>
            </a:r>
            <a:r>
              <a:rPr sz="1800" dirty="0">
                <a:latin typeface="Calibri" panose="020F0502020204030204"/>
                <a:cs typeface="Calibri" panose="020F0502020204030204"/>
              </a:rPr>
              <a:t>thành</a:t>
            </a:r>
            <a:r>
              <a:rPr sz="1800" spc="-15" dirty="0">
                <a:latin typeface="Calibri" panose="020F0502020204030204"/>
                <a:cs typeface="Calibri" panose="020F0502020204030204"/>
              </a:rPr>
              <a:t> </a:t>
            </a:r>
            <a:r>
              <a:rPr sz="1800" dirty="0">
                <a:latin typeface="Calibri" panose="020F0502020204030204"/>
                <a:cs typeface="Calibri" panose="020F0502020204030204"/>
              </a:rPr>
              <a:t>phần</a:t>
            </a:r>
            <a:r>
              <a:rPr sz="1800" spc="-15" dirty="0">
                <a:latin typeface="Calibri" panose="020F0502020204030204"/>
                <a:cs typeface="Calibri" panose="020F0502020204030204"/>
              </a:rPr>
              <a:t> </a:t>
            </a:r>
            <a:r>
              <a:rPr sz="1800" dirty="0">
                <a:latin typeface="Calibri" panose="020F0502020204030204"/>
                <a:cs typeface="Calibri" panose="020F0502020204030204"/>
              </a:rPr>
              <a:t>của</a:t>
            </a:r>
            <a:r>
              <a:rPr sz="1800" spc="-25" dirty="0">
                <a:latin typeface="Calibri" panose="020F0502020204030204"/>
                <a:cs typeface="Calibri" panose="020F0502020204030204"/>
              </a:rPr>
              <a:t> </a:t>
            </a:r>
            <a:r>
              <a:rPr sz="1800" dirty="0">
                <a:latin typeface="Calibri" panose="020F0502020204030204"/>
                <a:cs typeface="Calibri" panose="020F0502020204030204"/>
              </a:rPr>
              <a:t>nước</a:t>
            </a:r>
            <a:r>
              <a:rPr sz="1800" spc="-20" dirty="0">
                <a:latin typeface="Calibri" panose="020F0502020204030204"/>
                <a:cs typeface="Calibri" panose="020F0502020204030204"/>
              </a:rPr>
              <a:t> </a:t>
            </a:r>
            <a:r>
              <a:rPr sz="1800" dirty="0">
                <a:latin typeface="Calibri" panose="020F0502020204030204"/>
                <a:cs typeface="Calibri" panose="020F0502020204030204"/>
              </a:rPr>
              <a:t>khi</a:t>
            </a:r>
            <a:r>
              <a:rPr sz="1800" spc="-10" dirty="0">
                <a:latin typeface="Calibri" panose="020F0502020204030204"/>
                <a:cs typeface="Calibri" panose="020F0502020204030204"/>
              </a:rPr>
              <a:t> </a:t>
            </a:r>
            <a:r>
              <a:rPr sz="1800" dirty="0">
                <a:latin typeface="Calibri" panose="020F0502020204030204"/>
                <a:cs typeface="Calibri" panose="020F0502020204030204"/>
              </a:rPr>
              <a:t>sử</a:t>
            </a:r>
            <a:r>
              <a:rPr sz="1800" spc="-25" dirty="0">
                <a:latin typeface="Calibri" panose="020F0502020204030204"/>
                <a:cs typeface="Calibri" panose="020F0502020204030204"/>
              </a:rPr>
              <a:t> </a:t>
            </a:r>
            <a:r>
              <a:rPr sz="1800" dirty="0">
                <a:latin typeface="Calibri" panose="020F0502020204030204"/>
                <a:cs typeface="Calibri" panose="020F0502020204030204"/>
              </a:rPr>
              <a:t>dụng</a:t>
            </a:r>
            <a:r>
              <a:rPr sz="1800" spc="-15" dirty="0">
                <a:latin typeface="Calibri" panose="020F0502020204030204"/>
                <a:cs typeface="Calibri" panose="020F0502020204030204"/>
              </a:rPr>
              <a:t> </a:t>
            </a:r>
            <a:r>
              <a:rPr sz="1800" dirty="0">
                <a:latin typeface="Calibri" panose="020F0502020204030204"/>
                <a:cs typeface="Calibri" panose="020F0502020204030204"/>
              </a:rPr>
              <a:t>mà</a:t>
            </a:r>
            <a:r>
              <a:rPr sz="1800" spc="-10" dirty="0">
                <a:latin typeface="Calibri" panose="020F0502020204030204"/>
                <a:cs typeface="Calibri" panose="020F0502020204030204"/>
              </a:rPr>
              <a:t> </a:t>
            </a:r>
            <a:r>
              <a:rPr sz="1800" dirty="0">
                <a:latin typeface="Calibri" panose="020F0502020204030204"/>
                <a:cs typeface="Calibri" panose="020F0502020204030204"/>
              </a:rPr>
              <a:t>không</a:t>
            </a:r>
            <a:r>
              <a:rPr sz="1800" spc="-15" dirty="0">
                <a:latin typeface="Calibri" panose="020F0502020204030204"/>
                <a:cs typeface="Calibri" panose="020F0502020204030204"/>
              </a:rPr>
              <a:t> </a:t>
            </a:r>
            <a:r>
              <a:rPr sz="1800" dirty="0">
                <a:latin typeface="Calibri" panose="020F0502020204030204"/>
                <a:cs typeface="Calibri" panose="020F0502020204030204"/>
              </a:rPr>
              <a:t>bị</a:t>
            </a:r>
            <a:r>
              <a:rPr sz="1800" spc="-10" dirty="0">
                <a:latin typeface="Calibri" panose="020F0502020204030204"/>
                <a:cs typeface="Calibri" panose="020F0502020204030204"/>
              </a:rPr>
              <a:t> </a:t>
            </a:r>
            <a:r>
              <a:rPr sz="1800" dirty="0">
                <a:latin typeface="Calibri" panose="020F0502020204030204"/>
                <a:cs typeface="Calibri" panose="020F0502020204030204"/>
              </a:rPr>
              <a:t>thay</a:t>
            </a:r>
            <a:r>
              <a:rPr sz="1800" spc="-15" dirty="0">
                <a:latin typeface="Calibri" panose="020F0502020204030204"/>
                <a:cs typeface="Calibri" panose="020F0502020204030204"/>
              </a:rPr>
              <a:t> </a:t>
            </a:r>
            <a:r>
              <a:rPr sz="1800" dirty="0">
                <a:latin typeface="Calibri" panose="020F0502020204030204"/>
                <a:cs typeface="Calibri" panose="020F0502020204030204"/>
              </a:rPr>
              <a:t>đổi</a:t>
            </a:r>
            <a:r>
              <a:rPr sz="1800" spc="-10" dirty="0">
                <a:latin typeface="Calibri" panose="020F0502020204030204"/>
                <a:cs typeface="Calibri" panose="020F0502020204030204"/>
              </a:rPr>
              <a:t> </a:t>
            </a:r>
            <a:r>
              <a:rPr sz="1800" dirty="0">
                <a:latin typeface="Calibri" panose="020F0502020204030204"/>
                <a:cs typeface="Calibri" panose="020F0502020204030204"/>
              </a:rPr>
              <a:t>do</a:t>
            </a:r>
            <a:r>
              <a:rPr sz="1800" spc="-15" dirty="0">
                <a:latin typeface="Calibri" panose="020F0502020204030204"/>
                <a:cs typeface="Calibri" panose="020F0502020204030204"/>
              </a:rPr>
              <a:t> </a:t>
            </a:r>
            <a:r>
              <a:rPr sz="1800" dirty="0">
                <a:latin typeface="Calibri" panose="020F0502020204030204"/>
                <a:cs typeface="Calibri" panose="020F0502020204030204"/>
              </a:rPr>
              <a:t>xúc</a:t>
            </a:r>
            <a:r>
              <a:rPr sz="1800" spc="-20" dirty="0">
                <a:latin typeface="Calibri" panose="020F0502020204030204"/>
                <a:cs typeface="Calibri" panose="020F0502020204030204"/>
              </a:rPr>
              <a:t> </a:t>
            </a:r>
            <a:r>
              <a:rPr sz="1800" dirty="0">
                <a:latin typeface="Calibri" panose="020F0502020204030204"/>
                <a:cs typeface="Calibri" panose="020F0502020204030204"/>
              </a:rPr>
              <a:t>tác</a:t>
            </a:r>
            <a:r>
              <a:rPr sz="1800" spc="-20" dirty="0">
                <a:latin typeface="Calibri" panose="020F0502020204030204"/>
                <a:cs typeface="Calibri" panose="020F0502020204030204"/>
              </a:rPr>
              <a:t> </a:t>
            </a:r>
            <a:r>
              <a:rPr sz="1800" dirty="0">
                <a:latin typeface="Calibri" panose="020F0502020204030204"/>
                <a:cs typeface="Calibri" panose="020F0502020204030204"/>
              </a:rPr>
              <a:t>nhiệt</a:t>
            </a:r>
            <a:r>
              <a:rPr sz="1800" spc="-15" dirty="0">
                <a:latin typeface="Calibri" panose="020F0502020204030204"/>
                <a:cs typeface="Calibri" panose="020F0502020204030204"/>
              </a:rPr>
              <a:t> </a:t>
            </a:r>
            <a:r>
              <a:rPr sz="1800" spc="-25" dirty="0">
                <a:latin typeface="Calibri" panose="020F0502020204030204"/>
                <a:cs typeface="Calibri" panose="020F0502020204030204"/>
              </a:rPr>
              <a:t>độ.</a:t>
            </a:r>
            <a:endParaRPr sz="1800">
              <a:latin typeface="Calibri" panose="020F0502020204030204"/>
              <a:cs typeface="Calibri" panose="020F0502020204030204"/>
            </a:endParaRPr>
          </a:p>
          <a:p>
            <a:pPr marL="12700" marR="5080">
              <a:lnSpc>
                <a:spcPct val="110000"/>
              </a:lnSpc>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1800" dirty="0">
                <a:latin typeface="Calibri" panose="020F0502020204030204"/>
                <a:cs typeface="Calibri" panose="020F0502020204030204"/>
              </a:rPr>
              <a:t>Các</a:t>
            </a:r>
            <a:r>
              <a:rPr sz="1800" spc="-20" dirty="0">
                <a:latin typeface="Calibri" panose="020F0502020204030204"/>
                <a:cs typeface="Calibri" panose="020F0502020204030204"/>
              </a:rPr>
              <a:t> </a:t>
            </a:r>
            <a:r>
              <a:rPr sz="1800" dirty="0">
                <a:latin typeface="Calibri" panose="020F0502020204030204"/>
                <a:cs typeface="Calibri" panose="020F0502020204030204"/>
              </a:rPr>
              <a:t>ống</a:t>
            </a:r>
            <a:r>
              <a:rPr sz="1800" spc="-10" dirty="0">
                <a:latin typeface="Calibri" panose="020F0502020204030204"/>
                <a:cs typeface="Calibri" panose="020F0502020204030204"/>
              </a:rPr>
              <a:t> </a:t>
            </a:r>
            <a:r>
              <a:rPr sz="1800" dirty="0">
                <a:latin typeface="Calibri" panose="020F0502020204030204"/>
                <a:cs typeface="Calibri" panose="020F0502020204030204"/>
              </a:rPr>
              <a:t>cấp</a:t>
            </a:r>
            <a:r>
              <a:rPr sz="1800" spc="-25" dirty="0">
                <a:latin typeface="Calibri" panose="020F0502020204030204"/>
                <a:cs typeface="Calibri" panose="020F0502020204030204"/>
              </a:rPr>
              <a:t> </a:t>
            </a:r>
            <a:r>
              <a:rPr sz="1800" dirty="0">
                <a:latin typeface="Calibri" panose="020F0502020204030204"/>
                <a:cs typeface="Calibri" panose="020F0502020204030204"/>
              </a:rPr>
              <a:t>nước</a:t>
            </a:r>
            <a:r>
              <a:rPr sz="1800" spc="-20" dirty="0">
                <a:latin typeface="Calibri" panose="020F0502020204030204"/>
                <a:cs typeface="Calibri" panose="020F0502020204030204"/>
              </a:rPr>
              <a:t> </a:t>
            </a:r>
            <a:r>
              <a:rPr sz="1800" dirty="0">
                <a:latin typeface="Calibri" panose="020F0502020204030204"/>
                <a:cs typeface="Calibri" panose="020F0502020204030204"/>
              </a:rPr>
              <a:t>ra</a:t>
            </a:r>
            <a:r>
              <a:rPr sz="1800" spc="-5" dirty="0">
                <a:latin typeface="Calibri" panose="020F0502020204030204"/>
                <a:cs typeface="Calibri" panose="020F0502020204030204"/>
              </a:rPr>
              <a:t> </a:t>
            </a:r>
            <a:r>
              <a:rPr sz="1800" dirty="0">
                <a:latin typeface="Calibri" panose="020F0502020204030204"/>
                <a:cs typeface="Calibri" panose="020F0502020204030204"/>
              </a:rPr>
              <a:t>vào</a:t>
            </a:r>
            <a:r>
              <a:rPr sz="1800" spc="-15" dirty="0">
                <a:latin typeface="Calibri" panose="020F0502020204030204"/>
                <a:cs typeface="Calibri" panose="020F0502020204030204"/>
              </a:rPr>
              <a:t> </a:t>
            </a:r>
            <a:r>
              <a:rPr sz="1800" dirty="0">
                <a:latin typeface="Calibri" panose="020F0502020204030204"/>
                <a:cs typeface="Calibri" panose="020F0502020204030204"/>
              </a:rPr>
              <a:t>ống</a:t>
            </a:r>
            <a:r>
              <a:rPr sz="1800" spc="-15" dirty="0">
                <a:latin typeface="Calibri" panose="020F0502020204030204"/>
                <a:cs typeface="Calibri" panose="020F0502020204030204"/>
              </a:rPr>
              <a:t> </a:t>
            </a:r>
            <a:r>
              <a:rPr sz="1800" dirty="0">
                <a:latin typeface="Calibri" panose="020F0502020204030204"/>
                <a:cs typeface="Calibri" panose="020F0502020204030204"/>
              </a:rPr>
              <a:t>thông</a:t>
            </a:r>
            <a:r>
              <a:rPr sz="1800" spc="-10" dirty="0">
                <a:latin typeface="Calibri" panose="020F0502020204030204"/>
                <a:cs typeface="Calibri" panose="020F0502020204030204"/>
              </a:rPr>
              <a:t> </a:t>
            </a:r>
            <a:r>
              <a:rPr sz="1800" dirty="0">
                <a:latin typeface="Calibri" panose="020F0502020204030204"/>
                <a:cs typeface="Calibri" panose="020F0502020204030204"/>
              </a:rPr>
              <a:t>hơi:</a:t>
            </a:r>
            <a:r>
              <a:rPr sz="1800" spc="-15" dirty="0">
                <a:latin typeface="Calibri" panose="020F0502020204030204"/>
                <a:cs typeface="Calibri" panose="020F0502020204030204"/>
              </a:rPr>
              <a:t> </a:t>
            </a:r>
            <a:r>
              <a:rPr sz="1800" dirty="0">
                <a:latin typeface="Calibri" panose="020F0502020204030204"/>
                <a:cs typeface="Calibri" panose="020F0502020204030204"/>
              </a:rPr>
              <a:t>Là</a:t>
            </a:r>
            <a:r>
              <a:rPr sz="1800" spc="-15" dirty="0">
                <a:latin typeface="Calibri" panose="020F0502020204030204"/>
                <a:cs typeface="Calibri" panose="020F0502020204030204"/>
              </a:rPr>
              <a:t> </a:t>
            </a:r>
            <a:r>
              <a:rPr sz="1800" dirty="0">
                <a:latin typeface="Calibri" panose="020F0502020204030204"/>
                <a:cs typeface="Calibri" panose="020F0502020204030204"/>
              </a:rPr>
              <a:t>những</a:t>
            </a:r>
            <a:r>
              <a:rPr sz="1800" spc="-15" dirty="0">
                <a:latin typeface="Calibri" panose="020F0502020204030204"/>
                <a:cs typeface="Calibri" panose="020F0502020204030204"/>
              </a:rPr>
              <a:t> </a:t>
            </a:r>
            <a:r>
              <a:rPr sz="1800" dirty="0">
                <a:latin typeface="Calibri" panose="020F0502020204030204"/>
                <a:cs typeface="Calibri" panose="020F0502020204030204"/>
              </a:rPr>
              <a:t>ti</a:t>
            </a:r>
            <a:r>
              <a:rPr sz="1800" spc="-25" dirty="0">
                <a:latin typeface="Calibri" panose="020F0502020204030204"/>
                <a:cs typeface="Calibri" panose="020F0502020204030204"/>
              </a:rPr>
              <a:t> </a:t>
            </a:r>
            <a:r>
              <a:rPr sz="1800" dirty="0">
                <a:latin typeface="Calibri" panose="020F0502020204030204"/>
                <a:cs typeface="Calibri" panose="020F0502020204030204"/>
              </a:rPr>
              <a:t>rỗng</a:t>
            </a:r>
            <a:r>
              <a:rPr sz="1800" spc="-10" dirty="0">
                <a:latin typeface="Calibri" panose="020F0502020204030204"/>
                <a:cs typeface="Calibri" panose="020F0502020204030204"/>
              </a:rPr>
              <a:t> </a:t>
            </a:r>
            <a:r>
              <a:rPr sz="1800" dirty="0">
                <a:latin typeface="Calibri" panose="020F0502020204030204"/>
                <a:cs typeface="Calibri" panose="020F0502020204030204"/>
              </a:rPr>
              <a:t>làm</a:t>
            </a:r>
            <a:r>
              <a:rPr sz="1800" spc="-15" dirty="0">
                <a:latin typeface="Calibri" panose="020F0502020204030204"/>
                <a:cs typeface="Calibri" panose="020F0502020204030204"/>
              </a:rPr>
              <a:t> </a:t>
            </a:r>
            <a:r>
              <a:rPr sz="1800" dirty="0">
                <a:latin typeface="Calibri" panose="020F0502020204030204"/>
                <a:cs typeface="Calibri" panose="020F0502020204030204"/>
              </a:rPr>
              <a:t>bằng</a:t>
            </a:r>
            <a:r>
              <a:rPr sz="1800" spc="-15" dirty="0">
                <a:latin typeface="Calibri" panose="020F0502020204030204"/>
                <a:cs typeface="Calibri" panose="020F0502020204030204"/>
              </a:rPr>
              <a:t> </a:t>
            </a:r>
            <a:r>
              <a:rPr sz="1800" dirty="0">
                <a:latin typeface="Calibri" panose="020F0502020204030204"/>
                <a:cs typeface="Calibri" panose="020F0502020204030204"/>
              </a:rPr>
              <a:t>Inox.</a:t>
            </a:r>
            <a:r>
              <a:rPr sz="1800" spc="-5" dirty="0">
                <a:latin typeface="Calibri" panose="020F0502020204030204"/>
                <a:cs typeface="Calibri" panose="020F0502020204030204"/>
              </a:rPr>
              <a:t> </a:t>
            </a:r>
            <a:r>
              <a:rPr sz="1800" dirty="0">
                <a:latin typeface="Calibri" panose="020F0502020204030204"/>
                <a:cs typeface="Calibri" panose="020F0502020204030204"/>
              </a:rPr>
              <a:t>Một</a:t>
            </a:r>
            <a:r>
              <a:rPr sz="1800" spc="-20" dirty="0">
                <a:latin typeface="Calibri" panose="020F0502020204030204"/>
                <a:cs typeface="Calibri" panose="020F0502020204030204"/>
              </a:rPr>
              <a:t> </a:t>
            </a:r>
            <a:r>
              <a:rPr sz="1800" dirty="0">
                <a:latin typeface="Calibri" panose="020F0502020204030204"/>
                <a:cs typeface="Calibri" panose="020F0502020204030204"/>
              </a:rPr>
              <a:t>đầu</a:t>
            </a:r>
            <a:r>
              <a:rPr sz="1800" spc="-25" dirty="0">
                <a:latin typeface="Calibri" panose="020F0502020204030204"/>
                <a:cs typeface="Calibri" panose="020F0502020204030204"/>
              </a:rPr>
              <a:t> </a:t>
            </a:r>
            <a:r>
              <a:rPr sz="1800" dirty="0">
                <a:latin typeface="Calibri" panose="020F0502020204030204"/>
                <a:cs typeface="Calibri" panose="020F0502020204030204"/>
              </a:rPr>
              <a:t>đút vào</a:t>
            </a:r>
            <a:r>
              <a:rPr sz="1800" spc="-15" dirty="0">
                <a:latin typeface="Calibri" panose="020F0502020204030204"/>
                <a:cs typeface="Calibri" panose="020F0502020204030204"/>
              </a:rPr>
              <a:t> </a:t>
            </a:r>
            <a:r>
              <a:rPr sz="1800" dirty="0">
                <a:latin typeface="Calibri" panose="020F0502020204030204"/>
                <a:cs typeface="Calibri" panose="020F0502020204030204"/>
              </a:rPr>
              <a:t>bình</a:t>
            </a:r>
            <a:r>
              <a:rPr sz="1800" spc="-15" dirty="0">
                <a:latin typeface="Calibri" panose="020F0502020204030204"/>
                <a:cs typeface="Calibri" panose="020F0502020204030204"/>
              </a:rPr>
              <a:t> </a:t>
            </a:r>
            <a:r>
              <a:rPr sz="1800" dirty="0">
                <a:latin typeface="Calibri" panose="020F0502020204030204"/>
                <a:cs typeface="Calibri" panose="020F0502020204030204"/>
              </a:rPr>
              <a:t>bảo</a:t>
            </a:r>
            <a:r>
              <a:rPr sz="1800" spc="-10" dirty="0">
                <a:latin typeface="Calibri" panose="020F0502020204030204"/>
                <a:cs typeface="Calibri" panose="020F0502020204030204"/>
              </a:rPr>
              <a:t> </a:t>
            </a:r>
            <a:r>
              <a:rPr sz="1800" dirty="0">
                <a:latin typeface="Calibri" panose="020F0502020204030204"/>
                <a:cs typeface="Calibri" panose="020F0502020204030204"/>
              </a:rPr>
              <a:t>ôn,</a:t>
            </a:r>
            <a:r>
              <a:rPr sz="1800" spc="-20" dirty="0">
                <a:latin typeface="Calibri" panose="020F0502020204030204"/>
                <a:cs typeface="Calibri" panose="020F0502020204030204"/>
              </a:rPr>
              <a:t> </a:t>
            </a:r>
            <a:r>
              <a:rPr sz="1800" dirty="0">
                <a:latin typeface="Calibri" panose="020F0502020204030204"/>
                <a:cs typeface="Calibri" panose="020F0502020204030204"/>
              </a:rPr>
              <a:t>đầu</a:t>
            </a:r>
            <a:r>
              <a:rPr sz="1800" spc="-10" dirty="0">
                <a:latin typeface="Calibri" panose="020F0502020204030204"/>
                <a:cs typeface="Calibri" panose="020F0502020204030204"/>
              </a:rPr>
              <a:t> </a:t>
            </a:r>
            <a:r>
              <a:rPr sz="1800" spc="-25" dirty="0">
                <a:latin typeface="Calibri" panose="020F0502020204030204"/>
                <a:cs typeface="Calibri" panose="020F0502020204030204"/>
              </a:rPr>
              <a:t>kia </a:t>
            </a:r>
            <a:r>
              <a:rPr sz="1800" dirty="0">
                <a:latin typeface="Calibri" panose="020F0502020204030204"/>
                <a:cs typeface="Calibri" panose="020F0502020204030204"/>
              </a:rPr>
              <a:t>có</a:t>
            </a:r>
            <a:r>
              <a:rPr sz="1800" spc="-30" dirty="0">
                <a:latin typeface="Calibri" panose="020F0502020204030204"/>
                <a:cs typeface="Calibri" panose="020F0502020204030204"/>
              </a:rPr>
              <a:t> </a:t>
            </a:r>
            <a:r>
              <a:rPr sz="1800" dirty="0">
                <a:latin typeface="Calibri" panose="020F0502020204030204"/>
                <a:cs typeface="Calibri" panose="020F0502020204030204"/>
              </a:rPr>
              <a:t>ren</a:t>
            </a:r>
            <a:r>
              <a:rPr sz="1800" spc="-10" dirty="0">
                <a:latin typeface="Calibri" panose="020F0502020204030204"/>
                <a:cs typeface="Calibri" panose="020F0502020204030204"/>
              </a:rPr>
              <a:t> </a:t>
            </a:r>
            <a:r>
              <a:rPr sz="1800" dirty="0">
                <a:latin typeface="Calibri" panose="020F0502020204030204"/>
                <a:cs typeface="Calibri" panose="020F0502020204030204"/>
              </a:rPr>
              <a:t>dùng</a:t>
            </a:r>
            <a:r>
              <a:rPr sz="1800" spc="-10" dirty="0">
                <a:latin typeface="Calibri" panose="020F0502020204030204"/>
                <a:cs typeface="Calibri" panose="020F0502020204030204"/>
              </a:rPr>
              <a:t> </a:t>
            </a:r>
            <a:r>
              <a:rPr sz="1800" dirty="0">
                <a:latin typeface="Calibri" panose="020F0502020204030204"/>
                <a:cs typeface="Calibri" panose="020F0502020204030204"/>
              </a:rPr>
              <a:t>để</a:t>
            </a:r>
            <a:r>
              <a:rPr sz="1800" spc="-15" dirty="0">
                <a:latin typeface="Calibri" panose="020F0502020204030204"/>
                <a:cs typeface="Calibri" panose="020F0502020204030204"/>
              </a:rPr>
              <a:t> </a:t>
            </a:r>
            <a:r>
              <a:rPr sz="1800" dirty="0">
                <a:latin typeface="Calibri" panose="020F0502020204030204"/>
                <a:cs typeface="Calibri" panose="020F0502020204030204"/>
              </a:rPr>
              <a:t>kết</a:t>
            </a:r>
            <a:r>
              <a:rPr sz="1800" spc="-15" dirty="0">
                <a:latin typeface="Calibri" panose="020F0502020204030204"/>
                <a:cs typeface="Calibri" panose="020F0502020204030204"/>
              </a:rPr>
              <a:t> </a:t>
            </a:r>
            <a:r>
              <a:rPr sz="1800" dirty="0">
                <a:latin typeface="Calibri" panose="020F0502020204030204"/>
                <a:cs typeface="Calibri" panose="020F0502020204030204"/>
              </a:rPr>
              <a:t>nối</a:t>
            </a:r>
            <a:r>
              <a:rPr sz="1800" spc="-25" dirty="0">
                <a:latin typeface="Calibri" panose="020F0502020204030204"/>
                <a:cs typeface="Calibri" panose="020F0502020204030204"/>
              </a:rPr>
              <a:t> </a:t>
            </a:r>
            <a:r>
              <a:rPr sz="1800" dirty="0">
                <a:latin typeface="Calibri" panose="020F0502020204030204"/>
                <a:cs typeface="Calibri" panose="020F0502020204030204"/>
              </a:rPr>
              <a:t>với</a:t>
            </a:r>
            <a:r>
              <a:rPr sz="1800" spc="-20" dirty="0">
                <a:latin typeface="Calibri" panose="020F0502020204030204"/>
                <a:cs typeface="Calibri" panose="020F0502020204030204"/>
              </a:rPr>
              <a:t> </a:t>
            </a:r>
            <a:r>
              <a:rPr sz="1800" dirty="0">
                <a:latin typeface="Calibri" panose="020F0502020204030204"/>
                <a:cs typeface="Calibri" panose="020F0502020204030204"/>
              </a:rPr>
              <a:t>các</a:t>
            </a:r>
            <a:r>
              <a:rPr sz="1800" spc="-5" dirty="0">
                <a:latin typeface="Calibri" panose="020F0502020204030204"/>
                <a:cs typeface="Calibri" panose="020F0502020204030204"/>
              </a:rPr>
              <a:t> </a:t>
            </a:r>
            <a:r>
              <a:rPr sz="1800" dirty="0">
                <a:latin typeface="Calibri" panose="020F0502020204030204"/>
                <a:cs typeface="Calibri" panose="020F0502020204030204"/>
              </a:rPr>
              <a:t>đường</a:t>
            </a:r>
            <a:r>
              <a:rPr sz="1800" spc="-10" dirty="0">
                <a:latin typeface="Calibri" panose="020F0502020204030204"/>
                <a:cs typeface="Calibri" panose="020F0502020204030204"/>
              </a:rPr>
              <a:t> </a:t>
            </a:r>
            <a:r>
              <a:rPr sz="1800" dirty="0">
                <a:latin typeface="Calibri" panose="020F0502020204030204"/>
                <a:cs typeface="Calibri" panose="020F0502020204030204"/>
              </a:rPr>
              <a:t>ống</a:t>
            </a:r>
            <a:r>
              <a:rPr sz="1800" spc="-10" dirty="0">
                <a:latin typeface="Calibri" panose="020F0502020204030204"/>
                <a:cs typeface="Calibri" panose="020F0502020204030204"/>
              </a:rPr>
              <a:t> </a:t>
            </a:r>
            <a:r>
              <a:rPr sz="1800" spc="-20" dirty="0">
                <a:latin typeface="Calibri" panose="020F0502020204030204"/>
                <a:cs typeface="Calibri" panose="020F0502020204030204"/>
              </a:rPr>
              <a:t>nước</a:t>
            </a:r>
            <a:endParaRPr sz="1800">
              <a:latin typeface="Calibri" panose="020F0502020204030204"/>
              <a:cs typeface="Calibri" panose="020F0502020204030204"/>
            </a:endParaRPr>
          </a:p>
          <a:p>
            <a:pPr marL="12700">
              <a:lnSpc>
                <a:spcPct val="100000"/>
              </a:lnSpc>
              <a:spcBef>
                <a:spcPts val="13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1800" dirty="0">
                <a:latin typeface="Calibri" panose="020F0502020204030204"/>
                <a:cs typeface="Calibri" panose="020F0502020204030204"/>
              </a:rPr>
              <a:t>Roon</a:t>
            </a:r>
            <a:r>
              <a:rPr sz="1800" spc="-15" dirty="0">
                <a:latin typeface="Calibri" panose="020F0502020204030204"/>
                <a:cs typeface="Calibri" panose="020F0502020204030204"/>
              </a:rPr>
              <a:t> </a:t>
            </a:r>
            <a:r>
              <a:rPr sz="1800" dirty="0">
                <a:latin typeface="Calibri" panose="020F0502020204030204"/>
                <a:cs typeface="Calibri" panose="020F0502020204030204"/>
              </a:rPr>
              <a:t>silicon:</a:t>
            </a:r>
            <a:r>
              <a:rPr sz="1800" spc="-15" dirty="0">
                <a:latin typeface="Calibri" panose="020F0502020204030204"/>
                <a:cs typeface="Calibri" panose="020F0502020204030204"/>
              </a:rPr>
              <a:t> </a:t>
            </a:r>
            <a:r>
              <a:rPr sz="1800" dirty="0">
                <a:latin typeface="Calibri" panose="020F0502020204030204"/>
                <a:cs typeface="Calibri" panose="020F0502020204030204"/>
              </a:rPr>
              <a:t>Cấu</a:t>
            </a:r>
            <a:r>
              <a:rPr sz="1800" spc="-25" dirty="0">
                <a:latin typeface="Calibri" panose="020F0502020204030204"/>
                <a:cs typeface="Calibri" panose="020F0502020204030204"/>
              </a:rPr>
              <a:t> </a:t>
            </a:r>
            <a:r>
              <a:rPr sz="1800" dirty="0">
                <a:latin typeface="Calibri" panose="020F0502020204030204"/>
                <a:cs typeface="Calibri" panose="020F0502020204030204"/>
              </a:rPr>
              <a:t>tạo</a:t>
            </a:r>
            <a:r>
              <a:rPr sz="1800" spc="-15" dirty="0">
                <a:latin typeface="Calibri" panose="020F0502020204030204"/>
                <a:cs typeface="Calibri" panose="020F0502020204030204"/>
              </a:rPr>
              <a:t> </a:t>
            </a:r>
            <a:r>
              <a:rPr sz="1800" dirty="0">
                <a:latin typeface="Calibri" panose="020F0502020204030204"/>
                <a:cs typeface="Calibri" panose="020F0502020204030204"/>
              </a:rPr>
              <a:t>từ</a:t>
            </a:r>
            <a:r>
              <a:rPr sz="1800" spc="-15" dirty="0">
                <a:latin typeface="Calibri" panose="020F0502020204030204"/>
                <a:cs typeface="Calibri" panose="020F0502020204030204"/>
              </a:rPr>
              <a:t> </a:t>
            </a:r>
            <a:r>
              <a:rPr sz="1800" dirty="0">
                <a:latin typeface="Calibri" panose="020F0502020204030204"/>
                <a:cs typeface="Calibri" panose="020F0502020204030204"/>
              </a:rPr>
              <a:t>silicon</a:t>
            </a:r>
            <a:r>
              <a:rPr sz="1800" spc="-15" dirty="0">
                <a:latin typeface="Calibri" panose="020F0502020204030204"/>
                <a:cs typeface="Calibri" panose="020F0502020204030204"/>
              </a:rPr>
              <a:t> </a:t>
            </a:r>
            <a:r>
              <a:rPr sz="1800" dirty="0">
                <a:latin typeface="Calibri" panose="020F0502020204030204"/>
                <a:cs typeface="Calibri" panose="020F0502020204030204"/>
              </a:rPr>
              <a:t>cao</a:t>
            </a:r>
            <a:r>
              <a:rPr sz="1800" spc="-15" dirty="0">
                <a:latin typeface="Calibri" panose="020F0502020204030204"/>
                <a:cs typeface="Calibri" panose="020F0502020204030204"/>
              </a:rPr>
              <a:t> </a:t>
            </a:r>
            <a:r>
              <a:rPr sz="1800" dirty="0">
                <a:latin typeface="Calibri" panose="020F0502020204030204"/>
                <a:cs typeface="Calibri" panose="020F0502020204030204"/>
              </a:rPr>
              <a:t>cấp,</a:t>
            </a:r>
            <a:r>
              <a:rPr sz="1800" spc="-10" dirty="0">
                <a:latin typeface="Calibri" panose="020F0502020204030204"/>
                <a:cs typeface="Calibri" panose="020F0502020204030204"/>
              </a:rPr>
              <a:t> </a:t>
            </a:r>
            <a:r>
              <a:rPr sz="1800" dirty="0">
                <a:latin typeface="Calibri" panose="020F0502020204030204"/>
                <a:cs typeface="Calibri" panose="020F0502020204030204"/>
              </a:rPr>
              <a:t>chức</a:t>
            </a:r>
            <a:r>
              <a:rPr sz="1800" spc="-10" dirty="0">
                <a:latin typeface="Calibri" panose="020F0502020204030204"/>
                <a:cs typeface="Calibri" panose="020F0502020204030204"/>
              </a:rPr>
              <a:t> </a:t>
            </a:r>
            <a:r>
              <a:rPr sz="1800" dirty="0">
                <a:latin typeface="Calibri" panose="020F0502020204030204"/>
                <a:cs typeface="Calibri" panose="020F0502020204030204"/>
              </a:rPr>
              <a:t>năng</a:t>
            </a:r>
            <a:r>
              <a:rPr sz="1800" spc="-15" dirty="0">
                <a:latin typeface="Calibri" panose="020F0502020204030204"/>
                <a:cs typeface="Calibri" panose="020F0502020204030204"/>
              </a:rPr>
              <a:t> </a:t>
            </a:r>
            <a:r>
              <a:rPr sz="1800" dirty="0">
                <a:latin typeface="Calibri" panose="020F0502020204030204"/>
                <a:cs typeface="Calibri" panose="020F0502020204030204"/>
              </a:rPr>
              <a:t>của</a:t>
            </a:r>
            <a:r>
              <a:rPr sz="1800" spc="-20" dirty="0">
                <a:latin typeface="Calibri" panose="020F0502020204030204"/>
                <a:cs typeface="Calibri" panose="020F0502020204030204"/>
              </a:rPr>
              <a:t> </a:t>
            </a:r>
            <a:r>
              <a:rPr sz="1800" dirty="0">
                <a:latin typeface="Calibri" panose="020F0502020204030204"/>
                <a:cs typeface="Calibri" panose="020F0502020204030204"/>
              </a:rPr>
              <a:t>nó</a:t>
            </a:r>
            <a:r>
              <a:rPr sz="1800" spc="-15" dirty="0">
                <a:latin typeface="Calibri" panose="020F0502020204030204"/>
                <a:cs typeface="Calibri" panose="020F0502020204030204"/>
              </a:rPr>
              <a:t> </a:t>
            </a:r>
            <a:r>
              <a:rPr sz="1800" dirty="0">
                <a:latin typeface="Calibri" panose="020F0502020204030204"/>
                <a:cs typeface="Calibri" panose="020F0502020204030204"/>
              </a:rPr>
              <a:t>là</a:t>
            </a:r>
            <a:r>
              <a:rPr sz="1800" spc="-20" dirty="0">
                <a:latin typeface="Calibri" panose="020F0502020204030204"/>
                <a:cs typeface="Calibri" panose="020F0502020204030204"/>
              </a:rPr>
              <a:t> </a:t>
            </a:r>
            <a:r>
              <a:rPr sz="1800" dirty="0">
                <a:latin typeface="Calibri" panose="020F0502020204030204"/>
                <a:cs typeface="Calibri" panose="020F0502020204030204"/>
              </a:rPr>
              <a:t>để</a:t>
            </a:r>
            <a:r>
              <a:rPr sz="1800" spc="-20" dirty="0">
                <a:latin typeface="Calibri" panose="020F0502020204030204"/>
                <a:cs typeface="Calibri" panose="020F0502020204030204"/>
              </a:rPr>
              <a:t> </a:t>
            </a:r>
            <a:r>
              <a:rPr sz="1800" dirty="0">
                <a:latin typeface="Calibri" panose="020F0502020204030204"/>
                <a:cs typeface="Calibri" panose="020F0502020204030204"/>
              </a:rPr>
              <a:t>ngăn</a:t>
            </a:r>
            <a:r>
              <a:rPr sz="1800" spc="-15" dirty="0">
                <a:latin typeface="Calibri" panose="020F0502020204030204"/>
                <a:cs typeface="Calibri" panose="020F0502020204030204"/>
              </a:rPr>
              <a:t> </a:t>
            </a:r>
            <a:r>
              <a:rPr sz="1800" dirty="0">
                <a:latin typeface="Calibri" panose="020F0502020204030204"/>
                <a:cs typeface="Calibri" panose="020F0502020204030204"/>
              </a:rPr>
              <a:t>không</a:t>
            </a:r>
            <a:r>
              <a:rPr sz="1800" spc="-15" dirty="0">
                <a:latin typeface="Calibri" panose="020F0502020204030204"/>
                <a:cs typeface="Calibri" panose="020F0502020204030204"/>
              </a:rPr>
              <a:t> </a:t>
            </a:r>
            <a:r>
              <a:rPr sz="1800" dirty="0">
                <a:latin typeface="Calibri" panose="020F0502020204030204"/>
                <a:cs typeface="Calibri" panose="020F0502020204030204"/>
              </a:rPr>
              <a:t>cho</a:t>
            </a:r>
            <a:r>
              <a:rPr sz="1800" spc="-5" dirty="0">
                <a:latin typeface="Calibri" panose="020F0502020204030204"/>
                <a:cs typeface="Calibri" panose="020F0502020204030204"/>
              </a:rPr>
              <a:t> </a:t>
            </a:r>
            <a:r>
              <a:rPr sz="1800" dirty="0">
                <a:latin typeface="Calibri" panose="020F0502020204030204"/>
                <a:cs typeface="Calibri" panose="020F0502020204030204"/>
              </a:rPr>
              <a:t>nước</a:t>
            </a:r>
            <a:r>
              <a:rPr sz="1800" spc="-20" dirty="0">
                <a:latin typeface="Calibri" panose="020F0502020204030204"/>
                <a:cs typeface="Calibri" panose="020F0502020204030204"/>
              </a:rPr>
              <a:t> </a:t>
            </a:r>
            <a:r>
              <a:rPr sz="1800" dirty="0">
                <a:latin typeface="Calibri" panose="020F0502020204030204"/>
                <a:cs typeface="Calibri" panose="020F0502020204030204"/>
              </a:rPr>
              <a:t>rỉ</a:t>
            </a:r>
            <a:r>
              <a:rPr sz="1800" spc="-10" dirty="0">
                <a:latin typeface="Calibri" panose="020F0502020204030204"/>
                <a:cs typeface="Calibri" panose="020F0502020204030204"/>
              </a:rPr>
              <a:t> </a:t>
            </a:r>
            <a:r>
              <a:rPr sz="1800" dirty="0">
                <a:latin typeface="Calibri" panose="020F0502020204030204"/>
                <a:cs typeface="Calibri" panose="020F0502020204030204"/>
              </a:rPr>
              <a:t>ra</a:t>
            </a:r>
            <a:r>
              <a:rPr sz="1800" spc="-20" dirty="0">
                <a:latin typeface="Calibri" panose="020F0502020204030204"/>
                <a:cs typeface="Calibri" panose="020F0502020204030204"/>
              </a:rPr>
              <a:t> </a:t>
            </a:r>
            <a:r>
              <a:rPr sz="1800" dirty="0">
                <a:latin typeface="Calibri" panose="020F0502020204030204"/>
                <a:cs typeface="Calibri" panose="020F0502020204030204"/>
              </a:rPr>
              <a:t>theo</a:t>
            </a:r>
            <a:r>
              <a:rPr sz="1800" spc="-15" dirty="0">
                <a:latin typeface="Calibri" panose="020F0502020204030204"/>
                <a:cs typeface="Calibri" panose="020F0502020204030204"/>
              </a:rPr>
              <a:t> </a:t>
            </a:r>
            <a:r>
              <a:rPr sz="1800" dirty="0">
                <a:latin typeface="Calibri" panose="020F0502020204030204"/>
                <a:cs typeface="Calibri" panose="020F0502020204030204"/>
              </a:rPr>
              <a:t>các</a:t>
            </a:r>
            <a:r>
              <a:rPr sz="1800" spc="-20" dirty="0">
                <a:latin typeface="Calibri" panose="020F0502020204030204"/>
                <a:cs typeface="Calibri" panose="020F0502020204030204"/>
              </a:rPr>
              <a:t> </a:t>
            </a:r>
            <a:r>
              <a:rPr sz="1800" dirty="0">
                <a:latin typeface="Calibri" panose="020F0502020204030204"/>
                <a:cs typeface="Calibri" panose="020F0502020204030204"/>
              </a:rPr>
              <a:t>đầu</a:t>
            </a:r>
            <a:r>
              <a:rPr sz="1800" spc="-10" dirty="0">
                <a:latin typeface="Calibri" panose="020F0502020204030204"/>
                <a:cs typeface="Calibri" panose="020F0502020204030204"/>
              </a:rPr>
              <a:t> </a:t>
            </a:r>
            <a:r>
              <a:rPr sz="1800" spc="-20" dirty="0">
                <a:latin typeface="Calibri" panose="020F0502020204030204"/>
                <a:cs typeface="Calibri" panose="020F0502020204030204"/>
              </a:rPr>
              <a:t>ống.</a:t>
            </a:r>
            <a:endParaRPr sz="1800">
              <a:latin typeface="Calibri" panose="020F0502020204030204"/>
              <a:cs typeface="Calibri" panose="020F0502020204030204"/>
            </a:endParaRPr>
          </a:p>
          <a:p>
            <a:pPr marL="12700">
              <a:lnSpc>
                <a:spcPct val="100000"/>
              </a:lnSpc>
              <a:spcBef>
                <a:spcPts val="12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1800" dirty="0">
                <a:latin typeface="Calibri" panose="020F0502020204030204"/>
                <a:cs typeface="Calibri" panose="020F0502020204030204"/>
              </a:rPr>
              <a:t>Roon</a:t>
            </a:r>
            <a:r>
              <a:rPr sz="1800" spc="-15" dirty="0">
                <a:latin typeface="Calibri" panose="020F0502020204030204"/>
                <a:cs typeface="Calibri" panose="020F0502020204030204"/>
              </a:rPr>
              <a:t> </a:t>
            </a:r>
            <a:r>
              <a:rPr sz="1800" dirty="0">
                <a:latin typeface="Calibri" panose="020F0502020204030204"/>
                <a:cs typeface="Calibri" panose="020F0502020204030204"/>
              </a:rPr>
              <a:t>cao</a:t>
            </a:r>
            <a:r>
              <a:rPr sz="1800" spc="-25" dirty="0">
                <a:latin typeface="Calibri" panose="020F0502020204030204"/>
                <a:cs typeface="Calibri" panose="020F0502020204030204"/>
              </a:rPr>
              <a:t> </a:t>
            </a:r>
            <a:r>
              <a:rPr sz="1800" dirty="0">
                <a:latin typeface="Calibri" panose="020F0502020204030204"/>
                <a:cs typeface="Calibri" panose="020F0502020204030204"/>
              </a:rPr>
              <a:t>su:</a:t>
            </a:r>
            <a:r>
              <a:rPr sz="1800" spc="-15" dirty="0">
                <a:latin typeface="Calibri" panose="020F0502020204030204"/>
                <a:cs typeface="Calibri" panose="020F0502020204030204"/>
              </a:rPr>
              <a:t> </a:t>
            </a:r>
            <a:r>
              <a:rPr sz="1800" dirty="0">
                <a:latin typeface="Calibri" panose="020F0502020204030204"/>
                <a:cs typeface="Calibri" panose="020F0502020204030204"/>
              </a:rPr>
              <a:t>Cấu</a:t>
            </a:r>
            <a:r>
              <a:rPr sz="1800" spc="-15" dirty="0">
                <a:latin typeface="Calibri" panose="020F0502020204030204"/>
                <a:cs typeface="Calibri" panose="020F0502020204030204"/>
              </a:rPr>
              <a:t> </a:t>
            </a:r>
            <a:r>
              <a:rPr sz="1800" dirty="0">
                <a:latin typeface="Calibri" panose="020F0502020204030204"/>
                <a:cs typeface="Calibri" panose="020F0502020204030204"/>
              </a:rPr>
              <a:t>tạo</a:t>
            </a:r>
            <a:r>
              <a:rPr sz="1800" spc="-10" dirty="0">
                <a:latin typeface="Calibri" panose="020F0502020204030204"/>
                <a:cs typeface="Calibri" panose="020F0502020204030204"/>
              </a:rPr>
              <a:t> </a:t>
            </a:r>
            <a:r>
              <a:rPr sz="1800" dirty="0">
                <a:latin typeface="Calibri" panose="020F0502020204030204"/>
                <a:cs typeface="Calibri" panose="020F0502020204030204"/>
              </a:rPr>
              <a:t>từ</a:t>
            </a:r>
            <a:r>
              <a:rPr sz="1800" spc="-15" dirty="0">
                <a:latin typeface="Calibri" panose="020F0502020204030204"/>
                <a:cs typeface="Calibri" panose="020F0502020204030204"/>
              </a:rPr>
              <a:t> </a:t>
            </a:r>
            <a:r>
              <a:rPr sz="1800" dirty="0">
                <a:latin typeface="Calibri" panose="020F0502020204030204"/>
                <a:cs typeface="Calibri" panose="020F0502020204030204"/>
              </a:rPr>
              <a:t>cao</a:t>
            </a:r>
            <a:r>
              <a:rPr sz="1800" spc="-30" dirty="0">
                <a:latin typeface="Calibri" panose="020F0502020204030204"/>
                <a:cs typeface="Calibri" panose="020F0502020204030204"/>
              </a:rPr>
              <a:t> </a:t>
            </a:r>
            <a:r>
              <a:rPr sz="1800" dirty="0">
                <a:latin typeface="Calibri" panose="020F0502020204030204"/>
                <a:cs typeface="Calibri" panose="020F0502020204030204"/>
              </a:rPr>
              <a:t>su</a:t>
            </a:r>
            <a:r>
              <a:rPr sz="1800" spc="-10" dirty="0">
                <a:latin typeface="Calibri" panose="020F0502020204030204"/>
                <a:cs typeface="Calibri" panose="020F0502020204030204"/>
              </a:rPr>
              <a:t> </a:t>
            </a:r>
            <a:r>
              <a:rPr sz="1800" dirty="0">
                <a:latin typeface="Calibri" panose="020F0502020204030204"/>
                <a:cs typeface="Calibri" panose="020F0502020204030204"/>
              </a:rPr>
              <a:t>dùng</a:t>
            </a:r>
            <a:r>
              <a:rPr sz="1800" spc="-15" dirty="0">
                <a:latin typeface="Calibri" panose="020F0502020204030204"/>
                <a:cs typeface="Calibri" panose="020F0502020204030204"/>
              </a:rPr>
              <a:t> </a:t>
            </a:r>
            <a:r>
              <a:rPr sz="1800" dirty="0">
                <a:latin typeface="Calibri" panose="020F0502020204030204"/>
                <a:cs typeface="Calibri" panose="020F0502020204030204"/>
              </a:rPr>
              <a:t>để</a:t>
            </a:r>
            <a:r>
              <a:rPr sz="1800" spc="-20" dirty="0">
                <a:latin typeface="Calibri" panose="020F0502020204030204"/>
                <a:cs typeface="Calibri" panose="020F0502020204030204"/>
              </a:rPr>
              <a:t> </a:t>
            </a:r>
            <a:r>
              <a:rPr sz="1800" dirty="0">
                <a:latin typeface="Calibri" panose="020F0502020204030204"/>
                <a:cs typeface="Calibri" panose="020F0502020204030204"/>
              </a:rPr>
              <a:t>bít các</a:t>
            </a:r>
            <a:r>
              <a:rPr sz="1800" spc="-20" dirty="0">
                <a:latin typeface="Calibri" panose="020F0502020204030204"/>
                <a:cs typeface="Calibri" panose="020F0502020204030204"/>
              </a:rPr>
              <a:t> </a:t>
            </a:r>
            <a:r>
              <a:rPr sz="1800" dirty="0">
                <a:latin typeface="Calibri" panose="020F0502020204030204"/>
                <a:cs typeface="Calibri" panose="020F0502020204030204"/>
              </a:rPr>
              <a:t>lỗ</a:t>
            </a:r>
            <a:r>
              <a:rPr sz="1800" spc="-15" dirty="0">
                <a:latin typeface="Calibri" panose="020F0502020204030204"/>
                <a:cs typeface="Calibri" panose="020F0502020204030204"/>
              </a:rPr>
              <a:t> </a:t>
            </a:r>
            <a:r>
              <a:rPr sz="1800" dirty="0">
                <a:latin typeface="Calibri" panose="020F0502020204030204"/>
                <a:cs typeface="Calibri" panose="020F0502020204030204"/>
              </a:rPr>
              <a:t>chân</a:t>
            </a:r>
            <a:r>
              <a:rPr sz="1800" spc="-10" dirty="0">
                <a:latin typeface="Calibri" panose="020F0502020204030204"/>
                <a:cs typeface="Calibri" panose="020F0502020204030204"/>
              </a:rPr>
              <a:t> </a:t>
            </a:r>
            <a:r>
              <a:rPr sz="1800" dirty="0">
                <a:latin typeface="Calibri" panose="020F0502020204030204"/>
                <a:cs typeface="Calibri" panose="020F0502020204030204"/>
              </a:rPr>
              <a:t>ông</a:t>
            </a:r>
            <a:r>
              <a:rPr sz="1800" spc="-15" dirty="0">
                <a:latin typeface="Calibri" panose="020F0502020204030204"/>
                <a:cs typeface="Calibri" panose="020F0502020204030204"/>
              </a:rPr>
              <a:t> </a:t>
            </a:r>
            <a:r>
              <a:rPr sz="1800" dirty="0">
                <a:latin typeface="Calibri" panose="020F0502020204030204"/>
                <a:cs typeface="Calibri" panose="020F0502020204030204"/>
              </a:rPr>
              <a:t>nhiệt</a:t>
            </a:r>
            <a:r>
              <a:rPr sz="1800" spc="-5" dirty="0">
                <a:latin typeface="Calibri" panose="020F0502020204030204"/>
                <a:cs typeface="Calibri" panose="020F0502020204030204"/>
              </a:rPr>
              <a:t> </a:t>
            </a:r>
            <a:r>
              <a:rPr sz="1800" dirty="0">
                <a:latin typeface="Calibri" panose="020F0502020204030204"/>
                <a:cs typeface="Calibri" panose="020F0502020204030204"/>
              </a:rPr>
              <a:t>và</a:t>
            </a:r>
            <a:r>
              <a:rPr sz="1800" spc="-5" dirty="0">
                <a:latin typeface="Calibri" panose="020F0502020204030204"/>
                <a:cs typeface="Calibri" panose="020F0502020204030204"/>
              </a:rPr>
              <a:t> </a:t>
            </a:r>
            <a:r>
              <a:rPr sz="1800" dirty="0">
                <a:latin typeface="Calibri" panose="020F0502020204030204"/>
                <a:cs typeface="Calibri" panose="020F0502020204030204"/>
              </a:rPr>
              <a:t>ống</a:t>
            </a:r>
            <a:r>
              <a:rPr sz="1800" spc="-15" dirty="0">
                <a:latin typeface="Calibri" panose="020F0502020204030204"/>
                <a:cs typeface="Calibri" panose="020F0502020204030204"/>
              </a:rPr>
              <a:t> </a:t>
            </a:r>
            <a:r>
              <a:rPr sz="1800" dirty="0">
                <a:latin typeface="Calibri" panose="020F0502020204030204"/>
                <a:cs typeface="Calibri" panose="020F0502020204030204"/>
              </a:rPr>
              <a:t>nước</a:t>
            </a:r>
            <a:r>
              <a:rPr sz="1800" spc="-10" dirty="0">
                <a:latin typeface="Calibri" panose="020F0502020204030204"/>
                <a:cs typeface="Calibri" panose="020F0502020204030204"/>
              </a:rPr>
              <a:t> </a:t>
            </a:r>
            <a:r>
              <a:rPr sz="1800" dirty="0">
                <a:latin typeface="Calibri" panose="020F0502020204030204"/>
                <a:cs typeface="Calibri" panose="020F0502020204030204"/>
              </a:rPr>
              <a:t>vào</a:t>
            </a:r>
            <a:r>
              <a:rPr sz="1800" spc="-10" dirty="0">
                <a:latin typeface="Calibri" panose="020F0502020204030204"/>
                <a:cs typeface="Calibri" panose="020F0502020204030204"/>
              </a:rPr>
              <a:t> </a:t>
            </a:r>
            <a:r>
              <a:rPr sz="1800" spc="-25" dirty="0">
                <a:latin typeface="Calibri" panose="020F0502020204030204"/>
                <a:cs typeface="Calibri" panose="020F0502020204030204"/>
              </a:rPr>
              <a:t>ra.</a:t>
            </a:r>
            <a:endParaRPr sz="1800">
              <a:latin typeface="Calibri" panose="020F0502020204030204"/>
              <a:cs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wipe(down)">
                                      <p:cBhvr>
                                        <p:cTn id="14" dur="50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3"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fade">
                                      <p:cBhvr>
                                        <p:cTn id="19" dur="100"/>
                                        <p:tgtEl>
                                          <p:spTgt spid="2">
                                            <p:txEl>
                                              <p:pRg st="2" end="2"/>
                                            </p:txEl>
                                          </p:spTgt>
                                        </p:tgtEl>
                                      </p:cBhvr>
                                    </p:animEffect>
                                    <p:anim calcmode="lin" valueType="num">
                                      <p:cBhvr>
                                        <p:cTn id="20" dur="4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1" dur="400" fill="hold"/>
                                        <p:tgtEl>
                                          <p:spTgt spid="2">
                                            <p:txEl>
                                              <p:pRg st="2" end="2"/>
                                            </p:txEl>
                                          </p:spTgt>
                                        </p:tgtEl>
                                        <p:attrNameLst>
                                          <p:attrName>ppt_y</p:attrName>
                                        </p:attrNameLst>
                                      </p:cBhvr>
                                      <p:tavLst>
                                        <p:tav tm="0">
                                          <p:val>
                                            <p:strVal val="#ppt_y+0.31"/>
                                          </p:val>
                                        </p:tav>
                                        <p:tav tm="100000">
                                          <p:val>
                                            <p:strVal val="#ppt_y+0.31"/>
                                          </p:val>
                                        </p:tav>
                                      </p:tavLst>
                                    </p:anim>
                                    <p:anim calcmode="lin" valueType="num">
                                      <p:cBhvr>
                                        <p:cTn id="22" dur="600" decel="50000" fill="hold">
                                          <p:stCondLst>
                                            <p:cond delay="400"/>
                                          </p:stCondLst>
                                        </p:cTn>
                                        <p:tgtEl>
                                          <p:spTgt spid="2">
                                            <p:txEl>
                                              <p:pRg st="2" end="2"/>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3" dur="600" decel="50000" fill="hold">
                                          <p:stCondLst>
                                            <p:cond delay="400"/>
                                          </p:stCondLst>
                                        </p:cTn>
                                        <p:tgtEl>
                                          <p:spTgt spid="2">
                                            <p:txEl>
                                              <p:pRg st="2" end="2"/>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randombar(horizontal)">
                                      <p:cBhvr>
                                        <p:cTn id="35" dur="500"/>
                                        <p:tgtEl>
                                          <p:spTgt spid="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6" presetClass="entr" presetSubtype="0" fill="hold" nodeType="clickEffect">
                                  <p:stCondLst>
                                    <p:cond delay="0"/>
                                  </p:stCondLst>
                                  <p:childTnLst>
                                    <p:set>
                                      <p:cBhvr>
                                        <p:cTn id="39" dur="1" fill="hold">
                                          <p:stCondLst>
                                            <p:cond delay="0"/>
                                          </p:stCondLst>
                                        </p:cTn>
                                        <p:tgtEl>
                                          <p:spTgt spid="2">
                                            <p:txEl>
                                              <p:pRg st="5" end="5"/>
                                            </p:txEl>
                                          </p:spTgt>
                                        </p:tgtEl>
                                        <p:attrNameLst>
                                          <p:attrName>style.visibility</p:attrName>
                                        </p:attrNameLst>
                                      </p:cBhvr>
                                      <p:to>
                                        <p:strVal val="visible"/>
                                      </p:to>
                                    </p:set>
                                    <p:animEffect transition="in" filter="wipe(down)">
                                      <p:cBhvr>
                                        <p:cTn id="40" dur="580">
                                          <p:stCondLst>
                                            <p:cond delay="0"/>
                                          </p:stCondLst>
                                        </p:cTn>
                                        <p:tgtEl>
                                          <p:spTgt spid="2">
                                            <p:txEl>
                                              <p:pRg st="5" end="5"/>
                                            </p:txEl>
                                          </p:spTgt>
                                        </p:tgtEl>
                                      </p:cBhvr>
                                    </p:animEffect>
                                    <p:anim calcmode="lin" valueType="num">
                                      <p:cBhvr>
                                        <p:cTn id="41" dur="1822" tmFilter="0,0; 0.14,0.36; 0.43,0.73; 0.71,0.91; 1.0,1.0">
                                          <p:stCondLst>
                                            <p:cond delay="0"/>
                                          </p:stCondLst>
                                        </p:cTn>
                                        <p:tgtEl>
                                          <p:spTgt spid="2">
                                            <p:txEl>
                                              <p:pRg st="5" end="5"/>
                                            </p:txEl>
                                          </p:spTgt>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2">
                                            <p:txEl>
                                              <p:pRg st="5" end="5"/>
                                            </p:txEl>
                                          </p:spTgt>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2">
                                            <p:txEl>
                                              <p:pRg st="5" end="5"/>
                                            </p:txEl>
                                          </p:spTgt>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2">
                                            <p:txEl>
                                              <p:pRg st="5" end="5"/>
                                            </p:txEl>
                                          </p:spTgt>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2">
                                            <p:txEl>
                                              <p:pRg st="5" end="5"/>
                                            </p:txEl>
                                          </p:spTgt>
                                        </p:tgtEl>
                                        <p:attrNameLst>
                                          <p:attrName>ppt_y</p:attrName>
                                        </p:attrNameLst>
                                      </p:cBhvr>
                                      <p:tavLst>
                                        <p:tav tm="0" fmla="#ppt_y-sin(pi*$)/81">
                                          <p:val>
                                            <p:fltVal val="0"/>
                                          </p:val>
                                        </p:tav>
                                        <p:tav tm="100000">
                                          <p:val>
                                            <p:fltVal val="1"/>
                                          </p:val>
                                        </p:tav>
                                      </p:tavLst>
                                    </p:anim>
                                    <p:animScale>
                                      <p:cBhvr>
                                        <p:cTn id="46" dur="26">
                                          <p:stCondLst>
                                            <p:cond delay="650"/>
                                          </p:stCondLst>
                                        </p:cTn>
                                        <p:tgtEl>
                                          <p:spTgt spid="2">
                                            <p:txEl>
                                              <p:pRg st="5" end="5"/>
                                            </p:txEl>
                                          </p:spTgt>
                                        </p:tgtEl>
                                      </p:cBhvr>
                                      <p:to x="100000" y="60000"/>
                                    </p:animScale>
                                    <p:animScale>
                                      <p:cBhvr>
                                        <p:cTn id="47" dur="166" decel="50000">
                                          <p:stCondLst>
                                            <p:cond delay="676"/>
                                          </p:stCondLst>
                                        </p:cTn>
                                        <p:tgtEl>
                                          <p:spTgt spid="2">
                                            <p:txEl>
                                              <p:pRg st="5" end="5"/>
                                            </p:txEl>
                                          </p:spTgt>
                                        </p:tgtEl>
                                      </p:cBhvr>
                                      <p:to x="100000" y="100000"/>
                                    </p:animScale>
                                    <p:animScale>
                                      <p:cBhvr>
                                        <p:cTn id="48" dur="26">
                                          <p:stCondLst>
                                            <p:cond delay="1312"/>
                                          </p:stCondLst>
                                        </p:cTn>
                                        <p:tgtEl>
                                          <p:spTgt spid="2">
                                            <p:txEl>
                                              <p:pRg st="5" end="5"/>
                                            </p:txEl>
                                          </p:spTgt>
                                        </p:tgtEl>
                                      </p:cBhvr>
                                      <p:to x="100000" y="80000"/>
                                    </p:animScale>
                                    <p:animScale>
                                      <p:cBhvr>
                                        <p:cTn id="49" dur="166" decel="50000">
                                          <p:stCondLst>
                                            <p:cond delay="1338"/>
                                          </p:stCondLst>
                                        </p:cTn>
                                        <p:tgtEl>
                                          <p:spTgt spid="2">
                                            <p:txEl>
                                              <p:pRg st="5" end="5"/>
                                            </p:txEl>
                                          </p:spTgt>
                                        </p:tgtEl>
                                      </p:cBhvr>
                                      <p:to x="100000" y="100000"/>
                                    </p:animScale>
                                    <p:animScale>
                                      <p:cBhvr>
                                        <p:cTn id="50" dur="26">
                                          <p:stCondLst>
                                            <p:cond delay="1642"/>
                                          </p:stCondLst>
                                        </p:cTn>
                                        <p:tgtEl>
                                          <p:spTgt spid="2">
                                            <p:txEl>
                                              <p:pRg st="5" end="5"/>
                                            </p:txEl>
                                          </p:spTgt>
                                        </p:tgtEl>
                                      </p:cBhvr>
                                      <p:to x="100000" y="90000"/>
                                    </p:animScale>
                                    <p:animScale>
                                      <p:cBhvr>
                                        <p:cTn id="51" dur="166" decel="50000">
                                          <p:stCondLst>
                                            <p:cond delay="1668"/>
                                          </p:stCondLst>
                                        </p:cTn>
                                        <p:tgtEl>
                                          <p:spTgt spid="2">
                                            <p:txEl>
                                              <p:pRg st="5" end="5"/>
                                            </p:txEl>
                                          </p:spTgt>
                                        </p:tgtEl>
                                      </p:cBhvr>
                                      <p:to x="100000" y="100000"/>
                                    </p:animScale>
                                    <p:animScale>
                                      <p:cBhvr>
                                        <p:cTn id="52" dur="26">
                                          <p:stCondLst>
                                            <p:cond delay="1808"/>
                                          </p:stCondLst>
                                        </p:cTn>
                                        <p:tgtEl>
                                          <p:spTgt spid="2">
                                            <p:txEl>
                                              <p:pRg st="5" end="5"/>
                                            </p:txEl>
                                          </p:spTgt>
                                        </p:tgtEl>
                                      </p:cBhvr>
                                      <p:to x="100000" y="95000"/>
                                    </p:animScale>
                                    <p:animScale>
                                      <p:cBhvr>
                                        <p:cTn id="53" dur="166" decel="50000">
                                          <p:stCondLst>
                                            <p:cond delay="1834"/>
                                          </p:stCondLst>
                                        </p:cTn>
                                        <p:tgtEl>
                                          <p:spTgt spid="2">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4.Sơ</a:t>
            </a:r>
            <a:r>
              <a:rPr spc="-15" dirty="0"/>
              <a:t> </a:t>
            </a:r>
            <a:r>
              <a:rPr dirty="0"/>
              <a:t>đồ</a:t>
            </a:r>
            <a:r>
              <a:rPr spc="5" dirty="0"/>
              <a:t> </a:t>
            </a:r>
            <a:r>
              <a:rPr dirty="0"/>
              <a:t>lắp</a:t>
            </a:r>
            <a:r>
              <a:rPr spc="-5" dirty="0"/>
              <a:t> </a:t>
            </a:r>
            <a:r>
              <a:rPr spc="-25" dirty="0"/>
              <a:t>đặt</a:t>
            </a:r>
            <a:endParaRPr spc="-25" dirty="0"/>
          </a:p>
        </p:txBody>
      </p:sp>
      <p:pic>
        <p:nvPicPr>
          <p:cNvPr id="3" name="object 3"/>
          <p:cNvPicPr/>
          <p:nvPr/>
        </p:nvPicPr>
        <p:blipFill>
          <a:blip r:embed="rId1" cstate="print"/>
          <a:stretch>
            <a:fillRect/>
          </a:stretch>
        </p:blipFill>
        <p:spPr>
          <a:xfrm>
            <a:off x="4664964" y="830580"/>
            <a:ext cx="2086356" cy="3485388"/>
          </a:xfrm>
          <a:prstGeom prst="rect">
            <a:avLst/>
          </a:prstGeom>
        </p:spPr>
      </p:pic>
      <p:pic>
        <p:nvPicPr>
          <p:cNvPr id="4" name="object 4"/>
          <p:cNvPicPr/>
          <p:nvPr/>
        </p:nvPicPr>
        <p:blipFill>
          <a:blip r:embed="rId2" cstate="print"/>
          <a:stretch>
            <a:fillRect/>
          </a:stretch>
        </p:blipFill>
        <p:spPr>
          <a:xfrm>
            <a:off x="4431791" y="4323588"/>
            <a:ext cx="2545080" cy="2773679"/>
          </a:xfrm>
          <a:prstGeom prst="rect">
            <a:avLst/>
          </a:prstGeom>
        </p:spPr>
      </p:pic>
      <p:graphicFrame>
        <p:nvGraphicFramePr>
          <p:cNvPr id="5" name="object 5"/>
          <p:cNvGraphicFramePr>
            <a:graphicFrameLocks noGrp="1"/>
          </p:cNvGraphicFramePr>
          <p:nvPr/>
        </p:nvGraphicFramePr>
        <p:xfrm>
          <a:off x="19685" y="17780"/>
          <a:ext cx="7732395" cy="7904480"/>
        </p:xfrm>
        <a:graphic>
          <a:graphicData uri="http://schemas.openxmlformats.org/drawingml/2006/table">
            <a:tbl>
              <a:tblPr firstRow="1" bandRow="1">
                <a:tableStyleId>{2D5ABB26-0587-4C30-8999-92F81FD0307C}</a:tableStyleId>
              </a:tblPr>
              <a:tblGrid>
                <a:gridCol w="4306570"/>
                <a:gridCol w="3425825"/>
              </a:tblGrid>
              <a:tr h="3850640">
                <a:tc>
                  <a:txBody>
                    <a:bodyPr/>
                    <a:lstStyle/>
                    <a:p>
                      <a:pPr marL="525780">
                        <a:lnSpc>
                          <a:spcPts val="1285"/>
                        </a:lnSpc>
                      </a:pPr>
                      <a:endParaRPr sz="1400" b="1" dirty="0">
                        <a:latin typeface="Calibri" panose="020F0502020204030204"/>
                        <a:cs typeface="Calibri" panose="020F0502020204030204"/>
                      </a:endParaRPr>
                    </a:p>
                    <a:p>
                      <a:pPr marL="525780">
                        <a:lnSpc>
                          <a:spcPts val="1285"/>
                        </a:lnSpc>
                      </a:pPr>
                      <a:r>
                        <a:rPr sz="1500" b="1" dirty="0">
                          <a:latin typeface="Calibri" panose="020F0502020204030204"/>
                          <a:cs typeface="Calibri" panose="020F0502020204030204"/>
                        </a:rPr>
                        <a:t>Ở</a:t>
                      </a:r>
                      <a:r>
                        <a:rPr sz="1500" b="1" spc="-10" dirty="0">
                          <a:latin typeface="Calibri" panose="020F0502020204030204"/>
                          <a:cs typeface="Calibri" panose="020F0502020204030204"/>
                        </a:rPr>
                        <a:t> </a:t>
                      </a:r>
                      <a:r>
                        <a:rPr sz="1500" b="1" dirty="0">
                          <a:latin typeface="Calibri" panose="020F0502020204030204"/>
                          <a:cs typeface="Calibri" panose="020F0502020204030204"/>
                        </a:rPr>
                        <a:t>trên</a:t>
                      </a:r>
                      <a:r>
                        <a:rPr sz="1500" b="1" spc="-15" dirty="0">
                          <a:latin typeface="Calibri" panose="020F0502020204030204"/>
                          <a:cs typeface="Calibri" panose="020F0502020204030204"/>
                        </a:rPr>
                        <a:t> </a:t>
                      </a:r>
                      <a:r>
                        <a:rPr sz="1500" b="1" dirty="0">
                          <a:latin typeface="Calibri" panose="020F0502020204030204"/>
                          <a:cs typeface="Calibri" panose="020F0502020204030204"/>
                        </a:rPr>
                        <a:t>mái</a:t>
                      </a:r>
                      <a:r>
                        <a:rPr sz="1500" b="1" spc="-10" dirty="0">
                          <a:latin typeface="Calibri" panose="020F0502020204030204"/>
                          <a:cs typeface="Calibri" panose="020F0502020204030204"/>
                        </a:rPr>
                        <a:t> </a:t>
                      </a:r>
                      <a:r>
                        <a:rPr sz="1500" b="1" spc="-20" dirty="0">
                          <a:latin typeface="Calibri" panose="020F0502020204030204"/>
                          <a:cs typeface="Calibri" panose="020F0502020204030204"/>
                        </a:rPr>
                        <a:t>nhà:</a:t>
                      </a:r>
                      <a:endParaRPr sz="1500">
                        <a:latin typeface="Calibri" panose="020F0502020204030204"/>
                        <a:cs typeface="Calibri" panose="020F0502020204030204"/>
                      </a:endParaRPr>
                    </a:p>
                    <a:p>
                      <a:pPr marL="525780" marR="73025" indent="74930">
                        <a:lnSpc>
                          <a:spcPct val="102000"/>
                        </a:lnSpc>
                        <a:buChar char="-"/>
                        <a:tabLst>
                          <a:tab pos="600710" algn="l"/>
                        </a:tabLst>
                      </a:pPr>
                      <a:r>
                        <a:rPr sz="1500" dirty="0">
                          <a:latin typeface="Calibri" panose="020F0502020204030204"/>
                          <a:cs typeface="Calibri" panose="020F0502020204030204"/>
                        </a:rPr>
                        <a:t>Bồn</a:t>
                      </a:r>
                      <a:r>
                        <a:rPr sz="1500" spc="-30" dirty="0">
                          <a:latin typeface="Calibri" panose="020F0502020204030204"/>
                          <a:cs typeface="Calibri" panose="020F0502020204030204"/>
                        </a:rPr>
                        <a:t> </a:t>
                      </a:r>
                      <a:r>
                        <a:rPr sz="1500" dirty="0">
                          <a:latin typeface="Calibri" panose="020F0502020204030204"/>
                          <a:cs typeface="Calibri" panose="020F0502020204030204"/>
                        </a:rPr>
                        <a:t>và</a:t>
                      </a:r>
                      <a:r>
                        <a:rPr sz="1500" spc="-10" dirty="0">
                          <a:latin typeface="Calibri" panose="020F0502020204030204"/>
                          <a:cs typeface="Calibri" panose="020F0502020204030204"/>
                        </a:rPr>
                        <a:t> </a:t>
                      </a:r>
                      <a:r>
                        <a:rPr sz="1500" dirty="0">
                          <a:latin typeface="Calibri" panose="020F0502020204030204"/>
                          <a:cs typeface="Calibri" panose="020F0502020204030204"/>
                        </a:rPr>
                        <a:t>máy</a:t>
                      </a:r>
                      <a:r>
                        <a:rPr sz="1500" spc="-15" dirty="0">
                          <a:latin typeface="Calibri" panose="020F0502020204030204"/>
                          <a:cs typeface="Calibri" panose="020F0502020204030204"/>
                        </a:rPr>
                        <a:t> </a:t>
                      </a:r>
                      <a:r>
                        <a:rPr sz="1500" dirty="0">
                          <a:latin typeface="Calibri" panose="020F0502020204030204"/>
                          <a:cs typeface="Calibri" panose="020F0502020204030204"/>
                        </a:rPr>
                        <a:t>nước</a:t>
                      </a:r>
                      <a:r>
                        <a:rPr sz="1500" spc="-10" dirty="0">
                          <a:latin typeface="Calibri" panose="020F0502020204030204"/>
                          <a:cs typeface="Calibri" panose="020F0502020204030204"/>
                        </a:rPr>
                        <a:t> </a:t>
                      </a:r>
                      <a:r>
                        <a:rPr sz="1500" dirty="0">
                          <a:latin typeface="Calibri" panose="020F0502020204030204"/>
                          <a:cs typeface="Calibri" panose="020F0502020204030204"/>
                        </a:rPr>
                        <a:t>nóng</a:t>
                      </a:r>
                      <a:r>
                        <a:rPr sz="1500" spc="-15" dirty="0">
                          <a:latin typeface="Calibri" panose="020F0502020204030204"/>
                          <a:cs typeface="Calibri" panose="020F0502020204030204"/>
                        </a:rPr>
                        <a:t> </a:t>
                      </a:r>
                      <a:r>
                        <a:rPr sz="1500" dirty="0">
                          <a:latin typeface="Calibri" panose="020F0502020204030204"/>
                          <a:cs typeface="Calibri" panose="020F0502020204030204"/>
                        </a:rPr>
                        <a:t>đặt</a:t>
                      </a:r>
                      <a:r>
                        <a:rPr sz="1500" spc="-20" dirty="0">
                          <a:latin typeface="Calibri" panose="020F0502020204030204"/>
                          <a:cs typeface="Calibri" panose="020F0502020204030204"/>
                        </a:rPr>
                        <a:t> </a:t>
                      </a:r>
                      <a:r>
                        <a:rPr sz="1500" dirty="0">
                          <a:latin typeface="Calibri" panose="020F0502020204030204"/>
                          <a:cs typeface="Calibri" panose="020F0502020204030204"/>
                        </a:rPr>
                        <a:t>cùng</a:t>
                      </a:r>
                      <a:r>
                        <a:rPr sz="1500" spc="-15" dirty="0">
                          <a:latin typeface="Calibri" panose="020F0502020204030204"/>
                          <a:cs typeface="Calibri" panose="020F0502020204030204"/>
                        </a:rPr>
                        <a:t> </a:t>
                      </a:r>
                      <a:r>
                        <a:rPr sz="1500" dirty="0">
                          <a:latin typeface="Calibri" panose="020F0502020204030204"/>
                          <a:cs typeface="Calibri" panose="020F0502020204030204"/>
                        </a:rPr>
                        <a:t>trên</a:t>
                      </a:r>
                      <a:r>
                        <a:rPr sz="1500" spc="-25" dirty="0">
                          <a:latin typeface="Calibri" panose="020F0502020204030204"/>
                          <a:cs typeface="Calibri" panose="020F0502020204030204"/>
                        </a:rPr>
                        <a:t> </a:t>
                      </a:r>
                      <a:r>
                        <a:rPr sz="1500" dirty="0">
                          <a:latin typeface="Calibri" panose="020F0502020204030204"/>
                          <a:cs typeface="Calibri" panose="020F0502020204030204"/>
                        </a:rPr>
                        <a:t>mái</a:t>
                      </a:r>
                      <a:r>
                        <a:rPr sz="1500" spc="-25" dirty="0">
                          <a:latin typeface="Calibri" panose="020F0502020204030204"/>
                          <a:cs typeface="Calibri" panose="020F0502020204030204"/>
                        </a:rPr>
                        <a:t> và </a:t>
                      </a:r>
                      <a:r>
                        <a:rPr sz="1500" dirty="0">
                          <a:latin typeface="Calibri" panose="020F0502020204030204"/>
                          <a:cs typeface="Calibri" panose="020F0502020204030204"/>
                        </a:rPr>
                        <a:t>bồn</a:t>
                      </a:r>
                      <a:r>
                        <a:rPr sz="1500" spc="-25" dirty="0">
                          <a:latin typeface="Calibri" panose="020F0502020204030204"/>
                          <a:cs typeface="Calibri" panose="020F0502020204030204"/>
                        </a:rPr>
                        <a:t> </a:t>
                      </a:r>
                      <a:r>
                        <a:rPr sz="1500" dirty="0">
                          <a:latin typeface="Calibri" panose="020F0502020204030204"/>
                          <a:cs typeface="Calibri" panose="020F0502020204030204"/>
                        </a:rPr>
                        <a:t>luôn</a:t>
                      </a:r>
                      <a:r>
                        <a:rPr sz="1500" spc="-15" dirty="0">
                          <a:latin typeface="Calibri" panose="020F0502020204030204"/>
                          <a:cs typeface="Calibri" panose="020F0502020204030204"/>
                        </a:rPr>
                        <a:t> </a:t>
                      </a:r>
                      <a:r>
                        <a:rPr sz="1500" dirty="0">
                          <a:latin typeface="Calibri" panose="020F0502020204030204"/>
                          <a:cs typeface="Calibri" panose="020F0502020204030204"/>
                        </a:rPr>
                        <a:t>được</a:t>
                      </a:r>
                      <a:r>
                        <a:rPr sz="1500" spc="-10" dirty="0">
                          <a:latin typeface="Calibri" panose="020F0502020204030204"/>
                          <a:cs typeface="Calibri" panose="020F0502020204030204"/>
                        </a:rPr>
                        <a:t> </a:t>
                      </a:r>
                      <a:r>
                        <a:rPr sz="1500" dirty="0">
                          <a:latin typeface="Calibri" panose="020F0502020204030204"/>
                          <a:cs typeface="Calibri" panose="020F0502020204030204"/>
                        </a:rPr>
                        <a:t>đặt</a:t>
                      </a:r>
                      <a:r>
                        <a:rPr sz="1500" spc="-20" dirty="0">
                          <a:latin typeface="Calibri" panose="020F0502020204030204"/>
                          <a:cs typeface="Calibri" panose="020F0502020204030204"/>
                        </a:rPr>
                        <a:t> </a:t>
                      </a:r>
                      <a:r>
                        <a:rPr sz="1500" dirty="0">
                          <a:latin typeface="Calibri" panose="020F0502020204030204"/>
                          <a:cs typeface="Calibri" panose="020F0502020204030204"/>
                        </a:rPr>
                        <a:t>ở</a:t>
                      </a:r>
                      <a:r>
                        <a:rPr sz="1500" spc="-10" dirty="0">
                          <a:latin typeface="Calibri" panose="020F0502020204030204"/>
                          <a:cs typeface="Calibri" panose="020F0502020204030204"/>
                        </a:rPr>
                        <a:t> </a:t>
                      </a:r>
                      <a:r>
                        <a:rPr sz="1500" dirty="0">
                          <a:latin typeface="Calibri" panose="020F0502020204030204"/>
                          <a:cs typeface="Calibri" panose="020F0502020204030204"/>
                        </a:rPr>
                        <a:t>vị</a:t>
                      </a:r>
                      <a:r>
                        <a:rPr sz="1500" spc="-25" dirty="0">
                          <a:latin typeface="Calibri" panose="020F0502020204030204"/>
                          <a:cs typeface="Calibri" panose="020F0502020204030204"/>
                        </a:rPr>
                        <a:t> </a:t>
                      </a:r>
                      <a:r>
                        <a:rPr sz="1500" dirty="0">
                          <a:latin typeface="Calibri" panose="020F0502020204030204"/>
                          <a:cs typeface="Calibri" panose="020F0502020204030204"/>
                        </a:rPr>
                        <a:t>trí</a:t>
                      </a:r>
                      <a:r>
                        <a:rPr sz="1500" spc="-10" dirty="0">
                          <a:latin typeface="Calibri" panose="020F0502020204030204"/>
                          <a:cs typeface="Calibri" panose="020F0502020204030204"/>
                        </a:rPr>
                        <a:t> </a:t>
                      </a:r>
                      <a:r>
                        <a:rPr sz="1500" dirty="0">
                          <a:latin typeface="Calibri" panose="020F0502020204030204"/>
                          <a:cs typeface="Calibri" panose="020F0502020204030204"/>
                        </a:rPr>
                        <a:t>cao</a:t>
                      </a:r>
                      <a:r>
                        <a:rPr lang="vi-VN" sz="1500" dirty="0">
                          <a:latin typeface="Calibri" panose="020F0502020204030204"/>
                          <a:cs typeface="Calibri" panose="020F0502020204030204"/>
                        </a:rPr>
                        <a:t>                                        </a:t>
                      </a:r>
                      <a:r>
                        <a:rPr sz="1500" spc="-15" dirty="0">
                          <a:latin typeface="Calibri" panose="020F0502020204030204"/>
                          <a:cs typeface="Calibri" panose="020F0502020204030204"/>
                        </a:rPr>
                        <a:t> </a:t>
                      </a:r>
                      <a:r>
                        <a:rPr sz="1500" dirty="0">
                          <a:latin typeface="Calibri" panose="020F0502020204030204"/>
                          <a:cs typeface="Calibri" panose="020F0502020204030204"/>
                        </a:rPr>
                        <a:t>hơn</a:t>
                      </a:r>
                      <a:r>
                        <a:rPr sz="1500" spc="-15" dirty="0">
                          <a:latin typeface="Calibri" panose="020F0502020204030204"/>
                          <a:cs typeface="Calibri" panose="020F0502020204030204"/>
                        </a:rPr>
                        <a:t> </a:t>
                      </a:r>
                      <a:r>
                        <a:rPr sz="1500" dirty="0">
                          <a:latin typeface="Calibri" panose="020F0502020204030204"/>
                          <a:cs typeface="Calibri" panose="020F0502020204030204"/>
                        </a:rPr>
                        <a:t>bình</a:t>
                      </a:r>
                      <a:r>
                        <a:rPr sz="1500" spc="-10" dirty="0">
                          <a:latin typeface="Calibri" panose="020F0502020204030204"/>
                          <a:cs typeface="Calibri" panose="020F0502020204030204"/>
                        </a:rPr>
                        <a:t> </a:t>
                      </a:r>
                      <a:r>
                        <a:rPr sz="1500" spc="-20" dirty="0">
                          <a:latin typeface="Calibri" panose="020F0502020204030204"/>
                          <a:cs typeface="Calibri" panose="020F0502020204030204"/>
                        </a:rPr>
                        <a:t>năng </a:t>
                      </a:r>
                      <a:r>
                        <a:rPr sz="1500" dirty="0">
                          <a:latin typeface="Calibri" panose="020F0502020204030204"/>
                          <a:cs typeface="Calibri" panose="020F0502020204030204"/>
                        </a:rPr>
                        <a:t>lượng</a:t>
                      </a:r>
                      <a:r>
                        <a:rPr sz="1500" spc="-20" dirty="0">
                          <a:latin typeface="Calibri" panose="020F0502020204030204"/>
                          <a:cs typeface="Calibri" panose="020F0502020204030204"/>
                        </a:rPr>
                        <a:t> </a:t>
                      </a:r>
                      <a:r>
                        <a:rPr sz="1500" dirty="0">
                          <a:latin typeface="Calibri" panose="020F0502020204030204"/>
                          <a:cs typeface="Calibri" panose="020F0502020204030204"/>
                        </a:rPr>
                        <a:t>để</a:t>
                      </a:r>
                      <a:r>
                        <a:rPr sz="1500" spc="-15" dirty="0">
                          <a:latin typeface="Calibri" panose="020F0502020204030204"/>
                          <a:cs typeface="Calibri" panose="020F0502020204030204"/>
                        </a:rPr>
                        <a:t> </a:t>
                      </a:r>
                      <a:r>
                        <a:rPr sz="1500" dirty="0">
                          <a:latin typeface="Calibri" panose="020F0502020204030204"/>
                          <a:cs typeface="Calibri" panose="020F0502020204030204"/>
                        </a:rPr>
                        <a:t>áp</a:t>
                      </a:r>
                      <a:r>
                        <a:rPr sz="1500" spc="-20" dirty="0">
                          <a:latin typeface="Calibri" panose="020F0502020204030204"/>
                          <a:cs typeface="Calibri" panose="020F0502020204030204"/>
                        </a:rPr>
                        <a:t> </a:t>
                      </a:r>
                      <a:r>
                        <a:rPr sz="1500" dirty="0">
                          <a:latin typeface="Calibri" panose="020F0502020204030204"/>
                          <a:cs typeface="Calibri" panose="020F0502020204030204"/>
                        </a:rPr>
                        <a:t>lực</a:t>
                      </a:r>
                      <a:r>
                        <a:rPr sz="1500" spc="-10" dirty="0">
                          <a:latin typeface="Calibri" panose="020F0502020204030204"/>
                          <a:cs typeface="Calibri" panose="020F0502020204030204"/>
                        </a:rPr>
                        <a:t>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xuống</a:t>
                      </a:r>
                      <a:r>
                        <a:rPr sz="1500" spc="-15" dirty="0">
                          <a:latin typeface="Calibri" panose="020F0502020204030204"/>
                          <a:cs typeface="Calibri" panose="020F0502020204030204"/>
                        </a:rPr>
                        <a:t> </a:t>
                      </a:r>
                      <a:r>
                        <a:rPr sz="1500" dirty="0">
                          <a:latin typeface="Calibri" panose="020F0502020204030204"/>
                          <a:cs typeface="Calibri" panose="020F0502020204030204"/>
                        </a:rPr>
                        <a:t>đủ</a:t>
                      </a:r>
                      <a:r>
                        <a:rPr sz="1500" spc="-20" dirty="0">
                          <a:latin typeface="Calibri" panose="020F0502020204030204"/>
                          <a:cs typeface="Calibri" panose="020F0502020204030204"/>
                        </a:rPr>
                        <a:t> mạnh</a:t>
                      </a:r>
                      <a:r>
                        <a:rPr sz="1500" spc="500" dirty="0">
                          <a:latin typeface="Calibri" panose="020F0502020204030204"/>
                          <a:cs typeface="Calibri" panose="020F0502020204030204"/>
                        </a:rPr>
                        <a:t> </a:t>
                      </a:r>
                      <a:r>
                        <a:rPr sz="1500" dirty="0">
                          <a:latin typeface="Calibri" panose="020F0502020204030204"/>
                          <a:cs typeface="Calibri" panose="020F0502020204030204"/>
                        </a:rPr>
                        <a:t>thường</a:t>
                      </a:r>
                      <a:r>
                        <a:rPr sz="1500" spc="-20" dirty="0">
                          <a:latin typeface="Calibri" panose="020F0502020204030204"/>
                          <a:cs typeface="Calibri" panose="020F0502020204030204"/>
                        </a:rPr>
                        <a:t> </a:t>
                      </a:r>
                      <a:r>
                        <a:rPr sz="1500" dirty="0">
                          <a:latin typeface="Calibri" panose="020F0502020204030204"/>
                          <a:cs typeface="Calibri" panose="020F0502020204030204"/>
                        </a:rPr>
                        <a:t>là</a:t>
                      </a:r>
                      <a:r>
                        <a:rPr sz="1500" spc="-10" dirty="0">
                          <a:latin typeface="Calibri" panose="020F0502020204030204"/>
                          <a:cs typeface="Calibri" panose="020F0502020204030204"/>
                        </a:rPr>
                        <a:t> </a:t>
                      </a:r>
                      <a:r>
                        <a:rPr sz="1500" dirty="0">
                          <a:latin typeface="Calibri" panose="020F0502020204030204"/>
                          <a:cs typeface="Calibri" panose="020F0502020204030204"/>
                        </a:rPr>
                        <a:t>đáy</a:t>
                      </a:r>
                      <a:r>
                        <a:rPr sz="1500" spc="-15" dirty="0">
                          <a:latin typeface="Calibri" panose="020F0502020204030204"/>
                          <a:cs typeface="Calibri" panose="020F0502020204030204"/>
                        </a:rPr>
                        <a:t> </a:t>
                      </a:r>
                      <a:r>
                        <a:rPr sz="1500" dirty="0">
                          <a:latin typeface="Calibri" panose="020F0502020204030204"/>
                          <a:cs typeface="Calibri" panose="020F0502020204030204"/>
                        </a:rPr>
                        <a:t>bồn</a:t>
                      </a:r>
                      <a:r>
                        <a:rPr sz="1500" spc="-20" dirty="0">
                          <a:latin typeface="Calibri" panose="020F0502020204030204"/>
                          <a:cs typeface="Calibri" panose="020F0502020204030204"/>
                        </a:rPr>
                        <a:t> </a:t>
                      </a:r>
                      <a:r>
                        <a:rPr sz="1500" dirty="0">
                          <a:latin typeface="Calibri" panose="020F0502020204030204"/>
                          <a:cs typeface="Calibri" panose="020F0502020204030204"/>
                        </a:rPr>
                        <a:t>cao</a:t>
                      </a:r>
                      <a:r>
                        <a:rPr sz="1500" spc="-30" dirty="0">
                          <a:latin typeface="Calibri" panose="020F0502020204030204"/>
                          <a:cs typeface="Calibri" panose="020F0502020204030204"/>
                        </a:rPr>
                        <a:t> </a:t>
                      </a:r>
                      <a:r>
                        <a:rPr sz="1500" dirty="0">
                          <a:latin typeface="Calibri" panose="020F0502020204030204"/>
                          <a:cs typeface="Calibri" panose="020F0502020204030204"/>
                        </a:rPr>
                        <a:t>bằng</a:t>
                      </a:r>
                      <a:r>
                        <a:rPr sz="1500" spc="-15" dirty="0">
                          <a:latin typeface="Calibri" panose="020F0502020204030204"/>
                          <a:cs typeface="Calibri" panose="020F0502020204030204"/>
                        </a:rPr>
                        <a:t> </a:t>
                      </a:r>
                      <a:r>
                        <a:rPr sz="1500" dirty="0">
                          <a:latin typeface="Calibri" panose="020F0502020204030204"/>
                          <a:cs typeface="Calibri" panose="020F0502020204030204"/>
                        </a:rPr>
                        <a:t>đỉnh</a:t>
                      </a:r>
                      <a:r>
                        <a:rPr sz="1500" spc="-15" dirty="0">
                          <a:latin typeface="Calibri" panose="020F0502020204030204"/>
                          <a:cs typeface="Calibri" panose="020F0502020204030204"/>
                        </a:rPr>
                        <a:t> </a:t>
                      </a:r>
                      <a:r>
                        <a:rPr sz="1500" dirty="0">
                          <a:latin typeface="Calibri" panose="020F0502020204030204"/>
                          <a:cs typeface="Calibri" panose="020F0502020204030204"/>
                        </a:rPr>
                        <a:t>máy</a:t>
                      </a:r>
                      <a:r>
                        <a:rPr sz="1500" spc="-15" dirty="0">
                          <a:latin typeface="Calibri" panose="020F0502020204030204"/>
                          <a:cs typeface="Calibri" panose="020F0502020204030204"/>
                        </a:rPr>
                        <a:t> </a:t>
                      </a:r>
                      <a:r>
                        <a:rPr sz="1500" spc="-20" dirty="0">
                          <a:latin typeface="Calibri" panose="020F0502020204030204"/>
                          <a:cs typeface="Calibri" panose="020F0502020204030204"/>
                        </a:rPr>
                        <a:t>nước </a:t>
                      </a:r>
                      <a:r>
                        <a:rPr sz="1500" dirty="0">
                          <a:latin typeface="Calibri" panose="020F0502020204030204"/>
                          <a:cs typeface="Calibri" panose="020F0502020204030204"/>
                        </a:rPr>
                        <a:t>nóng</a:t>
                      </a:r>
                      <a:r>
                        <a:rPr sz="1500" spc="-25" dirty="0">
                          <a:latin typeface="Calibri" panose="020F0502020204030204"/>
                          <a:cs typeface="Calibri" panose="020F0502020204030204"/>
                        </a:rPr>
                        <a:t> </a:t>
                      </a:r>
                      <a:r>
                        <a:rPr sz="1500" dirty="0">
                          <a:latin typeface="Calibri" panose="020F0502020204030204"/>
                          <a:cs typeface="Calibri" panose="020F0502020204030204"/>
                        </a:rPr>
                        <a:t>năng</a:t>
                      </a:r>
                      <a:r>
                        <a:rPr sz="1500" spc="-20" dirty="0">
                          <a:latin typeface="Calibri" panose="020F0502020204030204"/>
                          <a:cs typeface="Calibri" panose="020F0502020204030204"/>
                        </a:rPr>
                        <a:t> </a:t>
                      </a:r>
                      <a:r>
                        <a:rPr sz="1500" spc="-10" dirty="0">
                          <a:latin typeface="Calibri" panose="020F0502020204030204"/>
                          <a:cs typeface="Calibri" panose="020F0502020204030204"/>
                        </a:rPr>
                        <a:t>lượng</a:t>
                      </a:r>
                      <a:endParaRPr sz="1500">
                        <a:latin typeface="Calibri" panose="020F0502020204030204"/>
                        <a:cs typeface="Calibri" panose="020F0502020204030204"/>
                      </a:endParaRPr>
                    </a:p>
                    <a:p>
                      <a:pPr marL="525780" marR="153670" indent="74930">
                        <a:lnSpc>
                          <a:spcPct val="101000"/>
                        </a:lnSpc>
                        <a:spcBef>
                          <a:spcPts val="5"/>
                        </a:spcBef>
                        <a:buChar char="-"/>
                        <a:tabLst>
                          <a:tab pos="600710" algn="l"/>
                        </a:tabLst>
                      </a:pPr>
                      <a:r>
                        <a:rPr sz="1500" dirty="0">
                          <a:latin typeface="Calibri" panose="020F0502020204030204"/>
                          <a:cs typeface="Calibri" panose="020F0502020204030204"/>
                        </a:rPr>
                        <a:t>Trên</a:t>
                      </a:r>
                      <a:r>
                        <a:rPr sz="1500" spc="-20" dirty="0">
                          <a:latin typeface="Calibri" panose="020F0502020204030204"/>
                          <a:cs typeface="Calibri" panose="020F0502020204030204"/>
                        </a:rPr>
                        <a:t> </a:t>
                      </a:r>
                      <a:r>
                        <a:rPr sz="1500" dirty="0">
                          <a:latin typeface="Calibri" panose="020F0502020204030204"/>
                          <a:cs typeface="Calibri" panose="020F0502020204030204"/>
                        </a:rPr>
                        <a:t>đường</a:t>
                      </a:r>
                      <a:r>
                        <a:rPr sz="1500" spc="-20" dirty="0">
                          <a:latin typeface="Calibri" panose="020F0502020204030204"/>
                          <a:cs typeface="Calibri" panose="020F0502020204030204"/>
                        </a:rPr>
                        <a:t> </a:t>
                      </a:r>
                      <a:r>
                        <a:rPr sz="1500" dirty="0">
                          <a:latin typeface="Calibri" panose="020F0502020204030204"/>
                          <a:cs typeface="Calibri" panose="020F0502020204030204"/>
                        </a:rPr>
                        <a:t>ống</a:t>
                      </a:r>
                      <a:r>
                        <a:rPr sz="1500" spc="-20" dirty="0">
                          <a:latin typeface="Calibri" panose="020F0502020204030204"/>
                          <a:cs typeface="Calibri" panose="020F0502020204030204"/>
                        </a:rPr>
                        <a:t> </a:t>
                      </a:r>
                      <a:r>
                        <a:rPr sz="1500" dirty="0">
                          <a:latin typeface="Calibri" panose="020F0502020204030204"/>
                          <a:cs typeface="Calibri" panose="020F0502020204030204"/>
                        </a:rPr>
                        <a:t>dẫn</a:t>
                      </a:r>
                      <a:r>
                        <a:rPr sz="1500" spc="-20" dirty="0">
                          <a:latin typeface="Calibri" panose="020F0502020204030204"/>
                          <a:cs typeface="Calibri" panose="020F0502020204030204"/>
                        </a:rPr>
                        <a:t> </a:t>
                      </a:r>
                      <a:r>
                        <a:rPr sz="1500" dirty="0">
                          <a:latin typeface="Calibri" panose="020F0502020204030204"/>
                          <a:cs typeface="Calibri" panose="020F0502020204030204"/>
                        </a:rPr>
                        <a:t>nước</a:t>
                      </a:r>
                      <a:r>
                        <a:rPr sz="1500" spc="-15" dirty="0">
                          <a:latin typeface="Calibri" panose="020F0502020204030204"/>
                          <a:cs typeface="Calibri" panose="020F0502020204030204"/>
                        </a:rPr>
                        <a:t> </a:t>
                      </a:r>
                      <a:r>
                        <a:rPr sz="1500" dirty="0">
                          <a:latin typeface="Calibri" panose="020F0502020204030204"/>
                          <a:cs typeface="Calibri" panose="020F0502020204030204"/>
                        </a:rPr>
                        <a:t>từ</a:t>
                      </a:r>
                      <a:r>
                        <a:rPr sz="1500" spc="-15" dirty="0">
                          <a:latin typeface="Calibri" panose="020F0502020204030204"/>
                          <a:cs typeface="Calibri" panose="020F0502020204030204"/>
                        </a:rPr>
                        <a:t> </a:t>
                      </a:r>
                      <a:r>
                        <a:rPr sz="1500" dirty="0">
                          <a:latin typeface="Calibri" panose="020F0502020204030204"/>
                          <a:cs typeface="Calibri" panose="020F0502020204030204"/>
                        </a:rPr>
                        <a:t>bồn</a:t>
                      </a:r>
                      <a:r>
                        <a:rPr sz="1500" spc="-20" dirty="0">
                          <a:latin typeface="Calibri" panose="020F0502020204030204"/>
                          <a:cs typeface="Calibri" panose="020F0502020204030204"/>
                        </a:rPr>
                        <a:t> </a:t>
                      </a:r>
                      <a:r>
                        <a:rPr sz="1500" dirty="0">
                          <a:latin typeface="Calibri" panose="020F0502020204030204"/>
                          <a:cs typeface="Calibri" panose="020F0502020204030204"/>
                        </a:rPr>
                        <a:t>vào</a:t>
                      </a:r>
                      <a:r>
                        <a:rPr sz="1500" spc="-15" dirty="0">
                          <a:latin typeface="Calibri" panose="020F0502020204030204"/>
                          <a:cs typeface="Calibri" panose="020F0502020204030204"/>
                        </a:rPr>
                        <a:t> </a:t>
                      </a:r>
                      <a:r>
                        <a:rPr sz="1500" spc="-20" dirty="0">
                          <a:latin typeface="Calibri" panose="020F0502020204030204"/>
                          <a:cs typeface="Calibri" panose="020F0502020204030204"/>
                        </a:rPr>
                        <a:t>bình </a:t>
                      </a:r>
                      <a:r>
                        <a:rPr sz="1500" dirty="0">
                          <a:latin typeface="Calibri" panose="020F0502020204030204"/>
                          <a:cs typeface="Calibri" panose="020F0502020204030204"/>
                        </a:rPr>
                        <a:t>năng</a:t>
                      </a:r>
                      <a:r>
                        <a:rPr sz="1500" spc="-20" dirty="0">
                          <a:latin typeface="Calibri" panose="020F0502020204030204"/>
                          <a:cs typeface="Calibri" panose="020F0502020204030204"/>
                        </a:rPr>
                        <a:t> </a:t>
                      </a:r>
                      <a:r>
                        <a:rPr sz="1500" dirty="0">
                          <a:latin typeface="Calibri" panose="020F0502020204030204"/>
                          <a:cs typeface="Calibri" panose="020F0502020204030204"/>
                        </a:rPr>
                        <a:t>lượng</a:t>
                      </a:r>
                      <a:r>
                        <a:rPr sz="1500" spc="-15" dirty="0">
                          <a:latin typeface="Calibri" panose="020F0502020204030204"/>
                          <a:cs typeface="Calibri" panose="020F0502020204030204"/>
                        </a:rPr>
                        <a:t> </a:t>
                      </a:r>
                      <a:r>
                        <a:rPr sz="1500" dirty="0">
                          <a:latin typeface="Calibri" panose="020F0502020204030204"/>
                          <a:cs typeface="Calibri" panose="020F0502020204030204"/>
                        </a:rPr>
                        <a:t>luôn</a:t>
                      </a:r>
                      <a:r>
                        <a:rPr sz="1500" spc="-15" dirty="0">
                          <a:latin typeface="Calibri" panose="020F0502020204030204"/>
                          <a:cs typeface="Calibri" panose="020F0502020204030204"/>
                        </a:rPr>
                        <a:t> </a:t>
                      </a:r>
                      <a:r>
                        <a:rPr sz="1500" dirty="0">
                          <a:latin typeface="Calibri" panose="020F0502020204030204"/>
                          <a:cs typeface="Calibri" panose="020F0502020204030204"/>
                        </a:rPr>
                        <a:t>cần</a:t>
                      </a:r>
                      <a:r>
                        <a:rPr sz="1500" spc="-15" dirty="0">
                          <a:latin typeface="Calibri" panose="020F0502020204030204"/>
                          <a:cs typeface="Calibri" panose="020F0502020204030204"/>
                        </a:rPr>
                        <a:t> </a:t>
                      </a:r>
                      <a:r>
                        <a:rPr sz="1500" dirty="0">
                          <a:latin typeface="Calibri" panose="020F0502020204030204"/>
                          <a:cs typeface="Calibri" panose="020F0502020204030204"/>
                        </a:rPr>
                        <a:t>có</a:t>
                      </a:r>
                      <a:r>
                        <a:rPr sz="1500" spc="-15" dirty="0">
                          <a:latin typeface="Calibri" panose="020F0502020204030204"/>
                          <a:cs typeface="Calibri" panose="020F0502020204030204"/>
                        </a:rPr>
                        <a:t> </a:t>
                      </a:r>
                      <a:r>
                        <a:rPr sz="1500" dirty="0">
                          <a:latin typeface="Calibri" panose="020F0502020204030204"/>
                          <a:cs typeface="Calibri" panose="020F0502020204030204"/>
                        </a:rPr>
                        <a:t>một</a:t>
                      </a:r>
                      <a:r>
                        <a:rPr sz="1500" spc="-5" dirty="0">
                          <a:latin typeface="Calibri" panose="020F0502020204030204"/>
                          <a:cs typeface="Calibri" panose="020F0502020204030204"/>
                        </a:rPr>
                        <a:t> </a:t>
                      </a:r>
                      <a:r>
                        <a:rPr sz="1500" dirty="0">
                          <a:latin typeface="Calibri" panose="020F0502020204030204"/>
                          <a:cs typeface="Calibri" panose="020F0502020204030204"/>
                        </a:rPr>
                        <a:t>răc</a:t>
                      </a:r>
                      <a:r>
                        <a:rPr sz="1500" spc="-20" dirty="0">
                          <a:latin typeface="Calibri" panose="020F0502020204030204"/>
                          <a:cs typeface="Calibri" panose="020F0502020204030204"/>
                        </a:rPr>
                        <a:t> </a:t>
                      </a:r>
                      <a:r>
                        <a:rPr sz="1500" dirty="0">
                          <a:latin typeface="Calibri" panose="020F0502020204030204"/>
                          <a:cs typeface="Calibri" panose="020F0502020204030204"/>
                        </a:rPr>
                        <a:t>co</a:t>
                      </a:r>
                      <a:r>
                        <a:rPr sz="1500" spc="-15" dirty="0">
                          <a:latin typeface="Calibri" panose="020F0502020204030204"/>
                          <a:cs typeface="Calibri" panose="020F0502020204030204"/>
                        </a:rPr>
                        <a:t> </a:t>
                      </a:r>
                      <a:r>
                        <a:rPr sz="1500" dirty="0">
                          <a:latin typeface="Calibri" panose="020F0502020204030204"/>
                          <a:cs typeface="Calibri" panose="020F0502020204030204"/>
                        </a:rPr>
                        <a:t>để</a:t>
                      </a:r>
                      <a:r>
                        <a:rPr sz="1500" spc="-20" dirty="0">
                          <a:latin typeface="Calibri" panose="020F0502020204030204"/>
                          <a:cs typeface="Calibri" panose="020F0502020204030204"/>
                        </a:rPr>
                        <a:t> </a:t>
                      </a:r>
                      <a:r>
                        <a:rPr sz="1500" dirty="0">
                          <a:latin typeface="Calibri" panose="020F0502020204030204"/>
                          <a:cs typeface="Calibri" panose="020F0502020204030204"/>
                        </a:rPr>
                        <a:t>khi</a:t>
                      </a:r>
                      <a:r>
                        <a:rPr sz="1500" spc="-10" dirty="0">
                          <a:latin typeface="Calibri" panose="020F0502020204030204"/>
                          <a:cs typeface="Calibri" panose="020F0502020204030204"/>
                        </a:rPr>
                        <a:t> </a:t>
                      </a:r>
                      <a:r>
                        <a:rPr sz="1500" spc="-25" dirty="0">
                          <a:latin typeface="Calibri" panose="020F0502020204030204"/>
                          <a:cs typeface="Calibri" panose="020F0502020204030204"/>
                        </a:rPr>
                        <a:t>ta </a:t>
                      </a:r>
                      <a:r>
                        <a:rPr sz="1500" dirty="0">
                          <a:latin typeface="Calibri" panose="020F0502020204030204"/>
                          <a:cs typeface="Calibri" panose="020F0502020204030204"/>
                        </a:rPr>
                        <a:t>cần</a:t>
                      </a:r>
                      <a:r>
                        <a:rPr sz="1500" spc="-20" dirty="0">
                          <a:latin typeface="Calibri" panose="020F0502020204030204"/>
                          <a:cs typeface="Calibri" panose="020F0502020204030204"/>
                        </a:rPr>
                        <a:t> </a:t>
                      </a:r>
                      <a:r>
                        <a:rPr sz="1500" dirty="0">
                          <a:latin typeface="Calibri" panose="020F0502020204030204"/>
                          <a:cs typeface="Calibri" panose="020F0502020204030204"/>
                        </a:rPr>
                        <a:t>bảo</a:t>
                      </a:r>
                      <a:r>
                        <a:rPr sz="1500" spc="-15" dirty="0">
                          <a:latin typeface="Calibri" panose="020F0502020204030204"/>
                          <a:cs typeface="Calibri" panose="020F0502020204030204"/>
                        </a:rPr>
                        <a:t> </a:t>
                      </a:r>
                      <a:r>
                        <a:rPr sz="1500" dirty="0">
                          <a:latin typeface="Calibri" panose="020F0502020204030204"/>
                          <a:cs typeface="Calibri" panose="020F0502020204030204"/>
                        </a:rPr>
                        <a:t>trì,</a:t>
                      </a:r>
                      <a:r>
                        <a:rPr sz="1500" spc="-10" dirty="0">
                          <a:latin typeface="Calibri" panose="020F0502020204030204"/>
                          <a:cs typeface="Calibri" panose="020F0502020204030204"/>
                        </a:rPr>
                        <a:t> </a:t>
                      </a:r>
                      <a:r>
                        <a:rPr sz="1500" dirty="0">
                          <a:latin typeface="Calibri" panose="020F0502020204030204"/>
                          <a:cs typeface="Calibri" panose="020F0502020204030204"/>
                        </a:rPr>
                        <a:t>bảo</a:t>
                      </a:r>
                      <a:r>
                        <a:rPr sz="1500" spc="-20" dirty="0">
                          <a:latin typeface="Calibri" panose="020F0502020204030204"/>
                          <a:cs typeface="Calibri" panose="020F0502020204030204"/>
                        </a:rPr>
                        <a:t> </a:t>
                      </a:r>
                      <a:r>
                        <a:rPr sz="1500" dirty="0">
                          <a:latin typeface="Calibri" panose="020F0502020204030204"/>
                          <a:cs typeface="Calibri" panose="020F0502020204030204"/>
                        </a:rPr>
                        <a:t>dưỡng</a:t>
                      </a:r>
                      <a:r>
                        <a:rPr sz="1500" spc="-15" dirty="0">
                          <a:latin typeface="Calibri" panose="020F0502020204030204"/>
                          <a:cs typeface="Calibri" panose="020F0502020204030204"/>
                        </a:rPr>
                        <a:t> </a:t>
                      </a:r>
                      <a:r>
                        <a:rPr sz="1500" dirty="0">
                          <a:latin typeface="Calibri" panose="020F0502020204030204"/>
                          <a:cs typeface="Calibri" panose="020F0502020204030204"/>
                        </a:rPr>
                        <a:t>cũng</a:t>
                      </a:r>
                      <a:r>
                        <a:rPr sz="1500" spc="-15" dirty="0">
                          <a:latin typeface="Calibri" panose="020F0502020204030204"/>
                          <a:cs typeface="Calibri" panose="020F0502020204030204"/>
                        </a:rPr>
                        <a:t> </a:t>
                      </a:r>
                      <a:r>
                        <a:rPr sz="1500" dirty="0">
                          <a:latin typeface="Calibri" panose="020F0502020204030204"/>
                          <a:cs typeface="Calibri" panose="020F0502020204030204"/>
                        </a:rPr>
                        <a:t>vô</a:t>
                      </a:r>
                      <a:r>
                        <a:rPr sz="1500" spc="-15" dirty="0">
                          <a:latin typeface="Calibri" panose="020F0502020204030204"/>
                          <a:cs typeface="Calibri" panose="020F0502020204030204"/>
                        </a:rPr>
                        <a:t> </a:t>
                      </a:r>
                      <a:r>
                        <a:rPr sz="1500" dirty="0">
                          <a:latin typeface="Calibri" panose="020F0502020204030204"/>
                          <a:cs typeface="Calibri" panose="020F0502020204030204"/>
                        </a:rPr>
                        <a:t>cùng</a:t>
                      </a:r>
                      <a:r>
                        <a:rPr sz="1500" spc="-25" dirty="0">
                          <a:latin typeface="Calibri" panose="020F0502020204030204"/>
                          <a:cs typeface="Calibri" panose="020F0502020204030204"/>
                        </a:rPr>
                        <a:t> </a:t>
                      </a:r>
                      <a:r>
                        <a:rPr sz="1500" spc="-20" dirty="0">
                          <a:latin typeface="Calibri" panose="020F0502020204030204"/>
                          <a:cs typeface="Calibri" panose="020F0502020204030204"/>
                        </a:rPr>
                        <a:t>thuận tiện</a:t>
                      </a:r>
                      <a:endParaRPr sz="1500">
                        <a:latin typeface="Calibri" panose="020F0502020204030204"/>
                        <a:cs typeface="Calibri" panose="020F0502020204030204"/>
                      </a:endParaRPr>
                    </a:p>
                    <a:p>
                      <a:pPr marL="525780" marR="100965" indent="74930">
                        <a:lnSpc>
                          <a:spcPct val="102000"/>
                        </a:lnSpc>
                        <a:buChar char="-"/>
                        <a:tabLst>
                          <a:tab pos="600710" algn="l"/>
                        </a:tabLst>
                      </a:pPr>
                      <a:r>
                        <a:rPr sz="1500" dirty="0">
                          <a:latin typeface="Calibri" panose="020F0502020204030204"/>
                          <a:cs typeface="Calibri" panose="020F0502020204030204"/>
                        </a:rPr>
                        <a:t>Đường</a:t>
                      </a:r>
                      <a:r>
                        <a:rPr sz="1500" spc="-20" dirty="0">
                          <a:latin typeface="Calibri" panose="020F0502020204030204"/>
                          <a:cs typeface="Calibri" panose="020F0502020204030204"/>
                        </a:rPr>
                        <a:t> </a:t>
                      </a:r>
                      <a:r>
                        <a:rPr sz="1500" dirty="0">
                          <a:latin typeface="Calibri" panose="020F0502020204030204"/>
                          <a:cs typeface="Calibri" panose="020F0502020204030204"/>
                        </a:rPr>
                        <a:t>ống</a:t>
                      </a:r>
                      <a:r>
                        <a:rPr sz="1500" spc="-25" dirty="0">
                          <a:latin typeface="Calibri" panose="020F0502020204030204"/>
                          <a:cs typeface="Calibri" panose="020F0502020204030204"/>
                        </a:rPr>
                        <a:t> </a:t>
                      </a:r>
                      <a:r>
                        <a:rPr sz="1500" dirty="0">
                          <a:latin typeface="Calibri" panose="020F0502020204030204"/>
                          <a:cs typeface="Calibri" panose="020F0502020204030204"/>
                        </a:rPr>
                        <a:t>nước</a:t>
                      </a:r>
                      <a:r>
                        <a:rPr sz="1500" spc="-25" dirty="0">
                          <a:latin typeface="Calibri" panose="020F0502020204030204"/>
                          <a:cs typeface="Calibri" panose="020F0502020204030204"/>
                        </a:rPr>
                        <a:t> </a:t>
                      </a:r>
                      <a:r>
                        <a:rPr sz="1500" dirty="0">
                          <a:latin typeface="Calibri" panose="020F0502020204030204"/>
                          <a:cs typeface="Calibri" panose="020F0502020204030204"/>
                        </a:rPr>
                        <a:t>lạnh</a:t>
                      </a:r>
                      <a:r>
                        <a:rPr sz="1500" spc="-20" dirty="0">
                          <a:latin typeface="Calibri" panose="020F0502020204030204"/>
                          <a:cs typeface="Calibri" panose="020F0502020204030204"/>
                        </a:rPr>
                        <a:t> </a:t>
                      </a:r>
                      <a:r>
                        <a:rPr sz="1500" dirty="0">
                          <a:latin typeface="Calibri" panose="020F0502020204030204"/>
                          <a:cs typeface="Calibri" panose="020F0502020204030204"/>
                        </a:rPr>
                        <a:t>từ</a:t>
                      </a:r>
                      <a:r>
                        <a:rPr sz="1500" spc="-15" dirty="0">
                          <a:latin typeface="Calibri" panose="020F0502020204030204"/>
                          <a:cs typeface="Calibri" panose="020F0502020204030204"/>
                        </a:rPr>
                        <a:t> </a:t>
                      </a:r>
                      <a:r>
                        <a:rPr sz="1500" dirty="0">
                          <a:latin typeface="Calibri" panose="020F0502020204030204"/>
                          <a:cs typeface="Calibri" panose="020F0502020204030204"/>
                        </a:rPr>
                        <a:t>bồn</a:t>
                      </a:r>
                      <a:r>
                        <a:rPr sz="1500" spc="-20" dirty="0">
                          <a:latin typeface="Calibri" panose="020F0502020204030204"/>
                          <a:cs typeface="Calibri" panose="020F0502020204030204"/>
                        </a:rPr>
                        <a:t> </a:t>
                      </a:r>
                      <a:r>
                        <a:rPr sz="1500" dirty="0">
                          <a:latin typeface="Calibri" panose="020F0502020204030204"/>
                          <a:cs typeface="Calibri" panose="020F0502020204030204"/>
                        </a:rPr>
                        <a:t>sẽ</a:t>
                      </a:r>
                      <a:r>
                        <a:rPr sz="1500" spc="-5" dirty="0">
                          <a:latin typeface="Calibri" panose="020F0502020204030204"/>
                          <a:cs typeface="Calibri" panose="020F0502020204030204"/>
                        </a:rPr>
                        <a:t> </a:t>
                      </a:r>
                      <a:r>
                        <a:rPr sz="1500" dirty="0">
                          <a:latin typeface="Calibri" panose="020F0502020204030204"/>
                          <a:cs typeface="Calibri" panose="020F0502020204030204"/>
                        </a:rPr>
                        <a:t>trực</a:t>
                      </a:r>
                      <a:r>
                        <a:rPr sz="1500" spc="-15" dirty="0">
                          <a:latin typeface="Calibri" panose="020F0502020204030204"/>
                          <a:cs typeface="Calibri" panose="020F0502020204030204"/>
                        </a:rPr>
                        <a:t> </a:t>
                      </a:r>
                      <a:r>
                        <a:rPr sz="1500" dirty="0">
                          <a:latin typeface="Calibri" panose="020F0502020204030204"/>
                          <a:cs typeface="Calibri" panose="020F0502020204030204"/>
                        </a:rPr>
                        <a:t>tiếp</a:t>
                      </a:r>
                      <a:r>
                        <a:rPr sz="1500" spc="-15" dirty="0">
                          <a:latin typeface="Calibri" panose="020F0502020204030204"/>
                          <a:cs typeface="Calibri" panose="020F0502020204030204"/>
                        </a:rPr>
                        <a:t> </a:t>
                      </a:r>
                      <a:r>
                        <a:rPr sz="1500" spc="-25" dirty="0">
                          <a:latin typeface="Calibri" panose="020F0502020204030204"/>
                          <a:cs typeface="Calibri" panose="020F0502020204030204"/>
                        </a:rPr>
                        <a:t>đi </a:t>
                      </a:r>
                      <a:r>
                        <a:rPr sz="1500" dirty="0">
                          <a:latin typeface="Calibri" panose="020F0502020204030204"/>
                          <a:cs typeface="Calibri" panose="020F0502020204030204"/>
                        </a:rPr>
                        <a:t>tới</a:t>
                      </a:r>
                      <a:r>
                        <a:rPr sz="1500" spc="-15" dirty="0">
                          <a:latin typeface="Calibri" panose="020F0502020204030204"/>
                          <a:cs typeface="Calibri" panose="020F0502020204030204"/>
                        </a:rPr>
                        <a:t> </a:t>
                      </a:r>
                      <a:r>
                        <a:rPr sz="1500" dirty="0">
                          <a:latin typeface="Calibri" panose="020F0502020204030204"/>
                          <a:cs typeface="Calibri" panose="020F0502020204030204"/>
                        </a:rPr>
                        <a:t>các</a:t>
                      </a:r>
                      <a:r>
                        <a:rPr sz="1500" spc="-20" dirty="0">
                          <a:latin typeface="Calibri" panose="020F0502020204030204"/>
                          <a:cs typeface="Calibri" panose="020F0502020204030204"/>
                        </a:rPr>
                        <a:t> </a:t>
                      </a:r>
                      <a:r>
                        <a:rPr sz="1500" dirty="0">
                          <a:latin typeface="Calibri" panose="020F0502020204030204"/>
                          <a:cs typeface="Calibri" panose="020F0502020204030204"/>
                        </a:rPr>
                        <a:t>vòi</a:t>
                      </a:r>
                      <a:r>
                        <a:rPr sz="1500" spc="-10" dirty="0">
                          <a:latin typeface="Calibri" panose="020F0502020204030204"/>
                          <a:cs typeface="Calibri" panose="020F0502020204030204"/>
                        </a:rPr>
                        <a:t> </a:t>
                      </a:r>
                      <a:r>
                        <a:rPr sz="1500" dirty="0">
                          <a:latin typeface="Calibri" panose="020F0502020204030204"/>
                          <a:cs typeface="Calibri" panose="020F0502020204030204"/>
                        </a:rPr>
                        <a:t>nước</a:t>
                      </a:r>
                      <a:r>
                        <a:rPr sz="1500" spc="-15" dirty="0">
                          <a:latin typeface="Calibri" panose="020F0502020204030204"/>
                          <a:cs typeface="Calibri" panose="020F0502020204030204"/>
                        </a:rPr>
                        <a:t> </a:t>
                      </a:r>
                      <a:r>
                        <a:rPr sz="1500" dirty="0">
                          <a:latin typeface="Calibri" panose="020F0502020204030204"/>
                          <a:cs typeface="Calibri" panose="020F0502020204030204"/>
                        </a:rPr>
                        <a:t>để</a:t>
                      </a:r>
                      <a:r>
                        <a:rPr sz="1500" spc="-20" dirty="0">
                          <a:latin typeface="Calibri" panose="020F0502020204030204"/>
                          <a:cs typeface="Calibri" panose="020F0502020204030204"/>
                        </a:rPr>
                        <a:t> </a:t>
                      </a:r>
                      <a:r>
                        <a:rPr sz="1500" dirty="0">
                          <a:latin typeface="Calibri" panose="020F0502020204030204"/>
                          <a:cs typeface="Calibri" panose="020F0502020204030204"/>
                        </a:rPr>
                        <a:t>sử</a:t>
                      </a:r>
                      <a:r>
                        <a:rPr sz="1500" spc="-15" dirty="0">
                          <a:latin typeface="Calibri" panose="020F0502020204030204"/>
                          <a:cs typeface="Calibri" panose="020F0502020204030204"/>
                        </a:rPr>
                        <a:t> </a:t>
                      </a:r>
                      <a:r>
                        <a:rPr sz="1500" dirty="0">
                          <a:latin typeface="Calibri" panose="020F0502020204030204"/>
                          <a:cs typeface="Calibri" panose="020F0502020204030204"/>
                        </a:rPr>
                        <a:t>dụng</a:t>
                      </a:r>
                      <a:r>
                        <a:rPr sz="1500" spc="-15" dirty="0">
                          <a:latin typeface="Calibri" panose="020F0502020204030204"/>
                          <a:cs typeface="Calibri" panose="020F0502020204030204"/>
                        </a:rPr>
                        <a:t> </a:t>
                      </a:r>
                      <a:r>
                        <a:rPr sz="1500" dirty="0">
                          <a:latin typeface="Calibri" panose="020F0502020204030204"/>
                          <a:cs typeface="Calibri" panose="020F0502020204030204"/>
                        </a:rPr>
                        <a:t>bình</a:t>
                      </a:r>
                      <a:r>
                        <a:rPr sz="1500" spc="-15" dirty="0">
                          <a:latin typeface="Calibri" panose="020F0502020204030204"/>
                          <a:cs typeface="Calibri" panose="020F0502020204030204"/>
                        </a:rPr>
                        <a:t> </a:t>
                      </a:r>
                      <a:r>
                        <a:rPr sz="1500" spc="-10" dirty="0">
                          <a:latin typeface="Calibri" panose="020F0502020204030204"/>
                          <a:cs typeface="Calibri" panose="020F0502020204030204"/>
                        </a:rPr>
                        <a:t>thường</a:t>
                      </a:r>
                      <a:endParaRPr sz="1500">
                        <a:latin typeface="Calibri" panose="020F0502020204030204"/>
                        <a:cs typeface="Calibri" panose="020F0502020204030204"/>
                      </a:endParaRPr>
                    </a:p>
                    <a:p>
                      <a:pPr marL="525780" marR="100330" indent="74930">
                        <a:lnSpc>
                          <a:spcPct val="102000"/>
                        </a:lnSpc>
                        <a:buChar char="-"/>
                        <a:tabLst>
                          <a:tab pos="600710" algn="l"/>
                        </a:tabLst>
                      </a:pPr>
                      <a:r>
                        <a:rPr sz="1500" dirty="0">
                          <a:latin typeface="Calibri" panose="020F0502020204030204"/>
                          <a:cs typeface="Calibri" panose="020F0502020204030204"/>
                        </a:rPr>
                        <a:t>Đường</a:t>
                      </a:r>
                      <a:r>
                        <a:rPr sz="1500" spc="-25" dirty="0">
                          <a:latin typeface="Calibri" panose="020F0502020204030204"/>
                          <a:cs typeface="Calibri" panose="020F0502020204030204"/>
                        </a:rPr>
                        <a:t>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từ</a:t>
                      </a:r>
                      <a:r>
                        <a:rPr sz="1500" spc="-10" dirty="0">
                          <a:latin typeface="Calibri" panose="020F0502020204030204"/>
                          <a:cs typeface="Calibri" panose="020F0502020204030204"/>
                        </a:rPr>
                        <a:t> </a:t>
                      </a:r>
                      <a:r>
                        <a:rPr sz="1500" dirty="0">
                          <a:latin typeface="Calibri" panose="020F0502020204030204"/>
                          <a:cs typeface="Calibri" panose="020F0502020204030204"/>
                        </a:rPr>
                        <a:t>bình</a:t>
                      </a:r>
                      <a:r>
                        <a:rPr sz="1500" spc="-25" dirty="0">
                          <a:latin typeface="Calibri" panose="020F0502020204030204"/>
                          <a:cs typeface="Calibri" panose="020F0502020204030204"/>
                        </a:rPr>
                        <a:t> </a:t>
                      </a:r>
                      <a:r>
                        <a:rPr sz="1500" dirty="0">
                          <a:latin typeface="Calibri" panose="020F0502020204030204"/>
                          <a:cs typeface="Calibri" panose="020F0502020204030204"/>
                        </a:rPr>
                        <a:t>năng</a:t>
                      </a:r>
                      <a:r>
                        <a:rPr sz="1500" spc="-20" dirty="0">
                          <a:latin typeface="Calibri" panose="020F0502020204030204"/>
                          <a:cs typeface="Calibri" panose="020F0502020204030204"/>
                        </a:rPr>
                        <a:t> </a:t>
                      </a:r>
                      <a:r>
                        <a:rPr sz="1500" dirty="0">
                          <a:latin typeface="Calibri" panose="020F0502020204030204"/>
                          <a:cs typeface="Calibri" panose="020F0502020204030204"/>
                        </a:rPr>
                        <a:t>lượng</a:t>
                      </a:r>
                      <a:r>
                        <a:rPr sz="1500" spc="-25" dirty="0">
                          <a:latin typeface="Calibri" panose="020F0502020204030204"/>
                          <a:cs typeface="Calibri" panose="020F0502020204030204"/>
                        </a:rPr>
                        <a:t> </a:t>
                      </a:r>
                      <a:r>
                        <a:rPr sz="1500" dirty="0">
                          <a:latin typeface="Calibri" panose="020F0502020204030204"/>
                          <a:cs typeface="Calibri" panose="020F0502020204030204"/>
                        </a:rPr>
                        <a:t>sẽ</a:t>
                      </a:r>
                      <a:r>
                        <a:rPr sz="1500" spc="-25" dirty="0">
                          <a:latin typeface="Calibri" panose="020F0502020204030204"/>
                          <a:cs typeface="Calibri" panose="020F0502020204030204"/>
                        </a:rPr>
                        <a:t> </a:t>
                      </a:r>
                      <a:r>
                        <a:rPr sz="1500" spc="-20" dirty="0">
                          <a:latin typeface="Calibri" panose="020F0502020204030204"/>
                          <a:cs typeface="Calibri" panose="020F0502020204030204"/>
                        </a:rPr>
                        <a:t>được </a:t>
                      </a:r>
                      <a:r>
                        <a:rPr sz="1500" dirty="0">
                          <a:latin typeface="Calibri" panose="020F0502020204030204"/>
                          <a:cs typeface="Calibri" panose="020F0502020204030204"/>
                        </a:rPr>
                        <a:t>chia</a:t>
                      </a:r>
                      <a:r>
                        <a:rPr sz="1500" spc="-20" dirty="0">
                          <a:latin typeface="Calibri" panose="020F0502020204030204"/>
                          <a:cs typeface="Calibri" panose="020F0502020204030204"/>
                        </a:rPr>
                        <a:t> </a:t>
                      </a:r>
                      <a:r>
                        <a:rPr sz="1500" dirty="0">
                          <a:latin typeface="Calibri" panose="020F0502020204030204"/>
                          <a:cs typeface="Calibri" panose="020F0502020204030204"/>
                        </a:rPr>
                        <a:t>thành</a:t>
                      </a:r>
                      <a:r>
                        <a:rPr sz="1500" spc="-10" dirty="0">
                          <a:latin typeface="Calibri" panose="020F0502020204030204"/>
                          <a:cs typeface="Calibri" panose="020F0502020204030204"/>
                        </a:rPr>
                        <a:t> </a:t>
                      </a:r>
                      <a:r>
                        <a:rPr sz="1500" dirty="0">
                          <a:latin typeface="Calibri" panose="020F0502020204030204"/>
                          <a:cs typeface="Calibri" panose="020F0502020204030204"/>
                        </a:rPr>
                        <a:t>nhiều</a:t>
                      </a:r>
                      <a:r>
                        <a:rPr sz="1500" spc="-15" dirty="0">
                          <a:latin typeface="Calibri" panose="020F0502020204030204"/>
                          <a:cs typeface="Calibri" panose="020F0502020204030204"/>
                        </a:rPr>
                        <a:t> </a:t>
                      </a:r>
                      <a:r>
                        <a:rPr sz="1500" dirty="0">
                          <a:latin typeface="Calibri" panose="020F0502020204030204"/>
                          <a:cs typeface="Calibri" panose="020F0502020204030204"/>
                        </a:rPr>
                        <a:t>nhánh</a:t>
                      </a:r>
                      <a:r>
                        <a:rPr sz="1500" spc="-10" dirty="0">
                          <a:latin typeface="Calibri" panose="020F0502020204030204"/>
                          <a:cs typeface="Calibri" panose="020F0502020204030204"/>
                        </a:rPr>
                        <a:t> </a:t>
                      </a:r>
                      <a:r>
                        <a:rPr sz="1500" dirty="0">
                          <a:latin typeface="Calibri" panose="020F0502020204030204"/>
                          <a:cs typeface="Calibri" panose="020F0502020204030204"/>
                        </a:rPr>
                        <a:t>và</a:t>
                      </a:r>
                      <a:r>
                        <a:rPr sz="1500" spc="-15" dirty="0">
                          <a:latin typeface="Calibri" panose="020F0502020204030204"/>
                          <a:cs typeface="Calibri" panose="020F0502020204030204"/>
                        </a:rPr>
                        <a:t> </a:t>
                      </a:r>
                      <a:r>
                        <a:rPr sz="1500" dirty="0">
                          <a:latin typeface="Calibri" panose="020F0502020204030204"/>
                          <a:cs typeface="Calibri" panose="020F0502020204030204"/>
                        </a:rPr>
                        <a:t>dẫn</a:t>
                      </a:r>
                      <a:r>
                        <a:rPr sz="1500" spc="-25" dirty="0">
                          <a:latin typeface="Calibri" panose="020F0502020204030204"/>
                          <a:cs typeface="Calibri" panose="020F0502020204030204"/>
                        </a:rPr>
                        <a:t> </a:t>
                      </a:r>
                      <a:r>
                        <a:rPr sz="1500" dirty="0">
                          <a:latin typeface="Calibri" panose="020F0502020204030204"/>
                          <a:cs typeface="Calibri" panose="020F0502020204030204"/>
                        </a:rPr>
                        <a:t>vào</a:t>
                      </a:r>
                      <a:r>
                        <a:rPr sz="1500" spc="-25" dirty="0">
                          <a:latin typeface="Calibri" panose="020F0502020204030204"/>
                          <a:cs typeface="Calibri" panose="020F0502020204030204"/>
                        </a:rPr>
                        <a:t> </a:t>
                      </a:r>
                      <a:r>
                        <a:rPr sz="1500" dirty="0">
                          <a:latin typeface="Calibri" panose="020F0502020204030204"/>
                          <a:cs typeface="Calibri" panose="020F0502020204030204"/>
                        </a:rPr>
                        <a:t>bình</a:t>
                      </a:r>
                      <a:r>
                        <a:rPr sz="1500" spc="-10" dirty="0">
                          <a:latin typeface="Calibri" panose="020F0502020204030204"/>
                          <a:cs typeface="Calibri" panose="020F0502020204030204"/>
                        </a:rPr>
                        <a:t> </a:t>
                      </a:r>
                      <a:r>
                        <a:rPr sz="1500" spc="-20" dirty="0">
                          <a:latin typeface="Calibri" panose="020F0502020204030204"/>
                          <a:cs typeface="Calibri" panose="020F0502020204030204"/>
                        </a:rPr>
                        <a:t>điện </a:t>
                      </a:r>
                      <a:r>
                        <a:rPr sz="1500" dirty="0">
                          <a:latin typeface="Calibri" panose="020F0502020204030204"/>
                          <a:cs typeface="Calibri" panose="020F0502020204030204"/>
                        </a:rPr>
                        <a:t>của</a:t>
                      </a:r>
                      <a:r>
                        <a:rPr sz="1500" spc="-20" dirty="0">
                          <a:latin typeface="Calibri" panose="020F0502020204030204"/>
                          <a:cs typeface="Calibri" panose="020F0502020204030204"/>
                        </a:rPr>
                        <a:t> </a:t>
                      </a:r>
                      <a:r>
                        <a:rPr sz="1500" dirty="0">
                          <a:latin typeface="Calibri" panose="020F0502020204030204"/>
                          <a:cs typeface="Calibri" panose="020F0502020204030204"/>
                        </a:rPr>
                        <a:t>các</a:t>
                      </a:r>
                      <a:r>
                        <a:rPr sz="1500" spc="-20" dirty="0">
                          <a:latin typeface="Calibri" panose="020F0502020204030204"/>
                          <a:cs typeface="Calibri" panose="020F0502020204030204"/>
                        </a:rPr>
                        <a:t> </a:t>
                      </a:r>
                      <a:r>
                        <a:rPr sz="1500" dirty="0">
                          <a:latin typeface="Calibri" panose="020F0502020204030204"/>
                          <a:cs typeface="Calibri" panose="020F0502020204030204"/>
                        </a:rPr>
                        <a:t>tầng</a:t>
                      </a:r>
                      <a:r>
                        <a:rPr sz="1500" spc="-10" dirty="0">
                          <a:latin typeface="Calibri" panose="020F0502020204030204"/>
                          <a:cs typeface="Calibri" panose="020F0502020204030204"/>
                        </a:rPr>
                        <a:t> </a:t>
                      </a:r>
                      <a:r>
                        <a:rPr sz="1500" dirty="0">
                          <a:latin typeface="Calibri" panose="020F0502020204030204"/>
                          <a:cs typeface="Calibri" panose="020F0502020204030204"/>
                        </a:rPr>
                        <a:t>theo</a:t>
                      </a:r>
                      <a:r>
                        <a:rPr sz="1500" spc="-15" dirty="0">
                          <a:latin typeface="Calibri" panose="020F0502020204030204"/>
                          <a:cs typeface="Calibri" panose="020F0502020204030204"/>
                        </a:rPr>
                        <a:t> </a:t>
                      </a:r>
                      <a:r>
                        <a:rPr sz="1500" dirty="0">
                          <a:latin typeface="Calibri" panose="020F0502020204030204"/>
                          <a:cs typeface="Calibri" panose="020F0502020204030204"/>
                        </a:rPr>
                        <a:t>kiểu</a:t>
                      </a:r>
                      <a:r>
                        <a:rPr sz="1500" spc="-15" dirty="0">
                          <a:latin typeface="Calibri" panose="020F0502020204030204"/>
                          <a:cs typeface="Calibri" panose="020F0502020204030204"/>
                        </a:rPr>
                        <a:t> </a:t>
                      </a:r>
                      <a:r>
                        <a:rPr sz="1500" dirty="0">
                          <a:latin typeface="Calibri" panose="020F0502020204030204"/>
                          <a:cs typeface="Calibri" panose="020F0502020204030204"/>
                        </a:rPr>
                        <a:t>khác</a:t>
                      </a:r>
                      <a:r>
                        <a:rPr sz="1500" spc="-15" dirty="0">
                          <a:latin typeface="Calibri" panose="020F0502020204030204"/>
                          <a:cs typeface="Calibri" panose="020F0502020204030204"/>
                        </a:rPr>
                        <a:t> </a:t>
                      </a:r>
                      <a:r>
                        <a:rPr sz="1500" spc="-20" dirty="0">
                          <a:latin typeface="Calibri" panose="020F0502020204030204"/>
                          <a:cs typeface="Calibri" panose="020F0502020204030204"/>
                        </a:rPr>
                        <a:t>nhau</a:t>
                      </a:r>
                      <a:endParaRPr sz="15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4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053840">
                <a:tc>
                  <a:txBody>
                    <a:bodyPr/>
                    <a:lstStyle/>
                    <a:p>
                      <a:pPr marL="525780">
                        <a:lnSpc>
                          <a:spcPts val="1290"/>
                        </a:lnSpc>
                      </a:pPr>
                      <a:endParaRPr sz="1400" b="1" dirty="0">
                        <a:latin typeface="Calibri" panose="020F0502020204030204"/>
                        <a:cs typeface="Calibri" panose="020F0502020204030204"/>
                      </a:endParaRPr>
                    </a:p>
                    <a:p>
                      <a:pPr marL="525780">
                        <a:lnSpc>
                          <a:spcPts val="1290"/>
                        </a:lnSpc>
                      </a:pPr>
                      <a:r>
                        <a:rPr sz="1500" b="1" dirty="0">
                          <a:latin typeface="Calibri" panose="020F0502020204030204"/>
                          <a:cs typeface="Calibri" panose="020F0502020204030204"/>
                        </a:rPr>
                        <a:t>Ở</a:t>
                      </a:r>
                      <a:r>
                        <a:rPr sz="1500" b="1" spc="-15" dirty="0">
                          <a:latin typeface="Calibri" panose="020F0502020204030204"/>
                          <a:cs typeface="Calibri" panose="020F0502020204030204"/>
                        </a:rPr>
                        <a:t> </a:t>
                      </a:r>
                      <a:r>
                        <a:rPr sz="1500" b="1" dirty="0">
                          <a:latin typeface="Calibri" panose="020F0502020204030204"/>
                          <a:cs typeface="Calibri" panose="020F0502020204030204"/>
                        </a:rPr>
                        <a:t>phòng</a:t>
                      </a:r>
                      <a:r>
                        <a:rPr sz="1500" b="1" spc="-20" dirty="0">
                          <a:latin typeface="Calibri" panose="020F0502020204030204"/>
                          <a:cs typeface="Calibri" panose="020F0502020204030204"/>
                        </a:rPr>
                        <a:t> </a:t>
                      </a:r>
                      <a:r>
                        <a:rPr sz="1500" b="1" dirty="0">
                          <a:latin typeface="Calibri" panose="020F0502020204030204"/>
                          <a:cs typeface="Calibri" panose="020F0502020204030204"/>
                        </a:rPr>
                        <a:t>tắm</a:t>
                      </a:r>
                      <a:r>
                        <a:rPr sz="1500" b="1" spc="-10" dirty="0">
                          <a:latin typeface="Calibri" panose="020F0502020204030204"/>
                          <a:cs typeface="Calibri" panose="020F0502020204030204"/>
                        </a:rPr>
                        <a:t> </a:t>
                      </a:r>
                      <a:r>
                        <a:rPr sz="1500" b="1" dirty="0">
                          <a:latin typeface="Calibri" panose="020F0502020204030204"/>
                          <a:cs typeface="Calibri" panose="020F0502020204030204"/>
                        </a:rPr>
                        <a:t>1</a:t>
                      </a:r>
                      <a:r>
                        <a:rPr sz="1500" dirty="0">
                          <a:latin typeface="Calibri" panose="020F0502020204030204"/>
                          <a:cs typeface="Calibri" panose="020F0502020204030204"/>
                        </a:rPr>
                        <a:t>:</a:t>
                      </a:r>
                      <a:r>
                        <a:rPr sz="1500" spc="-10" dirty="0">
                          <a:latin typeface="Calibri" panose="020F0502020204030204"/>
                          <a:cs typeface="Calibri" panose="020F0502020204030204"/>
                        </a:rPr>
                        <a:t>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từ</a:t>
                      </a:r>
                      <a:r>
                        <a:rPr sz="1500" spc="-20" dirty="0">
                          <a:latin typeface="Calibri" panose="020F0502020204030204"/>
                          <a:cs typeface="Calibri" panose="020F0502020204030204"/>
                        </a:rPr>
                        <a:t> </a:t>
                      </a:r>
                      <a:r>
                        <a:rPr sz="1500" dirty="0">
                          <a:latin typeface="Calibri" panose="020F0502020204030204"/>
                          <a:cs typeface="Calibri" panose="020F0502020204030204"/>
                        </a:rPr>
                        <a:t>bình</a:t>
                      </a:r>
                      <a:r>
                        <a:rPr sz="1500" spc="-15" dirty="0">
                          <a:latin typeface="Calibri" panose="020F0502020204030204"/>
                          <a:cs typeface="Calibri" panose="020F0502020204030204"/>
                        </a:rPr>
                        <a:t> </a:t>
                      </a:r>
                      <a:r>
                        <a:rPr sz="1500" dirty="0">
                          <a:latin typeface="Calibri" panose="020F0502020204030204"/>
                          <a:cs typeface="Calibri" panose="020F0502020204030204"/>
                        </a:rPr>
                        <a:t>năng</a:t>
                      </a:r>
                      <a:r>
                        <a:rPr sz="1500" spc="-15" dirty="0">
                          <a:latin typeface="Calibri" panose="020F0502020204030204"/>
                          <a:cs typeface="Calibri" panose="020F0502020204030204"/>
                        </a:rPr>
                        <a:t> </a:t>
                      </a:r>
                      <a:r>
                        <a:rPr sz="1500" spc="-20" dirty="0">
                          <a:latin typeface="Calibri" panose="020F0502020204030204"/>
                          <a:cs typeface="Calibri" panose="020F0502020204030204"/>
                        </a:rPr>
                        <a:t>lượng</a:t>
                      </a:r>
                      <a:endParaRPr sz="1500">
                        <a:latin typeface="Calibri" panose="020F0502020204030204"/>
                        <a:cs typeface="Calibri" panose="020F0502020204030204"/>
                      </a:endParaRPr>
                    </a:p>
                    <a:p>
                      <a:pPr marL="525780">
                        <a:lnSpc>
                          <a:spcPct val="100000"/>
                        </a:lnSpc>
                        <a:spcBef>
                          <a:spcPts val="25"/>
                        </a:spcBef>
                      </a:pPr>
                      <a:r>
                        <a:rPr sz="1500" dirty="0">
                          <a:latin typeface="Calibri" panose="020F0502020204030204"/>
                          <a:cs typeface="Calibri" panose="020F0502020204030204"/>
                        </a:rPr>
                        <a:t>được</a:t>
                      </a:r>
                      <a:r>
                        <a:rPr sz="1500" spc="-20" dirty="0">
                          <a:latin typeface="Calibri" panose="020F0502020204030204"/>
                          <a:cs typeface="Calibri" panose="020F0502020204030204"/>
                        </a:rPr>
                        <a:t> </a:t>
                      </a:r>
                      <a:r>
                        <a:rPr sz="1500" dirty="0">
                          <a:latin typeface="Calibri" panose="020F0502020204030204"/>
                          <a:cs typeface="Calibri" panose="020F0502020204030204"/>
                        </a:rPr>
                        <a:t>đi</a:t>
                      </a:r>
                      <a:r>
                        <a:rPr sz="1500" spc="-20" dirty="0">
                          <a:latin typeface="Calibri" panose="020F0502020204030204"/>
                          <a:cs typeface="Calibri" panose="020F0502020204030204"/>
                        </a:rPr>
                        <a:t> </a:t>
                      </a:r>
                      <a:r>
                        <a:rPr sz="1500" dirty="0">
                          <a:latin typeface="Calibri" panose="020F0502020204030204"/>
                          <a:cs typeface="Calibri" panose="020F0502020204030204"/>
                        </a:rPr>
                        <a:t>qua</a:t>
                      </a:r>
                      <a:r>
                        <a:rPr sz="1500" spc="-10" dirty="0">
                          <a:latin typeface="Calibri" panose="020F0502020204030204"/>
                          <a:cs typeface="Calibri" panose="020F0502020204030204"/>
                        </a:rPr>
                        <a:t> </a:t>
                      </a:r>
                      <a:r>
                        <a:rPr sz="1500" dirty="0">
                          <a:latin typeface="Calibri" panose="020F0502020204030204"/>
                          <a:cs typeface="Calibri" panose="020F0502020204030204"/>
                        </a:rPr>
                        <a:t>hai</a:t>
                      </a:r>
                      <a:r>
                        <a:rPr sz="1500" spc="-5" dirty="0">
                          <a:latin typeface="Calibri" panose="020F0502020204030204"/>
                          <a:cs typeface="Calibri" panose="020F0502020204030204"/>
                        </a:rPr>
                        <a:t> </a:t>
                      </a:r>
                      <a:r>
                        <a:rPr sz="1500" dirty="0">
                          <a:latin typeface="Calibri" panose="020F0502020204030204"/>
                          <a:cs typeface="Calibri" panose="020F0502020204030204"/>
                        </a:rPr>
                        <a:t>khóa</a:t>
                      </a:r>
                      <a:r>
                        <a:rPr sz="1500" spc="-10" dirty="0">
                          <a:latin typeface="Calibri" panose="020F0502020204030204"/>
                          <a:cs typeface="Calibri" panose="020F0502020204030204"/>
                        </a:rPr>
                        <a:t> </a:t>
                      </a:r>
                      <a:r>
                        <a:rPr sz="1500" dirty="0">
                          <a:latin typeface="Calibri" panose="020F0502020204030204"/>
                          <a:cs typeface="Calibri" panose="020F0502020204030204"/>
                        </a:rPr>
                        <a:t>van</a:t>
                      </a:r>
                      <a:r>
                        <a:rPr sz="1500" spc="-20" dirty="0">
                          <a:latin typeface="Calibri" panose="020F0502020204030204"/>
                          <a:cs typeface="Calibri" panose="020F0502020204030204"/>
                        </a:rPr>
                        <a:t> </a:t>
                      </a:r>
                      <a:r>
                        <a:rPr sz="1500" dirty="0">
                          <a:latin typeface="Calibri" panose="020F0502020204030204"/>
                          <a:cs typeface="Calibri" panose="020F0502020204030204"/>
                        </a:rPr>
                        <a:t>V1</a:t>
                      </a:r>
                      <a:r>
                        <a:rPr sz="1500" spc="-15" dirty="0">
                          <a:latin typeface="Calibri" panose="020F0502020204030204"/>
                          <a:cs typeface="Calibri" panose="020F0502020204030204"/>
                        </a:rPr>
                        <a:t> </a:t>
                      </a:r>
                      <a:r>
                        <a:rPr sz="1500" dirty="0">
                          <a:latin typeface="Calibri" panose="020F0502020204030204"/>
                          <a:cs typeface="Calibri" panose="020F0502020204030204"/>
                        </a:rPr>
                        <a:t>và</a:t>
                      </a:r>
                      <a:r>
                        <a:rPr sz="1500" spc="-15" dirty="0">
                          <a:latin typeface="Calibri" panose="020F0502020204030204"/>
                          <a:cs typeface="Calibri" panose="020F0502020204030204"/>
                        </a:rPr>
                        <a:t> </a:t>
                      </a:r>
                      <a:r>
                        <a:rPr sz="1500" dirty="0">
                          <a:latin typeface="Calibri" panose="020F0502020204030204"/>
                          <a:cs typeface="Calibri" panose="020F0502020204030204"/>
                        </a:rPr>
                        <a:t>V2</a:t>
                      </a:r>
                      <a:r>
                        <a:rPr sz="1500" spc="-5" dirty="0">
                          <a:latin typeface="Calibri" panose="020F0502020204030204"/>
                          <a:cs typeface="Calibri" panose="020F0502020204030204"/>
                        </a:rPr>
                        <a:t> </a:t>
                      </a:r>
                      <a:r>
                        <a:rPr sz="1500" dirty="0">
                          <a:latin typeface="Calibri" panose="020F0502020204030204"/>
                          <a:cs typeface="Calibri" panose="020F0502020204030204"/>
                        </a:rPr>
                        <a:t>như</a:t>
                      </a:r>
                      <a:r>
                        <a:rPr sz="1500" spc="-10" dirty="0">
                          <a:latin typeface="Calibri" panose="020F0502020204030204"/>
                          <a:cs typeface="Calibri" panose="020F0502020204030204"/>
                        </a:rPr>
                        <a:t> </a:t>
                      </a:r>
                      <a:r>
                        <a:rPr sz="1500" spc="-20" dirty="0">
                          <a:latin typeface="Calibri" panose="020F0502020204030204"/>
                          <a:cs typeface="Calibri" panose="020F0502020204030204"/>
                        </a:rPr>
                        <a:t>hình</a:t>
                      </a:r>
                      <a:endParaRPr sz="1500">
                        <a:latin typeface="Calibri" panose="020F0502020204030204"/>
                        <a:cs typeface="Calibri" panose="020F0502020204030204"/>
                      </a:endParaRPr>
                    </a:p>
                    <a:p>
                      <a:pPr>
                        <a:lnSpc>
                          <a:spcPct val="100000"/>
                        </a:lnSpc>
                        <a:spcBef>
                          <a:spcPts val="20"/>
                        </a:spcBef>
                      </a:pPr>
                      <a:endParaRPr sz="1500">
                        <a:latin typeface="Times New Roman" panose="02020603050405020304"/>
                        <a:cs typeface="Times New Roman" panose="02020603050405020304"/>
                      </a:endParaRPr>
                    </a:p>
                    <a:p>
                      <a:pPr marL="525780" marR="60960">
                        <a:lnSpc>
                          <a:spcPct val="102000"/>
                        </a:lnSpc>
                      </a:pPr>
                      <a:r>
                        <a:rPr sz="1500" spc="-10" dirty="0">
                          <a:latin typeface="Calibri" panose="020F0502020204030204"/>
                          <a:cs typeface="Calibri" panose="020F0502020204030204"/>
                        </a:rPr>
                        <a:t>-</a:t>
                      </a:r>
                      <a:r>
                        <a:rPr sz="1500" dirty="0">
                          <a:latin typeface="Calibri" panose="020F0502020204030204"/>
                          <a:cs typeface="Calibri" panose="020F0502020204030204"/>
                        </a:rPr>
                        <a:t>Những</a:t>
                      </a:r>
                      <a:r>
                        <a:rPr sz="1500" spc="-20" dirty="0">
                          <a:latin typeface="Calibri" panose="020F0502020204030204"/>
                          <a:cs typeface="Calibri" panose="020F0502020204030204"/>
                        </a:rPr>
                        <a:t> </a:t>
                      </a:r>
                      <a:r>
                        <a:rPr sz="1500" dirty="0">
                          <a:latin typeface="Calibri" panose="020F0502020204030204"/>
                          <a:cs typeface="Calibri" panose="020F0502020204030204"/>
                        </a:rPr>
                        <a:t>ngày</a:t>
                      </a:r>
                      <a:r>
                        <a:rPr sz="1500" spc="-15" dirty="0">
                          <a:latin typeface="Calibri" panose="020F0502020204030204"/>
                          <a:cs typeface="Calibri" panose="020F0502020204030204"/>
                        </a:rPr>
                        <a:t> </a:t>
                      </a:r>
                      <a:r>
                        <a:rPr sz="1500" dirty="0">
                          <a:latin typeface="Calibri" panose="020F0502020204030204"/>
                          <a:cs typeface="Calibri" panose="020F0502020204030204"/>
                        </a:rPr>
                        <a:t>thời</a:t>
                      </a:r>
                      <a:r>
                        <a:rPr sz="1500" spc="-25" dirty="0">
                          <a:latin typeface="Calibri" panose="020F0502020204030204"/>
                          <a:cs typeface="Calibri" panose="020F0502020204030204"/>
                        </a:rPr>
                        <a:t> </a:t>
                      </a:r>
                      <a:r>
                        <a:rPr sz="1500" dirty="0">
                          <a:latin typeface="Calibri" panose="020F0502020204030204"/>
                          <a:cs typeface="Calibri" panose="020F0502020204030204"/>
                        </a:rPr>
                        <a:t>tiết</a:t>
                      </a:r>
                      <a:r>
                        <a:rPr sz="1500" spc="-25" dirty="0">
                          <a:latin typeface="Calibri" panose="020F0502020204030204"/>
                          <a:cs typeface="Calibri" panose="020F0502020204030204"/>
                        </a:rPr>
                        <a:t> </a:t>
                      </a:r>
                      <a:r>
                        <a:rPr sz="1500" dirty="0">
                          <a:latin typeface="Calibri" panose="020F0502020204030204"/>
                          <a:cs typeface="Calibri" panose="020F0502020204030204"/>
                        </a:rPr>
                        <a:t>nắng</a:t>
                      </a:r>
                      <a:r>
                        <a:rPr sz="1500" spc="-20" dirty="0">
                          <a:latin typeface="Calibri" panose="020F0502020204030204"/>
                          <a:cs typeface="Calibri" panose="020F0502020204030204"/>
                        </a:rPr>
                        <a:t> </a:t>
                      </a:r>
                      <a:r>
                        <a:rPr sz="1500" dirty="0">
                          <a:latin typeface="Calibri" panose="020F0502020204030204"/>
                          <a:cs typeface="Calibri" panose="020F0502020204030204"/>
                        </a:rPr>
                        <a:t>nóng,</a:t>
                      </a:r>
                      <a:r>
                        <a:rPr sz="1500" spc="-15" dirty="0">
                          <a:latin typeface="Calibri" panose="020F0502020204030204"/>
                          <a:cs typeface="Calibri" panose="020F0502020204030204"/>
                        </a:rPr>
                        <a:t> </a:t>
                      </a:r>
                      <a:r>
                        <a:rPr sz="1500" dirty="0">
                          <a:latin typeface="Calibri" panose="020F0502020204030204"/>
                          <a:cs typeface="Calibri" panose="020F0502020204030204"/>
                        </a:rPr>
                        <a:t>nước</a:t>
                      </a:r>
                      <a:r>
                        <a:rPr sz="1500" spc="-15" dirty="0">
                          <a:latin typeface="Calibri" panose="020F0502020204030204"/>
                          <a:cs typeface="Calibri" panose="020F0502020204030204"/>
                        </a:rPr>
                        <a:t> </a:t>
                      </a:r>
                      <a:r>
                        <a:rPr sz="1500" spc="-20" dirty="0">
                          <a:latin typeface="Calibri" panose="020F0502020204030204"/>
                          <a:cs typeface="Calibri" panose="020F0502020204030204"/>
                        </a:rPr>
                        <a:t>trong </a:t>
                      </a:r>
                      <a:r>
                        <a:rPr sz="1500" dirty="0">
                          <a:latin typeface="Calibri" panose="020F0502020204030204"/>
                          <a:cs typeface="Calibri" panose="020F0502020204030204"/>
                        </a:rPr>
                        <a:t>bình</a:t>
                      </a:r>
                      <a:r>
                        <a:rPr sz="1500" spc="-25" dirty="0">
                          <a:latin typeface="Calibri" panose="020F0502020204030204"/>
                          <a:cs typeface="Calibri" panose="020F0502020204030204"/>
                        </a:rPr>
                        <a:t> </a:t>
                      </a:r>
                      <a:r>
                        <a:rPr sz="1500" dirty="0">
                          <a:latin typeface="Calibri" panose="020F0502020204030204"/>
                          <a:cs typeface="Calibri" panose="020F0502020204030204"/>
                        </a:rPr>
                        <a:t>năng</a:t>
                      </a:r>
                      <a:r>
                        <a:rPr sz="1500" spc="-15" dirty="0">
                          <a:latin typeface="Calibri" panose="020F0502020204030204"/>
                          <a:cs typeface="Calibri" panose="020F0502020204030204"/>
                        </a:rPr>
                        <a:t> </a:t>
                      </a:r>
                      <a:r>
                        <a:rPr sz="1500" dirty="0">
                          <a:latin typeface="Calibri" panose="020F0502020204030204"/>
                          <a:cs typeface="Calibri" panose="020F0502020204030204"/>
                        </a:rPr>
                        <a:t>lượng</a:t>
                      </a:r>
                      <a:r>
                        <a:rPr sz="1500" spc="-20" dirty="0">
                          <a:latin typeface="Calibri" panose="020F0502020204030204"/>
                          <a:cs typeface="Calibri" panose="020F0502020204030204"/>
                        </a:rPr>
                        <a:t> </a:t>
                      </a:r>
                      <a:r>
                        <a:rPr sz="1500" dirty="0">
                          <a:latin typeface="Calibri" panose="020F0502020204030204"/>
                          <a:cs typeface="Calibri" panose="020F0502020204030204"/>
                        </a:rPr>
                        <a:t>có</a:t>
                      </a:r>
                      <a:r>
                        <a:rPr sz="1500" spc="-15" dirty="0">
                          <a:latin typeface="Calibri" panose="020F0502020204030204"/>
                          <a:cs typeface="Calibri" panose="020F0502020204030204"/>
                        </a:rPr>
                        <a:t> </a:t>
                      </a:r>
                      <a:r>
                        <a:rPr sz="1500" dirty="0">
                          <a:latin typeface="Calibri" panose="020F0502020204030204"/>
                          <a:cs typeface="Calibri" panose="020F0502020204030204"/>
                        </a:rPr>
                        <a:t>nhiệt</a:t>
                      </a:r>
                      <a:r>
                        <a:rPr sz="1500" spc="-5" dirty="0">
                          <a:latin typeface="Calibri" panose="020F0502020204030204"/>
                          <a:cs typeface="Calibri" panose="020F0502020204030204"/>
                        </a:rPr>
                        <a:t> </a:t>
                      </a:r>
                      <a:r>
                        <a:rPr sz="1500" dirty="0">
                          <a:latin typeface="Calibri" panose="020F0502020204030204"/>
                          <a:cs typeface="Calibri" panose="020F0502020204030204"/>
                        </a:rPr>
                        <a:t>độ</a:t>
                      </a:r>
                      <a:r>
                        <a:rPr sz="1500" spc="-25" dirty="0">
                          <a:latin typeface="Calibri" panose="020F0502020204030204"/>
                          <a:cs typeface="Calibri" panose="020F0502020204030204"/>
                        </a:rPr>
                        <a:t> </a:t>
                      </a:r>
                      <a:r>
                        <a:rPr sz="1500" dirty="0">
                          <a:latin typeface="Calibri" panose="020F0502020204030204"/>
                          <a:cs typeface="Calibri" panose="020F0502020204030204"/>
                        </a:rPr>
                        <a:t>cao</a:t>
                      </a:r>
                      <a:r>
                        <a:rPr sz="1500" spc="-15" dirty="0">
                          <a:latin typeface="Calibri" panose="020F0502020204030204"/>
                          <a:cs typeface="Calibri" panose="020F0502020204030204"/>
                        </a:rPr>
                        <a:t> </a:t>
                      </a:r>
                      <a:r>
                        <a:rPr sz="1500" dirty="0">
                          <a:latin typeface="Calibri" panose="020F0502020204030204"/>
                          <a:cs typeface="Calibri" panose="020F0502020204030204"/>
                        </a:rPr>
                        <a:t>sẽ</a:t>
                      </a:r>
                      <a:r>
                        <a:rPr sz="1500" spc="-20" dirty="0">
                          <a:latin typeface="Calibri" panose="020F0502020204030204"/>
                          <a:cs typeface="Calibri" panose="020F0502020204030204"/>
                        </a:rPr>
                        <a:t> </a:t>
                      </a:r>
                      <a:r>
                        <a:rPr sz="1500" dirty="0">
                          <a:latin typeface="Calibri" panose="020F0502020204030204"/>
                          <a:cs typeface="Calibri" panose="020F0502020204030204"/>
                        </a:rPr>
                        <a:t>chảy</a:t>
                      </a:r>
                      <a:r>
                        <a:rPr sz="1500" spc="-10" dirty="0">
                          <a:latin typeface="Calibri" panose="020F0502020204030204"/>
                          <a:cs typeface="Calibri" panose="020F0502020204030204"/>
                        </a:rPr>
                        <a:t> </a:t>
                      </a:r>
                      <a:r>
                        <a:rPr sz="1500" spc="-25" dirty="0">
                          <a:latin typeface="Calibri" panose="020F0502020204030204"/>
                          <a:cs typeface="Calibri" panose="020F0502020204030204"/>
                        </a:rPr>
                        <a:t>qua </a:t>
                      </a:r>
                      <a:r>
                        <a:rPr sz="1500" dirty="0">
                          <a:latin typeface="Calibri" panose="020F0502020204030204"/>
                          <a:cs typeface="Calibri" panose="020F0502020204030204"/>
                        </a:rPr>
                        <a:t>đường</a:t>
                      </a:r>
                      <a:r>
                        <a:rPr sz="1500" spc="-20" dirty="0">
                          <a:latin typeface="Calibri" panose="020F0502020204030204"/>
                          <a:cs typeface="Calibri" panose="020F0502020204030204"/>
                        </a:rPr>
                        <a:t> </a:t>
                      </a:r>
                      <a:r>
                        <a:rPr sz="1500" dirty="0">
                          <a:latin typeface="Calibri" panose="020F0502020204030204"/>
                          <a:cs typeface="Calibri" panose="020F0502020204030204"/>
                        </a:rPr>
                        <a:t>dẫn</a:t>
                      </a:r>
                      <a:r>
                        <a:rPr sz="1500" spc="-5" dirty="0">
                          <a:latin typeface="Calibri" panose="020F0502020204030204"/>
                          <a:cs typeface="Calibri" panose="020F0502020204030204"/>
                        </a:rPr>
                        <a:t> </a:t>
                      </a:r>
                      <a:r>
                        <a:rPr sz="1500" dirty="0">
                          <a:latin typeface="Calibri" panose="020F0502020204030204"/>
                          <a:cs typeface="Calibri" panose="020F0502020204030204"/>
                        </a:rPr>
                        <a:t>nước</a:t>
                      </a:r>
                      <a:r>
                        <a:rPr sz="1500" spc="-25" dirty="0">
                          <a:latin typeface="Calibri" panose="020F0502020204030204"/>
                          <a:cs typeface="Calibri" panose="020F0502020204030204"/>
                        </a:rPr>
                        <a:t> </a:t>
                      </a:r>
                      <a:r>
                        <a:rPr sz="1500" dirty="0">
                          <a:latin typeface="Calibri" panose="020F0502020204030204"/>
                          <a:cs typeface="Calibri" panose="020F0502020204030204"/>
                        </a:rPr>
                        <a:t>nóng</a:t>
                      </a:r>
                      <a:r>
                        <a:rPr sz="1500" spc="-20" dirty="0">
                          <a:latin typeface="Calibri" panose="020F0502020204030204"/>
                          <a:cs typeface="Calibri" panose="020F0502020204030204"/>
                        </a:rPr>
                        <a:t> </a:t>
                      </a:r>
                      <a:r>
                        <a:rPr sz="1500" dirty="0">
                          <a:latin typeface="Calibri" panose="020F0502020204030204"/>
                          <a:cs typeface="Calibri" panose="020F0502020204030204"/>
                        </a:rPr>
                        <a:t>xuống,</a:t>
                      </a:r>
                      <a:r>
                        <a:rPr sz="1500" spc="-10" dirty="0">
                          <a:latin typeface="Calibri" panose="020F0502020204030204"/>
                          <a:cs typeface="Calibri" panose="020F0502020204030204"/>
                        </a:rPr>
                        <a:t> </a:t>
                      </a:r>
                      <a:r>
                        <a:rPr sz="1500" dirty="0">
                          <a:latin typeface="Calibri" panose="020F0502020204030204"/>
                          <a:cs typeface="Calibri" panose="020F0502020204030204"/>
                        </a:rPr>
                        <a:t>khi</a:t>
                      </a:r>
                      <a:r>
                        <a:rPr sz="1500" spc="-15" dirty="0">
                          <a:latin typeface="Calibri" panose="020F0502020204030204"/>
                          <a:cs typeface="Calibri" panose="020F0502020204030204"/>
                        </a:rPr>
                        <a:t> </a:t>
                      </a:r>
                      <a:r>
                        <a:rPr sz="1500" dirty="0">
                          <a:latin typeface="Calibri" panose="020F0502020204030204"/>
                          <a:cs typeface="Calibri" panose="020F0502020204030204"/>
                        </a:rPr>
                        <a:t>đó</a:t>
                      </a:r>
                      <a:r>
                        <a:rPr sz="1500" spc="-35" dirty="0">
                          <a:latin typeface="Calibri" panose="020F0502020204030204"/>
                          <a:cs typeface="Calibri" panose="020F0502020204030204"/>
                        </a:rPr>
                        <a:t> </a:t>
                      </a:r>
                      <a:r>
                        <a:rPr sz="1500" dirty="0">
                          <a:latin typeface="Calibri" panose="020F0502020204030204"/>
                          <a:cs typeface="Calibri" panose="020F0502020204030204"/>
                        </a:rPr>
                        <a:t>chúng</a:t>
                      </a:r>
                      <a:r>
                        <a:rPr sz="1500" spc="-15" dirty="0">
                          <a:latin typeface="Calibri" panose="020F0502020204030204"/>
                          <a:cs typeface="Calibri" panose="020F0502020204030204"/>
                        </a:rPr>
                        <a:t> </a:t>
                      </a:r>
                      <a:r>
                        <a:rPr sz="1500" spc="-25" dirty="0">
                          <a:latin typeface="Calibri" panose="020F0502020204030204"/>
                          <a:cs typeface="Calibri" panose="020F0502020204030204"/>
                        </a:rPr>
                        <a:t>ta </a:t>
                      </a:r>
                      <a:r>
                        <a:rPr sz="1500" dirty="0">
                          <a:latin typeface="Calibri" panose="020F0502020204030204"/>
                          <a:cs typeface="Calibri" panose="020F0502020204030204"/>
                        </a:rPr>
                        <a:t>sẽ</a:t>
                      </a:r>
                      <a:r>
                        <a:rPr sz="1500" spc="-20" dirty="0">
                          <a:latin typeface="Calibri" panose="020F0502020204030204"/>
                          <a:cs typeface="Calibri" panose="020F0502020204030204"/>
                        </a:rPr>
                        <a:t> </a:t>
                      </a:r>
                      <a:r>
                        <a:rPr sz="1500" dirty="0">
                          <a:latin typeface="Calibri" panose="020F0502020204030204"/>
                          <a:cs typeface="Calibri" panose="020F0502020204030204"/>
                        </a:rPr>
                        <a:t>đóng</a:t>
                      </a:r>
                      <a:r>
                        <a:rPr sz="1500" spc="-15" dirty="0">
                          <a:latin typeface="Calibri" panose="020F0502020204030204"/>
                          <a:cs typeface="Calibri" panose="020F0502020204030204"/>
                        </a:rPr>
                        <a:t> </a:t>
                      </a:r>
                      <a:r>
                        <a:rPr sz="1500" dirty="0">
                          <a:latin typeface="Calibri" panose="020F0502020204030204"/>
                          <a:cs typeface="Calibri" panose="020F0502020204030204"/>
                        </a:rPr>
                        <a:t>van</a:t>
                      </a:r>
                      <a:r>
                        <a:rPr sz="1500" spc="-20" dirty="0">
                          <a:latin typeface="Calibri" panose="020F0502020204030204"/>
                          <a:cs typeface="Calibri" panose="020F0502020204030204"/>
                        </a:rPr>
                        <a:t> </a:t>
                      </a:r>
                      <a:r>
                        <a:rPr sz="1500" dirty="0">
                          <a:latin typeface="Calibri" panose="020F0502020204030204"/>
                          <a:cs typeface="Calibri" panose="020F0502020204030204"/>
                        </a:rPr>
                        <a:t>V1</a:t>
                      </a:r>
                      <a:r>
                        <a:rPr sz="1500" spc="-15" dirty="0">
                          <a:latin typeface="Calibri" panose="020F0502020204030204"/>
                          <a:cs typeface="Calibri" panose="020F0502020204030204"/>
                        </a:rPr>
                        <a:t> </a:t>
                      </a:r>
                      <a:r>
                        <a:rPr sz="1500" dirty="0">
                          <a:latin typeface="Calibri" panose="020F0502020204030204"/>
                          <a:cs typeface="Calibri" panose="020F0502020204030204"/>
                        </a:rPr>
                        <a:t>để</a:t>
                      </a:r>
                      <a:r>
                        <a:rPr sz="1500" spc="-20" dirty="0">
                          <a:latin typeface="Calibri" panose="020F0502020204030204"/>
                          <a:cs typeface="Calibri" panose="020F0502020204030204"/>
                        </a:rPr>
                        <a:t> </a:t>
                      </a:r>
                      <a:r>
                        <a:rPr sz="1500" dirty="0">
                          <a:latin typeface="Calibri" panose="020F0502020204030204"/>
                          <a:cs typeface="Calibri" panose="020F0502020204030204"/>
                        </a:rPr>
                        <a:t>nước</a:t>
                      </a:r>
                      <a:r>
                        <a:rPr sz="1500" spc="-15" dirty="0">
                          <a:latin typeface="Calibri" panose="020F0502020204030204"/>
                          <a:cs typeface="Calibri" panose="020F0502020204030204"/>
                        </a:rPr>
                        <a:t> </a:t>
                      </a:r>
                      <a:r>
                        <a:rPr sz="1500" dirty="0">
                          <a:latin typeface="Calibri" panose="020F0502020204030204"/>
                          <a:cs typeface="Calibri" panose="020F0502020204030204"/>
                        </a:rPr>
                        <a:t>không</a:t>
                      </a:r>
                      <a:r>
                        <a:rPr sz="1500" spc="-15" dirty="0">
                          <a:latin typeface="Calibri" panose="020F0502020204030204"/>
                          <a:cs typeface="Calibri" panose="020F0502020204030204"/>
                        </a:rPr>
                        <a:t> </a:t>
                      </a:r>
                      <a:r>
                        <a:rPr sz="1500" dirty="0">
                          <a:latin typeface="Calibri" panose="020F0502020204030204"/>
                          <a:cs typeface="Calibri" panose="020F0502020204030204"/>
                        </a:rPr>
                        <a:t>chảy</a:t>
                      </a:r>
                      <a:r>
                        <a:rPr sz="1500" spc="-15" dirty="0">
                          <a:latin typeface="Calibri" panose="020F0502020204030204"/>
                          <a:cs typeface="Calibri" panose="020F0502020204030204"/>
                        </a:rPr>
                        <a:t> </a:t>
                      </a:r>
                      <a:r>
                        <a:rPr sz="1500" dirty="0">
                          <a:latin typeface="Calibri" panose="020F0502020204030204"/>
                          <a:cs typeface="Calibri" panose="020F0502020204030204"/>
                        </a:rPr>
                        <a:t>lên</a:t>
                      </a:r>
                      <a:r>
                        <a:rPr sz="1500" spc="-10" dirty="0">
                          <a:latin typeface="Calibri" panose="020F0502020204030204"/>
                          <a:cs typeface="Calibri" panose="020F0502020204030204"/>
                        </a:rPr>
                        <a:t> </a:t>
                      </a:r>
                      <a:r>
                        <a:rPr sz="1500" spc="-20" dirty="0">
                          <a:latin typeface="Calibri" panose="020F0502020204030204"/>
                          <a:cs typeface="Calibri" panose="020F0502020204030204"/>
                        </a:rPr>
                        <a:t>bình </a:t>
                      </a:r>
                      <a:r>
                        <a:rPr sz="1500" dirty="0">
                          <a:latin typeface="Calibri" panose="020F0502020204030204"/>
                          <a:cs typeface="Calibri" panose="020F0502020204030204"/>
                        </a:rPr>
                        <a:t>điện</a:t>
                      </a:r>
                      <a:r>
                        <a:rPr sz="1500" spc="-15" dirty="0">
                          <a:latin typeface="Calibri" panose="020F0502020204030204"/>
                          <a:cs typeface="Calibri" panose="020F0502020204030204"/>
                        </a:rPr>
                        <a:t> </a:t>
                      </a:r>
                      <a:r>
                        <a:rPr sz="1500" dirty="0">
                          <a:latin typeface="Calibri" panose="020F0502020204030204"/>
                          <a:cs typeface="Calibri" panose="020F0502020204030204"/>
                        </a:rPr>
                        <a:t>và</a:t>
                      </a:r>
                      <a:r>
                        <a:rPr sz="1500" spc="-10" dirty="0">
                          <a:latin typeface="Calibri" panose="020F0502020204030204"/>
                          <a:cs typeface="Calibri" panose="020F0502020204030204"/>
                        </a:rPr>
                        <a:t> </a:t>
                      </a:r>
                      <a:r>
                        <a:rPr sz="1500" dirty="0">
                          <a:latin typeface="Calibri" panose="020F0502020204030204"/>
                          <a:cs typeface="Calibri" panose="020F0502020204030204"/>
                        </a:rPr>
                        <a:t>mở</a:t>
                      </a:r>
                      <a:r>
                        <a:rPr sz="1500" spc="-10" dirty="0">
                          <a:latin typeface="Calibri" panose="020F0502020204030204"/>
                          <a:cs typeface="Calibri" panose="020F0502020204030204"/>
                        </a:rPr>
                        <a:t> </a:t>
                      </a:r>
                      <a:r>
                        <a:rPr sz="1500" dirty="0">
                          <a:latin typeface="Calibri" panose="020F0502020204030204"/>
                          <a:cs typeface="Calibri" panose="020F0502020204030204"/>
                        </a:rPr>
                        <a:t>van</a:t>
                      </a:r>
                      <a:r>
                        <a:rPr sz="1500" spc="-20" dirty="0">
                          <a:latin typeface="Calibri" panose="020F0502020204030204"/>
                          <a:cs typeface="Calibri" panose="020F0502020204030204"/>
                        </a:rPr>
                        <a:t> </a:t>
                      </a:r>
                      <a:r>
                        <a:rPr sz="1500" dirty="0">
                          <a:latin typeface="Calibri" panose="020F0502020204030204"/>
                          <a:cs typeface="Calibri" panose="020F0502020204030204"/>
                        </a:rPr>
                        <a:t>V2</a:t>
                      </a:r>
                      <a:r>
                        <a:rPr sz="1500" spc="-15" dirty="0">
                          <a:latin typeface="Calibri" panose="020F0502020204030204"/>
                          <a:cs typeface="Calibri" panose="020F0502020204030204"/>
                        </a:rPr>
                        <a:t> </a:t>
                      </a:r>
                      <a:r>
                        <a:rPr sz="1500" dirty="0">
                          <a:latin typeface="Calibri" panose="020F0502020204030204"/>
                          <a:cs typeface="Calibri" panose="020F0502020204030204"/>
                        </a:rPr>
                        <a:t>để</a:t>
                      </a:r>
                      <a:r>
                        <a:rPr sz="1500" spc="-15" dirty="0">
                          <a:latin typeface="Calibri" panose="020F0502020204030204"/>
                          <a:cs typeface="Calibri" panose="020F0502020204030204"/>
                        </a:rPr>
                        <a:t> </a:t>
                      </a:r>
                      <a:r>
                        <a:rPr sz="1500" dirty="0">
                          <a:latin typeface="Calibri" panose="020F0502020204030204"/>
                          <a:cs typeface="Calibri" panose="020F0502020204030204"/>
                        </a:rPr>
                        <a:t>nước</a:t>
                      </a:r>
                      <a:r>
                        <a:rPr sz="1500" spc="-10" dirty="0">
                          <a:latin typeface="Calibri" panose="020F0502020204030204"/>
                          <a:cs typeface="Calibri" panose="020F0502020204030204"/>
                        </a:rPr>
                        <a:t> </a:t>
                      </a:r>
                      <a:r>
                        <a:rPr sz="1500" dirty="0">
                          <a:latin typeface="Calibri" panose="020F0502020204030204"/>
                          <a:cs typeface="Calibri" panose="020F0502020204030204"/>
                        </a:rPr>
                        <a:t>nóng</a:t>
                      </a:r>
                      <a:r>
                        <a:rPr sz="1500" spc="-15" dirty="0">
                          <a:latin typeface="Calibri" panose="020F0502020204030204"/>
                          <a:cs typeface="Calibri" panose="020F0502020204030204"/>
                        </a:rPr>
                        <a:t> </a:t>
                      </a:r>
                      <a:r>
                        <a:rPr sz="1500" dirty="0">
                          <a:latin typeface="Calibri" panose="020F0502020204030204"/>
                          <a:cs typeface="Calibri" panose="020F0502020204030204"/>
                        </a:rPr>
                        <a:t>sẽ</a:t>
                      </a:r>
                      <a:r>
                        <a:rPr sz="1500" spc="-15" dirty="0">
                          <a:latin typeface="Calibri" panose="020F0502020204030204"/>
                          <a:cs typeface="Calibri" panose="020F0502020204030204"/>
                        </a:rPr>
                        <a:t> </a:t>
                      </a:r>
                      <a:r>
                        <a:rPr sz="1500" spc="-20" dirty="0">
                          <a:latin typeface="Calibri" panose="020F0502020204030204"/>
                          <a:cs typeface="Calibri" panose="020F0502020204030204"/>
                        </a:rPr>
                        <a:t>chảy </a:t>
                      </a:r>
                      <a:r>
                        <a:rPr sz="1500" dirty="0">
                          <a:latin typeface="Calibri" panose="020F0502020204030204"/>
                          <a:cs typeface="Calibri" panose="020F0502020204030204"/>
                        </a:rPr>
                        <a:t>xuống</a:t>
                      </a:r>
                      <a:r>
                        <a:rPr sz="1500" spc="-20" dirty="0">
                          <a:latin typeface="Calibri" panose="020F0502020204030204"/>
                          <a:cs typeface="Calibri" panose="020F0502020204030204"/>
                        </a:rPr>
                        <a:t> </a:t>
                      </a:r>
                      <a:r>
                        <a:rPr sz="1500" dirty="0">
                          <a:latin typeface="Calibri" panose="020F0502020204030204"/>
                          <a:cs typeface="Calibri" panose="020F0502020204030204"/>
                        </a:rPr>
                        <a:t>và</a:t>
                      </a:r>
                      <a:r>
                        <a:rPr sz="1500" spc="-20" dirty="0">
                          <a:latin typeface="Calibri" panose="020F0502020204030204"/>
                          <a:cs typeface="Calibri" panose="020F0502020204030204"/>
                        </a:rPr>
                        <a:t> </a:t>
                      </a:r>
                      <a:r>
                        <a:rPr sz="1500" dirty="0">
                          <a:latin typeface="Calibri" panose="020F0502020204030204"/>
                          <a:cs typeface="Calibri" panose="020F0502020204030204"/>
                        </a:rPr>
                        <a:t>dùng</a:t>
                      </a:r>
                      <a:r>
                        <a:rPr sz="1500" spc="-15" dirty="0">
                          <a:latin typeface="Calibri" panose="020F0502020204030204"/>
                          <a:cs typeface="Calibri" panose="020F0502020204030204"/>
                        </a:rPr>
                        <a:t> </a:t>
                      </a:r>
                      <a:r>
                        <a:rPr sz="1500" dirty="0">
                          <a:latin typeface="Calibri" panose="020F0502020204030204"/>
                          <a:cs typeface="Calibri" panose="020F0502020204030204"/>
                        </a:rPr>
                        <a:t>trực</a:t>
                      </a:r>
                      <a:r>
                        <a:rPr sz="1500" spc="-10" dirty="0">
                          <a:latin typeface="Calibri" panose="020F0502020204030204"/>
                          <a:cs typeface="Calibri" panose="020F0502020204030204"/>
                        </a:rPr>
                        <a:t> </a:t>
                      </a:r>
                      <a:r>
                        <a:rPr sz="1500" spc="-20" dirty="0">
                          <a:latin typeface="Calibri" panose="020F0502020204030204"/>
                          <a:cs typeface="Calibri" panose="020F0502020204030204"/>
                        </a:rPr>
                        <a:t>tiếp</a:t>
                      </a:r>
                      <a:endParaRPr sz="1500">
                        <a:latin typeface="Calibri" panose="020F0502020204030204"/>
                        <a:cs typeface="Calibri" panose="020F0502020204030204"/>
                      </a:endParaRPr>
                    </a:p>
                    <a:p>
                      <a:pPr marL="525780" marR="64770">
                        <a:lnSpc>
                          <a:spcPct val="102000"/>
                        </a:lnSpc>
                        <a:spcBef>
                          <a:spcPts val="5"/>
                        </a:spcBef>
                      </a:pPr>
                      <a:r>
                        <a:rPr sz="1500" spc="-10" dirty="0">
                          <a:latin typeface="Calibri" panose="020F0502020204030204"/>
                          <a:cs typeface="Calibri" panose="020F0502020204030204"/>
                        </a:rPr>
                        <a:t>-</a:t>
                      </a:r>
                      <a:r>
                        <a:rPr sz="1500" dirty="0">
                          <a:latin typeface="Calibri" panose="020F0502020204030204"/>
                          <a:cs typeface="Calibri" panose="020F0502020204030204"/>
                        </a:rPr>
                        <a:t>Những</a:t>
                      </a:r>
                      <a:r>
                        <a:rPr sz="1500" spc="-25" dirty="0">
                          <a:latin typeface="Calibri" panose="020F0502020204030204"/>
                          <a:cs typeface="Calibri" panose="020F0502020204030204"/>
                        </a:rPr>
                        <a:t> </a:t>
                      </a:r>
                      <a:r>
                        <a:rPr sz="1500" dirty="0">
                          <a:latin typeface="Calibri" panose="020F0502020204030204"/>
                          <a:cs typeface="Calibri" panose="020F0502020204030204"/>
                        </a:rPr>
                        <a:t>ngày</a:t>
                      </a:r>
                      <a:r>
                        <a:rPr sz="1500" spc="-10" dirty="0">
                          <a:latin typeface="Calibri" panose="020F0502020204030204"/>
                          <a:cs typeface="Calibri" panose="020F0502020204030204"/>
                        </a:rPr>
                        <a:t> </a:t>
                      </a:r>
                      <a:r>
                        <a:rPr sz="1500" dirty="0">
                          <a:latin typeface="Calibri" panose="020F0502020204030204"/>
                          <a:cs typeface="Calibri" panose="020F0502020204030204"/>
                        </a:rPr>
                        <a:t>nắng</a:t>
                      </a:r>
                      <a:r>
                        <a:rPr sz="1500" spc="-20" dirty="0">
                          <a:latin typeface="Calibri" panose="020F0502020204030204"/>
                          <a:cs typeface="Calibri" panose="020F0502020204030204"/>
                        </a:rPr>
                        <a:t> </a:t>
                      </a:r>
                      <a:r>
                        <a:rPr sz="1500" dirty="0">
                          <a:latin typeface="Calibri" panose="020F0502020204030204"/>
                          <a:cs typeface="Calibri" panose="020F0502020204030204"/>
                        </a:rPr>
                        <a:t>ấm,</a:t>
                      </a:r>
                      <a:r>
                        <a:rPr sz="1500" spc="-15" dirty="0">
                          <a:latin typeface="Calibri" panose="020F0502020204030204"/>
                          <a:cs typeface="Calibri" panose="020F0502020204030204"/>
                        </a:rPr>
                        <a:t> </a:t>
                      </a:r>
                      <a:r>
                        <a:rPr sz="1500" dirty="0">
                          <a:latin typeface="Calibri" panose="020F0502020204030204"/>
                          <a:cs typeface="Calibri" panose="020F0502020204030204"/>
                        </a:rPr>
                        <a:t>nước</a:t>
                      </a:r>
                      <a:r>
                        <a:rPr sz="1500" spc="-25" dirty="0">
                          <a:latin typeface="Calibri" panose="020F0502020204030204"/>
                          <a:cs typeface="Calibri" panose="020F0502020204030204"/>
                        </a:rPr>
                        <a:t> </a:t>
                      </a:r>
                      <a:r>
                        <a:rPr sz="1500" dirty="0">
                          <a:latin typeface="Calibri" panose="020F0502020204030204"/>
                          <a:cs typeface="Calibri" panose="020F0502020204030204"/>
                        </a:rPr>
                        <a:t>trong</a:t>
                      </a:r>
                      <a:r>
                        <a:rPr sz="1500" spc="-20" dirty="0">
                          <a:latin typeface="Calibri" panose="020F0502020204030204"/>
                          <a:cs typeface="Calibri" panose="020F0502020204030204"/>
                        </a:rPr>
                        <a:t> </a:t>
                      </a:r>
                      <a:r>
                        <a:rPr sz="1500" dirty="0">
                          <a:latin typeface="Calibri" panose="020F0502020204030204"/>
                          <a:cs typeface="Calibri" panose="020F0502020204030204"/>
                        </a:rPr>
                        <a:t>bình</a:t>
                      </a:r>
                      <a:r>
                        <a:rPr sz="1500" spc="-20" dirty="0">
                          <a:latin typeface="Calibri" panose="020F0502020204030204"/>
                          <a:cs typeface="Calibri" panose="020F0502020204030204"/>
                        </a:rPr>
                        <a:t> năng </a:t>
                      </a:r>
                      <a:r>
                        <a:rPr sz="1500" dirty="0">
                          <a:latin typeface="Calibri" panose="020F0502020204030204"/>
                          <a:cs typeface="Calibri" panose="020F0502020204030204"/>
                        </a:rPr>
                        <a:t>lượng</a:t>
                      </a:r>
                      <a:r>
                        <a:rPr sz="1500" spc="-20" dirty="0">
                          <a:latin typeface="Calibri" panose="020F0502020204030204"/>
                          <a:cs typeface="Calibri" panose="020F0502020204030204"/>
                        </a:rPr>
                        <a:t> </a:t>
                      </a:r>
                      <a:r>
                        <a:rPr sz="1500" dirty="0">
                          <a:latin typeface="Calibri" panose="020F0502020204030204"/>
                          <a:cs typeface="Calibri" panose="020F0502020204030204"/>
                        </a:rPr>
                        <a:t>chưa</a:t>
                      </a:r>
                      <a:r>
                        <a:rPr sz="1500" spc="-10" dirty="0">
                          <a:latin typeface="Calibri" panose="020F0502020204030204"/>
                          <a:cs typeface="Calibri" panose="020F0502020204030204"/>
                        </a:rPr>
                        <a:t> </a:t>
                      </a:r>
                      <a:r>
                        <a:rPr sz="1500" dirty="0">
                          <a:latin typeface="Calibri" panose="020F0502020204030204"/>
                          <a:cs typeface="Calibri" panose="020F0502020204030204"/>
                        </a:rPr>
                        <a:t>đủ</a:t>
                      </a:r>
                      <a:r>
                        <a:rPr sz="1500" spc="-30" dirty="0">
                          <a:latin typeface="Calibri" panose="020F0502020204030204"/>
                          <a:cs typeface="Calibri" panose="020F0502020204030204"/>
                        </a:rPr>
                        <a:t> </a:t>
                      </a:r>
                      <a:r>
                        <a:rPr sz="1500" dirty="0">
                          <a:latin typeface="Calibri" panose="020F0502020204030204"/>
                          <a:cs typeface="Calibri" panose="020F0502020204030204"/>
                        </a:rPr>
                        <a:t>nóng,</a:t>
                      </a:r>
                      <a:r>
                        <a:rPr sz="1500" spc="-10" dirty="0">
                          <a:latin typeface="Calibri" panose="020F0502020204030204"/>
                          <a:cs typeface="Calibri" panose="020F0502020204030204"/>
                        </a:rPr>
                        <a:t> </a:t>
                      </a:r>
                      <a:r>
                        <a:rPr sz="1500" dirty="0">
                          <a:latin typeface="Calibri" panose="020F0502020204030204"/>
                          <a:cs typeface="Calibri" panose="020F0502020204030204"/>
                        </a:rPr>
                        <a:t>khóa</a:t>
                      </a:r>
                      <a:r>
                        <a:rPr sz="1500" spc="-15" dirty="0">
                          <a:latin typeface="Calibri" panose="020F0502020204030204"/>
                          <a:cs typeface="Calibri" panose="020F0502020204030204"/>
                        </a:rPr>
                        <a:t> </a:t>
                      </a:r>
                      <a:r>
                        <a:rPr sz="1500" dirty="0">
                          <a:latin typeface="Calibri" panose="020F0502020204030204"/>
                          <a:cs typeface="Calibri" panose="020F0502020204030204"/>
                        </a:rPr>
                        <a:t>van</a:t>
                      </a:r>
                      <a:r>
                        <a:rPr sz="1500" spc="-15" dirty="0">
                          <a:latin typeface="Calibri" panose="020F0502020204030204"/>
                          <a:cs typeface="Calibri" panose="020F0502020204030204"/>
                        </a:rPr>
                        <a:t> </a:t>
                      </a:r>
                      <a:r>
                        <a:rPr sz="1500" dirty="0">
                          <a:latin typeface="Calibri" panose="020F0502020204030204"/>
                          <a:cs typeface="Calibri" panose="020F0502020204030204"/>
                        </a:rPr>
                        <a:t>V2,</a:t>
                      </a:r>
                      <a:r>
                        <a:rPr sz="1500" spc="-25" dirty="0">
                          <a:latin typeface="Calibri" panose="020F0502020204030204"/>
                          <a:cs typeface="Calibri" panose="020F0502020204030204"/>
                        </a:rPr>
                        <a:t> </a:t>
                      </a:r>
                      <a:r>
                        <a:rPr sz="1500" dirty="0">
                          <a:latin typeface="Calibri" panose="020F0502020204030204"/>
                          <a:cs typeface="Calibri" panose="020F0502020204030204"/>
                        </a:rPr>
                        <a:t>mở</a:t>
                      </a:r>
                      <a:r>
                        <a:rPr sz="1500" spc="-10" dirty="0">
                          <a:latin typeface="Calibri" panose="020F0502020204030204"/>
                          <a:cs typeface="Calibri" panose="020F0502020204030204"/>
                        </a:rPr>
                        <a:t> </a:t>
                      </a:r>
                      <a:r>
                        <a:rPr sz="1500" dirty="0">
                          <a:latin typeface="Calibri" panose="020F0502020204030204"/>
                          <a:cs typeface="Calibri" panose="020F0502020204030204"/>
                        </a:rPr>
                        <a:t>van</a:t>
                      </a:r>
                      <a:r>
                        <a:rPr sz="1500" spc="-15" dirty="0">
                          <a:latin typeface="Calibri" panose="020F0502020204030204"/>
                          <a:cs typeface="Calibri" panose="020F0502020204030204"/>
                        </a:rPr>
                        <a:t> </a:t>
                      </a:r>
                      <a:r>
                        <a:rPr sz="1500" spc="-25" dirty="0">
                          <a:latin typeface="Calibri" panose="020F0502020204030204"/>
                          <a:cs typeface="Calibri" panose="020F0502020204030204"/>
                        </a:rPr>
                        <a:t>V1 </a:t>
                      </a:r>
                      <a:r>
                        <a:rPr sz="1500" dirty="0">
                          <a:latin typeface="Calibri" panose="020F0502020204030204"/>
                          <a:cs typeface="Calibri" panose="020F0502020204030204"/>
                        </a:rPr>
                        <a:t>để</a:t>
                      </a:r>
                      <a:r>
                        <a:rPr sz="1500" spc="-20" dirty="0">
                          <a:latin typeface="Calibri" panose="020F0502020204030204"/>
                          <a:cs typeface="Calibri" panose="020F0502020204030204"/>
                        </a:rPr>
                        <a:t>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cấp</a:t>
                      </a:r>
                      <a:r>
                        <a:rPr sz="1500" spc="-15" dirty="0">
                          <a:latin typeface="Calibri" panose="020F0502020204030204"/>
                          <a:cs typeface="Calibri" panose="020F0502020204030204"/>
                        </a:rPr>
                        <a:t> </a:t>
                      </a:r>
                      <a:r>
                        <a:rPr sz="1500" dirty="0">
                          <a:latin typeface="Calibri" panose="020F0502020204030204"/>
                          <a:cs typeface="Calibri" panose="020F0502020204030204"/>
                        </a:rPr>
                        <a:t>vào</a:t>
                      </a:r>
                      <a:r>
                        <a:rPr sz="1500" spc="-30" dirty="0">
                          <a:latin typeface="Calibri" panose="020F0502020204030204"/>
                          <a:cs typeface="Calibri" panose="020F0502020204030204"/>
                        </a:rPr>
                        <a:t> </a:t>
                      </a:r>
                      <a:r>
                        <a:rPr sz="1500" dirty="0">
                          <a:latin typeface="Calibri" panose="020F0502020204030204"/>
                          <a:cs typeface="Calibri" panose="020F0502020204030204"/>
                        </a:rPr>
                        <a:t>đường</a:t>
                      </a:r>
                      <a:r>
                        <a:rPr sz="1500" spc="-15" dirty="0">
                          <a:latin typeface="Calibri" panose="020F0502020204030204"/>
                          <a:cs typeface="Calibri" panose="020F0502020204030204"/>
                        </a:rPr>
                        <a:t> </a:t>
                      </a:r>
                      <a:r>
                        <a:rPr sz="1500" dirty="0">
                          <a:latin typeface="Calibri" panose="020F0502020204030204"/>
                          <a:cs typeface="Calibri" panose="020F0502020204030204"/>
                        </a:rPr>
                        <a:t>lạnh</a:t>
                      </a:r>
                      <a:r>
                        <a:rPr sz="1500" spc="-15" dirty="0">
                          <a:latin typeface="Calibri" panose="020F0502020204030204"/>
                          <a:cs typeface="Calibri" panose="020F0502020204030204"/>
                        </a:rPr>
                        <a:t> </a:t>
                      </a:r>
                      <a:r>
                        <a:rPr sz="1500" dirty="0">
                          <a:latin typeface="Calibri" panose="020F0502020204030204"/>
                          <a:cs typeface="Calibri" panose="020F0502020204030204"/>
                        </a:rPr>
                        <a:t>của</a:t>
                      </a:r>
                      <a:r>
                        <a:rPr sz="1500" spc="-10" dirty="0">
                          <a:latin typeface="Calibri" panose="020F0502020204030204"/>
                          <a:cs typeface="Calibri" panose="020F0502020204030204"/>
                        </a:rPr>
                        <a:t> </a:t>
                      </a:r>
                      <a:r>
                        <a:rPr sz="1500" dirty="0">
                          <a:latin typeface="Calibri" panose="020F0502020204030204"/>
                          <a:cs typeface="Calibri" panose="020F0502020204030204"/>
                        </a:rPr>
                        <a:t>bình</a:t>
                      </a:r>
                      <a:r>
                        <a:rPr sz="1500" spc="-15" dirty="0">
                          <a:latin typeface="Calibri" panose="020F0502020204030204"/>
                          <a:cs typeface="Calibri" panose="020F0502020204030204"/>
                        </a:rPr>
                        <a:t> </a:t>
                      </a:r>
                      <a:r>
                        <a:rPr sz="1500" spc="-20" dirty="0">
                          <a:latin typeface="Calibri" panose="020F0502020204030204"/>
                          <a:cs typeface="Calibri" panose="020F0502020204030204"/>
                        </a:rPr>
                        <a:t>điện. </a:t>
                      </a:r>
                      <a:r>
                        <a:rPr sz="1500" dirty="0">
                          <a:latin typeface="Calibri" panose="020F0502020204030204"/>
                          <a:cs typeface="Calibri" panose="020F0502020204030204"/>
                        </a:rPr>
                        <a:t>Nước</a:t>
                      </a:r>
                      <a:r>
                        <a:rPr sz="1500" spc="-20" dirty="0">
                          <a:latin typeface="Calibri" panose="020F0502020204030204"/>
                          <a:cs typeface="Calibri" panose="020F0502020204030204"/>
                        </a:rPr>
                        <a:t> </a:t>
                      </a:r>
                      <a:r>
                        <a:rPr sz="1500" dirty="0">
                          <a:latin typeface="Calibri" panose="020F0502020204030204"/>
                          <a:cs typeface="Calibri" panose="020F0502020204030204"/>
                        </a:rPr>
                        <a:t>được</a:t>
                      </a:r>
                      <a:r>
                        <a:rPr sz="1500" spc="-15" dirty="0">
                          <a:latin typeface="Calibri" panose="020F0502020204030204"/>
                          <a:cs typeface="Calibri" panose="020F0502020204030204"/>
                        </a:rPr>
                        <a:t> </a:t>
                      </a:r>
                      <a:r>
                        <a:rPr sz="1500" dirty="0">
                          <a:latin typeface="Calibri" panose="020F0502020204030204"/>
                          <a:cs typeface="Calibri" panose="020F0502020204030204"/>
                        </a:rPr>
                        <a:t>làm</a:t>
                      </a:r>
                      <a:r>
                        <a:rPr sz="1500" spc="-25" dirty="0">
                          <a:latin typeface="Calibri" panose="020F0502020204030204"/>
                          <a:cs typeface="Calibri" panose="020F0502020204030204"/>
                        </a:rPr>
                        <a:t> </a:t>
                      </a:r>
                      <a:r>
                        <a:rPr sz="1500" dirty="0">
                          <a:latin typeface="Calibri" panose="020F0502020204030204"/>
                          <a:cs typeface="Calibri" panose="020F0502020204030204"/>
                        </a:rPr>
                        <a:t>nóng</a:t>
                      </a:r>
                      <a:r>
                        <a:rPr sz="1500" spc="-20" dirty="0">
                          <a:latin typeface="Calibri" panose="020F0502020204030204"/>
                          <a:cs typeface="Calibri" panose="020F0502020204030204"/>
                        </a:rPr>
                        <a:t> </a:t>
                      </a:r>
                      <a:r>
                        <a:rPr sz="1500" dirty="0">
                          <a:latin typeface="Calibri" panose="020F0502020204030204"/>
                          <a:cs typeface="Calibri" panose="020F0502020204030204"/>
                        </a:rPr>
                        <a:t>thêm</a:t>
                      </a:r>
                      <a:r>
                        <a:rPr sz="1500" spc="-25" dirty="0">
                          <a:latin typeface="Calibri" panose="020F0502020204030204"/>
                          <a:cs typeface="Calibri" panose="020F0502020204030204"/>
                        </a:rPr>
                        <a:t> </a:t>
                      </a:r>
                      <a:r>
                        <a:rPr sz="1500" dirty="0">
                          <a:latin typeface="Calibri" panose="020F0502020204030204"/>
                          <a:cs typeface="Calibri" panose="020F0502020204030204"/>
                        </a:rPr>
                        <a:t>trong</a:t>
                      </a:r>
                      <a:r>
                        <a:rPr sz="1500" spc="-20" dirty="0">
                          <a:latin typeface="Calibri" panose="020F0502020204030204"/>
                          <a:cs typeface="Calibri" panose="020F0502020204030204"/>
                        </a:rPr>
                        <a:t> </a:t>
                      </a:r>
                      <a:r>
                        <a:rPr sz="1500" dirty="0">
                          <a:latin typeface="Calibri" panose="020F0502020204030204"/>
                          <a:cs typeface="Calibri" panose="020F0502020204030204"/>
                        </a:rPr>
                        <a:t>bình</a:t>
                      </a:r>
                      <a:r>
                        <a:rPr sz="1500" spc="-20" dirty="0">
                          <a:latin typeface="Calibri" panose="020F0502020204030204"/>
                          <a:cs typeface="Calibri" panose="020F0502020204030204"/>
                        </a:rPr>
                        <a:t> điện </a:t>
                      </a:r>
                      <a:r>
                        <a:rPr sz="1500" dirty="0">
                          <a:latin typeface="Calibri" panose="020F0502020204030204"/>
                          <a:cs typeface="Calibri" panose="020F0502020204030204"/>
                        </a:rPr>
                        <a:t>đến</a:t>
                      </a:r>
                      <a:r>
                        <a:rPr sz="1500" spc="-25" dirty="0">
                          <a:latin typeface="Calibri" panose="020F0502020204030204"/>
                          <a:cs typeface="Calibri" panose="020F0502020204030204"/>
                        </a:rPr>
                        <a:t> </a:t>
                      </a:r>
                      <a:r>
                        <a:rPr sz="1500" dirty="0">
                          <a:latin typeface="Calibri" panose="020F0502020204030204"/>
                          <a:cs typeface="Calibri" panose="020F0502020204030204"/>
                        </a:rPr>
                        <a:t>nhiệt</a:t>
                      </a:r>
                      <a:r>
                        <a:rPr sz="1500" spc="-20" dirty="0">
                          <a:latin typeface="Calibri" panose="020F0502020204030204"/>
                          <a:cs typeface="Calibri" panose="020F0502020204030204"/>
                        </a:rPr>
                        <a:t> </a:t>
                      </a:r>
                      <a:r>
                        <a:rPr sz="1500" dirty="0">
                          <a:latin typeface="Calibri" panose="020F0502020204030204"/>
                          <a:cs typeface="Calibri" panose="020F0502020204030204"/>
                        </a:rPr>
                        <a:t>độ</a:t>
                      </a:r>
                      <a:r>
                        <a:rPr sz="1500" spc="-10" dirty="0">
                          <a:latin typeface="Calibri" panose="020F0502020204030204"/>
                          <a:cs typeface="Calibri" panose="020F0502020204030204"/>
                        </a:rPr>
                        <a:t> </a:t>
                      </a:r>
                      <a:r>
                        <a:rPr sz="1500" dirty="0">
                          <a:latin typeface="Calibri" panose="020F0502020204030204"/>
                          <a:cs typeface="Calibri" panose="020F0502020204030204"/>
                        </a:rPr>
                        <a:t>yêu</a:t>
                      </a:r>
                      <a:r>
                        <a:rPr sz="1500" spc="-15" dirty="0">
                          <a:latin typeface="Calibri" panose="020F0502020204030204"/>
                          <a:cs typeface="Calibri" panose="020F0502020204030204"/>
                        </a:rPr>
                        <a:t> </a:t>
                      </a:r>
                      <a:r>
                        <a:rPr sz="1500" dirty="0">
                          <a:latin typeface="Calibri" panose="020F0502020204030204"/>
                          <a:cs typeface="Calibri" panose="020F0502020204030204"/>
                        </a:rPr>
                        <a:t>cầu</a:t>
                      </a:r>
                      <a:r>
                        <a:rPr sz="1500" spc="-10" dirty="0">
                          <a:latin typeface="Calibri" panose="020F0502020204030204"/>
                          <a:cs typeface="Calibri" panose="020F0502020204030204"/>
                        </a:rPr>
                        <a:t> </a:t>
                      </a:r>
                      <a:r>
                        <a:rPr sz="1500" dirty="0">
                          <a:latin typeface="Calibri" panose="020F0502020204030204"/>
                          <a:cs typeface="Calibri" panose="020F0502020204030204"/>
                        </a:rPr>
                        <a:t>và</a:t>
                      </a:r>
                      <a:r>
                        <a:rPr sz="1500" spc="-20" dirty="0">
                          <a:latin typeface="Calibri" panose="020F0502020204030204"/>
                          <a:cs typeface="Calibri" panose="020F0502020204030204"/>
                        </a:rPr>
                        <a:t> </a:t>
                      </a:r>
                      <a:r>
                        <a:rPr sz="1500" dirty="0">
                          <a:latin typeface="Calibri" panose="020F0502020204030204"/>
                          <a:cs typeface="Calibri" panose="020F0502020204030204"/>
                        </a:rPr>
                        <a:t>chảy</a:t>
                      </a:r>
                      <a:r>
                        <a:rPr sz="1500" spc="-10" dirty="0">
                          <a:latin typeface="Calibri" panose="020F0502020204030204"/>
                          <a:cs typeface="Calibri" panose="020F0502020204030204"/>
                        </a:rPr>
                        <a:t> </a:t>
                      </a:r>
                      <a:r>
                        <a:rPr sz="1500" dirty="0">
                          <a:latin typeface="Calibri" panose="020F0502020204030204"/>
                          <a:cs typeface="Calibri" panose="020F0502020204030204"/>
                        </a:rPr>
                        <a:t>ra</a:t>
                      </a:r>
                      <a:r>
                        <a:rPr sz="1500" spc="-10" dirty="0">
                          <a:latin typeface="Calibri" panose="020F0502020204030204"/>
                          <a:cs typeface="Calibri" panose="020F0502020204030204"/>
                        </a:rPr>
                        <a:t> </a:t>
                      </a:r>
                      <a:r>
                        <a:rPr sz="1500" dirty="0">
                          <a:latin typeface="Calibri" panose="020F0502020204030204"/>
                          <a:cs typeface="Calibri" panose="020F0502020204030204"/>
                        </a:rPr>
                        <a:t>theo</a:t>
                      </a:r>
                      <a:r>
                        <a:rPr sz="1500" spc="-10" dirty="0">
                          <a:latin typeface="Calibri" panose="020F0502020204030204"/>
                          <a:cs typeface="Calibri" panose="020F0502020204030204"/>
                        </a:rPr>
                        <a:t> </a:t>
                      </a:r>
                      <a:r>
                        <a:rPr sz="1500" spc="-20" dirty="0">
                          <a:latin typeface="Calibri" panose="020F0502020204030204"/>
                          <a:cs typeface="Calibri" panose="020F0502020204030204"/>
                        </a:rPr>
                        <a:t>đường </a:t>
                      </a:r>
                      <a:r>
                        <a:rPr sz="1500" dirty="0">
                          <a:latin typeface="Calibri" panose="020F0502020204030204"/>
                          <a:cs typeface="Calibri" panose="020F0502020204030204"/>
                        </a:rPr>
                        <a:t>ống</a:t>
                      </a:r>
                      <a:r>
                        <a:rPr sz="1500" spc="-20" dirty="0">
                          <a:latin typeface="Calibri" panose="020F0502020204030204"/>
                          <a:cs typeface="Calibri" panose="020F0502020204030204"/>
                        </a:rPr>
                        <a:t> </a:t>
                      </a:r>
                      <a:r>
                        <a:rPr sz="1500" dirty="0">
                          <a:latin typeface="Calibri" panose="020F0502020204030204"/>
                          <a:cs typeface="Calibri" panose="020F0502020204030204"/>
                        </a:rPr>
                        <a:t>nóng</a:t>
                      </a:r>
                      <a:r>
                        <a:rPr sz="1500" spc="-15" dirty="0">
                          <a:latin typeface="Calibri" panose="020F0502020204030204"/>
                          <a:cs typeface="Calibri" panose="020F0502020204030204"/>
                        </a:rPr>
                        <a:t> </a:t>
                      </a:r>
                      <a:r>
                        <a:rPr sz="1500" dirty="0">
                          <a:latin typeface="Calibri" panose="020F0502020204030204"/>
                          <a:cs typeface="Calibri" panose="020F0502020204030204"/>
                        </a:rPr>
                        <a:t>của</a:t>
                      </a:r>
                      <a:r>
                        <a:rPr sz="1500" spc="-10" dirty="0">
                          <a:latin typeface="Calibri" panose="020F0502020204030204"/>
                          <a:cs typeface="Calibri" panose="020F0502020204030204"/>
                        </a:rPr>
                        <a:t> </a:t>
                      </a:r>
                      <a:r>
                        <a:rPr sz="1500" dirty="0">
                          <a:latin typeface="Calibri" panose="020F0502020204030204"/>
                          <a:cs typeface="Calibri" panose="020F0502020204030204"/>
                        </a:rPr>
                        <a:t>bình</a:t>
                      </a:r>
                      <a:r>
                        <a:rPr sz="1500" spc="-15" dirty="0">
                          <a:latin typeface="Calibri" panose="020F0502020204030204"/>
                          <a:cs typeface="Calibri" panose="020F0502020204030204"/>
                        </a:rPr>
                        <a:t> </a:t>
                      </a:r>
                      <a:r>
                        <a:rPr sz="1500" dirty="0">
                          <a:latin typeface="Calibri" panose="020F0502020204030204"/>
                          <a:cs typeface="Calibri" panose="020F0502020204030204"/>
                        </a:rPr>
                        <a:t>điện</a:t>
                      </a:r>
                      <a:r>
                        <a:rPr sz="1500" spc="-30" dirty="0">
                          <a:latin typeface="Calibri" panose="020F0502020204030204"/>
                          <a:cs typeface="Calibri" panose="020F0502020204030204"/>
                        </a:rPr>
                        <a:t> </a:t>
                      </a:r>
                      <a:r>
                        <a:rPr sz="1500" dirty="0">
                          <a:latin typeface="Calibri" panose="020F0502020204030204"/>
                          <a:cs typeface="Calibri" panose="020F0502020204030204"/>
                        </a:rPr>
                        <a:t>để</a:t>
                      </a:r>
                      <a:r>
                        <a:rPr sz="1500" spc="-5" dirty="0">
                          <a:latin typeface="Calibri" panose="020F0502020204030204"/>
                          <a:cs typeface="Calibri" panose="020F0502020204030204"/>
                        </a:rPr>
                        <a:t> </a:t>
                      </a:r>
                      <a:r>
                        <a:rPr sz="1500" dirty="0">
                          <a:latin typeface="Calibri" panose="020F0502020204030204"/>
                          <a:cs typeface="Calibri" panose="020F0502020204030204"/>
                        </a:rPr>
                        <a:t>sử</a:t>
                      </a:r>
                      <a:r>
                        <a:rPr sz="1500" spc="-15" dirty="0">
                          <a:latin typeface="Calibri" panose="020F0502020204030204"/>
                          <a:cs typeface="Calibri" panose="020F0502020204030204"/>
                        </a:rPr>
                        <a:t> </a:t>
                      </a:r>
                      <a:r>
                        <a:rPr sz="1500" dirty="0">
                          <a:latin typeface="Calibri" panose="020F0502020204030204"/>
                          <a:cs typeface="Calibri" panose="020F0502020204030204"/>
                        </a:rPr>
                        <a:t>dụng </a:t>
                      </a:r>
                      <a:r>
                        <a:rPr sz="1500" spc="-10" dirty="0">
                          <a:latin typeface="Calibri" panose="020F0502020204030204"/>
                          <a:cs typeface="Calibri" panose="020F0502020204030204"/>
                        </a:rPr>
                        <a:t>(bình</a:t>
                      </a:r>
                      <a:r>
                        <a:rPr sz="1500" spc="500" dirty="0">
                          <a:latin typeface="Calibri" panose="020F0502020204030204"/>
                          <a:cs typeface="Calibri" panose="020F0502020204030204"/>
                        </a:rPr>
                        <a:t> </a:t>
                      </a:r>
                      <a:r>
                        <a:rPr sz="1500" dirty="0">
                          <a:latin typeface="Calibri" panose="020F0502020204030204"/>
                          <a:cs typeface="Calibri" panose="020F0502020204030204"/>
                        </a:rPr>
                        <a:t>điện</a:t>
                      </a:r>
                      <a:r>
                        <a:rPr sz="1500" spc="-15" dirty="0">
                          <a:latin typeface="Calibri" panose="020F0502020204030204"/>
                          <a:cs typeface="Calibri" panose="020F0502020204030204"/>
                        </a:rPr>
                        <a:t> </a:t>
                      </a:r>
                      <a:r>
                        <a:rPr sz="1500" dirty="0">
                          <a:latin typeface="Calibri" panose="020F0502020204030204"/>
                          <a:cs typeface="Calibri" panose="020F0502020204030204"/>
                        </a:rPr>
                        <a:t>có</a:t>
                      </a:r>
                      <a:r>
                        <a:rPr sz="1500" spc="-15" dirty="0">
                          <a:latin typeface="Calibri" panose="020F0502020204030204"/>
                          <a:cs typeface="Calibri" panose="020F0502020204030204"/>
                        </a:rPr>
                        <a:t> </a:t>
                      </a:r>
                      <a:r>
                        <a:rPr sz="1500" dirty="0">
                          <a:latin typeface="Calibri" panose="020F0502020204030204"/>
                          <a:cs typeface="Calibri" panose="020F0502020204030204"/>
                        </a:rPr>
                        <a:t>khả</a:t>
                      </a:r>
                      <a:r>
                        <a:rPr sz="1500" spc="-20" dirty="0">
                          <a:latin typeface="Calibri" panose="020F0502020204030204"/>
                          <a:cs typeface="Calibri" panose="020F0502020204030204"/>
                        </a:rPr>
                        <a:t> </a:t>
                      </a:r>
                      <a:r>
                        <a:rPr sz="1500" dirty="0">
                          <a:latin typeface="Calibri" panose="020F0502020204030204"/>
                          <a:cs typeface="Calibri" panose="020F0502020204030204"/>
                        </a:rPr>
                        <a:t>năng</a:t>
                      </a:r>
                      <a:r>
                        <a:rPr sz="1500" spc="-15" dirty="0">
                          <a:latin typeface="Calibri" panose="020F0502020204030204"/>
                          <a:cs typeface="Calibri" panose="020F0502020204030204"/>
                        </a:rPr>
                        <a:t> </a:t>
                      </a:r>
                      <a:r>
                        <a:rPr sz="1500" dirty="0">
                          <a:latin typeface="Calibri" panose="020F0502020204030204"/>
                          <a:cs typeface="Calibri" panose="020F0502020204030204"/>
                        </a:rPr>
                        <a:t>bảo</a:t>
                      </a:r>
                      <a:r>
                        <a:rPr sz="1500" spc="-10" dirty="0">
                          <a:latin typeface="Calibri" panose="020F0502020204030204"/>
                          <a:cs typeface="Calibri" panose="020F0502020204030204"/>
                        </a:rPr>
                        <a:t> </a:t>
                      </a:r>
                      <a:r>
                        <a:rPr sz="1500" dirty="0">
                          <a:latin typeface="Calibri" panose="020F0502020204030204"/>
                          <a:cs typeface="Calibri" panose="020F0502020204030204"/>
                        </a:rPr>
                        <a:t>ôn</a:t>
                      </a:r>
                      <a:r>
                        <a:rPr sz="1500" spc="-15" dirty="0">
                          <a:latin typeface="Calibri" panose="020F0502020204030204"/>
                          <a:cs typeface="Calibri" panose="020F0502020204030204"/>
                        </a:rPr>
                        <a:t> </a:t>
                      </a:r>
                      <a:r>
                        <a:rPr sz="1500" dirty="0">
                          <a:latin typeface="Calibri" panose="020F0502020204030204"/>
                          <a:cs typeface="Calibri" panose="020F0502020204030204"/>
                        </a:rPr>
                        <a:t>giữ</a:t>
                      </a:r>
                      <a:r>
                        <a:rPr sz="1500" spc="-10" dirty="0">
                          <a:latin typeface="Calibri" panose="020F0502020204030204"/>
                          <a:cs typeface="Calibri" panose="020F0502020204030204"/>
                        </a:rPr>
                        <a:t> </a:t>
                      </a:r>
                      <a:r>
                        <a:rPr sz="1500" dirty="0">
                          <a:latin typeface="Calibri" panose="020F0502020204030204"/>
                          <a:cs typeface="Calibri" panose="020F0502020204030204"/>
                        </a:rPr>
                        <a:t>nhiệt</a:t>
                      </a:r>
                      <a:r>
                        <a:rPr sz="1500" spc="-20" dirty="0">
                          <a:latin typeface="Calibri" panose="020F0502020204030204"/>
                          <a:cs typeface="Calibri" panose="020F0502020204030204"/>
                        </a:rPr>
                        <a:t> </a:t>
                      </a:r>
                      <a:r>
                        <a:rPr sz="1500" dirty="0">
                          <a:latin typeface="Calibri" panose="020F0502020204030204"/>
                          <a:cs typeface="Calibri" panose="020F0502020204030204"/>
                        </a:rPr>
                        <a:t>trong</a:t>
                      </a:r>
                      <a:r>
                        <a:rPr sz="1500" spc="-20" dirty="0">
                          <a:latin typeface="Calibri" panose="020F0502020204030204"/>
                          <a:cs typeface="Calibri" panose="020F0502020204030204"/>
                        </a:rPr>
                        <a:t> </a:t>
                      </a:r>
                      <a:r>
                        <a:rPr sz="1500" spc="-25" dirty="0">
                          <a:latin typeface="Calibri" panose="020F0502020204030204"/>
                          <a:cs typeface="Calibri" panose="020F0502020204030204"/>
                        </a:rPr>
                        <a:t>một </a:t>
                      </a:r>
                      <a:r>
                        <a:rPr sz="1500" dirty="0">
                          <a:latin typeface="Calibri" panose="020F0502020204030204"/>
                          <a:cs typeface="Calibri" panose="020F0502020204030204"/>
                        </a:rPr>
                        <a:t>thời</a:t>
                      </a:r>
                      <a:r>
                        <a:rPr sz="1500" spc="-25" dirty="0">
                          <a:latin typeface="Calibri" panose="020F0502020204030204"/>
                          <a:cs typeface="Calibri" panose="020F0502020204030204"/>
                        </a:rPr>
                        <a:t> </a:t>
                      </a:r>
                      <a:r>
                        <a:rPr sz="1500" dirty="0">
                          <a:latin typeface="Calibri" panose="020F0502020204030204"/>
                          <a:cs typeface="Calibri" panose="020F0502020204030204"/>
                        </a:rPr>
                        <a:t>gian</a:t>
                      </a:r>
                      <a:r>
                        <a:rPr sz="1500" spc="-10" dirty="0">
                          <a:latin typeface="Calibri" panose="020F0502020204030204"/>
                          <a:cs typeface="Calibri" panose="020F0502020204030204"/>
                        </a:rPr>
                        <a:t> </a:t>
                      </a:r>
                      <a:r>
                        <a:rPr sz="1500" dirty="0">
                          <a:latin typeface="Calibri" panose="020F0502020204030204"/>
                          <a:cs typeface="Calibri" panose="020F0502020204030204"/>
                        </a:rPr>
                        <a:t>để</a:t>
                      </a:r>
                      <a:r>
                        <a:rPr sz="1500" spc="-15" dirty="0">
                          <a:latin typeface="Calibri" panose="020F0502020204030204"/>
                          <a:cs typeface="Calibri" panose="020F0502020204030204"/>
                        </a:rPr>
                        <a:t> </a:t>
                      </a:r>
                      <a:r>
                        <a:rPr sz="1500" dirty="0">
                          <a:latin typeface="Calibri" panose="020F0502020204030204"/>
                          <a:cs typeface="Calibri" panose="020F0502020204030204"/>
                        </a:rPr>
                        <a:t>giúp</a:t>
                      </a:r>
                      <a:r>
                        <a:rPr sz="1500" spc="-25" dirty="0">
                          <a:latin typeface="Calibri" panose="020F0502020204030204"/>
                          <a:cs typeface="Calibri" panose="020F0502020204030204"/>
                        </a:rPr>
                        <a:t> </a:t>
                      </a:r>
                      <a:r>
                        <a:rPr sz="1500" dirty="0">
                          <a:latin typeface="Calibri" panose="020F0502020204030204"/>
                          <a:cs typeface="Calibri" panose="020F0502020204030204"/>
                        </a:rPr>
                        <a:t>ta</a:t>
                      </a:r>
                      <a:r>
                        <a:rPr sz="1500" spc="-5" dirty="0">
                          <a:latin typeface="Calibri" panose="020F0502020204030204"/>
                          <a:cs typeface="Calibri" panose="020F0502020204030204"/>
                        </a:rPr>
                        <a:t> </a:t>
                      </a:r>
                      <a:r>
                        <a:rPr sz="1500" dirty="0">
                          <a:latin typeface="Calibri" panose="020F0502020204030204"/>
                          <a:cs typeface="Calibri" panose="020F0502020204030204"/>
                        </a:rPr>
                        <a:t>sử</a:t>
                      </a:r>
                      <a:r>
                        <a:rPr sz="1500" spc="-10" dirty="0">
                          <a:latin typeface="Calibri" panose="020F0502020204030204"/>
                          <a:cs typeface="Calibri" panose="020F0502020204030204"/>
                        </a:rPr>
                        <a:t> </a:t>
                      </a:r>
                      <a:r>
                        <a:rPr sz="1500" dirty="0">
                          <a:latin typeface="Calibri" panose="020F0502020204030204"/>
                          <a:cs typeface="Calibri" panose="020F0502020204030204"/>
                        </a:rPr>
                        <a:t>dụng</a:t>
                      </a:r>
                      <a:r>
                        <a:rPr sz="1500" spc="-15" dirty="0">
                          <a:latin typeface="Calibri" panose="020F0502020204030204"/>
                          <a:cs typeface="Calibri" panose="020F0502020204030204"/>
                        </a:rPr>
                        <a:t> </a:t>
                      </a:r>
                      <a:r>
                        <a:rPr sz="1500" dirty="0">
                          <a:latin typeface="Calibri" panose="020F0502020204030204"/>
                          <a:cs typeface="Calibri" panose="020F0502020204030204"/>
                        </a:rPr>
                        <a:t>nếu</a:t>
                      </a:r>
                      <a:r>
                        <a:rPr sz="1500" spc="-10" dirty="0">
                          <a:latin typeface="Calibri" panose="020F0502020204030204"/>
                          <a:cs typeface="Calibri" panose="020F0502020204030204"/>
                        </a:rPr>
                        <a:t> </a:t>
                      </a:r>
                      <a:r>
                        <a:rPr sz="1500" dirty="0">
                          <a:latin typeface="Calibri" panose="020F0502020204030204"/>
                          <a:cs typeface="Calibri" panose="020F0502020204030204"/>
                        </a:rPr>
                        <a:t>như</a:t>
                      </a:r>
                      <a:r>
                        <a:rPr sz="1500" spc="-10" dirty="0">
                          <a:latin typeface="Calibri" panose="020F0502020204030204"/>
                          <a:cs typeface="Calibri" panose="020F0502020204030204"/>
                        </a:rPr>
                        <a:t> </a:t>
                      </a:r>
                      <a:r>
                        <a:rPr sz="1500" spc="-25" dirty="0">
                          <a:latin typeface="Calibri" panose="020F0502020204030204"/>
                          <a:cs typeface="Calibri" panose="020F0502020204030204"/>
                        </a:rPr>
                        <a:t>hết </a:t>
                      </a:r>
                      <a:r>
                        <a:rPr sz="1500" spc="-10" dirty="0">
                          <a:latin typeface="Calibri" panose="020F0502020204030204"/>
                          <a:cs typeface="Calibri" panose="020F0502020204030204"/>
                        </a:rPr>
                        <a:t>nắng)</a:t>
                      </a:r>
                      <a:endParaRPr sz="15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4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6" name="object 6"/>
          <p:cNvSpPr txBox="1"/>
          <p:nvPr/>
        </p:nvSpPr>
        <p:spPr>
          <a:xfrm>
            <a:off x="46990" y="7922260"/>
            <a:ext cx="7714615" cy="2039620"/>
          </a:xfrm>
          <a:prstGeom prst="rect">
            <a:avLst/>
          </a:prstGeom>
        </p:spPr>
        <p:txBody>
          <a:bodyPr vert="horz" wrap="square" lIns="0" tIns="29209" rIns="0" bIns="0" rtlCol="0">
            <a:spAutoFit/>
          </a:bodyPr>
          <a:lstStyle/>
          <a:p>
            <a:pPr marL="12700">
              <a:lnSpc>
                <a:spcPct val="100000"/>
              </a:lnSpc>
              <a:spcBef>
                <a:spcPts val="230"/>
              </a:spcBef>
            </a:pPr>
            <a:r>
              <a:rPr sz="1400" b="1" dirty="0">
                <a:latin typeface="Calibri" panose="020F0502020204030204"/>
                <a:cs typeface="Calibri" panose="020F0502020204030204"/>
              </a:rPr>
              <a:t>Ở</a:t>
            </a:r>
            <a:r>
              <a:rPr sz="1400" b="1" spc="-15" dirty="0">
                <a:latin typeface="Calibri" panose="020F0502020204030204"/>
                <a:cs typeface="Calibri" panose="020F0502020204030204"/>
              </a:rPr>
              <a:t> </a:t>
            </a:r>
            <a:r>
              <a:rPr sz="1400" b="1" dirty="0">
                <a:latin typeface="Calibri" panose="020F0502020204030204"/>
                <a:cs typeface="Calibri" panose="020F0502020204030204"/>
              </a:rPr>
              <a:t>phòng</a:t>
            </a:r>
            <a:r>
              <a:rPr sz="1400" b="1" spc="-15" dirty="0">
                <a:latin typeface="Calibri" panose="020F0502020204030204"/>
                <a:cs typeface="Calibri" panose="020F0502020204030204"/>
              </a:rPr>
              <a:t> </a:t>
            </a:r>
            <a:r>
              <a:rPr sz="1400" b="1" dirty="0">
                <a:latin typeface="Calibri" panose="020F0502020204030204"/>
                <a:cs typeface="Calibri" panose="020F0502020204030204"/>
              </a:rPr>
              <a:t>tắm</a:t>
            </a:r>
            <a:r>
              <a:rPr sz="1400" b="1" spc="-10" dirty="0">
                <a:latin typeface="Calibri" panose="020F0502020204030204"/>
                <a:cs typeface="Calibri" panose="020F0502020204030204"/>
              </a:rPr>
              <a:t> </a:t>
            </a:r>
            <a:r>
              <a:rPr sz="1400" b="1" spc="-50" dirty="0">
                <a:latin typeface="Calibri" panose="020F0502020204030204"/>
                <a:cs typeface="Calibri" panose="020F0502020204030204"/>
              </a:rPr>
              <a:t>2</a:t>
            </a:r>
            <a:endParaRPr sz="1400">
              <a:latin typeface="Calibri" panose="020F0502020204030204"/>
              <a:cs typeface="Calibri" panose="020F0502020204030204"/>
            </a:endParaRPr>
          </a:p>
          <a:p>
            <a:pPr marL="12700" marR="5080" indent="105410">
              <a:lnSpc>
                <a:spcPct val="110000"/>
              </a:lnSpc>
              <a:spcBef>
                <a:spcPts val="5"/>
              </a:spcBef>
              <a:buChar char="-"/>
              <a:tabLst>
                <a:tab pos="118110" algn="l"/>
              </a:tabLst>
            </a:pPr>
            <a:r>
              <a:rPr sz="1400" dirty="0">
                <a:latin typeface="Calibri" panose="020F0502020204030204"/>
                <a:cs typeface="Calibri" panose="020F0502020204030204"/>
              </a:rPr>
              <a:t>Cách</a:t>
            </a:r>
            <a:r>
              <a:rPr sz="1400" spc="-30" dirty="0">
                <a:latin typeface="Calibri" panose="020F0502020204030204"/>
                <a:cs typeface="Calibri" panose="020F0502020204030204"/>
              </a:rPr>
              <a:t> </a:t>
            </a:r>
            <a:r>
              <a:rPr sz="1400" dirty="0">
                <a:latin typeface="Calibri" panose="020F0502020204030204"/>
                <a:cs typeface="Calibri" panose="020F0502020204030204"/>
              </a:rPr>
              <a:t>lắp</a:t>
            </a:r>
            <a:r>
              <a:rPr sz="1400" spc="-15" dirty="0">
                <a:latin typeface="Calibri" panose="020F0502020204030204"/>
                <a:cs typeface="Calibri" panose="020F0502020204030204"/>
              </a:rPr>
              <a:t> </a:t>
            </a:r>
            <a:r>
              <a:rPr sz="1400" dirty="0">
                <a:latin typeface="Calibri" panose="020F0502020204030204"/>
                <a:cs typeface="Calibri" panose="020F0502020204030204"/>
              </a:rPr>
              <a:t>đặt</a:t>
            </a:r>
            <a:r>
              <a:rPr sz="1400" spc="-5" dirty="0">
                <a:latin typeface="Calibri" panose="020F0502020204030204"/>
                <a:cs typeface="Calibri" panose="020F0502020204030204"/>
              </a:rPr>
              <a:t> </a:t>
            </a:r>
            <a:r>
              <a:rPr sz="1400" dirty="0">
                <a:latin typeface="Calibri" panose="020F0502020204030204"/>
                <a:cs typeface="Calibri" panose="020F0502020204030204"/>
              </a:rPr>
              <a:t>các</a:t>
            </a:r>
            <a:r>
              <a:rPr sz="1400" spc="-10" dirty="0">
                <a:latin typeface="Calibri" panose="020F0502020204030204"/>
                <a:cs typeface="Calibri" panose="020F0502020204030204"/>
              </a:rPr>
              <a:t> </a:t>
            </a:r>
            <a:r>
              <a:rPr sz="1400" dirty="0">
                <a:latin typeface="Calibri" panose="020F0502020204030204"/>
                <a:cs typeface="Calibri" panose="020F0502020204030204"/>
              </a:rPr>
              <a:t>đường</a:t>
            </a:r>
            <a:r>
              <a:rPr sz="1400" spc="-15" dirty="0">
                <a:latin typeface="Calibri" panose="020F0502020204030204"/>
                <a:cs typeface="Calibri" panose="020F0502020204030204"/>
              </a:rPr>
              <a:t> </a:t>
            </a:r>
            <a:r>
              <a:rPr sz="1400" dirty="0">
                <a:latin typeface="Calibri" panose="020F0502020204030204"/>
                <a:cs typeface="Calibri" panose="020F0502020204030204"/>
              </a:rPr>
              <a:t>dẫn</a:t>
            </a:r>
            <a:r>
              <a:rPr sz="1400" spc="-25" dirty="0">
                <a:latin typeface="Calibri" panose="020F0502020204030204"/>
                <a:cs typeface="Calibri" panose="020F0502020204030204"/>
              </a:rPr>
              <a:t> </a:t>
            </a:r>
            <a:r>
              <a:rPr sz="1400" dirty="0">
                <a:latin typeface="Calibri" panose="020F0502020204030204"/>
                <a:cs typeface="Calibri" panose="020F0502020204030204"/>
              </a:rPr>
              <a:t>ở</a:t>
            </a:r>
            <a:r>
              <a:rPr sz="1400" spc="-10" dirty="0">
                <a:latin typeface="Calibri" panose="020F0502020204030204"/>
                <a:cs typeface="Calibri" panose="020F0502020204030204"/>
              </a:rPr>
              <a:t> </a:t>
            </a:r>
            <a:r>
              <a:rPr sz="1400" dirty="0">
                <a:latin typeface="Calibri" panose="020F0502020204030204"/>
                <a:cs typeface="Calibri" panose="020F0502020204030204"/>
              </a:rPr>
              <a:t>phòng</a:t>
            </a:r>
            <a:r>
              <a:rPr sz="1400" spc="-15" dirty="0">
                <a:latin typeface="Calibri" panose="020F0502020204030204"/>
                <a:cs typeface="Calibri" panose="020F0502020204030204"/>
              </a:rPr>
              <a:t> </a:t>
            </a:r>
            <a:r>
              <a:rPr sz="1400" dirty="0">
                <a:latin typeface="Calibri" panose="020F0502020204030204"/>
                <a:cs typeface="Calibri" panose="020F0502020204030204"/>
              </a:rPr>
              <a:t>tắm</a:t>
            </a:r>
            <a:r>
              <a:rPr sz="1400" spc="-15" dirty="0">
                <a:latin typeface="Calibri" panose="020F0502020204030204"/>
                <a:cs typeface="Calibri" panose="020F0502020204030204"/>
              </a:rPr>
              <a:t> </a:t>
            </a:r>
            <a:r>
              <a:rPr sz="1400" dirty="0">
                <a:latin typeface="Calibri" panose="020F0502020204030204"/>
                <a:cs typeface="Calibri" panose="020F0502020204030204"/>
              </a:rPr>
              <a:t>2</a:t>
            </a:r>
            <a:r>
              <a:rPr sz="1400" spc="-5" dirty="0">
                <a:latin typeface="Calibri" panose="020F0502020204030204"/>
                <a:cs typeface="Calibri" panose="020F0502020204030204"/>
              </a:rPr>
              <a:t> </a:t>
            </a:r>
            <a:r>
              <a:rPr sz="1400" dirty="0">
                <a:latin typeface="Calibri" panose="020F0502020204030204"/>
                <a:cs typeface="Calibri" panose="020F0502020204030204"/>
              </a:rPr>
              <a:t>như</a:t>
            </a:r>
            <a:r>
              <a:rPr sz="1400" spc="-15" dirty="0">
                <a:latin typeface="Calibri" panose="020F0502020204030204"/>
                <a:cs typeface="Calibri" panose="020F0502020204030204"/>
              </a:rPr>
              <a:t> </a:t>
            </a:r>
            <a:r>
              <a:rPr sz="1400" dirty="0">
                <a:latin typeface="Calibri" panose="020F0502020204030204"/>
                <a:cs typeface="Calibri" panose="020F0502020204030204"/>
              </a:rPr>
              <a:t>phòng</a:t>
            </a:r>
            <a:r>
              <a:rPr sz="1400" spc="-15" dirty="0">
                <a:latin typeface="Calibri" panose="020F0502020204030204"/>
                <a:cs typeface="Calibri" panose="020F0502020204030204"/>
              </a:rPr>
              <a:t> </a:t>
            </a:r>
            <a:r>
              <a:rPr sz="1400" dirty="0">
                <a:latin typeface="Calibri" panose="020F0502020204030204"/>
                <a:cs typeface="Calibri" panose="020F0502020204030204"/>
              </a:rPr>
              <a:t>tắm</a:t>
            </a:r>
            <a:r>
              <a:rPr sz="1400" spc="-15" dirty="0">
                <a:latin typeface="Calibri" panose="020F0502020204030204"/>
                <a:cs typeface="Calibri" panose="020F0502020204030204"/>
              </a:rPr>
              <a:t> </a:t>
            </a:r>
            <a:r>
              <a:rPr sz="1400" dirty="0">
                <a:latin typeface="Calibri" panose="020F0502020204030204"/>
                <a:cs typeface="Calibri" panose="020F0502020204030204"/>
              </a:rPr>
              <a:t>1,</a:t>
            </a:r>
            <a:r>
              <a:rPr sz="1400" spc="-20" dirty="0">
                <a:latin typeface="Calibri" panose="020F0502020204030204"/>
                <a:cs typeface="Calibri" panose="020F0502020204030204"/>
              </a:rPr>
              <a:t> </a:t>
            </a:r>
            <a:r>
              <a:rPr sz="1400" dirty="0">
                <a:latin typeface="Calibri" panose="020F0502020204030204"/>
                <a:cs typeface="Calibri" panose="020F0502020204030204"/>
              </a:rPr>
              <a:t>điểm</a:t>
            </a:r>
            <a:r>
              <a:rPr sz="1400" spc="-30" dirty="0">
                <a:latin typeface="Calibri" panose="020F0502020204030204"/>
                <a:cs typeface="Calibri" panose="020F0502020204030204"/>
              </a:rPr>
              <a:t> </a:t>
            </a:r>
            <a:r>
              <a:rPr sz="1400" dirty="0">
                <a:latin typeface="Calibri" panose="020F0502020204030204"/>
                <a:cs typeface="Calibri" panose="020F0502020204030204"/>
              </a:rPr>
              <a:t>khác</a:t>
            </a:r>
            <a:r>
              <a:rPr sz="1400" spc="-10" dirty="0">
                <a:latin typeface="Calibri" panose="020F0502020204030204"/>
                <a:cs typeface="Calibri" panose="020F0502020204030204"/>
              </a:rPr>
              <a:t> </a:t>
            </a:r>
            <a:r>
              <a:rPr sz="1400" dirty="0">
                <a:latin typeface="Calibri" panose="020F0502020204030204"/>
                <a:cs typeface="Calibri" panose="020F0502020204030204"/>
              </a:rPr>
              <a:t>là</a:t>
            </a:r>
            <a:r>
              <a:rPr sz="1400" spc="-10" dirty="0">
                <a:latin typeface="Calibri" panose="020F0502020204030204"/>
                <a:cs typeface="Calibri" panose="020F0502020204030204"/>
              </a:rPr>
              <a:t> </a:t>
            </a:r>
            <a:r>
              <a:rPr sz="1400" dirty="0">
                <a:latin typeface="Calibri" panose="020F0502020204030204"/>
                <a:cs typeface="Calibri" panose="020F0502020204030204"/>
              </a:rPr>
              <a:t>ở</a:t>
            </a:r>
            <a:r>
              <a:rPr sz="1400" spc="-10" dirty="0">
                <a:latin typeface="Calibri" panose="020F0502020204030204"/>
                <a:cs typeface="Calibri" panose="020F0502020204030204"/>
              </a:rPr>
              <a:t> </a:t>
            </a:r>
            <a:r>
              <a:rPr sz="1400" dirty="0">
                <a:latin typeface="Calibri" panose="020F0502020204030204"/>
                <a:cs typeface="Calibri" panose="020F0502020204030204"/>
              </a:rPr>
              <a:t>các</a:t>
            </a:r>
            <a:r>
              <a:rPr sz="1400" spc="-20" dirty="0">
                <a:latin typeface="Calibri" panose="020F0502020204030204"/>
                <a:cs typeface="Calibri" panose="020F0502020204030204"/>
              </a:rPr>
              <a:t> </a:t>
            </a:r>
            <a:r>
              <a:rPr sz="1400" dirty="0">
                <a:latin typeface="Calibri" panose="020F0502020204030204"/>
                <a:cs typeface="Calibri" panose="020F0502020204030204"/>
              </a:rPr>
              <a:t>đường</a:t>
            </a:r>
            <a:r>
              <a:rPr sz="1400" spc="-15" dirty="0">
                <a:latin typeface="Calibri" panose="020F0502020204030204"/>
                <a:cs typeface="Calibri" panose="020F0502020204030204"/>
              </a:rPr>
              <a:t> </a:t>
            </a:r>
            <a:r>
              <a:rPr sz="1400" dirty="0">
                <a:latin typeface="Calibri" panose="020F0502020204030204"/>
                <a:cs typeface="Calibri" panose="020F0502020204030204"/>
              </a:rPr>
              <a:t>cấp</a:t>
            </a:r>
            <a:r>
              <a:rPr sz="1400" spc="-2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và</a:t>
            </a:r>
            <a:r>
              <a:rPr sz="1400" spc="-10" dirty="0">
                <a:latin typeface="Calibri" panose="020F0502020204030204"/>
                <a:cs typeface="Calibri" panose="020F0502020204030204"/>
              </a:rPr>
              <a:t> </a:t>
            </a:r>
            <a:r>
              <a:rPr sz="1400" dirty="0">
                <a:latin typeface="Calibri" panose="020F0502020204030204"/>
                <a:cs typeface="Calibri" panose="020F0502020204030204"/>
              </a:rPr>
              <a:t>lạnh</a:t>
            </a:r>
            <a:r>
              <a:rPr sz="1400" spc="-15" dirty="0">
                <a:latin typeface="Calibri" panose="020F0502020204030204"/>
                <a:cs typeface="Calibri" panose="020F0502020204030204"/>
              </a:rPr>
              <a:t> </a:t>
            </a:r>
            <a:r>
              <a:rPr sz="1400" spc="-20" dirty="0">
                <a:latin typeface="Calibri" panose="020F0502020204030204"/>
                <a:cs typeface="Calibri" panose="020F0502020204030204"/>
              </a:rPr>
              <a:t>trên </a:t>
            </a:r>
            <a:r>
              <a:rPr sz="1400" dirty="0">
                <a:latin typeface="Calibri" panose="020F0502020204030204"/>
                <a:cs typeface="Calibri" panose="020F0502020204030204"/>
              </a:rPr>
              <a:t>đường</a:t>
            </a:r>
            <a:r>
              <a:rPr sz="1400" spc="-25" dirty="0">
                <a:latin typeface="Calibri" panose="020F0502020204030204"/>
                <a:cs typeface="Calibri" panose="020F0502020204030204"/>
              </a:rPr>
              <a:t> </a:t>
            </a:r>
            <a:r>
              <a:rPr sz="1400" dirty="0">
                <a:latin typeface="Calibri" panose="020F0502020204030204"/>
                <a:cs typeface="Calibri" panose="020F0502020204030204"/>
              </a:rPr>
              <a:t>dẫn nước</a:t>
            </a:r>
            <a:r>
              <a:rPr sz="1400" spc="-20"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5" dirty="0">
                <a:latin typeface="Calibri" panose="020F0502020204030204"/>
                <a:cs typeface="Calibri" panose="020F0502020204030204"/>
              </a:rPr>
              <a:t> </a:t>
            </a:r>
            <a:r>
              <a:rPr sz="1400" dirty="0">
                <a:latin typeface="Calibri" panose="020F0502020204030204"/>
                <a:cs typeface="Calibri" panose="020F0502020204030204"/>
              </a:rPr>
              <a:t>thêm</a:t>
            </a:r>
            <a:r>
              <a:rPr sz="1400" spc="-15" dirty="0">
                <a:latin typeface="Calibri" panose="020F0502020204030204"/>
                <a:cs typeface="Calibri" panose="020F0502020204030204"/>
              </a:rPr>
              <a:t> </a:t>
            </a:r>
            <a:r>
              <a:rPr sz="1400" dirty="0">
                <a:latin typeface="Calibri" panose="020F0502020204030204"/>
                <a:cs typeface="Calibri" panose="020F0502020204030204"/>
              </a:rPr>
              <a:t>2 rắc</a:t>
            </a:r>
            <a:r>
              <a:rPr sz="1400" spc="-10" dirty="0">
                <a:latin typeface="Calibri" panose="020F0502020204030204"/>
                <a:cs typeface="Calibri" panose="020F0502020204030204"/>
              </a:rPr>
              <a:t> </a:t>
            </a:r>
            <a:r>
              <a:rPr sz="1400" dirty="0">
                <a:latin typeface="Calibri" panose="020F0502020204030204"/>
                <a:cs typeface="Calibri" panose="020F0502020204030204"/>
              </a:rPr>
              <a:t>co</a:t>
            </a:r>
            <a:r>
              <a:rPr sz="1400" spc="-30" dirty="0">
                <a:latin typeface="Calibri" panose="020F0502020204030204"/>
                <a:cs typeface="Calibri" panose="020F0502020204030204"/>
              </a:rPr>
              <a:t> </a:t>
            </a:r>
            <a:r>
              <a:rPr sz="1400" dirty="0">
                <a:latin typeface="Calibri" panose="020F0502020204030204"/>
                <a:cs typeface="Calibri" panose="020F0502020204030204"/>
              </a:rPr>
              <a:t>ở</a:t>
            </a:r>
            <a:r>
              <a:rPr sz="1400" spc="-10" dirty="0">
                <a:latin typeface="Calibri" panose="020F0502020204030204"/>
                <a:cs typeface="Calibri" panose="020F0502020204030204"/>
              </a:rPr>
              <a:t> </a:t>
            </a:r>
            <a:r>
              <a:rPr sz="1400" dirty="0">
                <a:latin typeface="Calibri" panose="020F0502020204030204"/>
                <a:cs typeface="Calibri" panose="020F0502020204030204"/>
              </a:rPr>
              <a:t>các</a:t>
            </a:r>
            <a:r>
              <a:rPr sz="1400" spc="-20" dirty="0">
                <a:latin typeface="Calibri" panose="020F0502020204030204"/>
                <a:cs typeface="Calibri" panose="020F0502020204030204"/>
              </a:rPr>
              <a:t> </a:t>
            </a:r>
            <a:r>
              <a:rPr sz="1400" dirty="0">
                <a:latin typeface="Calibri" panose="020F0502020204030204"/>
                <a:cs typeface="Calibri" panose="020F0502020204030204"/>
              </a:rPr>
              <a:t>đầu</a:t>
            </a:r>
            <a:r>
              <a:rPr sz="1400" spc="-15" dirty="0">
                <a:latin typeface="Calibri" panose="020F0502020204030204"/>
                <a:cs typeface="Calibri" panose="020F0502020204030204"/>
              </a:rPr>
              <a:t> </a:t>
            </a:r>
            <a:r>
              <a:rPr sz="1400" dirty="0">
                <a:latin typeface="Calibri" panose="020F0502020204030204"/>
                <a:cs typeface="Calibri" panose="020F0502020204030204"/>
              </a:rPr>
              <a:t>vào</a:t>
            </a:r>
            <a:r>
              <a:rPr sz="1400" spc="-10" dirty="0">
                <a:latin typeface="Calibri" panose="020F0502020204030204"/>
                <a:cs typeface="Calibri" panose="020F0502020204030204"/>
              </a:rPr>
              <a:t> </a:t>
            </a:r>
            <a:r>
              <a:rPr sz="1400" dirty="0">
                <a:latin typeface="Calibri" panose="020F0502020204030204"/>
                <a:cs typeface="Calibri" panose="020F0502020204030204"/>
              </a:rPr>
              <a:t>ra</a:t>
            </a:r>
            <a:r>
              <a:rPr sz="1400" spc="-10" dirty="0">
                <a:latin typeface="Calibri" panose="020F0502020204030204"/>
                <a:cs typeface="Calibri" panose="020F0502020204030204"/>
              </a:rPr>
              <a:t> </a:t>
            </a:r>
            <a:r>
              <a:rPr sz="1400" dirty="0">
                <a:latin typeface="Calibri" panose="020F0502020204030204"/>
                <a:cs typeface="Calibri" panose="020F0502020204030204"/>
              </a:rPr>
              <a:t>của</a:t>
            </a:r>
            <a:r>
              <a:rPr sz="1400" spc="-20" dirty="0">
                <a:latin typeface="Calibri" panose="020F0502020204030204"/>
                <a:cs typeface="Calibri" panose="020F0502020204030204"/>
              </a:rPr>
              <a:t> </a:t>
            </a:r>
            <a:r>
              <a:rPr sz="1400" dirty="0">
                <a:latin typeface="Calibri" panose="020F0502020204030204"/>
                <a:cs typeface="Calibri" panose="020F0502020204030204"/>
              </a:rPr>
              <a:t>bình</a:t>
            </a:r>
            <a:r>
              <a:rPr sz="1400" spc="-2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lạnh</a:t>
            </a:r>
            <a:r>
              <a:rPr sz="1400" spc="-10" dirty="0">
                <a:latin typeface="Calibri" panose="020F0502020204030204"/>
                <a:cs typeface="Calibri" panose="020F0502020204030204"/>
              </a:rPr>
              <a:t> </a:t>
            </a:r>
            <a:r>
              <a:rPr sz="1400" dirty="0">
                <a:latin typeface="Calibri" panose="020F0502020204030204"/>
                <a:cs typeface="Calibri" panose="020F0502020204030204"/>
              </a:rPr>
              <a:t>để</a:t>
            </a:r>
            <a:r>
              <a:rPr sz="1400" spc="-20" dirty="0">
                <a:latin typeface="Calibri" panose="020F0502020204030204"/>
                <a:cs typeface="Calibri" panose="020F0502020204030204"/>
              </a:rPr>
              <a:t> </a:t>
            </a:r>
            <a:r>
              <a:rPr sz="1400" dirty="0">
                <a:latin typeface="Calibri" panose="020F0502020204030204"/>
                <a:cs typeface="Calibri" panose="020F0502020204030204"/>
              </a:rPr>
              <a:t>khi</a:t>
            </a:r>
            <a:r>
              <a:rPr sz="1400" spc="-10" dirty="0">
                <a:latin typeface="Calibri" panose="020F0502020204030204"/>
                <a:cs typeface="Calibri" panose="020F0502020204030204"/>
              </a:rPr>
              <a:t> </a:t>
            </a:r>
            <a:r>
              <a:rPr sz="1400" dirty="0">
                <a:latin typeface="Calibri" panose="020F0502020204030204"/>
                <a:cs typeface="Calibri" panose="020F0502020204030204"/>
              </a:rPr>
              <a:t>không</a:t>
            </a:r>
            <a:r>
              <a:rPr sz="1400" spc="-15" dirty="0">
                <a:latin typeface="Calibri" panose="020F0502020204030204"/>
                <a:cs typeface="Calibri" panose="020F0502020204030204"/>
              </a:rPr>
              <a:t> </a:t>
            </a:r>
            <a:r>
              <a:rPr sz="1400" dirty="0">
                <a:latin typeface="Calibri" panose="020F0502020204030204"/>
                <a:cs typeface="Calibri" panose="020F0502020204030204"/>
              </a:rPr>
              <a:t>sử</a:t>
            </a:r>
            <a:r>
              <a:rPr sz="1400" spc="-15" dirty="0">
                <a:latin typeface="Calibri" panose="020F0502020204030204"/>
                <a:cs typeface="Calibri" panose="020F0502020204030204"/>
              </a:rPr>
              <a:t> </a:t>
            </a:r>
            <a:r>
              <a:rPr sz="1400" dirty="0">
                <a:latin typeface="Calibri" panose="020F0502020204030204"/>
                <a:cs typeface="Calibri" panose="020F0502020204030204"/>
              </a:rPr>
              <a:t>dụng</a:t>
            </a:r>
            <a:r>
              <a:rPr sz="1400" spc="-15" dirty="0">
                <a:latin typeface="Calibri" panose="020F0502020204030204"/>
                <a:cs typeface="Calibri" panose="020F0502020204030204"/>
              </a:rPr>
              <a:t> </a:t>
            </a:r>
            <a:r>
              <a:rPr sz="1400" dirty="0">
                <a:latin typeface="Calibri" panose="020F0502020204030204"/>
                <a:cs typeface="Calibri" panose="020F0502020204030204"/>
              </a:rPr>
              <a:t>đến</a:t>
            </a:r>
            <a:r>
              <a:rPr sz="1400" spc="-10" dirty="0">
                <a:latin typeface="Calibri" panose="020F0502020204030204"/>
                <a:cs typeface="Calibri" panose="020F0502020204030204"/>
              </a:rPr>
              <a:t> </a:t>
            </a:r>
            <a:r>
              <a:rPr sz="1400" spc="-20" dirty="0">
                <a:latin typeface="Calibri" panose="020F0502020204030204"/>
                <a:cs typeface="Calibri" panose="020F0502020204030204"/>
              </a:rPr>
              <a:t>nước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có</a:t>
            </a:r>
            <a:r>
              <a:rPr sz="1400" spc="-10" dirty="0">
                <a:latin typeface="Calibri" panose="020F0502020204030204"/>
                <a:cs typeface="Calibri" panose="020F0502020204030204"/>
              </a:rPr>
              <a:t> </a:t>
            </a:r>
            <a:r>
              <a:rPr sz="1400" dirty="0">
                <a:latin typeface="Calibri" panose="020F0502020204030204"/>
                <a:cs typeface="Calibri" panose="020F0502020204030204"/>
              </a:rPr>
              <a:t>thể</a:t>
            </a:r>
            <a:r>
              <a:rPr sz="1400" spc="-20" dirty="0">
                <a:latin typeface="Calibri" panose="020F0502020204030204"/>
                <a:cs typeface="Calibri" panose="020F0502020204030204"/>
              </a:rPr>
              <a:t> </a:t>
            </a:r>
            <a:r>
              <a:rPr sz="1400" dirty="0">
                <a:latin typeface="Calibri" panose="020F0502020204030204"/>
                <a:cs typeface="Calibri" panose="020F0502020204030204"/>
              </a:rPr>
              <a:t>khóa</a:t>
            </a:r>
            <a:r>
              <a:rPr sz="1400" spc="-15" dirty="0">
                <a:latin typeface="Calibri" panose="020F0502020204030204"/>
                <a:cs typeface="Calibri" panose="020F0502020204030204"/>
              </a:rPr>
              <a:t> </a:t>
            </a:r>
            <a:r>
              <a:rPr sz="1400" dirty="0">
                <a:latin typeface="Calibri" panose="020F0502020204030204"/>
                <a:cs typeface="Calibri" panose="020F0502020204030204"/>
              </a:rPr>
              <a:t>lại</a:t>
            </a:r>
            <a:r>
              <a:rPr sz="1400" spc="-10" dirty="0">
                <a:latin typeface="Calibri" panose="020F0502020204030204"/>
                <a:cs typeface="Calibri" panose="020F0502020204030204"/>
              </a:rPr>
              <a:t> </a:t>
            </a:r>
            <a:r>
              <a:rPr sz="1400" dirty="0">
                <a:latin typeface="Calibri" panose="020F0502020204030204"/>
                <a:cs typeface="Calibri" panose="020F0502020204030204"/>
              </a:rPr>
              <a:t>để</a:t>
            </a:r>
            <a:r>
              <a:rPr sz="1400" spc="-15" dirty="0">
                <a:latin typeface="Calibri" panose="020F0502020204030204"/>
                <a:cs typeface="Calibri" panose="020F0502020204030204"/>
              </a:rPr>
              <a:t> </a:t>
            </a:r>
            <a:r>
              <a:rPr sz="1400" dirty="0">
                <a:latin typeface="Calibri" panose="020F0502020204030204"/>
                <a:cs typeface="Calibri" panose="020F0502020204030204"/>
              </a:rPr>
              <a:t>chỉ</a:t>
            </a:r>
            <a:r>
              <a:rPr sz="1400" spc="-20" dirty="0">
                <a:latin typeface="Calibri" panose="020F0502020204030204"/>
                <a:cs typeface="Calibri" panose="020F0502020204030204"/>
              </a:rPr>
              <a:t> </a:t>
            </a:r>
            <a:r>
              <a:rPr sz="1400" dirty="0">
                <a:latin typeface="Calibri" panose="020F0502020204030204"/>
                <a:cs typeface="Calibri" panose="020F0502020204030204"/>
              </a:rPr>
              <a:t>sử</a:t>
            </a:r>
            <a:r>
              <a:rPr sz="1400" spc="-15" dirty="0">
                <a:latin typeface="Calibri" panose="020F0502020204030204"/>
                <a:cs typeface="Calibri" panose="020F0502020204030204"/>
              </a:rPr>
              <a:t> </a:t>
            </a:r>
            <a:r>
              <a:rPr sz="1400" dirty="0">
                <a:latin typeface="Calibri" panose="020F0502020204030204"/>
                <a:cs typeface="Calibri" panose="020F0502020204030204"/>
              </a:rPr>
              <a:t>dụng</a:t>
            </a:r>
            <a:r>
              <a:rPr sz="1400" spc="-10" dirty="0">
                <a:latin typeface="Calibri" panose="020F0502020204030204"/>
                <a:cs typeface="Calibri" panose="020F0502020204030204"/>
              </a:rPr>
              <a:t>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spc="-20" dirty="0">
                <a:latin typeface="Calibri" panose="020F0502020204030204"/>
                <a:cs typeface="Calibri" panose="020F0502020204030204"/>
              </a:rPr>
              <a:t>lạnh.</a:t>
            </a:r>
            <a:endParaRPr sz="1400">
              <a:latin typeface="Calibri" panose="020F0502020204030204"/>
              <a:cs typeface="Calibri" panose="020F0502020204030204"/>
            </a:endParaRPr>
          </a:p>
          <a:p>
            <a:pPr marL="12700">
              <a:lnSpc>
                <a:spcPct val="100000"/>
              </a:lnSpc>
              <a:spcBef>
                <a:spcPts val="135"/>
              </a:spcBef>
            </a:pPr>
            <a:r>
              <a:rPr sz="1400" b="1" dirty="0">
                <a:latin typeface="Calibri" panose="020F0502020204030204"/>
                <a:cs typeface="Calibri" panose="020F0502020204030204"/>
              </a:rPr>
              <a:t>Ở</a:t>
            </a:r>
            <a:r>
              <a:rPr sz="1400" b="1" spc="-15" dirty="0">
                <a:latin typeface="Calibri" panose="020F0502020204030204"/>
                <a:cs typeface="Calibri" panose="020F0502020204030204"/>
              </a:rPr>
              <a:t> </a:t>
            </a:r>
            <a:r>
              <a:rPr sz="1400" b="1" dirty="0">
                <a:latin typeface="Calibri" panose="020F0502020204030204"/>
                <a:cs typeface="Calibri" panose="020F0502020204030204"/>
              </a:rPr>
              <a:t>phòng</a:t>
            </a:r>
            <a:r>
              <a:rPr sz="1400" b="1" spc="-15" dirty="0">
                <a:latin typeface="Calibri" panose="020F0502020204030204"/>
                <a:cs typeface="Calibri" panose="020F0502020204030204"/>
              </a:rPr>
              <a:t> </a:t>
            </a:r>
            <a:r>
              <a:rPr sz="1400" b="1" spc="-25" dirty="0">
                <a:latin typeface="Calibri" panose="020F0502020204030204"/>
                <a:cs typeface="Calibri" panose="020F0502020204030204"/>
              </a:rPr>
              <a:t>bếp</a:t>
            </a:r>
            <a:endParaRPr sz="1400">
              <a:latin typeface="Calibri" panose="020F0502020204030204"/>
              <a:cs typeface="Calibri" panose="020F0502020204030204"/>
            </a:endParaRPr>
          </a:p>
          <a:p>
            <a:pPr marL="12700" marR="179070" indent="74930">
              <a:lnSpc>
                <a:spcPct val="110000"/>
              </a:lnSpc>
              <a:buChar char="-"/>
              <a:tabLst>
                <a:tab pos="87630" algn="l"/>
              </a:tabLst>
            </a:pPr>
            <a:r>
              <a:rPr sz="1400" dirty="0">
                <a:latin typeface="Calibri" panose="020F0502020204030204"/>
                <a:cs typeface="Calibri" panose="020F0502020204030204"/>
              </a:rPr>
              <a:t>Đường</a:t>
            </a:r>
            <a:r>
              <a:rPr sz="1400" spc="-30" dirty="0">
                <a:latin typeface="Calibri" panose="020F0502020204030204"/>
                <a:cs typeface="Calibri" panose="020F0502020204030204"/>
              </a:rPr>
              <a:t>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dirty="0">
                <a:latin typeface="Calibri" panose="020F0502020204030204"/>
                <a:cs typeface="Calibri" panose="020F0502020204030204"/>
              </a:rPr>
              <a:t>từ</a:t>
            </a:r>
            <a:r>
              <a:rPr sz="1400" spc="-10" dirty="0">
                <a:latin typeface="Calibri" panose="020F0502020204030204"/>
                <a:cs typeface="Calibri" panose="020F0502020204030204"/>
              </a:rPr>
              <a:t> </a:t>
            </a:r>
            <a:r>
              <a:rPr sz="1400" dirty="0">
                <a:latin typeface="Calibri" panose="020F0502020204030204"/>
                <a:cs typeface="Calibri" panose="020F0502020204030204"/>
              </a:rPr>
              <a:t>bình</a:t>
            </a:r>
            <a:r>
              <a:rPr sz="1400" spc="-20" dirty="0">
                <a:latin typeface="Calibri" panose="020F0502020204030204"/>
                <a:cs typeface="Calibri" panose="020F0502020204030204"/>
              </a:rPr>
              <a:t> </a:t>
            </a:r>
            <a:r>
              <a:rPr sz="1400" dirty="0">
                <a:latin typeface="Calibri" panose="020F0502020204030204"/>
                <a:cs typeface="Calibri" panose="020F0502020204030204"/>
              </a:rPr>
              <a:t>năng</a:t>
            </a:r>
            <a:r>
              <a:rPr sz="1400" spc="-20" dirty="0">
                <a:latin typeface="Calibri" panose="020F0502020204030204"/>
                <a:cs typeface="Calibri" panose="020F0502020204030204"/>
              </a:rPr>
              <a:t> </a:t>
            </a:r>
            <a:r>
              <a:rPr sz="1400" dirty="0">
                <a:latin typeface="Calibri" panose="020F0502020204030204"/>
                <a:cs typeface="Calibri" panose="020F0502020204030204"/>
              </a:rPr>
              <a:t>lượng</a:t>
            </a:r>
            <a:r>
              <a:rPr sz="1400" spc="-20" dirty="0">
                <a:latin typeface="Calibri" panose="020F0502020204030204"/>
                <a:cs typeface="Calibri" panose="020F0502020204030204"/>
              </a:rPr>
              <a:t> </a:t>
            </a:r>
            <a:r>
              <a:rPr sz="1400" dirty="0">
                <a:latin typeface="Calibri" panose="020F0502020204030204"/>
                <a:cs typeface="Calibri" panose="020F0502020204030204"/>
              </a:rPr>
              <a:t>được</a:t>
            </a:r>
            <a:r>
              <a:rPr sz="1400" spc="-15" dirty="0">
                <a:latin typeface="Calibri" panose="020F0502020204030204"/>
                <a:cs typeface="Calibri" panose="020F0502020204030204"/>
              </a:rPr>
              <a:t> </a:t>
            </a:r>
            <a:r>
              <a:rPr sz="1400" dirty="0">
                <a:latin typeface="Calibri" panose="020F0502020204030204"/>
                <a:cs typeface="Calibri" panose="020F0502020204030204"/>
              </a:rPr>
              <a:t>chảy</a:t>
            </a:r>
            <a:r>
              <a:rPr sz="1400" spc="-15" dirty="0">
                <a:latin typeface="Calibri" panose="020F0502020204030204"/>
                <a:cs typeface="Calibri" panose="020F0502020204030204"/>
              </a:rPr>
              <a:t> </a:t>
            </a:r>
            <a:r>
              <a:rPr sz="1400" dirty="0">
                <a:latin typeface="Calibri" panose="020F0502020204030204"/>
                <a:cs typeface="Calibri" panose="020F0502020204030204"/>
              </a:rPr>
              <a:t>trực</a:t>
            </a:r>
            <a:r>
              <a:rPr sz="1400" spc="-25" dirty="0">
                <a:latin typeface="Calibri" panose="020F0502020204030204"/>
                <a:cs typeface="Calibri" panose="020F0502020204030204"/>
              </a:rPr>
              <a:t> </a:t>
            </a:r>
            <a:r>
              <a:rPr sz="1400" dirty="0">
                <a:latin typeface="Calibri" panose="020F0502020204030204"/>
                <a:cs typeface="Calibri" panose="020F0502020204030204"/>
              </a:rPr>
              <a:t>tiếp</a:t>
            </a:r>
            <a:r>
              <a:rPr sz="1400" spc="-20" dirty="0">
                <a:latin typeface="Calibri" panose="020F0502020204030204"/>
                <a:cs typeface="Calibri" panose="020F0502020204030204"/>
              </a:rPr>
              <a:t> </a:t>
            </a:r>
            <a:r>
              <a:rPr sz="1400" dirty="0">
                <a:latin typeface="Calibri" panose="020F0502020204030204"/>
                <a:cs typeface="Calibri" panose="020F0502020204030204"/>
              </a:rPr>
              <a:t>tới</a:t>
            </a:r>
            <a:r>
              <a:rPr sz="1400" spc="-15" dirty="0">
                <a:latin typeface="Calibri" panose="020F0502020204030204"/>
                <a:cs typeface="Calibri" panose="020F0502020204030204"/>
              </a:rPr>
              <a:t> </a:t>
            </a:r>
            <a:r>
              <a:rPr sz="1400" dirty="0">
                <a:latin typeface="Calibri" panose="020F0502020204030204"/>
                <a:cs typeface="Calibri" panose="020F0502020204030204"/>
              </a:rPr>
              <a:t>vòi</a:t>
            </a:r>
            <a:r>
              <a:rPr sz="1400" spc="-15" dirty="0">
                <a:latin typeface="Calibri" panose="020F0502020204030204"/>
                <a:cs typeface="Calibri" panose="020F0502020204030204"/>
              </a:rPr>
              <a:t> </a:t>
            </a:r>
            <a:r>
              <a:rPr sz="1400" dirty="0">
                <a:latin typeface="Calibri" panose="020F0502020204030204"/>
                <a:cs typeface="Calibri" panose="020F0502020204030204"/>
              </a:rPr>
              <a:t>để</a:t>
            </a:r>
            <a:r>
              <a:rPr sz="1400" spc="-25" dirty="0">
                <a:latin typeface="Calibri" panose="020F0502020204030204"/>
                <a:cs typeface="Calibri" panose="020F0502020204030204"/>
              </a:rPr>
              <a:t> </a:t>
            </a:r>
            <a:r>
              <a:rPr sz="1400" dirty="0">
                <a:latin typeface="Calibri" panose="020F0502020204030204"/>
                <a:cs typeface="Calibri" panose="020F0502020204030204"/>
              </a:rPr>
              <a:t>sử</a:t>
            </a:r>
            <a:r>
              <a:rPr sz="1400" spc="-15" dirty="0">
                <a:latin typeface="Calibri" panose="020F0502020204030204"/>
                <a:cs typeface="Calibri" panose="020F0502020204030204"/>
              </a:rPr>
              <a:t> </a:t>
            </a:r>
            <a:r>
              <a:rPr sz="1400" dirty="0">
                <a:latin typeface="Calibri" panose="020F0502020204030204"/>
                <a:cs typeface="Calibri" panose="020F0502020204030204"/>
              </a:rPr>
              <a:t>dụng</a:t>
            </a:r>
            <a:r>
              <a:rPr sz="1400" spc="-20" dirty="0">
                <a:latin typeface="Calibri" panose="020F0502020204030204"/>
                <a:cs typeface="Calibri" panose="020F0502020204030204"/>
              </a:rPr>
              <a:t> </a:t>
            </a:r>
            <a:r>
              <a:rPr sz="1400" dirty="0">
                <a:latin typeface="Calibri" panose="020F0502020204030204"/>
                <a:cs typeface="Calibri" panose="020F0502020204030204"/>
              </a:rPr>
              <a:t>nước</a:t>
            </a:r>
            <a:r>
              <a:rPr sz="1400" spc="-2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5" dirty="0">
                <a:latin typeface="Calibri" panose="020F0502020204030204"/>
                <a:cs typeface="Calibri" panose="020F0502020204030204"/>
              </a:rPr>
              <a:t> </a:t>
            </a:r>
            <a:r>
              <a:rPr sz="1400" dirty="0">
                <a:latin typeface="Calibri" panose="020F0502020204030204"/>
                <a:cs typeface="Calibri" panose="020F0502020204030204"/>
              </a:rPr>
              <a:t>lạnh</a:t>
            </a:r>
            <a:r>
              <a:rPr sz="1400" spc="-5" dirty="0">
                <a:latin typeface="Calibri" panose="020F0502020204030204"/>
                <a:cs typeface="Calibri" panose="020F0502020204030204"/>
              </a:rPr>
              <a:t> </a:t>
            </a:r>
            <a:r>
              <a:rPr sz="1400" dirty="0">
                <a:latin typeface="Calibri" panose="020F0502020204030204"/>
                <a:cs typeface="Calibri" panose="020F0502020204030204"/>
              </a:rPr>
              <a:t>từ</a:t>
            </a:r>
            <a:r>
              <a:rPr sz="1400" spc="-20" dirty="0">
                <a:latin typeface="Calibri" panose="020F0502020204030204"/>
                <a:cs typeface="Calibri" panose="020F0502020204030204"/>
              </a:rPr>
              <a:t> </a:t>
            </a:r>
            <a:r>
              <a:rPr sz="1400" dirty="0">
                <a:latin typeface="Calibri" panose="020F0502020204030204"/>
                <a:cs typeface="Calibri" panose="020F0502020204030204"/>
              </a:rPr>
              <a:t>bồn</a:t>
            </a:r>
            <a:r>
              <a:rPr sz="1400" spc="-15" dirty="0">
                <a:latin typeface="Calibri" panose="020F0502020204030204"/>
                <a:cs typeface="Calibri" panose="020F0502020204030204"/>
              </a:rPr>
              <a:t> </a:t>
            </a:r>
            <a:r>
              <a:rPr sz="1400" spc="-20" dirty="0">
                <a:latin typeface="Calibri" panose="020F0502020204030204"/>
                <a:cs typeface="Calibri" panose="020F0502020204030204"/>
              </a:rPr>
              <a:t>được </a:t>
            </a:r>
            <a:r>
              <a:rPr sz="1400" dirty="0">
                <a:latin typeface="Calibri" panose="020F0502020204030204"/>
                <a:cs typeface="Calibri" panose="020F0502020204030204"/>
              </a:rPr>
              <a:t>dùng</a:t>
            </a:r>
            <a:r>
              <a:rPr sz="1400" spc="-20" dirty="0">
                <a:latin typeface="Calibri" panose="020F0502020204030204"/>
                <a:cs typeface="Calibri" panose="020F0502020204030204"/>
              </a:rPr>
              <a:t> </a:t>
            </a:r>
            <a:r>
              <a:rPr sz="1400" dirty="0">
                <a:latin typeface="Calibri" panose="020F0502020204030204"/>
                <a:cs typeface="Calibri" panose="020F0502020204030204"/>
              </a:rPr>
              <a:t>trực</a:t>
            </a:r>
            <a:r>
              <a:rPr sz="1400" spc="-20" dirty="0">
                <a:latin typeface="Calibri" panose="020F0502020204030204"/>
                <a:cs typeface="Calibri" panose="020F0502020204030204"/>
              </a:rPr>
              <a:t> </a:t>
            </a:r>
            <a:r>
              <a:rPr sz="1400" dirty="0">
                <a:latin typeface="Calibri" panose="020F0502020204030204"/>
                <a:cs typeface="Calibri" panose="020F0502020204030204"/>
              </a:rPr>
              <a:t>tiếp</a:t>
            </a:r>
            <a:r>
              <a:rPr sz="1400" spc="-15" dirty="0">
                <a:latin typeface="Calibri" panose="020F0502020204030204"/>
                <a:cs typeface="Calibri" panose="020F0502020204030204"/>
              </a:rPr>
              <a:t> </a:t>
            </a:r>
            <a:r>
              <a:rPr sz="1400" dirty="0">
                <a:latin typeface="Calibri" panose="020F0502020204030204"/>
                <a:cs typeface="Calibri" panose="020F0502020204030204"/>
              </a:rPr>
              <a:t>theo</a:t>
            </a:r>
            <a:r>
              <a:rPr sz="1400" spc="-25" dirty="0">
                <a:latin typeface="Calibri" panose="020F0502020204030204"/>
                <a:cs typeface="Calibri" panose="020F0502020204030204"/>
              </a:rPr>
              <a:t> ống</a:t>
            </a:r>
            <a:endParaRPr sz="1400">
              <a:latin typeface="Calibri" panose="020F0502020204030204"/>
              <a:cs typeface="Calibri" panose="020F0502020204030204"/>
            </a:endParaRPr>
          </a:p>
          <a:p>
            <a:pPr marL="12700" marR="88900" indent="105410">
              <a:lnSpc>
                <a:spcPts val="1450"/>
              </a:lnSpc>
              <a:spcBef>
                <a:spcPts val="60"/>
              </a:spcBef>
              <a:buChar char="-"/>
              <a:tabLst>
                <a:tab pos="118110" algn="l"/>
              </a:tabLst>
            </a:pPr>
            <a:r>
              <a:rPr sz="1400" dirty="0">
                <a:latin typeface="Calibri" panose="020F0502020204030204"/>
                <a:cs typeface="Calibri" panose="020F0502020204030204"/>
              </a:rPr>
              <a:t>Ưu</a:t>
            </a:r>
            <a:r>
              <a:rPr sz="1400" spc="-30" dirty="0">
                <a:latin typeface="Calibri" panose="020F0502020204030204"/>
                <a:cs typeface="Calibri" panose="020F0502020204030204"/>
              </a:rPr>
              <a:t> </a:t>
            </a:r>
            <a:r>
              <a:rPr sz="1400" dirty="0">
                <a:latin typeface="Calibri" panose="020F0502020204030204"/>
                <a:cs typeface="Calibri" panose="020F0502020204030204"/>
              </a:rPr>
              <a:t>điểm</a:t>
            </a:r>
            <a:r>
              <a:rPr sz="1400" spc="-30" dirty="0">
                <a:latin typeface="Calibri" panose="020F0502020204030204"/>
                <a:cs typeface="Calibri" panose="020F0502020204030204"/>
              </a:rPr>
              <a:t> </a:t>
            </a:r>
            <a:r>
              <a:rPr sz="1400" dirty="0">
                <a:latin typeface="Calibri" panose="020F0502020204030204"/>
                <a:cs typeface="Calibri" panose="020F0502020204030204"/>
              </a:rPr>
              <a:t>của</a:t>
            </a:r>
            <a:r>
              <a:rPr sz="1400" spc="-15" dirty="0">
                <a:latin typeface="Calibri" panose="020F0502020204030204"/>
                <a:cs typeface="Calibri" panose="020F0502020204030204"/>
              </a:rPr>
              <a:t> </a:t>
            </a:r>
            <a:r>
              <a:rPr sz="1400" dirty="0">
                <a:latin typeface="Calibri" panose="020F0502020204030204"/>
                <a:cs typeface="Calibri" panose="020F0502020204030204"/>
              </a:rPr>
              <a:t>việc</a:t>
            </a:r>
            <a:r>
              <a:rPr sz="1400" spc="-10" dirty="0">
                <a:latin typeface="Calibri" panose="020F0502020204030204"/>
                <a:cs typeface="Calibri" panose="020F0502020204030204"/>
              </a:rPr>
              <a:t> </a:t>
            </a:r>
            <a:r>
              <a:rPr sz="1400" dirty="0">
                <a:latin typeface="Calibri" panose="020F0502020204030204"/>
                <a:cs typeface="Calibri" panose="020F0502020204030204"/>
              </a:rPr>
              <a:t>sử</a:t>
            </a:r>
            <a:r>
              <a:rPr sz="1400" spc="-20" dirty="0">
                <a:latin typeface="Calibri" panose="020F0502020204030204"/>
                <a:cs typeface="Calibri" panose="020F0502020204030204"/>
              </a:rPr>
              <a:t> </a:t>
            </a:r>
            <a:r>
              <a:rPr sz="1400" dirty="0">
                <a:latin typeface="Calibri" panose="020F0502020204030204"/>
                <a:cs typeface="Calibri" panose="020F0502020204030204"/>
              </a:rPr>
              <a:t>dụng</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15" dirty="0">
                <a:latin typeface="Calibri" panose="020F0502020204030204"/>
                <a:cs typeface="Calibri" panose="020F0502020204030204"/>
              </a:rPr>
              <a:t> </a:t>
            </a:r>
            <a:r>
              <a:rPr sz="1400" dirty="0">
                <a:latin typeface="Calibri" panose="020F0502020204030204"/>
                <a:cs typeface="Calibri" panose="020F0502020204030204"/>
              </a:rPr>
              <a:t>nóng</a:t>
            </a:r>
            <a:r>
              <a:rPr sz="1400" spc="-15" dirty="0">
                <a:latin typeface="Calibri" panose="020F0502020204030204"/>
                <a:cs typeface="Calibri" panose="020F0502020204030204"/>
              </a:rPr>
              <a:t> </a:t>
            </a:r>
            <a:r>
              <a:rPr sz="1400" dirty="0">
                <a:latin typeface="Calibri" panose="020F0502020204030204"/>
                <a:cs typeface="Calibri" panose="020F0502020204030204"/>
              </a:rPr>
              <a:t>từ</a:t>
            </a:r>
            <a:r>
              <a:rPr sz="1400" spc="-15" dirty="0">
                <a:latin typeface="Calibri" panose="020F0502020204030204"/>
                <a:cs typeface="Calibri" panose="020F0502020204030204"/>
              </a:rPr>
              <a:t> </a:t>
            </a:r>
            <a:r>
              <a:rPr sz="1400" dirty="0">
                <a:latin typeface="Calibri" panose="020F0502020204030204"/>
                <a:cs typeface="Calibri" panose="020F0502020204030204"/>
              </a:rPr>
              <a:t>bình</a:t>
            </a:r>
            <a:r>
              <a:rPr sz="1400" spc="-20" dirty="0">
                <a:latin typeface="Calibri" panose="020F0502020204030204"/>
                <a:cs typeface="Calibri" panose="020F0502020204030204"/>
              </a:rPr>
              <a:t> </a:t>
            </a:r>
            <a:r>
              <a:rPr sz="1400" dirty="0">
                <a:latin typeface="Calibri" panose="020F0502020204030204"/>
                <a:cs typeface="Calibri" panose="020F0502020204030204"/>
              </a:rPr>
              <a:t>năng</a:t>
            </a:r>
            <a:r>
              <a:rPr sz="1400" spc="-15" dirty="0">
                <a:latin typeface="Calibri" panose="020F0502020204030204"/>
                <a:cs typeface="Calibri" panose="020F0502020204030204"/>
              </a:rPr>
              <a:t> </a:t>
            </a:r>
            <a:r>
              <a:rPr sz="1400" dirty="0">
                <a:latin typeface="Calibri" panose="020F0502020204030204"/>
                <a:cs typeface="Calibri" panose="020F0502020204030204"/>
              </a:rPr>
              <a:t>lượng</a:t>
            </a:r>
            <a:r>
              <a:rPr sz="1400" spc="-20" dirty="0">
                <a:latin typeface="Calibri" panose="020F0502020204030204"/>
                <a:cs typeface="Calibri" panose="020F0502020204030204"/>
              </a:rPr>
              <a:t> </a:t>
            </a:r>
            <a:r>
              <a:rPr sz="1400" dirty="0">
                <a:latin typeface="Calibri" panose="020F0502020204030204"/>
                <a:cs typeface="Calibri" panose="020F0502020204030204"/>
              </a:rPr>
              <a:t>là</a:t>
            </a:r>
            <a:r>
              <a:rPr sz="1400" spc="-10" dirty="0">
                <a:latin typeface="Calibri" panose="020F0502020204030204"/>
                <a:cs typeface="Calibri" panose="020F0502020204030204"/>
              </a:rPr>
              <a:t> </a:t>
            </a:r>
            <a:r>
              <a:rPr sz="1400" dirty="0">
                <a:latin typeface="Calibri" panose="020F0502020204030204"/>
                <a:cs typeface="Calibri" panose="020F0502020204030204"/>
              </a:rPr>
              <a:t>giúp</a:t>
            </a:r>
            <a:r>
              <a:rPr sz="1400" spc="-20" dirty="0">
                <a:latin typeface="Calibri" panose="020F0502020204030204"/>
                <a:cs typeface="Calibri" panose="020F0502020204030204"/>
              </a:rPr>
              <a:t> </a:t>
            </a:r>
            <a:r>
              <a:rPr sz="1400" dirty="0">
                <a:latin typeface="Calibri" panose="020F0502020204030204"/>
                <a:cs typeface="Calibri" panose="020F0502020204030204"/>
              </a:rPr>
              <a:t>không tốn</a:t>
            </a:r>
            <a:r>
              <a:rPr sz="1400" spc="-30" dirty="0">
                <a:latin typeface="Calibri" panose="020F0502020204030204"/>
                <a:cs typeface="Calibri" panose="020F0502020204030204"/>
              </a:rPr>
              <a:t> </a:t>
            </a:r>
            <a:r>
              <a:rPr sz="1400" dirty="0">
                <a:latin typeface="Calibri" panose="020F0502020204030204"/>
                <a:cs typeface="Calibri" panose="020F0502020204030204"/>
              </a:rPr>
              <a:t>kém</a:t>
            </a:r>
            <a:r>
              <a:rPr sz="1400" spc="-15" dirty="0">
                <a:latin typeface="Calibri" panose="020F0502020204030204"/>
                <a:cs typeface="Calibri" panose="020F0502020204030204"/>
              </a:rPr>
              <a:t> </a:t>
            </a:r>
            <a:r>
              <a:rPr sz="1400" dirty="0">
                <a:latin typeface="Calibri" panose="020F0502020204030204"/>
                <a:cs typeface="Calibri" panose="020F0502020204030204"/>
              </a:rPr>
              <a:t>và</a:t>
            </a:r>
            <a:r>
              <a:rPr sz="1400" spc="-15" dirty="0">
                <a:latin typeface="Calibri" panose="020F0502020204030204"/>
                <a:cs typeface="Calibri" panose="020F0502020204030204"/>
              </a:rPr>
              <a:t> </a:t>
            </a:r>
            <a:r>
              <a:rPr sz="1400" dirty="0">
                <a:latin typeface="Calibri" panose="020F0502020204030204"/>
                <a:cs typeface="Calibri" panose="020F0502020204030204"/>
              </a:rPr>
              <a:t>diện</a:t>
            </a:r>
            <a:r>
              <a:rPr sz="1400" spc="-25" dirty="0">
                <a:latin typeface="Calibri" panose="020F0502020204030204"/>
                <a:cs typeface="Calibri" panose="020F0502020204030204"/>
              </a:rPr>
              <a:t> </a:t>
            </a:r>
            <a:r>
              <a:rPr sz="1400" dirty="0">
                <a:latin typeface="Calibri" panose="020F0502020204030204"/>
                <a:cs typeface="Calibri" panose="020F0502020204030204"/>
              </a:rPr>
              <a:t>tích</a:t>
            </a:r>
            <a:r>
              <a:rPr sz="1400" spc="-15" dirty="0">
                <a:latin typeface="Calibri" panose="020F0502020204030204"/>
                <a:cs typeface="Calibri" panose="020F0502020204030204"/>
              </a:rPr>
              <a:t> </a:t>
            </a:r>
            <a:r>
              <a:rPr sz="1400" dirty="0">
                <a:latin typeface="Calibri" panose="020F0502020204030204"/>
                <a:cs typeface="Calibri" panose="020F0502020204030204"/>
              </a:rPr>
              <a:t>phòng</a:t>
            </a:r>
            <a:r>
              <a:rPr sz="1400" spc="-5" dirty="0">
                <a:latin typeface="Calibri" panose="020F0502020204030204"/>
                <a:cs typeface="Calibri" panose="020F0502020204030204"/>
              </a:rPr>
              <a:t> </a:t>
            </a:r>
            <a:r>
              <a:rPr sz="1400" dirty="0">
                <a:latin typeface="Calibri" panose="020F0502020204030204"/>
                <a:cs typeface="Calibri" panose="020F0502020204030204"/>
              </a:rPr>
              <a:t>bếp</a:t>
            </a:r>
            <a:r>
              <a:rPr sz="1400" spc="-15" dirty="0">
                <a:latin typeface="Calibri" panose="020F0502020204030204"/>
                <a:cs typeface="Calibri" panose="020F0502020204030204"/>
              </a:rPr>
              <a:t> </a:t>
            </a:r>
            <a:r>
              <a:rPr sz="1400" spc="-20" dirty="0">
                <a:latin typeface="Calibri" panose="020F0502020204030204"/>
                <a:cs typeface="Calibri" panose="020F0502020204030204"/>
              </a:rPr>
              <a:t>rộng </a:t>
            </a:r>
            <a:r>
              <a:rPr sz="1400" dirty="0">
                <a:latin typeface="Calibri" panose="020F0502020204030204"/>
                <a:cs typeface="Calibri" panose="020F0502020204030204"/>
              </a:rPr>
              <a:t>hơn</a:t>
            </a:r>
            <a:r>
              <a:rPr sz="1400" spc="200" dirty="0">
                <a:latin typeface="Calibri" panose="020F0502020204030204"/>
                <a:cs typeface="Calibri" panose="020F0502020204030204"/>
              </a:rPr>
              <a:t> </a:t>
            </a:r>
            <a:r>
              <a:rPr sz="1400" dirty="0">
                <a:latin typeface="Calibri" panose="020F0502020204030204"/>
                <a:cs typeface="Calibri" panose="020F0502020204030204"/>
              </a:rPr>
              <a:t>Nhược</a:t>
            </a:r>
            <a:r>
              <a:rPr sz="1400" spc="-20" dirty="0">
                <a:latin typeface="Calibri" panose="020F0502020204030204"/>
                <a:cs typeface="Calibri" panose="020F0502020204030204"/>
              </a:rPr>
              <a:t> </a:t>
            </a:r>
            <a:r>
              <a:rPr sz="1400" dirty="0">
                <a:latin typeface="Calibri" panose="020F0502020204030204"/>
                <a:cs typeface="Calibri" panose="020F0502020204030204"/>
              </a:rPr>
              <a:t>điểm</a:t>
            </a:r>
            <a:r>
              <a:rPr sz="1400" spc="-15" dirty="0">
                <a:latin typeface="Calibri" panose="020F0502020204030204"/>
                <a:cs typeface="Calibri" panose="020F0502020204030204"/>
              </a:rPr>
              <a:t> </a:t>
            </a:r>
            <a:r>
              <a:rPr sz="1400" dirty="0">
                <a:latin typeface="Calibri" panose="020F0502020204030204"/>
                <a:cs typeface="Calibri" panose="020F0502020204030204"/>
              </a:rPr>
              <a:t>là</a:t>
            </a:r>
            <a:r>
              <a:rPr sz="1400" spc="-25" dirty="0">
                <a:latin typeface="Calibri" panose="020F0502020204030204"/>
                <a:cs typeface="Calibri" panose="020F0502020204030204"/>
              </a:rPr>
              <a:t> </a:t>
            </a:r>
            <a:r>
              <a:rPr sz="1400" dirty="0">
                <a:latin typeface="Calibri" panose="020F0502020204030204"/>
                <a:cs typeface="Calibri" panose="020F0502020204030204"/>
              </a:rPr>
              <a:t>vào</a:t>
            </a:r>
            <a:r>
              <a:rPr sz="1400" spc="-15" dirty="0">
                <a:latin typeface="Calibri" panose="020F0502020204030204"/>
                <a:cs typeface="Calibri" panose="020F0502020204030204"/>
              </a:rPr>
              <a:t> </a:t>
            </a:r>
            <a:r>
              <a:rPr sz="1400" dirty="0">
                <a:latin typeface="Calibri" panose="020F0502020204030204"/>
                <a:cs typeface="Calibri" panose="020F0502020204030204"/>
              </a:rPr>
              <a:t>những</a:t>
            </a:r>
            <a:r>
              <a:rPr sz="1400" spc="-15" dirty="0">
                <a:latin typeface="Calibri" panose="020F0502020204030204"/>
                <a:cs typeface="Calibri" panose="020F0502020204030204"/>
              </a:rPr>
              <a:t> </a:t>
            </a:r>
            <a:r>
              <a:rPr sz="1400" dirty="0">
                <a:latin typeface="Calibri" panose="020F0502020204030204"/>
                <a:cs typeface="Calibri" panose="020F0502020204030204"/>
              </a:rPr>
              <a:t>ngày</a:t>
            </a:r>
            <a:r>
              <a:rPr sz="1400" spc="-5" dirty="0">
                <a:latin typeface="Calibri" panose="020F0502020204030204"/>
                <a:cs typeface="Calibri" panose="020F0502020204030204"/>
              </a:rPr>
              <a:t> </a:t>
            </a:r>
            <a:r>
              <a:rPr sz="1400" dirty="0">
                <a:latin typeface="Calibri" panose="020F0502020204030204"/>
                <a:cs typeface="Calibri" panose="020F0502020204030204"/>
              </a:rPr>
              <a:t>nắng</a:t>
            </a:r>
            <a:r>
              <a:rPr sz="1400" spc="-20" dirty="0">
                <a:latin typeface="Calibri" panose="020F0502020204030204"/>
                <a:cs typeface="Calibri" panose="020F0502020204030204"/>
              </a:rPr>
              <a:t> </a:t>
            </a:r>
            <a:r>
              <a:rPr sz="1400" dirty="0">
                <a:latin typeface="Calibri" panose="020F0502020204030204"/>
                <a:cs typeface="Calibri" panose="020F0502020204030204"/>
              </a:rPr>
              <a:t>ít</a:t>
            </a:r>
            <a:r>
              <a:rPr sz="1400" spc="-5" dirty="0">
                <a:latin typeface="Calibri" panose="020F0502020204030204"/>
                <a:cs typeface="Calibri" panose="020F0502020204030204"/>
              </a:rPr>
              <a:t> </a:t>
            </a:r>
            <a:r>
              <a:rPr sz="1400" dirty="0">
                <a:latin typeface="Calibri" panose="020F0502020204030204"/>
                <a:cs typeface="Calibri" panose="020F0502020204030204"/>
              </a:rPr>
              <a:t>thì</a:t>
            </a:r>
            <a:r>
              <a:rPr sz="1400" spc="-10" dirty="0">
                <a:latin typeface="Calibri" panose="020F0502020204030204"/>
                <a:cs typeface="Calibri" panose="020F0502020204030204"/>
              </a:rPr>
              <a:t> </a:t>
            </a:r>
            <a:r>
              <a:rPr sz="1400" dirty="0">
                <a:latin typeface="Calibri" panose="020F0502020204030204"/>
                <a:cs typeface="Calibri" panose="020F0502020204030204"/>
              </a:rPr>
              <a:t>phải</a:t>
            </a:r>
            <a:r>
              <a:rPr sz="1400" spc="-15" dirty="0">
                <a:latin typeface="Calibri" panose="020F0502020204030204"/>
                <a:cs typeface="Calibri" panose="020F0502020204030204"/>
              </a:rPr>
              <a:t> </a:t>
            </a:r>
            <a:r>
              <a:rPr sz="1400" dirty="0">
                <a:latin typeface="Calibri" panose="020F0502020204030204"/>
                <a:cs typeface="Calibri" panose="020F0502020204030204"/>
              </a:rPr>
              <a:t>dùng</a:t>
            </a:r>
            <a:r>
              <a:rPr sz="1400" spc="-15" dirty="0">
                <a:latin typeface="Calibri" panose="020F0502020204030204"/>
                <a:cs typeface="Calibri" panose="020F0502020204030204"/>
              </a:rPr>
              <a:t> </a:t>
            </a:r>
            <a:r>
              <a:rPr sz="1400" dirty="0">
                <a:latin typeface="Calibri" panose="020F0502020204030204"/>
                <a:cs typeface="Calibri" panose="020F0502020204030204"/>
              </a:rPr>
              <a:t>nước</a:t>
            </a:r>
            <a:r>
              <a:rPr sz="1400" spc="-20" dirty="0">
                <a:latin typeface="Calibri" panose="020F0502020204030204"/>
                <a:cs typeface="Calibri" panose="020F0502020204030204"/>
              </a:rPr>
              <a:t> </a:t>
            </a:r>
            <a:r>
              <a:rPr sz="1400" dirty="0">
                <a:latin typeface="Calibri" panose="020F0502020204030204"/>
                <a:cs typeface="Calibri" panose="020F0502020204030204"/>
              </a:rPr>
              <a:t>lạnh</a:t>
            </a:r>
            <a:r>
              <a:rPr sz="1400" spc="-15" dirty="0">
                <a:latin typeface="Calibri" panose="020F0502020204030204"/>
                <a:cs typeface="Calibri" panose="020F0502020204030204"/>
              </a:rPr>
              <a:t> </a:t>
            </a:r>
            <a:r>
              <a:rPr sz="1400" dirty="0">
                <a:latin typeface="Calibri" panose="020F0502020204030204"/>
                <a:cs typeface="Calibri" panose="020F0502020204030204"/>
              </a:rPr>
              <a:t>từ</a:t>
            </a:r>
            <a:r>
              <a:rPr sz="1400" spc="-15" dirty="0">
                <a:latin typeface="Calibri" panose="020F0502020204030204"/>
                <a:cs typeface="Calibri" panose="020F0502020204030204"/>
              </a:rPr>
              <a:t> </a:t>
            </a:r>
            <a:r>
              <a:rPr sz="1400" spc="-25" dirty="0">
                <a:latin typeface="Calibri" panose="020F0502020204030204"/>
                <a:cs typeface="Calibri" panose="020F0502020204030204"/>
              </a:rPr>
              <a:t>bồn</a:t>
            </a:r>
            <a:endParaRPr sz="1400">
              <a:latin typeface="Calibri" panose="020F0502020204030204"/>
              <a:cs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4" dur="500"/>
                                        <p:tgtEl>
                                          <p:spTgt spid="6">
                                            <p:txEl>
                                              <p:pRg st="0" end="0"/>
                                            </p:txEl>
                                          </p:spTgt>
                                        </p:tgtEl>
                                      </p:cBhvr>
                                    </p:animEffect>
                                  </p:childTnLst>
                                </p:cTn>
                              </p:par>
                              <p:par>
                                <p:cTn id="15" presetID="14" presetClass="entr" presetSubtype="1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randombar(horizontal)">
                                      <p:cBhvr>
                                        <p:cTn id="22" dur="500"/>
                                        <p:tgtEl>
                                          <p:spTgt spid="6">
                                            <p:txEl>
                                              <p:pRg st="2" end="2"/>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randombar(horizontal)">
                                      <p:cBhvr>
                                        <p:cTn id="25" dur="500"/>
                                        <p:tgtEl>
                                          <p:spTgt spid="6">
                                            <p:txEl>
                                              <p:pRg st="3" end="3"/>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6">
                                            <p:txEl>
                                              <p:pRg st="4" end="4"/>
                                            </p:txEl>
                                          </p:spTgt>
                                        </p:tgtEl>
                                        <p:attrNameLst>
                                          <p:attrName>style.visibility</p:attrName>
                                        </p:attrNameLst>
                                      </p:cBhvr>
                                      <p:to>
                                        <p:strVal val="visible"/>
                                      </p:to>
                                    </p:set>
                                    <p:animEffect transition="in" filter="randombar(horizontal)">
                                      <p:cBhvr>
                                        <p:cTn id="28"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925830" y="228600"/>
            <a:ext cx="6296025" cy="338455"/>
          </a:xfrm>
        </p:spPr>
        <p:txBody>
          <a:bodyPr wrap="square"/>
          <a:p>
            <a:r>
              <a:rPr lang="vi-VN" altLang="en-US"/>
              <a:t>một số cách để nâng cao khả năng giữ nhiệt của </a:t>
            </a:r>
            <a:r>
              <a:rPr lang="vi-VN" altLang="en-US"/>
              <a:t>bình</a:t>
            </a:r>
            <a:endParaRPr lang="vi-VN" altLang="en-US"/>
          </a:p>
        </p:txBody>
      </p:sp>
      <p:sp>
        <p:nvSpPr>
          <p:cNvPr id="7" name="Text Placeholder 6"/>
          <p:cNvSpPr>
            <a:spLocks noGrp="1"/>
          </p:cNvSpPr>
          <p:nvPr>
            <p:ph type="body" idx="1"/>
          </p:nvPr>
        </p:nvSpPr>
        <p:spPr>
          <a:xfrm>
            <a:off x="381000" y="1143127"/>
            <a:ext cx="6995160" cy="7202170"/>
          </a:xfrm>
        </p:spPr>
        <p:txBody>
          <a:bodyPr/>
          <a:p>
            <a:r>
              <a:rPr lang="en-US"/>
              <a:t> </a:t>
            </a:r>
            <a:r>
              <a:rPr lang="en-US">
                <a:latin typeface="Times New Roman" panose="02020603050405020304" pitchFamily="18" charset="0"/>
                <a:cs typeface="Times New Roman" panose="02020603050405020304" pitchFamily="18" charset="0"/>
              </a:rPr>
              <a:t>Bình chứa nước nóng thường được làm từ chất liệu thép không gỉ hoặc nhôm, có thể có lớp bảo ôn mỏng bên trong để giữ nhiệt tốt hơn. Bình thường có một van cung cấp nước và một van xả nước. Một số bình còn có thêm vòi phun nước hoặc hệ thống sưởi nước.</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Để nâng cao khả năng giữ nhiệt của bình, bạn có thể thực hiện một số cách sau:</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1. Sử dụng chất liệu chịu nhiệt tốt hơn, ví dụ như inox.</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2. Bên ngoài của bình cần có lớp chống nóng để giữ nhiệt tốt hơn, ví dụ như lớp nhiệt cách âm bảo vệ bên trong bề mặt bình.</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3. Mặt trong của bình cần được phủ một lớp chất liệu chống dính để tránh lớp cặn bám nước.</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4. Nếu bạn muốn giữ nước nóng trong thời gian dài, hãy đóng chặt nắp không để hơi nóng thoát ra ngoài.</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5. Bảo ôn bên trong bình với bông thủy tinh có khả năng cách nhiệt tốt hơn.</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6. Để tăng vùng tiếp xúc của nước và thành bình để tăng diện tích truyền nhiệt, bạn có thể thêm vào bình một lớp cánh gió có thể xoay được.</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7. Sử dụng vật liệu có khả năng tách bột cặn nước tốt hơn, như bạc (Ag) hoặc titan (Ti) để tránh cặn bám trong bình.</a:t>
            </a:r>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checkerboard(across)">
                                      <p:cBhvr>
                                        <p:cTn id="12" dur="500"/>
                                        <p:tgtEl>
                                          <p:spTgt spid="7">
                                            <p:txEl>
                                              <p:pRg st="0" end="0"/>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checkerboard(across)">
                                      <p:cBhvr>
                                        <p:cTn id="15" dur="500"/>
                                        <p:tgtEl>
                                          <p:spTgt spid="7">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checkerboard(across)">
                                      <p:cBhvr>
                                        <p:cTn id="18" dur="500"/>
                                        <p:tgtEl>
                                          <p:spTgt spid="7">
                                            <p:txEl>
                                              <p:pRg st="4" end="4"/>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animEffect transition="in" filter="checkerboard(across)">
                                      <p:cBhvr>
                                        <p:cTn id="21" dur="500"/>
                                        <p:tgtEl>
                                          <p:spTgt spid="7">
                                            <p:txEl>
                                              <p:pRg st="6" end="6"/>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7">
                                            <p:txEl>
                                              <p:pRg st="8" end="8"/>
                                            </p:txEl>
                                          </p:spTgt>
                                        </p:tgtEl>
                                        <p:attrNameLst>
                                          <p:attrName>style.visibility</p:attrName>
                                        </p:attrNameLst>
                                      </p:cBhvr>
                                      <p:to>
                                        <p:strVal val="visible"/>
                                      </p:to>
                                    </p:set>
                                    <p:animEffect transition="in" filter="checkerboard(across)">
                                      <p:cBhvr>
                                        <p:cTn id="24" dur="500"/>
                                        <p:tgtEl>
                                          <p:spTgt spid="7">
                                            <p:txEl>
                                              <p:pRg st="8" end="8"/>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animEffect transition="in" filter="checkerboard(across)">
                                      <p:cBhvr>
                                        <p:cTn id="27" dur="500"/>
                                        <p:tgtEl>
                                          <p:spTgt spid="7">
                                            <p:txEl>
                                              <p:pRg st="10" end="10"/>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7">
                                            <p:txEl>
                                              <p:pRg st="12" end="12"/>
                                            </p:txEl>
                                          </p:spTgt>
                                        </p:tgtEl>
                                        <p:attrNameLst>
                                          <p:attrName>style.visibility</p:attrName>
                                        </p:attrNameLst>
                                      </p:cBhvr>
                                      <p:to>
                                        <p:strVal val="visible"/>
                                      </p:to>
                                    </p:set>
                                    <p:animEffect transition="in" filter="checkerboard(across)">
                                      <p:cBhvr>
                                        <p:cTn id="30" dur="500"/>
                                        <p:tgtEl>
                                          <p:spTgt spid="7">
                                            <p:txEl>
                                              <p:pRg st="12" end="12"/>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7">
                                            <p:txEl>
                                              <p:pRg st="14" end="14"/>
                                            </p:txEl>
                                          </p:spTgt>
                                        </p:tgtEl>
                                        <p:attrNameLst>
                                          <p:attrName>style.visibility</p:attrName>
                                        </p:attrNameLst>
                                      </p:cBhvr>
                                      <p:to>
                                        <p:strVal val="visible"/>
                                      </p:to>
                                    </p:set>
                                    <p:animEffect transition="in" filter="checkerboard(across)">
                                      <p:cBhvr>
                                        <p:cTn id="33" dur="500"/>
                                        <p:tgtEl>
                                          <p:spTgt spid="7">
                                            <p:txEl>
                                              <p:pRg st="14" end="14"/>
                                            </p:txEl>
                                          </p:spTgt>
                                        </p:tgtEl>
                                      </p:cBhvr>
                                    </p:animEffect>
                                  </p:childTnLst>
                                </p:cTn>
                              </p:par>
                              <p:par>
                                <p:cTn id="34" presetID="5" presetClass="entr" presetSubtype="10" fill="hold" nodeType="withEffect">
                                  <p:stCondLst>
                                    <p:cond delay="0"/>
                                  </p:stCondLst>
                                  <p:childTnLst>
                                    <p:set>
                                      <p:cBhvr>
                                        <p:cTn id="35" dur="1" fill="hold">
                                          <p:stCondLst>
                                            <p:cond delay="0"/>
                                          </p:stCondLst>
                                        </p:cTn>
                                        <p:tgtEl>
                                          <p:spTgt spid="7">
                                            <p:txEl>
                                              <p:pRg st="16" end="16"/>
                                            </p:txEl>
                                          </p:spTgt>
                                        </p:tgtEl>
                                        <p:attrNameLst>
                                          <p:attrName>style.visibility</p:attrName>
                                        </p:attrNameLst>
                                      </p:cBhvr>
                                      <p:to>
                                        <p:strVal val="visible"/>
                                      </p:to>
                                    </p:set>
                                    <p:animEffect transition="in" filter="checkerboard(across)">
                                      <p:cBhvr>
                                        <p:cTn id="36" dur="500"/>
                                        <p:tgtEl>
                                          <p:spTgt spid="7">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123440" y="3505200"/>
            <a:ext cx="3525520" cy="923290"/>
          </a:xfrm>
        </p:spPr>
        <p:txBody>
          <a:bodyPr wrap="square"/>
          <a:p>
            <a:r>
              <a:rPr lang="vi-VN" altLang="en-US" sz="6000"/>
              <a:t>THE END</a:t>
            </a:r>
            <a:endParaRPr lang="vi-VN" altLang="en-US" sz="6000"/>
          </a:p>
        </p:txBody>
      </p:sp>
      <p:sp>
        <p:nvSpPr>
          <p:cNvPr id="3" name="Subtitle 2"/>
          <p:cNvSpPr>
            <a:spLocks noGrp="1"/>
          </p:cNvSpPr>
          <p:nvPr>
            <p:ph type="subTitle" idx="4"/>
          </p:nvPr>
        </p:nvSpPr>
        <p:spPr>
          <a:xfrm>
            <a:off x="2667000" y="10592054"/>
            <a:ext cx="5440680" cy="2514600"/>
          </a:xfrm>
        </p:spPr>
        <p:txBody>
          <a:bodyPr/>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8294</Words>
  <Application>WPS Presentation</Application>
  <PresentationFormat>On-screen Show (4:3)</PresentationFormat>
  <Paragraphs>87</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Calibri</vt:lpstr>
      <vt:lpstr>Times New Roman</vt:lpstr>
      <vt:lpstr>Times New Roman</vt:lpstr>
      <vt:lpstr>Microsoft YaHei</vt:lpstr>
      <vt:lpstr>Arial Unicode MS</vt:lpstr>
      <vt:lpstr>Office Theme</vt:lpstr>
      <vt:lpstr>chào mừng các bạn đến với buổi thuyết trình nhóm 3</vt:lpstr>
      <vt:lpstr>tìm hiểu về cấu tạo và nguyên lí hoạt động của máy nước nóng bằng năng lượng mặt trời</vt:lpstr>
      <vt:lpstr> </vt:lpstr>
      <vt:lpstr>PowerPoint 演示文稿</vt:lpstr>
      <vt:lpstr>PowerPoint 演示文稿</vt:lpstr>
      <vt:lpstr>PowerPoint 演示文稿</vt:lpstr>
      <vt:lpstr>PowerPoint 演示文稿</vt:lpstr>
      <vt:lpstr>PowerPoint 演示文稿</vt:lpstr>
      <vt:lpstr>4.Sơ đồ lắp đặt</vt:lpstr>
      <vt:lpstr>một số cách để nâng cao khả năng giữ nhiệt của bình</vt:lpstr>
      <vt:lpstr>THE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Trần Anh Dũng - 66CS1</dc:creator>
  <cp:lastModifiedBy>ACER</cp:lastModifiedBy>
  <cp:revision>14</cp:revision>
  <dcterms:created xsi:type="dcterms:W3CDTF">2023-03-24T10:56:00Z</dcterms:created>
  <dcterms:modified xsi:type="dcterms:W3CDTF">2023-03-29T09:42:26Z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2023-03-27T05:00:00Z</vt:filetime>
  </property>
  <property fmtid="{D5CDD505-2E9C-101B-9397-08002B2CF9AE}" pid="3" name="Creator">
    <vt:lpwstr>WPS Writer</vt:lpwstr>
  </property>
  <property fmtid="{D5CDD505-2E9C-101B-9397-08002B2CF9AE}" pid="4" name="LastSaved">
    <vt:filetime>2023-03-27T05:00:00Z</vt:filetime>
  </property>
  <property fmtid="{D5CDD505-2E9C-101B-9397-08002B2CF9AE}" pid="5" name="SourceModified">
    <vt:lpwstr>D:20230324165533+09'55'</vt:lpwstr>
  </property>
  <property fmtid="{D5CDD505-2E9C-101B-9397-08002B2CF9AE}" pid="6" name="ICV">
    <vt:lpwstr>E794FE70438A4AC89B9899979BED8F80</vt:lpwstr>
  </property>
  <property fmtid="{D5CDD505-2E9C-101B-9397-08002B2CF9AE}" pid="7" name="KSOProductBuildVer">
    <vt:lpwstr>1033-11.2.0.11513</vt:lpwstr>
  </property>
</Properties>
</file>