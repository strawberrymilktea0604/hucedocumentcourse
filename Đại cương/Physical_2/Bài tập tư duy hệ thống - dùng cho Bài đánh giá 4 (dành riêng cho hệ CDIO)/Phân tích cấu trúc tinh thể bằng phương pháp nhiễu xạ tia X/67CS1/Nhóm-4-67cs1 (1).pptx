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184" autoAdjust="0"/>
  </p:normalViewPr>
  <p:slideViewPr>
    <p:cSldViewPr snapToGrid="0">
      <p:cViewPr varScale="1">
        <p:scale>
          <a:sx n="77" d="100"/>
          <a:sy n="77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9B0E6-B9BF-4E2D-AE08-8C7EBB196A2E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53816F-A1CF-4485-B308-1B9F14B36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3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C5E7-B1A1-4648-89D2-17B0F1E7F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140298-3E00-4E73-B947-697E6928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B99EB-0E86-4FEA-A9C4-501D4E755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1F536-58DF-4935-AE3B-7A08C0312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95127-BE30-42B7-9BE5-B83CC6A2E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5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E108-9C7F-4CDC-AD71-B576580A1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3746-779A-435F-995A-5BF82C86C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4E866-B322-455F-AC32-8C164B8C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61E0-F80F-48E7-A817-F1CECBEE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34AFC-4299-43F1-A312-79EF0102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4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1D3E-E4B6-4EAA-BFB4-25A0557A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E0856-45A8-4EAD-A9D6-8A993968A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EEBE1-2BAF-4C94-8403-6E8454F9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58F46-E931-4D79-94A5-037AFD07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30D95-EF5F-4A0A-93BD-73AEE2C2F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5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BEC0-6253-4360-B586-B9D20933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6E20B-8661-4C60-84FB-4892E8B48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2BE45-79E4-479B-BD2F-46CCB0BEE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9105E-DF25-4F38-BDE2-9B00C2C4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9C4A8-7467-4BAD-98A2-0B63CAC1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5C5C0-08E4-4F7B-9E80-8925539D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0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F641-A5CC-4263-A394-2112D623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D6865-C632-473C-AEC8-8D3F71562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DBD19-4D33-4F6A-9938-6A04B3888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97E46-CE4D-480E-A997-2B53B2DF55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B7E36-823F-4FD4-B826-E450A1248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B3B14-C886-4F84-9FD5-11C8320E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AF591-4BBF-4BF2-9EF7-F8B114DF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B1A04-B244-4AE3-8997-9B075B10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4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08F1-BB29-4C6F-91C9-653A730B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4FEF9-8D09-4091-BE99-B6264EBD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F49AA-83D5-4063-9CDE-AA776304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2B27C-3C99-4208-B425-775413C53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0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2A62B2-A6D1-4A6F-8B20-80606F47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E4958-7A46-4331-B2D8-2C31D8FC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8548B-339B-46B2-BF01-1EE3DDC7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66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408F-8083-4F07-9628-074C7AFE4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477E0-A333-439D-A531-30B39A813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D59501-D187-414C-AACE-F83872003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5F890-BB8A-49E1-880A-924FD6FE4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A38FE-429A-41E7-942D-ECCE639D3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1D9BC-0038-4041-AE2C-657BF99D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61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6CFD-7F35-482C-A50F-B3D43ACB0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D7F3EF-0FE9-46C4-A116-5DA6E26B0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B4041-0F17-42D8-AF16-AB099A39F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67FF-F8F1-4B22-A471-9317ED3A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D6993-98F8-4234-B24A-02D4DB41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34037-0E7D-4379-ACA0-98611B2F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19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5B175-C851-453B-B2A0-9A5CFCADC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F4A2-0E4F-4E49-A0BF-BEEC7220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8AA27-3F13-4BFD-B949-21CF31910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F5E9-5DAC-4C4A-9DF5-C2B87276BCC8}" type="datetimeFigureOut">
              <a:rPr lang="en-US" smtClean="0"/>
              <a:t>3/31/2023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99A2-0FED-42D4-9FBD-08CC1C3F8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68D4-5440-4CE2-BAB3-61D83F628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C5C30-0B3A-4B13-ADDD-7C63C8AA9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03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">
            <a:extLst>
              <a:ext uri="{FF2B5EF4-FFF2-40B4-BE49-F238E27FC236}">
                <a16:creationId xmlns:a16="http://schemas.microsoft.com/office/drawing/2014/main" id="{29B1F73E-75CD-F0C4-CB4D-56ECBD0F2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9077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text, application, email">
            <a:extLst>
              <a:ext uri="{FF2B5EF4-FFF2-40B4-BE49-F238E27FC236}">
                <a16:creationId xmlns:a16="http://schemas.microsoft.com/office/drawing/2014/main" id="{AE9F1BF2-BA8B-41F5-464F-A11302C46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2133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6B7C016-C78B-7B87-A10F-85C9C9EEE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00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chat or text message&#10;&#10;Description automatically generated">
            <a:extLst>
              <a:ext uri="{FF2B5EF4-FFF2-40B4-BE49-F238E27FC236}">
                <a16:creationId xmlns:a16="http://schemas.microsoft.com/office/drawing/2014/main" id="{5B0999E8-DBB2-5D46-AE55-8A9E968D2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5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3B6DAFE-6EEE-DBB8-DC5B-0D46A9B9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13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10C5419-8094-A12A-2390-C861DFE1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453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89EA377-1C89-CFF6-55DA-4C289EEDC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18445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A6B5AEF8-524F-5768-4A80-C6AC47C7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552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047DC805-C4A6-7D5F-EDCF-7DF25A98E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6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chat or text message&#10;&#10;Description automatically generated">
            <a:extLst>
              <a:ext uri="{FF2B5EF4-FFF2-40B4-BE49-F238E27FC236}">
                <a16:creationId xmlns:a16="http://schemas.microsoft.com/office/drawing/2014/main" id="{4B2D7E4F-205B-8C28-48BE-463E43E2D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5847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3B156116-FDB1-A3A3-EE1E-4FFBDDFF4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97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1305346-B698-EE4F-8230-A1800564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55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A51995-1900-6D20-25AA-8F83E8AA3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6459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D0FC9BB9-7D97-61CE-8907-7A685D18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315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7E846869-11AB-8732-6D08-36838C62D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237391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C619860B-BC4C-2C9D-2E1C-1CABACB99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44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1937A6FD-14F4-F486-936F-2D28F6F4A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2439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772B7C6-B794-7D0E-770F-3727A05EF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46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467D176-60AC-14CA-7A77-D8121CF8E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80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12529DC-F944-B866-143A-AE4358609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79734"/>
      </p:ext>
    </p:extLst>
  </p:cSld>
  <p:clrMapOvr>
    <a:masterClrMapping/>
  </p:clrMapOvr>
  <p:transition spd="slow">
    <p:wheel spokes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585C3AC-ED07-37EC-4F67-BF8DAB334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325193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C26A1E27-F8D8-8F36-4916-26A988DCD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86396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4FBF6BA2-6787-C53C-5AC7-95CA2532E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94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FF663EA-2569-A5A7-2A8F-88AB1F27D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91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787325_win32_fixed.potx" id="{269FE122-B7FA-4B7D-8A63-CDA86BC2B22B}" vid="{7A4BF6DB-F99C-4999-B097-EACC7D6974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 safety</Template>
  <TotalTime>533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Hoàng Văn Tới - 67CS1</dc:creator>
  <cp:lastModifiedBy>Hoàng Văn Tới - 67CS1</cp:lastModifiedBy>
  <cp:revision>1</cp:revision>
  <dcterms:created xsi:type="dcterms:W3CDTF">2023-03-31T04:16:40Z</dcterms:created>
  <dcterms:modified xsi:type="dcterms:W3CDTF">2023-03-31T13:10:32Z</dcterms:modified>
</cp:coreProperties>
</file>